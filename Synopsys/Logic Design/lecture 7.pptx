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28" r:id="rId4"/>
    <p:sldMasterId id="2147483757" r:id="rId5"/>
  </p:sldMasterIdLst>
  <p:notesMasterIdLst>
    <p:notesMasterId r:id="rId79"/>
  </p:notesMasterIdLst>
  <p:handoutMasterIdLst>
    <p:handoutMasterId r:id="rId80"/>
  </p:handoutMasterIdLst>
  <p:sldIdLst>
    <p:sldId id="4743" r:id="rId6"/>
    <p:sldId id="537" r:id="rId7"/>
    <p:sldId id="536" r:id="rId8"/>
    <p:sldId id="326" r:id="rId9"/>
    <p:sldId id="295" r:id="rId10"/>
    <p:sldId id="296" r:id="rId11"/>
    <p:sldId id="304" r:id="rId12"/>
    <p:sldId id="350" r:id="rId13"/>
    <p:sldId id="297" r:id="rId14"/>
    <p:sldId id="327" r:id="rId15"/>
    <p:sldId id="299" r:id="rId16"/>
    <p:sldId id="328" r:id="rId17"/>
    <p:sldId id="260" r:id="rId18"/>
    <p:sldId id="329" r:id="rId19"/>
    <p:sldId id="305" r:id="rId20"/>
    <p:sldId id="347" r:id="rId21"/>
    <p:sldId id="262" r:id="rId22"/>
    <p:sldId id="263" r:id="rId23"/>
    <p:sldId id="351" r:id="rId24"/>
    <p:sldId id="352" r:id="rId25"/>
    <p:sldId id="353" r:id="rId26"/>
    <p:sldId id="349" r:id="rId27"/>
    <p:sldId id="354" r:id="rId28"/>
    <p:sldId id="266" r:id="rId29"/>
    <p:sldId id="267" r:id="rId30"/>
    <p:sldId id="268" r:id="rId31"/>
    <p:sldId id="269" r:id="rId32"/>
    <p:sldId id="330" r:id="rId33"/>
    <p:sldId id="309" r:id="rId34"/>
    <p:sldId id="331" r:id="rId35"/>
    <p:sldId id="311" r:id="rId36"/>
    <p:sldId id="271" r:id="rId37"/>
    <p:sldId id="273" r:id="rId38"/>
    <p:sldId id="272" r:id="rId39"/>
    <p:sldId id="274" r:id="rId40"/>
    <p:sldId id="332" r:id="rId41"/>
    <p:sldId id="342" r:id="rId42"/>
    <p:sldId id="343" r:id="rId43"/>
    <p:sldId id="355" r:id="rId44"/>
    <p:sldId id="356" r:id="rId45"/>
    <p:sldId id="357" r:id="rId46"/>
    <p:sldId id="312" r:id="rId47"/>
    <p:sldId id="313" r:id="rId48"/>
    <p:sldId id="314" r:id="rId49"/>
    <p:sldId id="344" r:id="rId50"/>
    <p:sldId id="345" r:id="rId51"/>
    <p:sldId id="346" r:id="rId52"/>
    <p:sldId id="333" r:id="rId53"/>
    <p:sldId id="277" r:id="rId54"/>
    <p:sldId id="278" r:id="rId55"/>
    <p:sldId id="300" r:id="rId56"/>
    <p:sldId id="334" r:id="rId57"/>
    <p:sldId id="367" r:id="rId58"/>
    <p:sldId id="335" r:id="rId59"/>
    <p:sldId id="358" r:id="rId60"/>
    <p:sldId id="301" r:id="rId61"/>
    <p:sldId id="362" r:id="rId62"/>
    <p:sldId id="302" r:id="rId63"/>
    <p:sldId id="368" r:id="rId64"/>
    <p:sldId id="337" r:id="rId65"/>
    <p:sldId id="363" r:id="rId66"/>
    <p:sldId id="365" r:id="rId67"/>
    <p:sldId id="316" r:id="rId68"/>
    <p:sldId id="303" r:id="rId69"/>
    <p:sldId id="319" r:id="rId70"/>
    <p:sldId id="369" r:id="rId71"/>
    <p:sldId id="366" r:id="rId72"/>
    <p:sldId id="320" r:id="rId73"/>
    <p:sldId id="322" r:id="rId74"/>
    <p:sldId id="323" r:id="rId75"/>
    <p:sldId id="360" r:id="rId76"/>
    <p:sldId id="324" r:id="rId77"/>
    <p:sldId id="4790" r:id="rId78"/>
  </p:sldIdLst>
  <p:sldSz cx="12192000" cy="6858000"/>
  <p:notesSz cx="7315200" cy="9601200"/>
  <p:custDataLst>
    <p:tags r:id="rId81"/>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ain Section" id="{2E91AE04-B0BF-477E-B1F9-6648BD2BA2BC}">
          <p14:sldIdLst>
            <p14:sldId id="4743"/>
            <p14:sldId id="537"/>
            <p14:sldId id="536"/>
            <p14:sldId id="326"/>
            <p14:sldId id="295"/>
            <p14:sldId id="296"/>
            <p14:sldId id="304"/>
            <p14:sldId id="350"/>
            <p14:sldId id="297"/>
            <p14:sldId id="327"/>
            <p14:sldId id="299"/>
            <p14:sldId id="328"/>
            <p14:sldId id="260"/>
            <p14:sldId id="329"/>
            <p14:sldId id="305"/>
            <p14:sldId id="347"/>
            <p14:sldId id="262"/>
            <p14:sldId id="263"/>
            <p14:sldId id="351"/>
            <p14:sldId id="352"/>
            <p14:sldId id="353"/>
            <p14:sldId id="349"/>
            <p14:sldId id="354"/>
            <p14:sldId id="266"/>
            <p14:sldId id="267"/>
            <p14:sldId id="268"/>
            <p14:sldId id="269"/>
            <p14:sldId id="330"/>
            <p14:sldId id="309"/>
            <p14:sldId id="331"/>
            <p14:sldId id="311"/>
            <p14:sldId id="271"/>
            <p14:sldId id="273"/>
            <p14:sldId id="272"/>
            <p14:sldId id="274"/>
            <p14:sldId id="332"/>
            <p14:sldId id="342"/>
            <p14:sldId id="343"/>
            <p14:sldId id="355"/>
            <p14:sldId id="356"/>
            <p14:sldId id="357"/>
            <p14:sldId id="312"/>
            <p14:sldId id="313"/>
            <p14:sldId id="314"/>
            <p14:sldId id="344"/>
            <p14:sldId id="345"/>
            <p14:sldId id="346"/>
            <p14:sldId id="333"/>
            <p14:sldId id="277"/>
            <p14:sldId id="278"/>
            <p14:sldId id="300"/>
            <p14:sldId id="334"/>
            <p14:sldId id="367"/>
            <p14:sldId id="335"/>
            <p14:sldId id="358"/>
            <p14:sldId id="301"/>
            <p14:sldId id="362"/>
            <p14:sldId id="302"/>
            <p14:sldId id="368"/>
            <p14:sldId id="337"/>
            <p14:sldId id="363"/>
            <p14:sldId id="365"/>
            <p14:sldId id="316"/>
            <p14:sldId id="303"/>
            <p14:sldId id="319"/>
            <p14:sldId id="369"/>
            <p14:sldId id="366"/>
            <p14:sldId id="320"/>
            <p14:sldId id="322"/>
            <p14:sldId id="323"/>
            <p14:sldId id="360"/>
            <p14:sldId id="324"/>
            <p14:sldId id="4790"/>
          </p14:sldIdLst>
        </p14:section>
      </p14:sectionLst>
    </p:ex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crosoft Office User" initials="MOU" lastIdx="4" clrIdx="0">
    <p:extLst>
      <p:ext uri="{19B8F6BF-5375-455C-9EA6-DF929625EA0E}">
        <p15:presenceInfo xmlns:p15="http://schemas.microsoft.com/office/powerpoint/2012/main" userId="Microsoft Office User" providerId="None"/>
      </p:ext>
    </p:extLst>
  </p:cmAuthor>
  <p:cmAuthor id="2" name="Amin Shehata" initials="AS" lastIdx="38" clrIdx="1">
    <p:extLst>
      <p:ext uri="{19B8F6BF-5375-455C-9EA6-DF929625EA0E}">
        <p15:presenceInfo xmlns:p15="http://schemas.microsoft.com/office/powerpoint/2012/main" userId="Amin Shehata" providerId="None"/>
      </p:ext>
    </p:extLst>
  </p:cmAuthor>
  <p:cmAuthor id="3" name="Dave Wilder" initials="DW" lastIdx="35" clrIdx="2">
    <p:extLst>
      <p:ext uri="{19B8F6BF-5375-455C-9EA6-DF929625EA0E}">
        <p15:presenceInfo xmlns:p15="http://schemas.microsoft.com/office/powerpoint/2012/main" userId="S-1-5-21-32445488-941241147-642672607-2681" providerId="AD"/>
      </p:ext>
    </p:extLst>
  </p:cmAuthor>
  <p:cmAuthor id="4" name="Ambili Krishnan" initials="AK" lastIdx="22" clrIdx="3">
    <p:extLst>
      <p:ext uri="{19B8F6BF-5375-455C-9EA6-DF929625EA0E}">
        <p15:presenceInfo xmlns:p15="http://schemas.microsoft.com/office/powerpoint/2012/main" userId="S::ambili@synopsys.com::bb3c5c2a-ef38-48cf-9ea5-c63fe9735d6f"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5D5DB9"/>
    <a:srgbClr val="3366FF"/>
    <a:srgbClr val="D723BD"/>
    <a:srgbClr val="C1C6CC"/>
    <a:srgbClr val="5A84FF"/>
    <a:srgbClr val="BDBDBD"/>
    <a:srgbClr val="5858FF"/>
    <a:srgbClr val="BBCDEC"/>
    <a:srgbClr val="00006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2660C09-678A-4802-AB6A-BC81C8C2E62A}" v="18" dt="2023-12-27T09:55:26.993"/>
    <p1510:client id="{5B956622-E112-4737-ACE9-C888D468760D}" v="208" dt="2023-12-26T10:09:14.95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9" d="100"/>
          <a:sy n="59" d="100"/>
        </p:scale>
        <p:origin x="940" y="52"/>
      </p:cViewPr>
      <p:guideLst>
        <p:guide orient="horz" pos="2160"/>
        <p:guide pos="3840"/>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slide" Target="slides/slide45.xml"/><Relationship Id="rId55" Type="http://schemas.openxmlformats.org/officeDocument/2006/relationships/slide" Target="slides/slide50.xml"/><Relationship Id="rId63" Type="http://schemas.openxmlformats.org/officeDocument/2006/relationships/slide" Target="slides/slide58.xml"/><Relationship Id="rId68" Type="http://schemas.openxmlformats.org/officeDocument/2006/relationships/slide" Target="slides/slide63.xml"/><Relationship Id="rId76" Type="http://schemas.openxmlformats.org/officeDocument/2006/relationships/slide" Target="slides/slide71.xml"/><Relationship Id="rId84" Type="http://schemas.openxmlformats.org/officeDocument/2006/relationships/viewProps" Target="viewProps.xml"/><Relationship Id="rId7" Type="http://schemas.openxmlformats.org/officeDocument/2006/relationships/slide" Target="slides/slide2.xml"/><Relationship Id="rId71" Type="http://schemas.openxmlformats.org/officeDocument/2006/relationships/slide" Target="slides/slide66.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slide" Target="slides/slide48.xml"/><Relationship Id="rId58" Type="http://schemas.openxmlformats.org/officeDocument/2006/relationships/slide" Target="slides/slide53.xml"/><Relationship Id="rId66" Type="http://schemas.openxmlformats.org/officeDocument/2006/relationships/slide" Target="slides/slide61.xml"/><Relationship Id="rId74" Type="http://schemas.openxmlformats.org/officeDocument/2006/relationships/slide" Target="slides/slide69.xml"/><Relationship Id="rId79" Type="http://schemas.openxmlformats.org/officeDocument/2006/relationships/notesMaster" Target="notesMasters/notesMaster1.xml"/><Relationship Id="rId87" Type="http://schemas.microsoft.com/office/2016/11/relationships/changesInfo" Target="changesInfos/changesInfo1.xml"/><Relationship Id="rId5" Type="http://schemas.openxmlformats.org/officeDocument/2006/relationships/slideMaster" Target="slideMasters/slideMaster2.xml"/><Relationship Id="rId61" Type="http://schemas.openxmlformats.org/officeDocument/2006/relationships/slide" Target="slides/slide56.xml"/><Relationship Id="rId82" Type="http://schemas.openxmlformats.org/officeDocument/2006/relationships/commentAuthors" Target="commentAuthors.xml"/><Relationship Id="rId19" Type="http://schemas.openxmlformats.org/officeDocument/2006/relationships/slide" Target="slides/slide14.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slide" Target="slides/slide59.xml"/><Relationship Id="rId69" Type="http://schemas.openxmlformats.org/officeDocument/2006/relationships/slide" Target="slides/slide64.xml"/><Relationship Id="rId77" Type="http://schemas.openxmlformats.org/officeDocument/2006/relationships/slide" Target="slides/slide72.xml"/><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slide" Target="slides/slide67.xml"/><Relationship Id="rId80" Type="http://schemas.openxmlformats.org/officeDocument/2006/relationships/handoutMaster" Target="handoutMasters/handoutMaster1.xml"/><Relationship Id="rId85" Type="http://schemas.openxmlformats.org/officeDocument/2006/relationships/theme" Target="theme/theme1.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67" Type="http://schemas.openxmlformats.org/officeDocument/2006/relationships/slide" Target="slides/slide62.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slide" Target="slides/slide57.xml"/><Relationship Id="rId70" Type="http://schemas.openxmlformats.org/officeDocument/2006/relationships/slide" Target="slides/slide65.xml"/><Relationship Id="rId75" Type="http://schemas.openxmlformats.org/officeDocument/2006/relationships/slide" Target="slides/slide70.xml"/><Relationship Id="rId83" Type="http://schemas.openxmlformats.org/officeDocument/2006/relationships/presProps" Target="presProps.xml"/><Relationship Id="rId88"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slide" Target="slides/slide60.xml"/><Relationship Id="rId73" Type="http://schemas.openxmlformats.org/officeDocument/2006/relationships/slide" Target="slides/slide68.xml"/><Relationship Id="rId78" Type="http://schemas.openxmlformats.org/officeDocument/2006/relationships/slide" Target="slides/slide73.xml"/><Relationship Id="rId81" Type="http://schemas.openxmlformats.org/officeDocument/2006/relationships/tags" Target="tags/tag1.xml"/><Relationship Id="rId86"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garit Meroyan" userId="630a6349-7c61-463e-804c-816773a1019c" providerId="ADAL" clId="{22660C09-678A-4802-AB6A-BC81C8C2E62A}"/>
    <pc:docChg chg="undo custSel addSld delSld modSld modSection">
      <pc:chgData name="Margarit Meroyan" userId="630a6349-7c61-463e-804c-816773a1019c" providerId="ADAL" clId="{22660C09-678A-4802-AB6A-BC81C8C2E62A}" dt="2023-12-27T09:55:49.226" v="103" actId="207"/>
      <pc:docMkLst>
        <pc:docMk/>
      </pc:docMkLst>
      <pc:sldChg chg="modSp mod">
        <pc:chgData name="Margarit Meroyan" userId="630a6349-7c61-463e-804c-816773a1019c" providerId="ADAL" clId="{22660C09-678A-4802-AB6A-BC81C8C2E62A}" dt="2023-12-27T09:51:22.223" v="33" actId="207"/>
        <pc:sldMkLst>
          <pc:docMk/>
          <pc:sldMk cId="0" sldId="277"/>
        </pc:sldMkLst>
        <pc:spChg chg="mod">
          <ac:chgData name="Margarit Meroyan" userId="630a6349-7c61-463e-804c-816773a1019c" providerId="ADAL" clId="{22660C09-678A-4802-AB6A-BC81C8C2E62A}" dt="2023-12-27T09:51:11.771" v="29" actId="207"/>
          <ac:spMkLst>
            <pc:docMk/>
            <pc:sldMk cId="0" sldId="277"/>
            <ac:spMk id="33834" creationId="{D2B45345-01C5-4DBD-9F5A-5F573EE25598}"/>
          </ac:spMkLst>
        </pc:spChg>
        <pc:spChg chg="mod">
          <ac:chgData name="Margarit Meroyan" userId="630a6349-7c61-463e-804c-816773a1019c" providerId="ADAL" clId="{22660C09-678A-4802-AB6A-BC81C8C2E62A}" dt="2023-12-27T09:51:14.229" v="30" actId="207"/>
          <ac:spMkLst>
            <pc:docMk/>
            <pc:sldMk cId="0" sldId="277"/>
            <ac:spMk id="33835" creationId="{512BBD62-6C21-4707-8BF1-945D5F14CBD8}"/>
          </ac:spMkLst>
        </pc:spChg>
        <pc:spChg chg="mod">
          <ac:chgData name="Margarit Meroyan" userId="630a6349-7c61-463e-804c-816773a1019c" providerId="ADAL" clId="{22660C09-678A-4802-AB6A-BC81C8C2E62A}" dt="2023-12-27T09:51:16.910" v="31" actId="207"/>
          <ac:spMkLst>
            <pc:docMk/>
            <pc:sldMk cId="0" sldId="277"/>
            <ac:spMk id="33836" creationId="{4FA14133-403A-4A09-BE54-2053AF4EC19F}"/>
          </ac:spMkLst>
        </pc:spChg>
        <pc:spChg chg="mod">
          <ac:chgData name="Margarit Meroyan" userId="630a6349-7c61-463e-804c-816773a1019c" providerId="ADAL" clId="{22660C09-678A-4802-AB6A-BC81C8C2E62A}" dt="2023-12-27T09:51:22.223" v="33" actId="207"/>
          <ac:spMkLst>
            <pc:docMk/>
            <pc:sldMk cId="0" sldId="277"/>
            <ac:spMk id="33837" creationId="{804DBA38-4E27-4805-9CB1-E71548674DBC}"/>
          </ac:spMkLst>
        </pc:spChg>
      </pc:sldChg>
      <pc:sldChg chg="modSp mod">
        <pc:chgData name="Margarit Meroyan" userId="630a6349-7c61-463e-804c-816773a1019c" providerId="ADAL" clId="{22660C09-678A-4802-AB6A-BC81C8C2E62A}" dt="2023-12-27T09:51:34.565" v="37" actId="207"/>
        <pc:sldMkLst>
          <pc:docMk/>
          <pc:sldMk cId="0" sldId="300"/>
        </pc:sldMkLst>
        <pc:spChg chg="mod">
          <ac:chgData name="Margarit Meroyan" userId="630a6349-7c61-463e-804c-816773a1019c" providerId="ADAL" clId="{22660C09-678A-4802-AB6A-BC81C8C2E62A}" dt="2023-12-27T09:51:27.593" v="34" actId="207"/>
          <ac:spMkLst>
            <pc:docMk/>
            <pc:sldMk cId="0" sldId="300"/>
            <ac:spMk id="60424" creationId="{60DFF386-59FA-1317-4526-422EBD0902DA}"/>
          </ac:spMkLst>
        </pc:spChg>
        <pc:spChg chg="mod">
          <ac:chgData name="Margarit Meroyan" userId="630a6349-7c61-463e-804c-816773a1019c" providerId="ADAL" clId="{22660C09-678A-4802-AB6A-BC81C8C2E62A}" dt="2023-12-27T09:51:29.754" v="35" actId="207"/>
          <ac:spMkLst>
            <pc:docMk/>
            <pc:sldMk cId="0" sldId="300"/>
            <ac:spMk id="60425" creationId="{72A95441-A08F-754B-DDC1-2BC6718C7F25}"/>
          </ac:spMkLst>
        </pc:spChg>
        <pc:spChg chg="mod">
          <ac:chgData name="Margarit Meroyan" userId="630a6349-7c61-463e-804c-816773a1019c" providerId="ADAL" clId="{22660C09-678A-4802-AB6A-BC81C8C2E62A}" dt="2023-12-27T09:51:32.231" v="36" actId="207"/>
          <ac:spMkLst>
            <pc:docMk/>
            <pc:sldMk cId="0" sldId="300"/>
            <ac:spMk id="60426" creationId="{53282572-0737-F34D-C072-1A7B2A00F3B4}"/>
          </ac:spMkLst>
        </pc:spChg>
        <pc:spChg chg="mod">
          <ac:chgData name="Margarit Meroyan" userId="630a6349-7c61-463e-804c-816773a1019c" providerId="ADAL" clId="{22660C09-678A-4802-AB6A-BC81C8C2E62A}" dt="2023-12-27T09:51:34.565" v="37" actId="207"/>
          <ac:spMkLst>
            <pc:docMk/>
            <pc:sldMk cId="0" sldId="300"/>
            <ac:spMk id="60427" creationId="{1BA4E979-309C-6509-DE3F-DE1D1706F490}"/>
          </ac:spMkLst>
        </pc:spChg>
      </pc:sldChg>
      <pc:sldChg chg="modSp mod">
        <pc:chgData name="Margarit Meroyan" userId="630a6349-7c61-463e-804c-816773a1019c" providerId="ADAL" clId="{22660C09-678A-4802-AB6A-BC81C8C2E62A}" dt="2023-12-27T09:52:02.835" v="45" actId="207"/>
        <pc:sldMkLst>
          <pc:docMk/>
          <pc:sldMk cId="0" sldId="301"/>
        </pc:sldMkLst>
        <pc:spChg chg="mod">
          <ac:chgData name="Margarit Meroyan" userId="630a6349-7c61-463e-804c-816773a1019c" providerId="ADAL" clId="{22660C09-678A-4802-AB6A-BC81C8C2E62A}" dt="2023-12-27T09:51:55.044" v="43" actId="1076"/>
          <ac:spMkLst>
            <pc:docMk/>
            <pc:sldMk cId="0" sldId="301"/>
            <ac:spMk id="65542" creationId="{63456B73-6F7F-560A-0DAD-42AA3CFBDD96}"/>
          </ac:spMkLst>
        </pc:spChg>
        <pc:spChg chg="mod">
          <ac:chgData name="Margarit Meroyan" userId="630a6349-7c61-463e-804c-816773a1019c" providerId="ADAL" clId="{22660C09-678A-4802-AB6A-BC81C8C2E62A}" dt="2023-12-27T09:51:55.044" v="43" actId="1076"/>
          <ac:spMkLst>
            <pc:docMk/>
            <pc:sldMk cId="0" sldId="301"/>
            <ac:spMk id="65543" creationId="{94B94B1E-D6D6-3687-242A-C8EAD3FA0FC8}"/>
          </ac:spMkLst>
        </pc:spChg>
        <pc:spChg chg="mod">
          <ac:chgData name="Margarit Meroyan" userId="630a6349-7c61-463e-804c-816773a1019c" providerId="ADAL" clId="{22660C09-678A-4802-AB6A-BC81C8C2E62A}" dt="2023-12-27T09:51:55.044" v="43" actId="1076"/>
          <ac:spMkLst>
            <pc:docMk/>
            <pc:sldMk cId="0" sldId="301"/>
            <ac:spMk id="65544" creationId="{C7D418A4-73C1-65CC-2BF6-586CAB6B13D2}"/>
          </ac:spMkLst>
        </pc:spChg>
        <pc:spChg chg="mod">
          <ac:chgData name="Margarit Meroyan" userId="630a6349-7c61-463e-804c-816773a1019c" providerId="ADAL" clId="{22660C09-678A-4802-AB6A-BC81C8C2E62A}" dt="2023-12-27T09:51:55.044" v="43" actId="1076"/>
          <ac:spMkLst>
            <pc:docMk/>
            <pc:sldMk cId="0" sldId="301"/>
            <ac:spMk id="65545" creationId="{9FC18539-7413-131E-06E5-E79B4FD9D515}"/>
          </ac:spMkLst>
        </pc:spChg>
        <pc:spChg chg="mod">
          <ac:chgData name="Margarit Meroyan" userId="630a6349-7c61-463e-804c-816773a1019c" providerId="ADAL" clId="{22660C09-678A-4802-AB6A-BC81C8C2E62A}" dt="2023-12-27T09:51:55.044" v="43" actId="1076"/>
          <ac:spMkLst>
            <pc:docMk/>
            <pc:sldMk cId="0" sldId="301"/>
            <ac:spMk id="65546" creationId="{3B62A03E-2B25-CC86-93CD-3989B53A98F1}"/>
          </ac:spMkLst>
        </pc:spChg>
        <pc:spChg chg="mod">
          <ac:chgData name="Margarit Meroyan" userId="630a6349-7c61-463e-804c-816773a1019c" providerId="ADAL" clId="{22660C09-678A-4802-AB6A-BC81C8C2E62A}" dt="2023-12-27T09:51:55.044" v="43" actId="1076"/>
          <ac:spMkLst>
            <pc:docMk/>
            <pc:sldMk cId="0" sldId="301"/>
            <ac:spMk id="65547" creationId="{03CC5BB4-5AE5-334A-0669-3896AEF95BF0}"/>
          </ac:spMkLst>
        </pc:spChg>
        <pc:spChg chg="mod">
          <ac:chgData name="Margarit Meroyan" userId="630a6349-7c61-463e-804c-816773a1019c" providerId="ADAL" clId="{22660C09-678A-4802-AB6A-BC81C8C2E62A}" dt="2023-12-27T09:51:55.044" v="43" actId="1076"/>
          <ac:spMkLst>
            <pc:docMk/>
            <pc:sldMk cId="0" sldId="301"/>
            <ac:spMk id="65548" creationId="{1939F6AC-6AD3-DB04-CE7F-B03AA285B4DA}"/>
          </ac:spMkLst>
        </pc:spChg>
        <pc:spChg chg="mod">
          <ac:chgData name="Margarit Meroyan" userId="630a6349-7c61-463e-804c-816773a1019c" providerId="ADAL" clId="{22660C09-678A-4802-AB6A-BC81C8C2E62A}" dt="2023-12-27T09:51:55.044" v="43" actId="1076"/>
          <ac:spMkLst>
            <pc:docMk/>
            <pc:sldMk cId="0" sldId="301"/>
            <ac:spMk id="65549" creationId="{F021B98F-89F5-D38E-45BF-FF85728B586C}"/>
          </ac:spMkLst>
        </pc:spChg>
        <pc:spChg chg="mod">
          <ac:chgData name="Margarit Meroyan" userId="630a6349-7c61-463e-804c-816773a1019c" providerId="ADAL" clId="{22660C09-678A-4802-AB6A-BC81C8C2E62A}" dt="2023-12-27T09:51:55.044" v="43" actId="1076"/>
          <ac:spMkLst>
            <pc:docMk/>
            <pc:sldMk cId="0" sldId="301"/>
            <ac:spMk id="65550" creationId="{55832782-329D-9C82-8EC9-2F2651B5A27A}"/>
          </ac:spMkLst>
        </pc:spChg>
        <pc:spChg chg="mod">
          <ac:chgData name="Margarit Meroyan" userId="630a6349-7c61-463e-804c-816773a1019c" providerId="ADAL" clId="{22660C09-678A-4802-AB6A-BC81C8C2E62A}" dt="2023-12-27T09:52:02.835" v="45" actId="207"/>
          <ac:spMkLst>
            <pc:docMk/>
            <pc:sldMk cId="0" sldId="301"/>
            <ac:spMk id="65551" creationId="{96ECB451-EAD0-F3B7-F026-16B0CEFAF3BA}"/>
          </ac:spMkLst>
        </pc:spChg>
        <pc:spChg chg="mod">
          <ac:chgData name="Margarit Meroyan" userId="630a6349-7c61-463e-804c-816773a1019c" providerId="ADAL" clId="{22660C09-678A-4802-AB6A-BC81C8C2E62A}" dt="2023-12-27T09:51:55.044" v="43" actId="1076"/>
          <ac:spMkLst>
            <pc:docMk/>
            <pc:sldMk cId="0" sldId="301"/>
            <ac:spMk id="65552" creationId="{722C1309-D9E4-481A-D791-E85E39100CAA}"/>
          </ac:spMkLst>
        </pc:spChg>
        <pc:spChg chg="mod">
          <ac:chgData name="Margarit Meroyan" userId="630a6349-7c61-463e-804c-816773a1019c" providerId="ADAL" clId="{22660C09-678A-4802-AB6A-BC81C8C2E62A}" dt="2023-12-27T09:51:55.044" v="43" actId="1076"/>
          <ac:spMkLst>
            <pc:docMk/>
            <pc:sldMk cId="0" sldId="301"/>
            <ac:spMk id="65553" creationId="{5E423C54-2BC8-47E0-82D7-BFC9FFB2C501}"/>
          </ac:spMkLst>
        </pc:spChg>
        <pc:spChg chg="mod">
          <ac:chgData name="Margarit Meroyan" userId="630a6349-7c61-463e-804c-816773a1019c" providerId="ADAL" clId="{22660C09-678A-4802-AB6A-BC81C8C2E62A}" dt="2023-12-27T09:51:55.044" v="43" actId="1076"/>
          <ac:spMkLst>
            <pc:docMk/>
            <pc:sldMk cId="0" sldId="301"/>
            <ac:spMk id="65554" creationId="{503C4233-FD3E-FA4A-9D94-176EAD92C525}"/>
          </ac:spMkLst>
        </pc:spChg>
        <pc:spChg chg="mod">
          <ac:chgData name="Margarit Meroyan" userId="630a6349-7c61-463e-804c-816773a1019c" providerId="ADAL" clId="{22660C09-678A-4802-AB6A-BC81C8C2E62A}" dt="2023-12-27T09:51:55.044" v="43" actId="1076"/>
          <ac:spMkLst>
            <pc:docMk/>
            <pc:sldMk cId="0" sldId="301"/>
            <ac:spMk id="65555" creationId="{0AA63BF7-117E-0AF2-F29F-0CC6188E9396}"/>
          </ac:spMkLst>
        </pc:spChg>
        <pc:spChg chg="mod">
          <ac:chgData name="Margarit Meroyan" userId="630a6349-7c61-463e-804c-816773a1019c" providerId="ADAL" clId="{22660C09-678A-4802-AB6A-BC81C8C2E62A}" dt="2023-12-27T09:51:55.044" v="43" actId="1076"/>
          <ac:spMkLst>
            <pc:docMk/>
            <pc:sldMk cId="0" sldId="301"/>
            <ac:spMk id="65556" creationId="{A285562F-A32B-4ADA-5063-8E00A777B8AF}"/>
          </ac:spMkLst>
        </pc:spChg>
        <pc:spChg chg="mod">
          <ac:chgData name="Margarit Meroyan" userId="630a6349-7c61-463e-804c-816773a1019c" providerId="ADAL" clId="{22660C09-678A-4802-AB6A-BC81C8C2E62A}" dt="2023-12-27T09:51:55.044" v="43" actId="1076"/>
          <ac:spMkLst>
            <pc:docMk/>
            <pc:sldMk cId="0" sldId="301"/>
            <ac:spMk id="65557" creationId="{B8A2E2C7-1EF5-9F18-DADD-607DE2B19CC9}"/>
          </ac:spMkLst>
        </pc:spChg>
        <pc:spChg chg="mod">
          <ac:chgData name="Margarit Meroyan" userId="630a6349-7c61-463e-804c-816773a1019c" providerId="ADAL" clId="{22660C09-678A-4802-AB6A-BC81C8C2E62A}" dt="2023-12-27T09:51:55.044" v="43" actId="1076"/>
          <ac:spMkLst>
            <pc:docMk/>
            <pc:sldMk cId="0" sldId="301"/>
            <ac:spMk id="65558" creationId="{466019FA-2B74-36DA-79CE-1FE4B7C87D83}"/>
          </ac:spMkLst>
        </pc:spChg>
        <pc:spChg chg="mod">
          <ac:chgData name="Margarit Meroyan" userId="630a6349-7c61-463e-804c-816773a1019c" providerId="ADAL" clId="{22660C09-678A-4802-AB6A-BC81C8C2E62A}" dt="2023-12-27T09:51:55.044" v="43" actId="1076"/>
          <ac:spMkLst>
            <pc:docMk/>
            <pc:sldMk cId="0" sldId="301"/>
            <ac:spMk id="65559" creationId="{2314A701-7EAA-C4C6-C88F-717119F0B7D5}"/>
          </ac:spMkLst>
        </pc:spChg>
        <pc:spChg chg="mod">
          <ac:chgData name="Margarit Meroyan" userId="630a6349-7c61-463e-804c-816773a1019c" providerId="ADAL" clId="{22660C09-678A-4802-AB6A-BC81C8C2E62A}" dt="2023-12-27T09:51:55.044" v="43" actId="1076"/>
          <ac:spMkLst>
            <pc:docMk/>
            <pc:sldMk cId="0" sldId="301"/>
            <ac:spMk id="65560" creationId="{8FCAA61C-79A3-B681-04B4-96FD69AF0CC6}"/>
          </ac:spMkLst>
        </pc:spChg>
        <pc:spChg chg="mod">
          <ac:chgData name="Margarit Meroyan" userId="630a6349-7c61-463e-804c-816773a1019c" providerId="ADAL" clId="{22660C09-678A-4802-AB6A-BC81C8C2E62A}" dt="2023-12-27T09:51:55.044" v="43" actId="1076"/>
          <ac:spMkLst>
            <pc:docMk/>
            <pc:sldMk cId="0" sldId="301"/>
            <ac:spMk id="65561" creationId="{2CD0D2E2-A02A-4ACE-B4BE-FED732ACD767}"/>
          </ac:spMkLst>
        </pc:spChg>
        <pc:spChg chg="mod">
          <ac:chgData name="Margarit Meroyan" userId="630a6349-7c61-463e-804c-816773a1019c" providerId="ADAL" clId="{22660C09-678A-4802-AB6A-BC81C8C2E62A}" dt="2023-12-27T09:51:55.044" v="43" actId="1076"/>
          <ac:spMkLst>
            <pc:docMk/>
            <pc:sldMk cId="0" sldId="301"/>
            <ac:spMk id="65562" creationId="{FBD10A3F-198C-0023-3E7F-7F6599F916CC}"/>
          </ac:spMkLst>
        </pc:spChg>
        <pc:spChg chg="mod">
          <ac:chgData name="Margarit Meroyan" userId="630a6349-7c61-463e-804c-816773a1019c" providerId="ADAL" clId="{22660C09-678A-4802-AB6A-BC81C8C2E62A}" dt="2023-12-27T09:51:55.044" v="43" actId="1076"/>
          <ac:spMkLst>
            <pc:docMk/>
            <pc:sldMk cId="0" sldId="301"/>
            <ac:spMk id="65563" creationId="{7CB0866D-B3B4-2F29-1074-A74B762EA1E8}"/>
          </ac:spMkLst>
        </pc:spChg>
        <pc:spChg chg="mod">
          <ac:chgData name="Margarit Meroyan" userId="630a6349-7c61-463e-804c-816773a1019c" providerId="ADAL" clId="{22660C09-678A-4802-AB6A-BC81C8C2E62A}" dt="2023-12-27T09:51:55.044" v="43" actId="1076"/>
          <ac:spMkLst>
            <pc:docMk/>
            <pc:sldMk cId="0" sldId="301"/>
            <ac:spMk id="65564" creationId="{80C9FDEF-7A84-7945-382C-3AB1E192FB74}"/>
          </ac:spMkLst>
        </pc:spChg>
        <pc:spChg chg="mod">
          <ac:chgData name="Margarit Meroyan" userId="630a6349-7c61-463e-804c-816773a1019c" providerId="ADAL" clId="{22660C09-678A-4802-AB6A-BC81C8C2E62A}" dt="2023-12-27T09:51:55.044" v="43" actId="1076"/>
          <ac:spMkLst>
            <pc:docMk/>
            <pc:sldMk cId="0" sldId="301"/>
            <ac:spMk id="65565" creationId="{93A63797-4CB5-E806-5617-3C90D4DDAA37}"/>
          </ac:spMkLst>
        </pc:spChg>
        <pc:spChg chg="mod">
          <ac:chgData name="Margarit Meroyan" userId="630a6349-7c61-463e-804c-816773a1019c" providerId="ADAL" clId="{22660C09-678A-4802-AB6A-BC81C8C2E62A}" dt="2023-12-27T09:51:55.044" v="43" actId="1076"/>
          <ac:spMkLst>
            <pc:docMk/>
            <pc:sldMk cId="0" sldId="301"/>
            <ac:spMk id="65566" creationId="{74851F6B-8A00-B13B-7C7B-A32A3462342D}"/>
          </ac:spMkLst>
        </pc:spChg>
        <pc:spChg chg="mod">
          <ac:chgData name="Margarit Meroyan" userId="630a6349-7c61-463e-804c-816773a1019c" providerId="ADAL" clId="{22660C09-678A-4802-AB6A-BC81C8C2E62A}" dt="2023-12-27T09:51:55.044" v="43" actId="1076"/>
          <ac:spMkLst>
            <pc:docMk/>
            <pc:sldMk cId="0" sldId="301"/>
            <ac:spMk id="65567" creationId="{06B338AF-251D-6CC7-3C45-459F739DA143}"/>
          </ac:spMkLst>
        </pc:spChg>
        <pc:spChg chg="mod">
          <ac:chgData name="Margarit Meroyan" userId="630a6349-7c61-463e-804c-816773a1019c" providerId="ADAL" clId="{22660C09-678A-4802-AB6A-BC81C8C2E62A}" dt="2023-12-27T09:51:55.044" v="43" actId="1076"/>
          <ac:spMkLst>
            <pc:docMk/>
            <pc:sldMk cId="0" sldId="301"/>
            <ac:spMk id="65568" creationId="{22992172-9BED-8DA2-C537-5EBBA80AC1F2}"/>
          </ac:spMkLst>
        </pc:spChg>
        <pc:spChg chg="mod">
          <ac:chgData name="Margarit Meroyan" userId="630a6349-7c61-463e-804c-816773a1019c" providerId="ADAL" clId="{22660C09-678A-4802-AB6A-BC81C8C2E62A}" dt="2023-12-27T09:51:55.044" v="43" actId="1076"/>
          <ac:spMkLst>
            <pc:docMk/>
            <pc:sldMk cId="0" sldId="301"/>
            <ac:spMk id="65569" creationId="{EF1D73DC-BF56-0E95-20F1-866B011F6366}"/>
          </ac:spMkLst>
        </pc:spChg>
        <pc:spChg chg="mod">
          <ac:chgData name="Margarit Meroyan" userId="630a6349-7c61-463e-804c-816773a1019c" providerId="ADAL" clId="{22660C09-678A-4802-AB6A-BC81C8C2E62A}" dt="2023-12-27T09:51:55.044" v="43" actId="1076"/>
          <ac:spMkLst>
            <pc:docMk/>
            <pc:sldMk cId="0" sldId="301"/>
            <ac:spMk id="65570" creationId="{37F0F029-6BEC-37B4-2A1A-B43C284159D2}"/>
          </ac:spMkLst>
        </pc:spChg>
        <pc:spChg chg="mod">
          <ac:chgData name="Margarit Meroyan" userId="630a6349-7c61-463e-804c-816773a1019c" providerId="ADAL" clId="{22660C09-678A-4802-AB6A-BC81C8C2E62A}" dt="2023-12-27T09:51:55.044" v="43" actId="1076"/>
          <ac:spMkLst>
            <pc:docMk/>
            <pc:sldMk cId="0" sldId="301"/>
            <ac:spMk id="65571" creationId="{1761D0AB-E23C-22AF-9C79-0F799BA1B55D}"/>
          </ac:spMkLst>
        </pc:spChg>
        <pc:spChg chg="mod">
          <ac:chgData name="Margarit Meroyan" userId="630a6349-7c61-463e-804c-816773a1019c" providerId="ADAL" clId="{22660C09-678A-4802-AB6A-BC81C8C2E62A}" dt="2023-12-27T09:51:55.044" v="43" actId="1076"/>
          <ac:spMkLst>
            <pc:docMk/>
            <pc:sldMk cId="0" sldId="301"/>
            <ac:spMk id="65572" creationId="{CCBFF1F5-95FE-601E-E743-769FAD85F392}"/>
          </ac:spMkLst>
        </pc:spChg>
        <pc:spChg chg="mod">
          <ac:chgData name="Margarit Meroyan" userId="630a6349-7c61-463e-804c-816773a1019c" providerId="ADAL" clId="{22660C09-678A-4802-AB6A-BC81C8C2E62A}" dt="2023-12-27T09:51:55.044" v="43" actId="1076"/>
          <ac:spMkLst>
            <pc:docMk/>
            <pc:sldMk cId="0" sldId="301"/>
            <ac:spMk id="65573" creationId="{99D8E086-FF5E-B09A-B4FF-C8788B62190D}"/>
          </ac:spMkLst>
        </pc:spChg>
        <pc:spChg chg="mod">
          <ac:chgData name="Margarit Meroyan" userId="630a6349-7c61-463e-804c-816773a1019c" providerId="ADAL" clId="{22660C09-678A-4802-AB6A-BC81C8C2E62A}" dt="2023-12-27T09:51:55.044" v="43" actId="1076"/>
          <ac:spMkLst>
            <pc:docMk/>
            <pc:sldMk cId="0" sldId="301"/>
            <ac:spMk id="65575" creationId="{7486698B-7C6C-EB12-A47B-3B9BA7C512D9}"/>
          </ac:spMkLst>
        </pc:spChg>
        <pc:spChg chg="mod">
          <ac:chgData name="Margarit Meroyan" userId="630a6349-7c61-463e-804c-816773a1019c" providerId="ADAL" clId="{22660C09-678A-4802-AB6A-BC81C8C2E62A}" dt="2023-12-27T09:51:55.044" v="43" actId="1076"/>
          <ac:spMkLst>
            <pc:docMk/>
            <pc:sldMk cId="0" sldId="301"/>
            <ac:spMk id="65576" creationId="{37338BD3-D10C-71BF-20D3-391AB7002B35}"/>
          </ac:spMkLst>
        </pc:spChg>
        <pc:spChg chg="mod">
          <ac:chgData name="Margarit Meroyan" userId="630a6349-7c61-463e-804c-816773a1019c" providerId="ADAL" clId="{22660C09-678A-4802-AB6A-BC81C8C2E62A}" dt="2023-12-27T09:51:55.044" v="43" actId="1076"/>
          <ac:spMkLst>
            <pc:docMk/>
            <pc:sldMk cId="0" sldId="301"/>
            <ac:spMk id="65577" creationId="{A7D9D6DC-40F7-60E6-B817-F1A22E5D6F07}"/>
          </ac:spMkLst>
        </pc:spChg>
        <pc:spChg chg="mod">
          <ac:chgData name="Margarit Meroyan" userId="630a6349-7c61-463e-804c-816773a1019c" providerId="ADAL" clId="{22660C09-678A-4802-AB6A-BC81C8C2E62A}" dt="2023-12-27T09:51:55.044" v="43" actId="1076"/>
          <ac:spMkLst>
            <pc:docMk/>
            <pc:sldMk cId="0" sldId="301"/>
            <ac:spMk id="65578" creationId="{5A86C23E-F7F5-922B-7073-D6D3F603DE54}"/>
          </ac:spMkLst>
        </pc:spChg>
        <pc:spChg chg="mod">
          <ac:chgData name="Margarit Meroyan" userId="630a6349-7c61-463e-804c-816773a1019c" providerId="ADAL" clId="{22660C09-678A-4802-AB6A-BC81C8C2E62A}" dt="2023-12-27T09:51:55.044" v="43" actId="1076"/>
          <ac:spMkLst>
            <pc:docMk/>
            <pc:sldMk cId="0" sldId="301"/>
            <ac:spMk id="65579" creationId="{905B9372-25F1-FF32-06E5-15E7DE056F16}"/>
          </ac:spMkLst>
        </pc:spChg>
        <pc:spChg chg="mod">
          <ac:chgData name="Margarit Meroyan" userId="630a6349-7c61-463e-804c-816773a1019c" providerId="ADAL" clId="{22660C09-678A-4802-AB6A-BC81C8C2E62A}" dt="2023-12-27T09:51:55.044" v="43" actId="1076"/>
          <ac:spMkLst>
            <pc:docMk/>
            <pc:sldMk cId="0" sldId="301"/>
            <ac:spMk id="65580" creationId="{CD8F063A-7939-4E17-0F7D-D1EAC47887E1}"/>
          </ac:spMkLst>
        </pc:spChg>
        <pc:spChg chg="mod">
          <ac:chgData name="Margarit Meroyan" userId="630a6349-7c61-463e-804c-816773a1019c" providerId="ADAL" clId="{22660C09-678A-4802-AB6A-BC81C8C2E62A}" dt="2023-12-27T09:51:55.044" v="43" actId="1076"/>
          <ac:spMkLst>
            <pc:docMk/>
            <pc:sldMk cId="0" sldId="301"/>
            <ac:spMk id="65581" creationId="{63D3F9DC-EF5D-689D-0EA8-35DC141A16CB}"/>
          </ac:spMkLst>
        </pc:spChg>
        <pc:spChg chg="mod">
          <ac:chgData name="Margarit Meroyan" userId="630a6349-7c61-463e-804c-816773a1019c" providerId="ADAL" clId="{22660C09-678A-4802-AB6A-BC81C8C2E62A}" dt="2023-12-27T09:51:55.044" v="43" actId="1076"/>
          <ac:spMkLst>
            <pc:docMk/>
            <pc:sldMk cId="0" sldId="301"/>
            <ac:spMk id="65582" creationId="{698F589E-AF0B-D27F-A3E5-0A6756703F2C}"/>
          </ac:spMkLst>
        </pc:spChg>
        <pc:spChg chg="mod">
          <ac:chgData name="Margarit Meroyan" userId="630a6349-7c61-463e-804c-816773a1019c" providerId="ADAL" clId="{22660C09-678A-4802-AB6A-BC81C8C2E62A}" dt="2023-12-27T09:51:55.044" v="43" actId="1076"/>
          <ac:spMkLst>
            <pc:docMk/>
            <pc:sldMk cId="0" sldId="301"/>
            <ac:spMk id="65583" creationId="{E68AAAA3-3DCD-CA0E-96CE-1A8925687A9A}"/>
          </ac:spMkLst>
        </pc:spChg>
        <pc:spChg chg="mod">
          <ac:chgData name="Margarit Meroyan" userId="630a6349-7c61-463e-804c-816773a1019c" providerId="ADAL" clId="{22660C09-678A-4802-AB6A-BC81C8C2E62A}" dt="2023-12-27T09:51:55.044" v="43" actId="1076"/>
          <ac:spMkLst>
            <pc:docMk/>
            <pc:sldMk cId="0" sldId="301"/>
            <ac:spMk id="65584" creationId="{4B39785A-09EA-DB2C-1E21-56DCA48F477C}"/>
          </ac:spMkLst>
        </pc:spChg>
        <pc:grpChg chg="mod">
          <ac:chgData name="Margarit Meroyan" userId="630a6349-7c61-463e-804c-816773a1019c" providerId="ADAL" clId="{22660C09-678A-4802-AB6A-BC81C8C2E62A}" dt="2023-12-27T09:51:55.044" v="43" actId="1076"/>
          <ac:grpSpMkLst>
            <pc:docMk/>
            <pc:sldMk cId="0" sldId="301"/>
            <ac:grpSpMk id="65539" creationId="{DC807407-3362-5614-5C75-C8A6496CDA4A}"/>
          </ac:grpSpMkLst>
        </pc:grpChg>
        <pc:grpChg chg="mod">
          <ac:chgData name="Margarit Meroyan" userId="630a6349-7c61-463e-804c-816773a1019c" providerId="ADAL" clId="{22660C09-678A-4802-AB6A-BC81C8C2E62A}" dt="2023-12-27T09:51:55.044" v="43" actId="1076"/>
          <ac:grpSpMkLst>
            <pc:docMk/>
            <pc:sldMk cId="0" sldId="301"/>
            <ac:grpSpMk id="65574" creationId="{844BF498-7382-8567-2A2A-4BF60202F045}"/>
          </ac:grpSpMkLst>
        </pc:grpChg>
      </pc:sldChg>
      <pc:sldChg chg="modSp mod">
        <pc:chgData name="Margarit Meroyan" userId="630a6349-7c61-463e-804c-816773a1019c" providerId="ADAL" clId="{22660C09-678A-4802-AB6A-BC81C8C2E62A}" dt="2023-12-27T09:52:44.182" v="57" actId="207"/>
        <pc:sldMkLst>
          <pc:docMk/>
          <pc:sldMk cId="0" sldId="302"/>
        </pc:sldMkLst>
        <pc:spChg chg="mod">
          <ac:chgData name="Margarit Meroyan" userId="630a6349-7c61-463e-804c-816773a1019c" providerId="ADAL" clId="{22660C09-678A-4802-AB6A-BC81C8C2E62A}" dt="2023-12-27T09:52:34.208" v="54" actId="207"/>
          <ac:spMkLst>
            <pc:docMk/>
            <pc:sldMk cId="0" sldId="302"/>
            <ac:spMk id="67591" creationId="{76DDAEB4-A99C-98C8-3767-40CFDBA971D6}"/>
          </ac:spMkLst>
        </pc:spChg>
        <pc:spChg chg="mod">
          <ac:chgData name="Margarit Meroyan" userId="630a6349-7c61-463e-804c-816773a1019c" providerId="ADAL" clId="{22660C09-678A-4802-AB6A-BC81C8C2E62A}" dt="2023-12-27T09:52:37.573" v="55" actId="207"/>
          <ac:spMkLst>
            <pc:docMk/>
            <pc:sldMk cId="0" sldId="302"/>
            <ac:spMk id="67593" creationId="{7F0C365D-8551-6B91-4751-0CCA31062855}"/>
          </ac:spMkLst>
        </pc:spChg>
        <pc:spChg chg="mod">
          <ac:chgData name="Margarit Meroyan" userId="630a6349-7c61-463e-804c-816773a1019c" providerId="ADAL" clId="{22660C09-678A-4802-AB6A-BC81C8C2E62A}" dt="2023-12-27T09:52:41.056" v="56" actId="207"/>
          <ac:spMkLst>
            <pc:docMk/>
            <pc:sldMk cId="0" sldId="302"/>
            <ac:spMk id="67595" creationId="{0EDE83CB-B128-68F7-61D2-743526DAD4F4}"/>
          </ac:spMkLst>
        </pc:spChg>
        <pc:spChg chg="mod">
          <ac:chgData name="Margarit Meroyan" userId="630a6349-7c61-463e-804c-816773a1019c" providerId="ADAL" clId="{22660C09-678A-4802-AB6A-BC81C8C2E62A}" dt="2023-12-27T09:52:44.182" v="57" actId="207"/>
          <ac:spMkLst>
            <pc:docMk/>
            <pc:sldMk cId="0" sldId="302"/>
            <ac:spMk id="67628" creationId="{29F69E72-9640-DC8C-B855-B7046FC99BE0}"/>
          </ac:spMkLst>
        </pc:spChg>
      </pc:sldChg>
      <pc:sldChg chg="modSp mod">
        <pc:chgData name="Margarit Meroyan" userId="630a6349-7c61-463e-804c-816773a1019c" providerId="ADAL" clId="{22660C09-678A-4802-AB6A-BC81C8C2E62A}" dt="2023-12-27T09:54:59.114" v="93" actId="207"/>
        <pc:sldMkLst>
          <pc:docMk/>
          <pc:sldMk cId="0" sldId="303"/>
        </pc:sldMkLst>
        <pc:spChg chg="mod">
          <ac:chgData name="Margarit Meroyan" userId="630a6349-7c61-463e-804c-816773a1019c" providerId="ADAL" clId="{22660C09-678A-4802-AB6A-BC81C8C2E62A}" dt="2023-12-27T09:54:30.861" v="81" actId="207"/>
          <ac:spMkLst>
            <pc:docMk/>
            <pc:sldMk cId="0" sldId="303"/>
            <ac:spMk id="73734" creationId="{4D7CEAAC-0810-F56A-B0C2-6C2B25B353EB}"/>
          </ac:spMkLst>
        </pc:spChg>
        <pc:spChg chg="mod">
          <ac:chgData name="Margarit Meroyan" userId="630a6349-7c61-463e-804c-816773a1019c" providerId="ADAL" clId="{22660C09-678A-4802-AB6A-BC81C8C2E62A}" dt="2023-12-27T09:54:36.383" v="83" actId="207"/>
          <ac:spMkLst>
            <pc:docMk/>
            <pc:sldMk cId="0" sldId="303"/>
            <ac:spMk id="73736" creationId="{B7B655A0-4844-7C66-5596-849E122BF65D}"/>
          </ac:spMkLst>
        </pc:spChg>
        <pc:spChg chg="mod">
          <ac:chgData name="Margarit Meroyan" userId="630a6349-7c61-463e-804c-816773a1019c" providerId="ADAL" clId="{22660C09-678A-4802-AB6A-BC81C8C2E62A}" dt="2023-12-27T09:54:41.269" v="85" actId="207"/>
          <ac:spMkLst>
            <pc:docMk/>
            <pc:sldMk cId="0" sldId="303"/>
            <ac:spMk id="73739" creationId="{C7119F08-D94B-42D9-5AB0-E247F9AD9B19}"/>
          </ac:spMkLst>
        </pc:spChg>
        <pc:spChg chg="mod">
          <ac:chgData name="Margarit Meroyan" userId="630a6349-7c61-463e-804c-816773a1019c" providerId="ADAL" clId="{22660C09-678A-4802-AB6A-BC81C8C2E62A}" dt="2023-12-27T09:54:53.625" v="91" actId="207"/>
          <ac:spMkLst>
            <pc:docMk/>
            <pc:sldMk cId="0" sldId="303"/>
            <ac:spMk id="73741" creationId="{27E6B2A6-3FD1-AA01-9031-B0DF79628DA5}"/>
          </ac:spMkLst>
        </pc:spChg>
        <pc:spChg chg="mod">
          <ac:chgData name="Margarit Meroyan" userId="630a6349-7c61-463e-804c-816773a1019c" providerId="ADAL" clId="{22660C09-678A-4802-AB6A-BC81C8C2E62A}" dt="2023-12-27T09:54:59.114" v="93" actId="207"/>
          <ac:spMkLst>
            <pc:docMk/>
            <pc:sldMk cId="0" sldId="303"/>
            <ac:spMk id="73743" creationId="{228B3DE8-5DF3-7E66-D5D2-A9AE51D85458}"/>
          </ac:spMkLst>
        </pc:spChg>
      </pc:sldChg>
      <pc:sldChg chg="modSp mod">
        <pc:chgData name="Margarit Meroyan" userId="630a6349-7c61-463e-804c-816773a1019c" providerId="ADAL" clId="{22660C09-678A-4802-AB6A-BC81C8C2E62A}" dt="2023-12-27T09:49:32.898" v="6" actId="207"/>
        <pc:sldMkLst>
          <pc:docMk/>
          <pc:sldMk cId="0" sldId="312"/>
        </pc:sldMkLst>
        <pc:spChg chg="mod">
          <ac:chgData name="Margarit Meroyan" userId="630a6349-7c61-463e-804c-816773a1019c" providerId="ADAL" clId="{22660C09-678A-4802-AB6A-BC81C8C2E62A}" dt="2023-12-27T09:49:32.898" v="6" actId="207"/>
          <ac:spMkLst>
            <pc:docMk/>
            <pc:sldMk cId="0" sldId="312"/>
            <ac:spMk id="35848" creationId="{FC66F6CD-AE3D-43C2-B4AF-CC45D8B6B2DC}"/>
          </ac:spMkLst>
        </pc:spChg>
        <pc:spChg chg="mod">
          <ac:chgData name="Margarit Meroyan" userId="630a6349-7c61-463e-804c-816773a1019c" providerId="ADAL" clId="{22660C09-678A-4802-AB6A-BC81C8C2E62A}" dt="2023-12-27T09:49:32.898" v="6" actId="207"/>
          <ac:spMkLst>
            <pc:docMk/>
            <pc:sldMk cId="0" sldId="312"/>
            <ac:spMk id="35849" creationId="{67FD68CB-222F-43D7-B63C-E9FA469942AA}"/>
          </ac:spMkLst>
        </pc:spChg>
        <pc:spChg chg="mod">
          <ac:chgData name="Margarit Meroyan" userId="630a6349-7c61-463e-804c-816773a1019c" providerId="ADAL" clId="{22660C09-678A-4802-AB6A-BC81C8C2E62A}" dt="2023-12-27T09:49:32.898" v="6" actId="207"/>
          <ac:spMkLst>
            <pc:docMk/>
            <pc:sldMk cId="0" sldId="312"/>
            <ac:spMk id="35851" creationId="{70BB4C1F-48C9-49D3-9281-A1FE2884A835}"/>
          </ac:spMkLst>
        </pc:spChg>
        <pc:spChg chg="mod">
          <ac:chgData name="Margarit Meroyan" userId="630a6349-7c61-463e-804c-816773a1019c" providerId="ADAL" clId="{22660C09-678A-4802-AB6A-BC81C8C2E62A}" dt="2023-12-27T09:49:32.898" v="6" actId="207"/>
          <ac:spMkLst>
            <pc:docMk/>
            <pc:sldMk cId="0" sldId="312"/>
            <ac:spMk id="35852" creationId="{6605A77C-DC11-4E84-97D3-36357178F67C}"/>
          </ac:spMkLst>
        </pc:spChg>
        <pc:spChg chg="mod">
          <ac:chgData name="Margarit Meroyan" userId="630a6349-7c61-463e-804c-816773a1019c" providerId="ADAL" clId="{22660C09-678A-4802-AB6A-BC81C8C2E62A}" dt="2023-12-27T09:49:32.898" v="6" actId="207"/>
          <ac:spMkLst>
            <pc:docMk/>
            <pc:sldMk cId="0" sldId="312"/>
            <ac:spMk id="35854" creationId="{BD64426B-E3F1-4E22-A9A4-68CF897124D8}"/>
          </ac:spMkLst>
        </pc:spChg>
        <pc:spChg chg="mod">
          <ac:chgData name="Margarit Meroyan" userId="630a6349-7c61-463e-804c-816773a1019c" providerId="ADAL" clId="{22660C09-678A-4802-AB6A-BC81C8C2E62A}" dt="2023-12-27T09:49:32.898" v="6" actId="207"/>
          <ac:spMkLst>
            <pc:docMk/>
            <pc:sldMk cId="0" sldId="312"/>
            <ac:spMk id="35855" creationId="{1B99CDC3-5FB1-40A0-99DF-2F54A129DFCB}"/>
          </ac:spMkLst>
        </pc:spChg>
        <pc:spChg chg="mod">
          <ac:chgData name="Margarit Meroyan" userId="630a6349-7c61-463e-804c-816773a1019c" providerId="ADAL" clId="{22660C09-678A-4802-AB6A-BC81C8C2E62A}" dt="2023-12-27T09:49:32.898" v="6" actId="207"/>
          <ac:spMkLst>
            <pc:docMk/>
            <pc:sldMk cId="0" sldId="312"/>
            <ac:spMk id="35857" creationId="{28713DC1-FF0F-4ED4-80D1-DD4A7F21BBE2}"/>
          </ac:spMkLst>
        </pc:spChg>
        <pc:spChg chg="mod">
          <ac:chgData name="Margarit Meroyan" userId="630a6349-7c61-463e-804c-816773a1019c" providerId="ADAL" clId="{22660C09-678A-4802-AB6A-BC81C8C2E62A}" dt="2023-12-27T09:49:32.898" v="6" actId="207"/>
          <ac:spMkLst>
            <pc:docMk/>
            <pc:sldMk cId="0" sldId="312"/>
            <ac:spMk id="35858" creationId="{4A98D77F-BFBF-4676-9C05-49E1E3A14EF3}"/>
          </ac:spMkLst>
        </pc:spChg>
        <pc:spChg chg="mod">
          <ac:chgData name="Margarit Meroyan" userId="630a6349-7c61-463e-804c-816773a1019c" providerId="ADAL" clId="{22660C09-678A-4802-AB6A-BC81C8C2E62A}" dt="2023-12-27T09:48:27.290" v="4" actId="207"/>
          <ac:spMkLst>
            <pc:docMk/>
            <pc:sldMk cId="0" sldId="312"/>
            <ac:spMk id="35898" creationId="{677D5810-EF14-4B4F-9553-67155CBF0478}"/>
          </ac:spMkLst>
        </pc:spChg>
        <pc:spChg chg="mod">
          <ac:chgData name="Margarit Meroyan" userId="630a6349-7c61-463e-804c-816773a1019c" providerId="ADAL" clId="{22660C09-678A-4802-AB6A-BC81C8C2E62A}" dt="2023-12-27T09:48:27.290" v="4" actId="207"/>
          <ac:spMkLst>
            <pc:docMk/>
            <pc:sldMk cId="0" sldId="312"/>
            <ac:spMk id="35899" creationId="{E467ADEC-727E-41CF-AE34-7C7B52C24BEE}"/>
          </ac:spMkLst>
        </pc:spChg>
        <pc:spChg chg="mod">
          <ac:chgData name="Margarit Meroyan" userId="630a6349-7c61-463e-804c-816773a1019c" providerId="ADAL" clId="{22660C09-678A-4802-AB6A-BC81C8C2E62A}" dt="2023-12-27T09:48:27.290" v="4" actId="207"/>
          <ac:spMkLst>
            <pc:docMk/>
            <pc:sldMk cId="0" sldId="312"/>
            <ac:spMk id="35901" creationId="{73734F62-60A0-429A-AC38-222D37B72E51}"/>
          </ac:spMkLst>
        </pc:spChg>
        <pc:spChg chg="mod">
          <ac:chgData name="Margarit Meroyan" userId="630a6349-7c61-463e-804c-816773a1019c" providerId="ADAL" clId="{22660C09-678A-4802-AB6A-BC81C8C2E62A}" dt="2023-12-27T09:48:27.290" v="4" actId="207"/>
          <ac:spMkLst>
            <pc:docMk/>
            <pc:sldMk cId="0" sldId="312"/>
            <ac:spMk id="35902" creationId="{A96C8692-B479-4220-9E1B-D7EA5DEECAE7}"/>
          </ac:spMkLst>
        </pc:spChg>
        <pc:spChg chg="mod">
          <ac:chgData name="Margarit Meroyan" userId="630a6349-7c61-463e-804c-816773a1019c" providerId="ADAL" clId="{22660C09-678A-4802-AB6A-BC81C8C2E62A}" dt="2023-12-27T09:48:27.290" v="4" actId="207"/>
          <ac:spMkLst>
            <pc:docMk/>
            <pc:sldMk cId="0" sldId="312"/>
            <ac:spMk id="35904" creationId="{CEB0B642-E728-4827-ACBB-57875965F7D8}"/>
          </ac:spMkLst>
        </pc:spChg>
        <pc:spChg chg="mod">
          <ac:chgData name="Margarit Meroyan" userId="630a6349-7c61-463e-804c-816773a1019c" providerId="ADAL" clId="{22660C09-678A-4802-AB6A-BC81C8C2E62A}" dt="2023-12-27T09:48:27.290" v="4" actId="207"/>
          <ac:spMkLst>
            <pc:docMk/>
            <pc:sldMk cId="0" sldId="312"/>
            <ac:spMk id="35905" creationId="{F6E71668-BD3A-4488-80A0-7E8AC791455A}"/>
          </ac:spMkLst>
        </pc:spChg>
        <pc:spChg chg="mod">
          <ac:chgData name="Margarit Meroyan" userId="630a6349-7c61-463e-804c-816773a1019c" providerId="ADAL" clId="{22660C09-678A-4802-AB6A-BC81C8C2E62A}" dt="2023-12-27T09:48:27.290" v="4" actId="207"/>
          <ac:spMkLst>
            <pc:docMk/>
            <pc:sldMk cId="0" sldId="312"/>
            <ac:spMk id="35907" creationId="{83ECB094-F3AF-4788-A8C1-8E7BD4D9CDB7}"/>
          </ac:spMkLst>
        </pc:spChg>
        <pc:spChg chg="mod">
          <ac:chgData name="Margarit Meroyan" userId="630a6349-7c61-463e-804c-816773a1019c" providerId="ADAL" clId="{22660C09-678A-4802-AB6A-BC81C8C2E62A}" dt="2023-12-27T09:48:27.290" v="4" actId="207"/>
          <ac:spMkLst>
            <pc:docMk/>
            <pc:sldMk cId="0" sldId="312"/>
            <ac:spMk id="35908" creationId="{D99DBC99-DE19-4C68-8B2C-769C7FD2D195}"/>
          </ac:spMkLst>
        </pc:spChg>
        <pc:grpChg chg="mod">
          <ac:chgData name="Margarit Meroyan" userId="630a6349-7c61-463e-804c-816773a1019c" providerId="ADAL" clId="{22660C09-678A-4802-AB6A-BC81C8C2E62A}" dt="2023-12-27T09:49:24.871" v="5" actId="1076"/>
          <ac:grpSpMkLst>
            <pc:docMk/>
            <pc:sldMk cId="0" sldId="312"/>
            <ac:grpSpMk id="51203" creationId="{1F3A562C-BB8C-2DF4-7AD9-8C4F0563262B}"/>
          </ac:grpSpMkLst>
        </pc:grpChg>
      </pc:sldChg>
      <pc:sldChg chg="modSp mod">
        <pc:chgData name="Margarit Meroyan" userId="630a6349-7c61-463e-804c-816773a1019c" providerId="ADAL" clId="{22660C09-678A-4802-AB6A-BC81C8C2E62A}" dt="2023-12-27T09:49:39.207" v="7" actId="207"/>
        <pc:sldMkLst>
          <pc:docMk/>
          <pc:sldMk cId="0" sldId="313"/>
        </pc:sldMkLst>
        <pc:graphicFrameChg chg="modGraphic">
          <ac:chgData name="Margarit Meroyan" userId="630a6349-7c61-463e-804c-816773a1019c" providerId="ADAL" clId="{22660C09-678A-4802-AB6A-BC81C8C2E62A}" dt="2023-12-27T09:49:39.207" v="7" actId="207"/>
          <ac:graphicFrameMkLst>
            <pc:docMk/>
            <pc:sldMk cId="0" sldId="313"/>
            <ac:graphicFrameMk id="37937" creationId="{0EA44B76-3098-4A69-8DE5-D65A2A83BD02}"/>
          </ac:graphicFrameMkLst>
        </pc:graphicFrameChg>
      </pc:sldChg>
      <pc:sldChg chg="modSp mod">
        <pc:chgData name="Margarit Meroyan" userId="630a6349-7c61-463e-804c-816773a1019c" providerId="ADAL" clId="{22660C09-678A-4802-AB6A-BC81C8C2E62A}" dt="2023-12-27T09:50:24.763" v="16" actId="207"/>
        <pc:sldMkLst>
          <pc:docMk/>
          <pc:sldMk cId="0" sldId="314"/>
        </pc:sldMkLst>
        <pc:spChg chg="mod">
          <ac:chgData name="Margarit Meroyan" userId="630a6349-7c61-463e-804c-816773a1019c" providerId="ADAL" clId="{22660C09-678A-4802-AB6A-BC81C8C2E62A}" dt="2023-12-27T09:49:43.467" v="8" actId="207"/>
          <ac:spMkLst>
            <pc:docMk/>
            <pc:sldMk cId="0" sldId="314"/>
            <ac:spMk id="53254" creationId="{86F64B96-C434-4E29-3245-ADBB1890A9A1}"/>
          </ac:spMkLst>
        </pc:spChg>
        <pc:spChg chg="mod">
          <ac:chgData name="Margarit Meroyan" userId="630a6349-7c61-463e-804c-816773a1019c" providerId="ADAL" clId="{22660C09-678A-4802-AB6A-BC81C8C2E62A}" dt="2023-12-27T09:49:59.231" v="10" actId="207"/>
          <ac:spMkLst>
            <pc:docMk/>
            <pc:sldMk cId="0" sldId="314"/>
            <ac:spMk id="53294" creationId="{5C1BBF29-327B-86C6-BC11-417B008D325C}"/>
          </ac:spMkLst>
        </pc:spChg>
        <pc:spChg chg="mod">
          <ac:chgData name="Margarit Meroyan" userId="630a6349-7c61-463e-804c-816773a1019c" providerId="ADAL" clId="{22660C09-678A-4802-AB6A-BC81C8C2E62A}" dt="2023-12-27T09:49:56.295" v="9" actId="207"/>
          <ac:spMkLst>
            <pc:docMk/>
            <pc:sldMk cId="0" sldId="314"/>
            <ac:spMk id="53295" creationId="{9B93BCA5-5D6B-83BC-9A46-83ACBA86E56D}"/>
          </ac:spMkLst>
        </pc:spChg>
        <pc:spChg chg="mod">
          <ac:chgData name="Margarit Meroyan" userId="630a6349-7c61-463e-804c-816773a1019c" providerId="ADAL" clId="{22660C09-678A-4802-AB6A-BC81C8C2E62A}" dt="2023-12-27T09:49:59.231" v="10" actId="207"/>
          <ac:spMkLst>
            <pc:docMk/>
            <pc:sldMk cId="0" sldId="314"/>
            <ac:spMk id="53296" creationId="{79753070-01A1-977B-54DD-BF725B76C951}"/>
          </ac:spMkLst>
        </pc:spChg>
        <pc:spChg chg="mod">
          <ac:chgData name="Margarit Meroyan" userId="630a6349-7c61-463e-804c-816773a1019c" providerId="ADAL" clId="{22660C09-678A-4802-AB6A-BC81C8C2E62A}" dt="2023-12-27T09:49:56.295" v="9" actId="207"/>
          <ac:spMkLst>
            <pc:docMk/>
            <pc:sldMk cId="0" sldId="314"/>
            <ac:spMk id="53297" creationId="{F94C514C-8AC3-5C7B-FAF7-3B01F98DC8B0}"/>
          </ac:spMkLst>
        </pc:spChg>
        <pc:spChg chg="mod">
          <ac:chgData name="Margarit Meroyan" userId="630a6349-7c61-463e-804c-816773a1019c" providerId="ADAL" clId="{22660C09-678A-4802-AB6A-BC81C8C2E62A}" dt="2023-12-27T09:50:13.627" v="13" actId="207"/>
          <ac:spMkLst>
            <pc:docMk/>
            <pc:sldMk cId="0" sldId="314"/>
            <ac:spMk id="53298" creationId="{C89D517D-5549-CCD1-E027-0269EC322D7B}"/>
          </ac:spMkLst>
        </pc:spChg>
        <pc:spChg chg="mod">
          <ac:chgData name="Margarit Meroyan" userId="630a6349-7c61-463e-804c-816773a1019c" providerId="ADAL" clId="{22660C09-678A-4802-AB6A-BC81C8C2E62A}" dt="2023-12-27T09:50:03.878" v="11" actId="207"/>
          <ac:spMkLst>
            <pc:docMk/>
            <pc:sldMk cId="0" sldId="314"/>
            <ac:spMk id="53299" creationId="{9C3A09B2-2CFE-1FA9-3E15-4C79D191CFAC}"/>
          </ac:spMkLst>
        </pc:spChg>
        <pc:spChg chg="mod">
          <ac:chgData name="Margarit Meroyan" userId="630a6349-7c61-463e-804c-816773a1019c" providerId="ADAL" clId="{22660C09-678A-4802-AB6A-BC81C8C2E62A}" dt="2023-12-27T09:50:03.878" v="11" actId="207"/>
          <ac:spMkLst>
            <pc:docMk/>
            <pc:sldMk cId="0" sldId="314"/>
            <ac:spMk id="53300" creationId="{0F9C9F9B-F7FF-F875-D7D0-EF977887FF59}"/>
          </ac:spMkLst>
        </pc:spChg>
        <pc:spChg chg="mod">
          <ac:chgData name="Margarit Meroyan" userId="630a6349-7c61-463e-804c-816773a1019c" providerId="ADAL" clId="{22660C09-678A-4802-AB6A-BC81C8C2E62A}" dt="2023-12-27T09:50:10.733" v="12" actId="207"/>
          <ac:spMkLst>
            <pc:docMk/>
            <pc:sldMk cId="0" sldId="314"/>
            <ac:spMk id="53301" creationId="{BD2FA9B2-A467-3FB6-EA9A-0A676DF82C21}"/>
          </ac:spMkLst>
        </pc:spChg>
        <pc:spChg chg="mod">
          <ac:chgData name="Margarit Meroyan" userId="630a6349-7c61-463e-804c-816773a1019c" providerId="ADAL" clId="{22660C09-678A-4802-AB6A-BC81C8C2E62A}" dt="2023-12-27T09:50:10.733" v="12" actId="207"/>
          <ac:spMkLst>
            <pc:docMk/>
            <pc:sldMk cId="0" sldId="314"/>
            <ac:spMk id="53302" creationId="{8D4F3AA3-6A1D-97AD-906C-32BF99D79C96}"/>
          </ac:spMkLst>
        </pc:spChg>
        <pc:spChg chg="mod">
          <ac:chgData name="Margarit Meroyan" userId="630a6349-7c61-463e-804c-816773a1019c" providerId="ADAL" clId="{22660C09-678A-4802-AB6A-BC81C8C2E62A}" dt="2023-12-27T09:50:17.183" v="14" actId="207"/>
          <ac:spMkLst>
            <pc:docMk/>
            <pc:sldMk cId="0" sldId="314"/>
            <ac:spMk id="53303" creationId="{711C91A7-F6D2-3DA9-D7BA-CA61C9B2BD94}"/>
          </ac:spMkLst>
        </pc:spChg>
        <pc:spChg chg="mod">
          <ac:chgData name="Margarit Meroyan" userId="630a6349-7c61-463e-804c-816773a1019c" providerId="ADAL" clId="{22660C09-678A-4802-AB6A-BC81C8C2E62A}" dt="2023-12-27T09:50:10.733" v="12" actId="207"/>
          <ac:spMkLst>
            <pc:docMk/>
            <pc:sldMk cId="0" sldId="314"/>
            <ac:spMk id="53304" creationId="{FB099AC3-1F75-1999-6E13-30D9F6FFA42F}"/>
          </ac:spMkLst>
        </pc:spChg>
        <pc:spChg chg="mod">
          <ac:chgData name="Margarit Meroyan" userId="630a6349-7c61-463e-804c-816773a1019c" providerId="ADAL" clId="{22660C09-678A-4802-AB6A-BC81C8C2E62A}" dt="2023-12-27T09:50:17.183" v="14" actId="207"/>
          <ac:spMkLst>
            <pc:docMk/>
            <pc:sldMk cId="0" sldId="314"/>
            <ac:spMk id="53305" creationId="{FF24DACF-E1A7-AFC9-8944-BE53BD0B9656}"/>
          </ac:spMkLst>
        </pc:spChg>
        <pc:spChg chg="mod">
          <ac:chgData name="Margarit Meroyan" userId="630a6349-7c61-463e-804c-816773a1019c" providerId="ADAL" clId="{22660C09-678A-4802-AB6A-BC81C8C2E62A}" dt="2023-12-27T09:50:21.826" v="15" actId="207"/>
          <ac:spMkLst>
            <pc:docMk/>
            <pc:sldMk cId="0" sldId="314"/>
            <ac:spMk id="53306" creationId="{58346B21-5128-FAB6-CD40-10311611015B}"/>
          </ac:spMkLst>
        </pc:spChg>
        <pc:spChg chg="mod">
          <ac:chgData name="Margarit Meroyan" userId="630a6349-7c61-463e-804c-816773a1019c" providerId="ADAL" clId="{22660C09-678A-4802-AB6A-BC81C8C2E62A}" dt="2023-12-27T09:50:21.826" v="15" actId="207"/>
          <ac:spMkLst>
            <pc:docMk/>
            <pc:sldMk cId="0" sldId="314"/>
            <ac:spMk id="53307" creationId="{8D4AB26F-FD51-6B89-A7E7-1E4B98199EE3}"/>
          </ac:spMkLst>
        </pc:spChg>
        <pc:spChg chg="mod">
          <ac:chgData name="Margarit Meroyan" userId="630a6349-7c61-463e-804c-816773a1019c" providerId="ADAL" clId="{22660C09-678A-4802-AB6A-BC81C8C2E62A}" dt="2023-12-27T09:50:24.763" v="16" actId="207"/>
          <ac:spMkLst>
            <pc:docMk/>
            <pc:sldMk cId="0" sldId="314"/>
            <ac:spMk id="53308" creationId="{CBBC5E90-81E4-7F97-C56C-D868772E87D6}"/>
          </ac:spMkLst>
        </pc:spChg>
        <pc:spChg chg="mod">
          <ac:chgData name="Margarit Meroyan" userId="630a6349-7c61-463e-804c-816773a1019c" providerId="ADAL" clId="{22660C09-678A-4802-AB6A-BC81C8C2E62A}" dt="2023-12-27T09:50:24.763" v="16" actId="207"/>
          <ac:spMkLst>
            <pc:docMk/>
            <pc:sldMk cId="0" sldId="314"/>
            <ac:spMk id="53309" creationId="{F8858662-CC2E-2352-C5F9-E2E5EE14FE7F}"/>
          </ac:spMkLst>
        </pc:spChg>
      </pc:sldChg>
      <pc:sldChg chg="modSp">
        <pc:chgData name="Margarit Meroyan" userId="630a6349-7c61-463e-804c-816773a1019c" providerId="ADAL" clId="{22660C09-678A-4802-AB6A-BC81C8C2E62A}" dt="2023-12-27T09:55:26.993" v="98" actId="207"/>
        <pc:sldMkLst>
          <pc:docMk/>
          <pc:sldMk cId="0" sldId="320"/>
        </pc:sldMkLst>
        <pc:spChg chg="mod">
          <ac:chgData name="Margarit Meroyan" userId="630a6349-7c61-463e-804c-816773a1019c" providerId="ADAL" clId="{22660C09-678A-4802-AB6A-BC81C8C2E62A}" dt="2023-12-27T09:55:18.032" v="96" actId="1076"/>
          <ac:spMkLst>
            <pc:docMk/>
            <pc:sldMk cId="0" sldId="320"/>
            <ac:spMk id="77839" creationId="{52600D1E-1B09-2E96-6E15-EF7B28F12A2C}"/>
          </ac:spMkLst>
        </pc:spChg>
        <pc:spChg chg="mod">
          <ac:chgData name="Margarit Meroyan" userId="630a6349-7c61-463e-804c-816773a1019c" providerId="ADAL" clId="{22660C09-678A-4802-AB6A-BC81C8C2E62A}" dt="2023-12-27T09:55:18.032" v="96" actId="1076"/>
          <ac:spMkLst>
            <pc:docMk/>
            <pc:sldMk cId="0" sldId="320"/>
            <ac:spMk id="77840" creationId="{5757F1B8-D470-CADF-EAE1-89D2C1499A28}"/>
          </ac:spMkLst>
        </pc:spChg>
        <pc:spChg chg="mod">
          <ac:chgData name="Margarit Meroyan" userId="630a6349-7c61-463e-804c-816773a1019c" providerId="ADAL" clId="{22660C09-678A-4802-AB6A-BC81C8C2E62A}" dt="2023-12-27T09:55:18.032" v="96" actId="1076"/>
          <ac:spMkLst>
            <pc:docMk/>
            <pc:sldMk cId="0" sldId="320"/>
            <ac:spMk id="77841" creationId="{603A5869-542E-EF3E-EA4B-F195CFF3E310}"/>
          </ac:spMkLst>
        </pc:spChg>
        <pc:spChg chg="mod">
          <ac:chgData name="Margarit Meroyan" userId="630a6349-7c61-463e-804c-816773a1019c" providerId="ADAL" clId="{22660C09-678A-4802-AB6A-BC81C8C2E62A}" dt="2023-12-27T09:55:18.032" v="96" actId="1076"/>
          <ac:spMkLst>
            <pc:docMk/>
            <pc:sldMk cId="0" sldId="320"/>
            <ac:spMk id="77842" creationId="{29084394-DD24-2916-3289-B6BF11C3DE68}"/>
          </ac:spMkLst>
        </pc:spChg>
        <pc:spChg chg="mod">
          <ac:chgData name="Margarit Meroyan" userId="630a6349-7c61-463e-804c-816773a1019c" providerId="ADAL" clId="{22660C09-678A-4802-AB6A-BC81C8C2E62A}" dt="2023-12-27T09:55:21.712" v="97" actId="207"/>
          <ac:spMkLst>
            <pc:docMk/>
            <pc:sldMk cId="0" sldId="320"/>
            <ac:spMk id="77843" creationId="{64EE7622-F6AC-AD3C-4928-810EF6AD9E3B}"/>
          </ac:spMkLst>
        </pc:spChg>
        <pc:spChg chg="mod">
          <ac:chgData name="Margarit Meroyan" userId="630a6349-7c61-463e-804c-816773a1019c" providerId="ADAL" clId="{22660C09-678A-4802-AB6A-BC81C8C2E62A}" dt="2023-12-27T09:55:18.032" v="96" actId="1076"/>
          <ac:spMkLst>
            <pc:docMk/>
            <pc:sldMk cId="0" sldId="320"/>
            <ac:spMk id="77844" creationId="{933952E6-C785-FACE-BC4C-DC20C73C4681}"/>
          </ac:spMkLst>
        </pc:spChg>
        <pc:spChg chg="mod">
          <ac:chgData name="Margarit Meroyan" userId="630a6349-7c61-463e-804c-816773a1019c" providerId="ADAL" clId="{22660C09-678A-4802-AB6A-BC81C8C2E62A}" dt="2023-12-27T09:55:18.032" v="96" actId="1076"/>
          <ac:spMkLst>
            <pc:docMk/>
            <pc:sldMk cId="0" sldId="320"/>
            <ac:spMk id="77845" creationId="{E2BE6D1E-8ADE-1E7A-B608-9CB4B03D2B7B}"/>
          </ac:spMkLst>
        </pc:spChg>
        <pc:spChg chg="mod">
          <ac:chgData name="Margarit Meroyan" userId="630a6349-7c61-463e-804c-816773a1019c" providerId="ADAL" clId="{22660C09-678A-4802-AB6A-BC81C8C2E62A}" dt="2023-12-27T09:55:18.032" v="96" actId="1076"/>
          <ac:spMkLst>
            <pc:docMk/>
            <pc:sldMk cId="0" sldId="320"/>
            <ac:spMk id="77846" creationId="{2E69FF0F-9907-4460-0E66-DBBE2D408CCB}"/>
          </ac:spMkLst>
        </pc:spChg>
        <pc:spChg chg="mod">
          <ac:chgData name="Margarit Meroyan" userId="630a6349-7c61-463e-804c-816773a1019c" providerId="ADAL" clId="{22660C09-678A-4802-AB6A-BC81C8C2E62A}" dt="2023-12-27T09:55:18.032" v="96" actId="1076"/>
          <ac:spMkLst>
            <pc:docMk/>
            <pc:sldMk cId="0" sldId="320"/>
            <ac:spMk id="77847" creationId="{66AE10E6-5402-83C2-52B7-07823761EDD4}"/>
          </ac:spMkLst>
        </pc:spChg>
        <pc:spChg chg="mod">
          <ac:chgData name="Margarit Meroyan" userId="630a6349-7c61-463e-804c-816773a1019c" providerId="ADAL" clId="{22660C09-678A-4802-AB6A-BC81C8C2E62A}" dt="2023-12-27T09:55:18.032" v="96" actId="1076"/>
          <ac:spMkLst>
            <pc:docMk/>
            <pc:sldMk cId="0" sldId="320"/>
            <ac:spMk id="77848" creationId="{979C5D66-5257-0E1A-1D82-0A0899A8C7C7}"/>
          </ac:spMkLst>
        </pc:spChg>
        <pc:spChg chg="mod">
          <ac:chgData name="Margarit Meroyan" userId="630a6349-7c61-463e-804c-816773a1019c" providerId="ADAL" clId="{22660C09-678A-4802-AB6A-BC81C8C2E62A}" dt="2023-12-27T09:55:18.032" v="96" actId="1076"/>
          <ac:spMkLst>
            <pc:docMk/>
            <pc:sldMk cId="0" sldId="320"/>
            <ac:spMk id="77849" creationId="{92920D01-7685-5781-3094-A151667F5916}"/>
          </ac:spMkLst>
        </pc:spChg>
        <pc:spChg chg="mod">
          <ac:chgData name="Margarit Meroyan" userId="630a6349-7c61-463e-804c-816773a1019c" providerId="ADAL" clId="{22660C09-678A-4802-AB6A-BC81C8C2E62A}" dt="2023-12-27T09:55:18.032" v="96" actId="1076"/>
          <ac:spMkLst>
            <pc:docMk/>
            <pc:sldMk cId="0" sldId="320"/>
            <ac:spMk id="77850" creationId="{43BE5C54-8772-7FC8-11F7-7EB523980E8F}"/>
          </ac:spMkLst>
        </pc:spChg>
        <pc:spChg chg="mod">
          <ac:chgData name="Margarit Meroyan" userId="630a6349-7c61-463e-804c-816773a1019c" providerId="ADAL" clId="{22660C09-678A-4802-AB6A-BC81C8C2E62A}" dt="2023-12-27T09:55:18.032" v="96" actId="1076"/>
          <ac:spMkLst>
            <pc:docMk/>
            <pc:sldMk cId="0" sldId="320"/>
            <ac:spMk id="77851" creationId="{A72E7EE5-F2C1-49E3-8BB4-17D09D84C396}"/>
          </ac:spMkLst>
        </pc:spChg>
        <pc:spChg chg="mod">
          <ac:chgData name="Margarit Meroyan" userId="630a6349-7c61-463e-804c-816773a1019c" providerId="ADAL" clId="{22660C09-678A-4802-AB6A-BC81C8C2E62A}" dt="2023-12-27T09:55:18.032" v="96" actId="1076"/>
          <ac:spMkLst>
            <pc:docMk/>
            <pc:sldMk cId="0" sldId="320"/>
            <ac:spMk id="77852" creationId="{D4882FEC-29BD-71F9-679B-F72368F67885}"/>
          </ac:spMkLst>
        </pc:spChg>
        <pc:spChg chg="mod">
          <ac:chgData name="Margarit Meroyan" userId="630a6349-7c61-463e-804c-816773a1019c" providerId="ADAL" clId="{22660C09-678A-4802-AB6A-BC81C8C2E62A}" dt="2023-12-27T09:55:18.032" v="96" actId="1076"/>
          <ac:spMkLst>
            <pc:docMk/>
            <pc:sldMk cId="0" sldId="320"/>
            <ac:spMk id="77853" creationId="{65A970AC-1968-CF90-2E97-6D4384C763DB}"/>
          </ac:spMkLst>
        </pc:spChg>
        <pc:spChg chg="mod">
          <ac:chgData name="Margarit Meroyan" userId="630a6349-7c61-463e-804c-816773a1019c" providerId="ADAL" clId="{22660C09-678A-4802-AB6A-BC81C8C2E62A}" dt="2023-12-27T09:55:18.032" v="96" actId="1076"/>
          <ac:spMkLst>
            <pc:docMk/>
            <pc:sldMk cId="0" sldId="320"/>
            <ac:spMk id="77854" creationId="{E81B724F-81F3-4579-B2D4-9202FDF1AC5D}"/>
          </ac:spMkLst>
        </pc:spChg>
        <pc:spChg chg="mod">
          <ac:chgData name="Margarit Meroyan" userId="630a6349-7c61-463e-804c-816773a1019c" providerId="ADAL" clId="{22660C09-678A-4802-AB6A-BC81C8C2E62A}" dt="2023-12-27T09:55:18.032" v="96" actId="1076"/>
          <ac:spMkLst>
            <pc:docMk/>
            <pc:sldMk cId="0" sldId="320"/>
            <ac:spMk id="77855" creationId="{6AF78499-8141-ED2B-E3B9-3303657C7BEF}"/>
          </ac:spMkLst>
        </pc:spChg>
        <pc:spChg chg="mod">
          <ac:chgData name="Margarit Meroyan" userId="630a6349-7c61-463e-804c-816773a1019c" providerId="ADAL" clId="{22660C09-678A-4802-AB6A-BC81C8C2E62A}" dt="2023-12-27T09:55:18.032" v="96" actId="1076"/>
          <ac:spMkLst>
            <pc:docMk/>
            <pc:sldMk cId="0" sldId="320"/>
            <ac:spMk id="77856" creationId="{0D3F4FD7-EFBE-22E7-6F6B-165B14968825}"/>
          </ac:spMkLst>
        </pc:spChg>
        <pc:spChg chg="mod">
          <ac:chgData name="Margarit Meroyan" userId="630a6349-7c61-463e-804c-816773a1019c" providerId="ADAL" clId="{22660C09-678A-4802-AB6A-BC81C8C2E62A}" dt="2023-12-27T09:55:18.032" v="96" actId="1076"/>
          <ac:spMkLst>
            <pc:docMk/>
            <pc:sldMk cId="0" sldId="320"/>
            <ac:spMk id="77857" creationId="{90490F58-B58B-241B-E575-253409920972}"/>
          </ac:spMkLst>
        </pc:spChg>
        <pc:spChg chg="mod">
          <ac:chgData name="Margarit Meroyan" userId="630a6349-7c61-463e-804c-816773a1019c" providerId="ADAL" clId="{22660C09-678A-4802-AB6A-BC81C8C2E62A}" dt="2023-12-27T09:55:18.032" v="96" actId="1076"/>
          <ac:spMkLst>
            <pc:docMk/>
            <pc:sldMk cId="0" sldId="320"/>
            <ac:spMk id="77858" creationId="{BE0E1C29-E53C-57B0-848F-F7131D16FBBA}"/>
          </ac:spMkLst>
        </pc:spChg>
        <pc:spChg chg="mod">
          <ac:chgData name="Margarit Meroyan" userId="630a6349-7c61-463e-804c-816773a1019c" providerId="ADAL" clId="{22660C09-678A-4802-AB6A-BC81C8C2E62A}" dt="2023-12-27T09:55:18.032" v="96" actId="1076"/>
          <ac:spMkLst>
            <pc:docMk/>
            <pc:sldMk cId="0" sldId="320"/>
            <ac:spMk id="77859" creationId="{ADC9780F-F604-593C-9C0D-F8CA7EF29FB5}"/>
          </ac:spMkLst>
        </pc:spChg>
        <pc:spChg chg="mod">
          <ac:chgData name="Margarit Meroyan" userId="630a6349-7c61-463e-804c-816773a1019c" providerId="ADAL" clId="{22660C09-678A-4802-AB6A-BC81C8C2E62A}" dt="2023-12-27T09:55:18.032" v="96" actId="1076"/>
          <ac:spMkLst>
            <pc:docMk/>
            <pc:sldMk cId="0" sldId="320"/>
            <ac:spMk id="77860" creationId="{7F6593B3-AE7B-AC52-63AB-98699C9358F0}"/>
          </ac:spMkLst>
        </pc:spChg>
        <pc:spChg chg="mod">
          <ac:chgData name="Margarit Meroyan" userId="630a6349-7c61-463e-804c-816773a1019c" providerId="ADAL" clId="{22660C09-678A-4802-AB6A-BC81C8C2E62A}" dt="2023-12-27T09:55:18.032" v="96" actId="1076"/>
          <ac:spMkLst>
            <pc:docMk/>
            <pc:sldMk cId="0" sldId="320"/>
            <ac:spMk id="77861" creationId="{64DCF851-6469-AD35-D7BD-E4BFA6217E17}"/>
          </ac:spMkLst>
        </pc:spChg>
        <pc:spChg chg="mod">
          <ac:chgData name="Margarit Meroyan" userId="630a6349-7c61-463e-804c-816773a1019c" providerId="ADAL" clId="{22660C09-678A-4802-AB6A-BC81C8C2E62A}" dt="2023-12-27T09:55:18.032" v="96" actId="1076"/>
          <ac:spMkLst>
            <pc:docMk/>
            <pc:sldMk cId="0" sldId="320"/>
            <ac:spMk id="77862" creationId="{96E83608-F6C5-B3F6-2115-F0974771667E}"/>
          </ac:spMkLst>
        </pc:spChg>
        <pc:spChg chg="mod">
          <ac:chgData name="Margarit Meroyan" userId="630a6349-7c61-463e-804c-816773a1019c" providerId="ADAL" clId="{22660C09-678A-4802-AB6A-BC81C8C2E62A}" dt="2023-12-27T09:55:18.032" v="96" actId="1076"/>
          <ac:spMkLst>
            <pc:docMk/>
            <pc:sldMk cId="0" sldId="320"/>
            <ac:spMk id="77863" creationId="{03286607-2495-044C-9197-B5F9ACAF2A33}"/>
          </ac:spMkLst>
        </pc:spChg>
        <pc:spChg chg="mod">
          <ac:chgData name="Margarit Meroyan" userId="630a6349-7c61-463e-804c-816773a1019c" providerId="ADAL" clId="{22660C09-678A-4802-AB6A-BC81C8C2E62A}" dt="2023-12-27T09:55:18.032" v="96" actId="1076"/>
          <ac:spMkLst>
            <pc:docMk/>
            <pc:sldMk cId="0" sldId="320"/>
            <ac:spMk id="77864" creationId="{CB87C282-78D0-B05D-AAB3-CEDA6B0CFE78}"/>
          </ac:spMkLst>
        </pc:spChg>
        <pc:spChg chg="mod">
          <ac:chgData name="Margarit Meroyan" userId="630a6349-7c61-463e-804c-816773a1019c" providerId="ADAL" clId="{22660C09-678A-4802-AB6A-BC81C8C2E62A}" dt="2023-12-27T09:55:21.712" v="97" actId="207"/>
          <ac:spMkLst>
            <pc:docMk/>
            <pc:sldMk cId="0" sldId="320"/>
            <ac:spMk id="77865" creationId="{C442612D-F610-69D6-0142-7361338024E2}"/>
          </ac:spMkLst>
        </pc:spChg>
        <pc:spChg chg="mod">
          <ac:chgData name="Margarit Meroyan" userId="630a6349-7c61-463e-804c-816773a1019c" providerId="ADAL" clId="{22660C09-678A-4802-AB6A-BC81C8C2E62A}" dt="2023-12-27T09:55:21.712" v="97" actId="207"/>
          <ac:spMkLst>
            <pc:docMk/>
            <pc:sldMk cId="0" sldId="320"/>
            <ac:spMk id="77866" creationId="{D735810C-3A09-4CF1-B73F-D7ACA298B1DB}"/>
          </ac:spMkLst>
        </pc:spChg>
        <pc:spChg chg="mod">
          <ac:chgData name="Margarit Meroyan" userId="630a6349-7c61-463e-804c-816773a1019c" providerId="ADAL" clId="{22660C09-678A-4802-AB6A-BC81C8C2E62A}" dt="2023-12-27T09:55:21.712" v="97" actId="207"/>
          <ac:spMkLst>
            <pc:docMk/>
            <pc:sldMk cId="0" sldId="320"/>
            <ac:spMk id="77867" creationId="{0E91D21E-D2F9-8314-6946-78248C518C95}"/>
          </ac:spMkLst>
        </pc:spChg>
        <pc:spChg chg="mod">
          <ac:chgData name="Margarit Meroyan" userId="630a6349-7c61-463e-804c-816773a1019c" providerId="ADAL" clId="{22660C09-678A-4802-AB6A-BC81C8C2E62A}" dt="2023-12-27T09:55:21.712" v="97" actId="207"/>
          <ac:spMkLst>
            <pc:docMk/>
            <pc:sldMk cId="0" sldId="320"/>
            <ac:spMk id="77868" creationId="{3815685B-EF99-F3F0-125E-3301FA387BDE}"/>
          </ac:spMkLst>
        </pc:spChg>
        <pc:spChg chg="mod">
          <ac:chgData name="Margarit Meroyan" userId="630a6349-7c61-463e-804c-816773a1019c" providerId="ADAL" clId="{22660C09-678A-4802-AB6A-BC81C8C2E62A}" dt="2023-12-27T09:55:21.712" v="97" actId="207"/>
          <ac:spMkLst>
            <pc:docMk/>
            <pc:sldMk cId="0" sldId="320"/>
            <ac:spMk id="77869" creationId="{5C67CE61-4F4C-25A3-9009-EDE3DDEA32FE}"/>
          </ac:spMkLst>
        </pc:spChg>
        <pc:spChg chg="mod">
          <ac:chgData name="Margarit Meroyan" userId="630a6349-7c61-463e-804c-816773a1019c" providerId="ADAL" clId="{22660C09-678A-4802-AB6A-BC81C8C2E62A}" dt="2023-12-27T09:55:26.993" v="98" actId="207"/>
          <ac:spMkLst>
            <pc:docMk/>
            <pc:sldMk cId="0" sldId="320"/>
            <ac:spMk id="77870" creationId="{D79A235E-3F5F-FB75-D6EE-7A9B8B8D639D}"/>
          </ac:spMkLst>
        </pc:spChg>
        <pc:spChg chg="mod">
          <ac:chgData name="Margarit Meroyan" userId="630a6349-7c61-463e-804c-816773a1019c" providerId="ADAL" clId="{22660C09-678A-4802-AB6A-BC81C8C2E62A}" dt="2023-12-27T09:55:21.712" v="97" actId="207"/>
          <ac:spMkLst>
            <pc:docMk/>
            <pc:sldMk cId="0" sldId="320"/>
            <ac:spMk id="77871" creationId="{448CB504-AF32-33C1-DDC6-79CC77366A43}"/>
          </ac:spMkLst>
        </pc:spChg>
        <pc:spChg chg="mod">
          <ac:chgData name="Margarit Meroyan" userId="630a6349-7c61-463e-804c-816773a1019c" providerId="ADAL" clId="{22660C09-678A-4802-AB6A-BC81C8C2E62A}" dt="2023-12-27T09:55:21.712" v="97" actId="207"/>
          <ac:spMkLst>
            <pc:docMk/>
            <pc:sldMk cId="0" sldId="320"/>
            <ac:spMk id="77872" creationId="{08F90127-BEDE-0F15-6BEC-E213EA7B0E30}"/>
          </ac:spMkLst>
        </pc:spChg>
        <pc:spChg chg="mod">
          <ac:chgData name="Margarit Meroyan" userId="630a6349-7c61-463e-804c-816773a1019c" providerId="ADAL" clId="{22660C09-678A-4802-AB6A-BC81C8C2E62A}" dt="2023-12-27T09:55:18.032" v="96" actId="1076"/>
          <ac:spMkLst>
            <pc:docMk/>
            <pc:sldMk cId="0" sldId="320"/>
            <ac:spMk id="77873" creationId="{333F388A-AA14-1356-B33C-AF5C9B2E5411}"/>
          </ac:spMkLst>
        </pc:spChg>
        <pc:spChg chg="mod">
          <ac:chgData name="Margarit Meroyan" userId="630a6349-7c61-463e-804c-816773a1019c" providerId="ADAL" clId="{22660C09-678A-4802-AB6A-BC81C8C2E62A}" dt="2023-12-27T09:55:18.032" v="96" actId="1076"/>
          <ac:spMkLst>
            <pc:docMk/>
            <pc:sldMk cId="0" sldId="320"/>
            <ac:spMk id="77874" creationId="{3F59F1CE-4DCF-67CF-E5BE-2EB8D737E675}"/>
          </ac:spMkLst>
        </pc:spChg>
        <pc:spChg chg="mod">
          <ac:chgData name="Margarit Meroyan" userId="630a6349-7c61-463e-804c-816773a1019c" providerId="ADAL" clId="{22660C09-678A-4802-AB6A-BC81C8C2E62A}" dt="2023-12-27T09:55:18.032" v="96" actId="1076"/>
          <ac:spMkLst>
            <pc:docMk/>
            <pc:sldMk cId="0" sldId="320"/>
            <ac:spMk id="77875" creationId="{8095BCC8-972A-AD5C-C12E-762F6DD4E8DD}"/>
          </ac:spMkLst>
        </pc:spChg>
        <pc:spChg chg="mod">
          <ac:chgData name="Margarit Meroyan" userId="630a6349-7c61-463e-804c-816773a1019c" providerId="ADAL" clId="{22660C09-678A-4802-AB6A-BC81C8C2E62A}" dt="2023-12-27T09:55:18.032" v="96" actId="1076"/>
          <ac:spMkLst>
            <pc:docMk/>
            <pc:sldMk cId="0" sldId="320"/>
            <ac:spMk id="77877" creationId="{AE9C28A1-0833-B3E7-5CFD-B3ECF3E00582}"/>
          </ac:spMkLst>
        </pc:spChg>
        <pc:spChg chg="mod">
          <ac:chgData name="Margarit Meroyan" userId="630a6349-7c61-463e-804c-816773a1019c" providerId="ADAL" clId="{22660C09-678A-4802-AB6A-BC81C8C2E62A}" dt="2023-12-27T09:55:18.032" v="96" actId="1076"/>
          <ac:spMkLst>
            <pc:docMk/>
            <pc:sldMk cId="0" sldId="320"/>
            <ac:spMk id="77878" creationId="{67FAA652-A152-EAA6-AC1D-B9F199210E39}"/>
          </ac:spMkLst>
        </pc:spChg>
        <pc:spChg chg="mod">
          <ac:chgData name="Margarit Meroyan" userId="630a6349-7c61-463e-804c-816773a1019c" providerId="ADAL" clId="{22660C09-678A-4802-AB6A-BC81C8C2E62A}" dt="2023-12-27T09:55:18.032" v="96" actId="1076"/>
          <ac:spMkLst>
            <pc:docMk/>
            <pc:sldMk cId="0" sldId="320"/>
            <ac:spMk id="77879" creationId="{EF9233C1-8E93-E124-D72C-8136D7F5849D}"/>
          </ac:spMkLst>
        </pc:spChg>
        <pc:spChg chg="mod">
          <ac:chgData name="Margarit Meroyan" userId="630a6349-7c61-463e-804c-816773a1019c" providerId="ADAL" clId="{22660C09-678A-4802-AB6A-BC81C8C2E62A}" dt="2023-12-27T09:55:18.032" v="96" actId="1076"/>
          <ac:spMkLst>
            <pc:docMk/>
            <pc:sldMk cId="0" sldId="320"/>
            <ac:spMk id="77880" creationId="{C69506DE-FFEE-D0F3-2BDC-B46313786771}"/>
          </ac:spMkLst>
        </pc:spChg>
        <pc:spChg chg="mod">
          <ac:chgData name="Margarit Meroyan" userId="630a6349-7c61-463e-804c-816773a1019c" providerId="ADAL" clId="{22660C09-678A-4802-AB6A-BC81C8C2E62A}" dt="2023-12-27T09:55:18.032" v="96" actId="1076"/>
          <ac:spMkLst>
            <pc:docMk/>
            <pc:sldMk cId="0" sldId="320"/>
            <ac:spMk id="77881" creationId="{A02CA37D-943A-8233-B899-B1F55EDCE8F6}"/>
          </ac:spMkLst>
        </pc:spChg>
        <pc:spChg chg="mod">
          <ac:chgData name="Margarit Meroyan" userId="630a6349-7c61-463e-804c-816773a1019c" providerId="ADAL" clId="{22660C09-678A-4802-AB6A-BC81C8C2E62A}" dt="2023-12-27T09:55:18.032" v="96" actId="1076"/>
          <ac:spMkLst>
            <pc:docMk/>
            <pc:sldMk cId="0" sldId="320"/>
            <ac:spMk id="77882" creationId="{8FCECD14-EE55-CC36-239F-80136711A1A3}"/>
          </ac:spMkLst>
        </pc:spChg>
        <pc:spChg chg="mod">
          <ac:chgData name="Margarit Meroyan" userId="630a6349-7c61-463e-804c-816773a1019c" providerId="ADAL" clId="{22660C09-678A-4802-AB6A-BC81C8C2E62A}" dt="2023-12-27T09:55:18.032" v="96" actId="1076"/>
          <ac:spMkLst>
            <pc:docMk/>
            <pc:sldMk cId="0" sldId="320"/>
            <ac:spMk id="77883" creationId="{2F153E16-FD74-78C2-E67F-3ADC3F4CA8EF}"/>
          </ac:spMkLst>
        </pc:spChg>
        <pc:spChg chg="mod">
          <ac:chgData name="Margarit Meroyan" userId="630a6349-7c61-463e-804c-816773a1019c" providerId="ADAL" clId="{22660C09-678A-4802-AB6A-BC81C8C2E62A}" dt="2023-12-27T09:55:21.712" v="97" actId="207"/>
          <ac:spMkLst>
            <pc:docMk/>
            <pc:sldMk cId="0" sldId="320"/>
            <ac:spMk id="77884" creationId="{5B6AC952-3148-CF1A-8A57-02827F82304C}"/>
          </ac:spMkLst>
        </pc:spChg>
        <pc:spChg chg="mod">
          <ac:chgData name="Margarit Meroyan" userId="630a6349-7c61-463e-804c-816773a1019c" providerId="ADAL" clId="{22660C09-678A-4802-AB6A-BC81C8C2E62A}" dt="2023-12-27T09:55:18.032" v="96" actId="1076"/>
          <ac:spMkLst>
            <pc:docMk/>
            <pc:sldMk cId="0" sldId="320"/>
            <ac:spMk id="77885" creationId="{BA026B86-6F5B-9124-7FDD-04E22C7FEE02}"/>
          </ac:spMkLst>
        </pc:spChg>
        <pc:spChg chg="mod">
          <ac:chgData name="Margarit Meroyan" userId="630a6349-7c61-463e-804c-816773a1019c" providerId="ADAL" clId="{22660C09-678A-4802-AB6A-BC81C8C2E62A}" dt="2023-12-27T09:55:18.032" v="96" actId="1076"/>
          <ac:spMkLst>
            <pc:docMk/>
            <pc:sldMk cId="0" sldId="320"/>
            <ac:spMk id="77886" creationId="{48EBF5CF-78DC-DC12-2075-3B87E3909DE5}"/>
          </ac:spMkLst>
        </pc:spChg>
        <pc:spChg chg="mod">
          <ac:chgData name="Margarit Meroyan" userId="630a6349-7c61-463e-804c-816773a1019c" providerId="ADAL" clId="{22660C09-678A-4802-AB6A-BC81C8C2E62A}" dt="2023-12-27T09:55:18.032" v="96" actId="1076"/>
          <ac:spMkLst>
            <pc:docMk/>
            <pc:sldMk cId="0" sldId="320"/>
            <ac:spMk id="77887" creationId="{3F42D7FA-B5A4-B20F-7F91-F80518F6DB95}"/>
          </ac:spMkLst>
        </pc:spChg>
        <pc:spChg chg="mod">
          <ac:chgData name="Margarit Meroyan" userId="630a6349-7c61-463e-804c-816773a1019c" providerId="ADAL" clId="{22660C09-678A-4802-AB6A-BC81C8C2E62A}" dt="2023-12-27T09:55:18.032" v="96" actId="1076"/>
          <ac:spMkLst>
            <pc:docMk/>
            <pc:sldMk cId="0" sldId="320"/>
            <ac:spMk id="77890" creationId="{9FD954C9-63BA-F6C0-D022-FB3951003A79}"/>
          </ac:spMkLst>
        </pc:spChg>
        <pc:spChg chg="mod">
          <ac:chgData name="Margarit Meroyan" userId="630a6349-7c61-463e-804c-816773a1019c" providerId="ADAL" clId="{22660C09-678A-4802-AB6A-BC81C8C2E62A}" dt="2023-12-27T09:55:18.032" v="96" actId="1076"/>
          <ac:spMkLst>
            <pc:docMk/>
            <pc:sldMk cId="0" sldId="320"/>
            <ac:spMk id="77891" creationId="{DA266276-5684-F3BE-4F34-CDE59BFABD4A}"/>
          </ac:spMkLst>
        </pc:spChg>
        <pc:spChg chg="mod">
          <ac:chgData name="Margarit Meroyan" userId="630a6349-7c61-463e-804c-816773a1019c" providerId="ADAL" clId="{22660C09-678A-4802-AB6A-BC81C8C2E62A}" dt="2023-12-27T09:55:18.032" v="96" actId="1076"/>
          <ac:spMkLst>
            <pc:docMk/>
            <pc:sldMk cId="0" sldId="320"/>
            <ac:spMk id="77892" creationId="{9CEBBC10-3961-A83F-1907-DFE5BC29998B}"/>
          </ac:spMkLst>
        </pc:spChg>
        <pc:spChg chg="mod">
          <ac:chgData name="Margarit Meroyan" userId="630a6349-7c61-463e-804c-816773a1019c" providerId="ADAL" clId="{22660C09-678A-4802-AB6A-BC81C8C2E62A}" dt="2023-12-27T09:55:18.032" v="96" actId="1076"/>
          <ac:spMkLst>
            <pc:docMk/>
            <pc:sldMk cId="0" sldId="320"/>
            <ac:spMk id="77893" creationId="{1AF1DA47-8923-BFFA-8F0D-EC3431F876C9}"/>
          </ac:spMkLst>
        </pc:spChg>
        <pc:spChg chg="mod">
          <ac:chgData name="Margarit Meroyan" userId="630a6349-7c61-463e-804c-816773a1019c" providerId="ADAL" clId="{22660C09-678A-4802-AB6A-BC81C8C2E62A}" dt="2023-12-27T09:55:18.032" v="96" actId="1076"/>
          <ac:spMkLst>
            <pc:docMk/>
            <pc:sldMk cId="0" sldId="320"/>
            <ac:spMk id="77894" creationId="{CC23BD65-6954-3292-6C44-DCE0803967DE}"/>
          </ac:spMkLst>
        </pc:spChg>
        <pc:spChg chg="mod">
          <ac:chgData name="Margarit Meroyan" userId="630a6349-7c61-463e-804c-816773a1019c" providerId="ADAL" clId="{22660C09-678A-4802-AB6A-BC81C8C2E62A}" dt="2023-12-27T09:55:18.032" v="96" actId="1076"/>
          <ac:spMkLst>
            <pc:docMk/>
            <pc:sldMk cId="0" sldId="320"/>
            <ac:spMk id="77895" creationId="{0E085F68-9D3E-2F0E-80C8-04A8DC4CB8E7}"/>
          </ac:spMkLst>
        </pc:spChg>
        <pc:spChg chg="mod">
          <ac:chgData name="Margarit Meroyan" userId="630a6349-7c61-463e-804c-816773a1019c" providerId="ADAL" clId="{22660C09-678A-4802-AB6A-BC81C8C2E62A}" dt="2023-12-27T09:55:18.032" v="96" actId="1076"/>
          <ac:spMkLst>
            <pc:docMk/>
            <pc:sldMk cId="0" sldId="320"/>
            <ac:spMk id="77896" creationId="{5584A383-B6ED-20FE-2F61-2034F8EF3583}"/>
          </ac:spMkLst>
        </pc:spChg>
        <pc:spChg chg="mod">
          <ac:chgData name="Margarit Meroyan" userId="630a6349-7c61-463e-804c-816773a1019c" providerId="ADAL" clId="{22660C09-678A-4802-AB6A-BC81C8C2E62A}" dt="2023-12-27T09:55:18.032" v="96" actId="1076"/>
          <ac:spMkLst>
            <pc:docMk/>
            <pc:sldMk cId="0" sldId="320"/>
            <ac:spMk id="77897" creationId="{6627BB19-BE2E-A21D-F78E-82520292959A}"/>
          </ac:spMkLst>
        </pc:spChg>
        <pc:spChg chg="mod">
          <ac:chgData name="Margarit Meroyan" userId="630a6349-7c61-463e-804c-816773a1019c" providerId="ADAL" clId="{22660C09-678A-4802-AB6A-BC81C8C2E62A}" dt="2023-12-27T09:55:18.032" v="96" actId="1076"/>
          <ac:spMkLst>
            <pc:docMk/>
            <pc:sldMk cId="0" sldId="320"/>
            <ac:spMk id="77898" creationId="{0828F15E-7F0B-6331-8EA5-1CBA32F15BED}"/>
          </ac:spMkLst>
        </pc:spChg>
        <pc:spChg chg="mod">
          <ac:chgData name="Margarit Meroyan" userId="630a6349-7c61-463e-804c-816773a1019c" providerId="ADAL" clId="{22660C09-678A-4802-AB6A-BC81C8C2E62A}" dt="2023-12-27T09:55:18.032" v="96" actId="1076"/>
          <ac:spMkLst>
            <pc:docMk/>
            <pc:sldMk cId="0" sldId="320"/>
            <ac:spMk id="77899" creationId="{E3583809-80E8-A2B2-DBA0-EF9D5E16A901}"/>
          </ac:spMkLst>
        </pc:spChg>
        <pc:spChg chg="mod">
          <ac:chgData name="Margarit Meroyan" userId="630a6349-7c61-463e-804c-816773a1019c" providerId="ADAL" clId="{22660C09-678A-4802-AB6A-BC81C8C2E62A}" dt="2023-12-27T09:55:18.032" v="96" actId="1076"/>
          <ac:spMkLst>
            <pc:docMk/>
            <pc:sldMk cId="0" sldId="320"/>
            <ac:spMk id="77900" creationId="{6A2B0227-1BD7-302C-9EB0-B33A08E16D79}"/>
          </ac:spMkLst>
        </pc:spChg>
        <pc:spChg chg="mod">
          <ac:chgData name="Margarit Meroyan" userId="630a6349-7c61-463e-804c-816773a1019c" providerId="ADAL" clId="{22660C09-678A-4802-AB6A-BC81C8C2E62A}" dt="2023-12-27T09:55:18.032" v="96" actId="1076"/>
          <ac:spMkLst>
            <pc:docMk/>
            <pc:sldMk cId="0" sldId="320"/>
            <ac:spMk id="77901" creationId="{2408856C-1FBE-3717-F5D1-1859562F96A4}"/>
          </ac:spMkLst>
        </pc:spChg>
        <pc:spChg chg="mod">
          <ac:chgData name="Margarit Meroyan" userId="630a6349-7c61-463e-804c-816773a1019c" providerId="ADAL" clId="{22660C09-678A-4802-AB6A-BC81C8C2E62A}" dt="2023-12-27T09:55:18.032" v="96" actId="1076"/>
          <ac:spMkLst>
            <pc:docMk/>
            <pc:sldMk cId="0" sldId="320"/>
            <ac:spMk id="77902" creationId="{FBD6C4BF-5517-D2EB-B49E-355466F7F960}"/>
          </ac:spMkLst>
        </pc:spChg>
        <pc:spChg chg="mod">
          <ac:chgData name="Margarit Meroyan" userId="630a6349-7c61-463e-804c-816773a1019c" providerId="ADAL" clId="{22660C09-678A-4802-AB6A-BC81C8C2E62A}" dt="2023-12-27T09:55:18.032" v="96" actId="1076"/>
          <ac:spMkLst>
            <pc:docMk/>
            <pc:sldMk cId="0" sldId="320"/>
            <ac:spMk id="77903" creationId="{0AD12D87-F6A7-54F2-E0F1-C92A0F921709}"/>
          </ac:spMkLst>
        </pc:spChg>
        <pc:spChg chg="mod">
          <ac:chgData name="Margarit Meroyan" userId="630a6349-7c61-463e-804c-816773a1019c" providerId="ADAL" clId="{22660C09-678A-4802-AB6A-BC81C8C2E62A}" dt="2023-12-27T09:55:10.179" v="94" actId="1076"/>
          <ac:spMkLst>
            <pc:docMk/>
            <pc:sldMk cId="0" sldId="320"/>
            <ac:spMk id="77904" creationId="{7149C950-9F58-B58D-F111-44B641DB769F}"/>
          </ac:spMkLst>
        </pc:spChg>
        <pc:spChg chg="mod">
          <ac:chgData name="Margarit Meroyan" userId="630a6349-7c61-463e-804c-816773a1019c" providerId="ADAL" clId="{22660C09-678A-4802-AB6A-BC81C8C2E62A}" dt="2023-12-27T09:55:10.179" v="94" actId="1076"/>
          <ac:spMkLst>
            <pc:docMk/>
            <pc:sldMk cId="0" sldId="320"/>
            <ac:spMk id="77905" creationId="{E66E35C4-1D3A-0730-858E-856F2875D4E7}"/>
          </ac:spMkLst>
        </pc:spChg>
        <pc:spChg chg="mod">
          <ac:chgData name="Margarit Meroyan" userId="630a6349-7c61-463e-804c-816773a1019c" providerId="ADAL" clId="{22660C09-678A-4802-AB6A-BC81C8C2E62A}" dt="2023-12-27T09:55:10.179" v="94" actId="1076"/>
          <ac:spMkLst>
            <pc:docMk/>
            <pc:sldMk cId="0" sldId="320"/>
            <ac:spMk id="77906" creationId="{2AA2F3A0-C13D-1B2B-2268-F93AFB302D0E}"/>
          </ac:spMkLst>
        </pc:spChg>
        <pc:spChg chg="mod">
          <ac:chgData name="Margarit Meroyan" userId="630a6349-7c61-463e-804c-816773a1019c" providerId="ADAL" clId="{22660C09-678A-4802-AB6A-BC81C8C2E62A}" dt="2023-12-27T09:55:10.179" v="94" actId="1076"/>
          <ac:spMkLst>
            <pc:docMk/>
            <pc:sldMk cId="0" sldId="320"/>
            <ac:spMk id="77907" creationId="{EA3A95A0-3565-B77F-5E01-23AD598C6B23}"/>
          </ac:spMkLst>
        </pc:spChg>
        <pc:spChg chg="mod">
          <ac:chgData name="Margarit Meroyan" userId="630a6349-7c61-463e-804c-816773a1019c" providerId="ADAL" clId="{22660C09-678A-4802-AB6A-BC81C8C2E62A}" dt="2023-12-27T09:55:10.179" v="94" actId="1076"/>
          <ac:spMkLst>
            <pc:docMk/>
            <pc:sldMk cId="0" sldId="320"/>
            <ac:spMk id="77908" creationId="{5E3E1C15-0D81-1BE6-7038-D0DB71CD05E3}"/>
          </ac:spMkLst>
        </pc:spChg>
        <pc:spChg chg="mod">
          <ac:chgData name="Margarit Meroyan" userId="630a6349-7c61-463e-804c-816773a1019c" providerId="ADAL" clId="{22660C09-678A-4802-AB6A-BC81C8C2E62A}" dt="2023-12-27T09:55:10.179" v="94" actId="1076"/>
          <ac:spMkLst>
            <pc:docMk/>
            <pc:sldMk cId="0" sldId="320"/>
            <ac:spMk id="77909" creationId="{44A1AF7A-E067-B30B-2601-844F0FEDAED1}"/>
          </ac:spMkLst>
        </pc:spChg>
        <pc:spChg chg="mod">
          <ac:chgData name="Margarit Meroyan" userId="630a6349-7c61-463e-804c-816773a1019c" providerId="ADAL" clId="{22660C09-678A-4802-AB6A-BC81C8C2E62A}" dt="2023-12-27T09:55:10.179" v="94" actId="1076"/>
          <ac:spMkLst>
            <pc:docMk/>
            <pc:sldMk cId="0" sldId="320"/>
            <ac:spMk id="77910" creationId="{C376DFD8-2721-96F0-67E6-C32B9E881125}"/>
          </ac:spMkLst>
        </pc:spChg>
        <pc:spChg chg="mod">
          <ac:chgData name="Margarit Meroyan" userId="630a6349-7c61-463e-804c-816773a1019c" providerId="ADAL" clId="{22660C09-678A-4802-AB6A-BC81C8C2E62A}" dt="2023-12-27T09:55:10.179" v="94" actId="1076"/>
          <ac:spMkLst>
            <pc:docMk/>
            <pc:sldMk cId="0" sldId="320"/>
            <ac:spMk id="77911" creationId="{DEA11003-2E94-E678-D957-5976AD840097}"/>
          </ac:spMkLst>
        </pc:spChg>
        <pc:spChg chg="mod">
          <ac:chgData name="Margarit Meroyan" userId="630a6349-7c61-463e-804c-816773a1019c" providerId="ADAL" clId="{22660C09-678A-4802-AB6A-BC81C8C2E62A}" dt="2023-12-27T09:55:10.179" v="94" actId="1076"/>
          <ac:spMkLst>
            <pc:docMk/>
            <pc:sldMk cId="0" sldId="320"/>
            <ac:spMk id="77912" creationId="{8A237DA7-2F36-7D48-E594-DA5B0D687EA0}"/>
          </ac:spMkLst>
        </pc:spChg>
        <pc:spChg chg="mod">
          <ac:chgData name="Margarit Meroyan" userId="630a6349-7c61-463e-804c-816773a1019c" providerId="ADAL" clId="{22660C09-678A-4802-AB6A-BC81C8C2E62A}" dt="2023-12-27T09:55:10.179" v="94" actId="1076"/>
          <ac:spMkLst>
            <pc:docMk/>
            <pc:sldMk cId="0" sldId="320"/>
            <ac:spMk id="77913" creationId="{B15D987F-E677-FA70-BACC-EF93D4B8BEAD}"/>
          </ac:spMkLst>
        </pc:spChg>
        <pc:spChg chg="mod">
          <ac:chgData name="Margarit Meroyan" userId="630a6349-7c61-463e-804c-816773a1019c" providerId="ADAL" clId="{22660C09-678A-4802-AB6A-BC81C8C2E62A}" dt="2023-12-27T09:55:10.179" v="94" actId="1076"/>
          <ac:spMkLst>
            <pc:docMk/>
            <pc:sldMk cId="0" sldId="320"/>
            <ac:spMk id="77914" creationId="{9DC5C863-A117-9AB6-E095-3A1AE3569AB7}"/>
          </ac:spMkLst>
        </pc:spChg>
        <pc:spChg chg="mod">
          <ac:chgData name="Margarit Meroyan" userId="630a6349-7c61-463e-804c-816773a1019c" providerId="ADAL" clId="{22660C09-678A-4802-AB6A-BC81C8C2E62A}" dt="2023-12-27T09:55:10.179" v="94" actId="1076"/>
          <ac:spMkLst>
            <pc:docMk/>
            <pc:sldMk cId="0" sldId="320"/>
            <ac:spMk id="77915" creationId="{F0F0E44E-AFE5-77E9-F653-E6DE0EB535BA}"/>
          </ac:spMkLst>
        </pc:spChg>
        <pc:spChg chg="mod">
          <ac:chgData name="Margarit Meroyan" userId="630a6349-7c61-463e-804c-816773a1019c" providerId="ADAL" clId="{22660C09-678A-4802-AB6A-BC81C8C2E62A}" dt="2023-12-27T09:55:10.179" v="94" actId="1076"/>
          <ac:spMkLst>
            <pc:docMk/>
            <pc:sldMk cId="0" sldId="320"/>
            <ac:spMk id="77916" creationId="{BEF0A8CF-A38D-B045-EC62-809DB381FB1E}"/>
          </ac:spMkLst>
        </pc:spChg>
        <pc:spChg chg="mod">
          <ac:chgData name="Margarit Meroyan" userId="630a6349-7c61-463e-804c-816773a1019c" providerId="ADAL" clId="{22660C09-678A-4802-AB6A-BC81C8C2E62A}" dt="2023-12-27T09:55:10.179" v="94" actId="1076"/>
          <ac:spMkLst>
            <pc:docMk/>
            <pc:sldMk cId="0" sldId="320"/>
            <ac:spMk id="77917" creationId="{366B2437-B0AB-772C-3E90-5903DD8F95A2}"/>
          </ac:spMkLst>
        </pc:spChg>
        <pc:spChg chg="mod">
          <ac:chgData name="Margarit Meroyan" userId="630a6349-7c61-463e-804c-816773a1019c" providerId="ADAL" clId="{22660C09-678A-4802-AB6A-BC81C8C2E62A}" dt="2023-12-27T09:55:10.179" v="94" actId="1076"/>
          <ac:spMkLst>
            <pc:docMk/>
            <pc:sldMk cId="0" sldId="320"/>
            <ac:spMk id="77918" creationId="{10CE38A0-6D37-774A-D569-8E87FA6386A8}"/>
          </ac:spMkLst>
        </pc:spChg>
        <pc:spChg chg="mod">
          <ac:chgData name="Margarit Meroyan" userId="630a6349-7c61-463e-804c-816773a1019c" providerId="ADAL" clId="{22660C09-678A-4802-AB6A-BC81C8C2E62A}" dt="2023-12-27T09:55:10.179" v="94" actId="1076"/>
          <ac:spMkLst>
            <pc:docMk/>
            <pc:sldMk cId="0" sldId="320"/>
            <ac:spMk id="77919" creationId="{D6FDA3C1-EFC3-3CA0-C161-5218B8681496}"/>
          </ac:spMkLst>
        </pc:spChg>
        <pc:spChg chg="mod">
          <ac:chgData name="Margarit Meroyan" userId="630a6349-7c61-463e-804c-816773a1019c" providerId="ADAL" clId="{22660C09-678A-4802-AB6A-BC81C8C2E62A}" dt="2023-12-27T09:55:10.179" v="94" actId="1076"/>
          <ac:spMkLst>
            <pc:docMk/>
            <pc:sldMk cId="0" sldId="320"/>
            <ac:spMk id="77920" creationId="{FF267EBF-ABED-E7CF-DE37-86A6EF02DF52}"/>
          </ac:spMkLst>
        </pc:spChg>
        <pc:spChg chg="mod">
          <ac:chgData name="Margarit Meroyan" userId="630a6349-7c61-463e-804c-816773a1019c" providerId="ADAL" clId="{22660C09-678A-4802-AB6A-BC81C8C2E62A}" dt="2023-12-27T09:55:10.179" v="94" actId="1076"/>
          <ac:spMkLst>
            <pc:docMk/>
            <pc:sldMk cId="0" sldId="320"/>
            <ac:spMk id="77921" creationId="{CD36F7D7-0767-6890-8BD7-68B0DDFE7C8F}"/>
          </ac:spMkLst>
        </pc:spChg>
        <pc:spChg chg="mod">
          <ac:chgData name="Margarit Meroyan" userId="630a6349-7c61-463e-804c-816773a1019c" providerId="ADAL" clId="{22660C09-678A-4802-AB6A-BC81C8C2E62A}" dt="2023-12-27T09:55:10.179" v="94" actId="1076"/>
          <ac:spMkLst>
            <pc:docMk/>
            <pc:sldMk cId="0" sldId="320"/>
            <ac:spMk id="77922" creationId="{F81088E5-A76F-3F01-EA63-9EA0EC615AE7}"/>
          </ac:spMkLst>
        </pc:spChg>
        <pc:spChg chg="mod">
          <ac:chgData name="Margarit Meroyan" userId="630a6349-7c61-463e-804c-816773a1019c" providerId="ADAL" clId="{22660C09-678A-4802-AB6A-BC81C8C2E62A}" dt="2023-12-27T09:55:10.179" v="94" actId="1076"/>
          <ac:spMkLst>
            <pc:docMk/>
            <pc:sldMk cId="0" sldId="320"/>
            <ac:spMk id="77923" creationId="{85CB021A-88C1-903E-9977-F9B04BE89122}"/>
          </ac:spMkLst>
        </pc:spChg>
        <pc:spChg chg="mod">
          <ac:chgData name="Margarit Meroyan" userId="630a6349-7c61-463e-804c-816773a1019c" providerId="ADAL" clId="{22660C09-678A-4802-AB6A-BC81C8C2E62A}" dt="2023-12-27T09:55:10.179" v="94" actId="1076"/>
          <ac:spMkLst>
            <pc:docMk/>
            <pc:sldMk cId="0" sldId="320"/>
            <ac:spMk id="77924" creationId="{B8F0FE87-6DBE-F000-2458-74D7F955CC0D}"/>
          </ac:spMkLst>
        </pc:spChg>
        <pc:spChg chg="mod">
          <ac:chgData name="Margarit Meroyan" userId="630a6349-7c61-463e-804c-816773a1019c" providerId="ADAL" clId="{22660C09-678A-4802-AB6A-BC81C8C2E62A}" dt="2023-12-27T09:55:10.179" v="94" actId="1076"/>
          <ac:spMkLst>
            <pc:docMk/>
            <pc:sldMk cId="0" sldId="320"/>
            <ac:spMk id="77925" creationId="{6F950688-10FD-3540-D7C3-C7302AAFA924}"/>
          </ac:spMkLst>
        </pc:spChg>
        <pc:spChg chg="mod">
          <ac:chgData name="Margarit Meroyan" userId="630a6349-7c61-463e-804c-816773a1019c" providerId="ADAL" clId="{22660C09-678A-4802-AB6A-BC81C8C2E62A}" dt="2023-12-27T09:55:10.179" v="94" actId="1076"/>
          <ac:spMkLst>
            <pc:docMk/>
            <pc:sldMk cId="0" sldId="320"/>
            <ac:spMk id="77926" creationId="{7B9E2BB8-26E2-B543-031A-FA05BFF590E6}"/>
          </ac:spMkLst>
        </pc:spChg>
        <pc:spChg chg="mod">
          <ac:chgData name="Margarit Meroyan" userId="630a6349-7c61-463e-804c-816773a1019c" providerId="ADAL" clId="{22660C09-678A-4802-AB6A-BC81C8C2E62A}" dt="2023-12-27T09:55:10.179" v="94" actId="1076"/>
          <ac:spMkLst>
            <pc:docMk/>
            <pc:sldMk cId="0" sldId="320"/>
            <ac:spMk id="77927" creationId="{F891A339-2074-2921-D4D0-8D25D66FD4E0}"/>
          </ac:spMkLst>
        </pc:spChg>
        <pc:spChg chg="mod">
          <ac:chgData name="Margarit Meroyan" userId="630a6349-7c61-463e-804c-816773a1019c" providerId="ADAL" clId="{22660C09-678A-4802-AB6A-BC81C8C2E62A}" dt="2023-12-27T09:55:10.179" v="94" actId="1076"/>
          <ac:spMkLst>
            <pc:docMk/>
            <pc:sldMk cId="0" sldId="320"/>
            <ac:spMk id="77928" creationId="{7943F9E0-0C5D-5E7A-2ABC-F3CEDDA46A1D}"/>
          </ac:spMkLst>
        </pc:spChg>
        <pc:spChg chg="mod">
          <ac:chgData name="Margarit Meroyan" userId="630a6349-7c61-463e-804c-816773a1019c" providerId="ADAL" clId="{22660C09-678A-4802-AB6A-BC81C8C2E62A}" dt="2023-12-27T09:55:10.179" v="94" actId="1076"/>
          <ac:spMkLst>
            <pc:docMk/>
            <pc:sldMk cId="0" sldId="320"/>
            <ac:spMk id="77929" creationId="{1236DEA3-13C4-25F4-FA4D-00E887DE057E}"/>
          </ac:spMkLst>
        </pc:spChg>
        <pc:spChg chg="mod">
          <ac:chgData name="Margarit Meroyan" userId="630a6349-7c61-463e-804c-816773a1019c" providerId="ADAL" clId="{22660C09-678A-4802-AB6A-BC81C8C2E62A}" dt="2023-12-27T09:55:13.981" v="95" actId="207"/>
          <ac:spMkLst>
            <pc:docMk/>
            <pc:sldMk cId="0" sldId="320"/>
            <ac:spMk id="77930" creationId="{F18868A0-7CE5-8953-EAFA-C73AEDEF040B}"/>
          </ac:spMkLst>
        </pc:spChg>
        <pc:spChg chg="mod">
          <ac:chgData name="Margarit Meroyan" userId="630a6349-7c61-463e-804c-816773a1019c" providerId="ADAL" clId="{22660C09-678A-4802-AB6A-BC81C8C2E62A}" dt="2023-12-27T09:55:13.981" v="95" actId="207"/>
          <ac:spMkLst>
            <pc:docMk/>
            <pc:sldMk cId="0" sldId="320"/>
            <ac:spMk id="77931" creationId="{B7DB16D8-3DE6-32D3-65E4-7C87771AF04F}"/>
          </ac:spMkLst>
        </pc:spChg>
        <pc:spChg chg="mod">
          <ac:chgData name="Margarit Meroyan" userId="630a6349-7c61-463e-804c-816773a1019c" providerId="ADAL" clId="{22660C09-678A-4802-AB6A-BC81C8C2E62A}" dt="2023-12-27T09:55:13.981" v="95" actId="207"/>
          <ac:spMkLst>
            <pc:docMk/>
            <pc:sldMk cId="0" sldId="320"/>
            <ac:spMk id="77932" creationId="{81F42938-BB09-0A1F-6F2A-EF35EA84EDFA}"/>
          </ac:spMkLst>
        </pc:spChg>
        <pc:spChg chg="mod">
          <ac:chgData name="Margarit Meroyan" userId="630a6349-7c61-463e-804c-816773a1019c" providerId="ADAL" clId="{22660C09-678A-4802-AB6A-BC81C8C2E62A}" dt="2023-12-27T09:55:13.981" v="95" actId="207"/>
          <ac:spMkLst>
            <pc:docMk/>
            <pc:sldMk cId="0" sldId="320"/>
            <ac:spMk id="77933" creationId="{A44568DC-CCAB-F523-1694-742BF9725AD8}"/>
          </ac:spMkLst>
        </pc:spChg>
        <pc:spChg chg="mod">
          <ac:chgData name="Margarit Meroyan" userId="630a6349-7c61-463e-804c-816773a1019c" providerId="ADAL" clId="{22660C09-678A-4802-AB6A-BC81C8C2E62A}" dt="2023-12-27T09:55:13.981" v="95" actId="207"/>
          <ac:spMkLst>
            <pc:docMk/>
            <pc:sldMk cId="0" sldId="320"/>
            <ac:spMk id="77934" creationId="{CEF1FE12-8637-CD73-46B5-6D6A37CB0622}"/>
          </ac:spMkLst>
        </pc:spChg>
        <pc:spChg chg="mod">
          <ac:chgData name="Margarit Meroyan" userId="630a6349-7c61-463e-804c-816773a1019c" providerId="ADAL" clId="{22660C09-678A-4802-AB6A-BC81C8C2E62A}" dt="2023-12-27T09:55:13.981" v="95" actId="207"/>
          <ac:spMkLst>
            <pc:docMk/>
            <pc:sldMk cId="0" sldId="320"/>
            <ac:spMk id="77935" creationId="{AC22B86F-1783-3085-EC37-FC874067EA22}"/>
          </ac:spMkLst>
        </pc:spChg>
        <pc:spChg chg="mod">
          <ac:chgData name="Margarit Meroyan" userId="630a6349-7c61-463e-804c-816773a1019c" providerId="ADAL" clId="{22660C09-678A-4802-AB6A-BC81C8C2E62A}" dt="2023-12-27T09:55:13.981" v="95" actId="207"/>
          <ac:spMkLst>
            <pc:docMk/>
            <pc:sldMk cId="0" sldId="320"/>
            <ac:spMk id="77936" creationId="{524218EC-0710-C06C-FD73-2B8650FE192F}"/>
          </ac:spMkLst>
        </pc:spChg>
        <pc:spChg chg="mod">
          <ac:chgData name="Margarit Meroyan" userId="630a6349-7c61-463e-804c-816773a1019c" providerId="ADAL" clId="{22660C09-678A-4802-AB6A-BC81C8C2E62A}" dt="2023-12-27T09:55:13.981" v="95" actId="207"/>
          <ac:spMkLst>
            <pc:docMk/>
            <pc:sldMk cId="0" sldId="320"/>
            <ac:spMk id="77937" creationId="{D984F81C-3896-27E2-DFB4-00AC5BE40559}"/>
          </ac:spMkLst>
        </pc:spChg>
        <pc:spChg chg="mod">
          <ac:chgData name="Margarit Meroyan" userId="630a6349-7c61-463e-804c-816773a1019c" providerId="ADAL" clId="{22660C09-678A-4802-AB6A-BC81C8C2E62A}" dt="2023-12-27T09:55:10.179" v="94" actId="1076"/>
          <ac:spMkLst>
            <pc:docMk/>
            <pc:sldMk cId="0" sldId="320"/>
            <ac:spMk id="77938" creationId="{269259CC-1448-BC9F-D420-29A90D0E2DBB}"/>
          </ac:spMkLst>
        </pc:spChg>
        <pc:spChg chg="mod">
          <ac:chgData name="Margarit Meroyan" userId="630a6349-7c61-463e-804c-816773a1019c" providerId="ADAL" clId="{22660C09-678A-4802-AB6A-BC81C8C2E62A}" dt="2023-12-27T09:55:10.179" v="94" actId="1076"/>
          <ac:spMkLst>
            <pc:docMk/>
            <pc:sldMk cId="0" sldId="320"/>
            <ac:spMk id="77939" creationId="{0958196D-3DBE-79AC-F6BC-F1977DCC41DF}"/>
          </ac:spMkLst>
        </pc:spChg>
        <pc:spChg chg="mod">
          <ac:chgData name="Margarit Meroyan" userId="630a6349-7c61-463e-804c-816773a1019c" providerId="ADAL" clId="{22660C09-678A-4802-AB6A-BC81C8C2E62A}" dt="2023-12-27T09:55:10.179" v="94" actId="1076"/>
          <ac:spMkLst>
            <pc:docMk/>
            <pc:sldMk cId="0" sldId="320"/>
            <ac:spMk id="77940" creationId="{84EBFDAD-2F3D-8964-47CD-E6D6E4B3B524}"/>
          </ac:spMkLst>
        </pc:spChg>
        <pc:spChg chg="mod">
          <ac:chgData name="Margarit Meroyan" userId="630a6349-7c61-463e-804c-816773a1019c" providerId="ADAL" clId="{22660C09-678A-4802-AB6A-BC81C8C2E62A}" dt="2023-12-27T09:55:10.179" v="94" actId="1076"/>
          <ac:spMkLst>
            <pc:docMk/>
            <pc:sldMk cId="0" sldId="320"/>
            <ac:spMk id="77943" creationId="{82B164A3-55F1-EB60-A2CD-62C88E2A9BA6}"/>
          </ac:spMkLst>
        </pc:spChg>
        <pc:spChg chg="mod">
          <ac:chgData name="Margarit Meroyan" userId="630a6349-7c61-463e-804c-816773a1019c" providerId="ADAL" clId="{22660C09-678A-4802-AB6A-BC81C8C2E62A}" dt="2023-12-27T09:55:10.179" v="94" actId="1076"/>
          <ac:spMkLst>
            <pc:docMk/>
            <pc:sldMk cId="0" sldId="320"/>
            <ac:spMk id="77944" creationId="{1B110C8E-BC55-CEB1-1C56-15EBCAD0AC9F}"/>
          </ac:spMkLst>
        </pc:spChg>
        <pc:spChg chg="mod">
          <ac:chgData name="Margarit Meroyan" userId="630a6349-7c61-463e-804c-816773a1019c" providerId="ADAL" clId="{22660C09-678A-4802-AB6A-BC81C8C2E62A}" dt="2023-12-27T09:55:10.179" v="94" actId="1076"/>
          <ac:spMkLst>
            <pc:docMk/>
            <pc:sldMk cId="0" sldId="320"/>
            <ac:spMk id="77945" creationId="{61118945-422C-7E16-8C8B-6A64B8124880}"/>
          </ac:spMkLst>
        </pc:spChg>
        <pc:spChg chg="mod">
          <ac:chgData name="Margarit Meroyan" userId="630a6349-7c61-463e-804c-816773a1019c" providerId="ADAL" clId="{22660C09-678A-4802-AB6A-BC81C8C2E62A}" dt="2023-12-27T09:55:10.179" v="94" actId="1076"/>
          <ac:spMkLst>
            <pc:docMk/>
            <pc:sldMk cId="0" sldId="320"/>
            <ac:spMk id="77946" creationId="{34D9CD46-CBB1-F333-07E1-9EAEE819B9B9}"/>
          </ac:spMkLst>
        </pc:spChg>
        <pc:spChg chg="mod">
          <ac:chgData name="Margarit Meroyan" userId="630a6349-7c61-463e-804c-816773a1019c" providerId="ADAL" clId="{22660C09-678A-4802-AB6A-BC81C8C2E62A}" dt="2023-12-27T09:55:10.179" v="94" actId="1076"/>
          <ac:spMkLst>
            <pc:docMk/>
            <pc:sldMk cId="0" sldId="320"/>
            <ac:spMk id="77947" creationId="{9574A537-C31D-F57E-3E63-540946B934B0}"/>
          </ac:spMkLst>
        </pc:spChg>
        <pc:spChg chg="mod">
          <ac:chgData name="Margarit Meroyan" userId="630a6349-7c61-463e-804c-816773a1019c" providerId="ADAL" clId="{22660C09-678A-4802-AB6A-BC81C8C2E62A}" dt="2023-12-27T09:55:10.179" v="94" actId="1076"/>
          <ac:spMkLst>
            <pc:docMk/>
            <pc:sldMk cId="0" sldId="320"/>
            <ac:spMk id="77948" creationId="{DA3B22EB-1AB6-D4D6-F528-CD7330D571A7}"/>
          </ac:spMkLst>
        </pc:spChg>
        <pc:spChg chg="mod">
          <ac:chgData name="Margarit Meroyan" userId="630a6349-7c61-463e-804c-816773a1019c" providerId="ADAL" clId="{22660C09-678A-4802-AB6A-BC81C8C2E62A}" dt="2023-12-27T09:55:10.179" v="94" actId="1076"/>
          <ac:spMkLst>
            <pc:docMk/>
            <pc:sldMk cId="0" sldId="320"/>
            <ac:spMk id="77949" creationId="{3E28A312-B6B1-8032-904C-12A448D31221}"/>
          </ac:spMkLst>
        </pc:spChg>
        <pc:spChg chg="mod">
          <ac:chgData name="Margarit Meroyan" userId="630a6349-7c61-463e-804c-816773a1019c" providerId="ADAL" clId="{22660C09-678A-4802-AB6A-BC81C8C2E62A}" dt="2023-12-27T09:55:10.179" v="94" actId="1076"/>
          <ac:spMkLst>
            <pc:docMk/>
            <pc:sldMk cId="0" sldId="320"/>
            <ac:spMk id="77950" creationId="{1F66BE96-2FB6-9D04-A9FD-67139F0EFD02}"/>
          </ac:spMkLst>
        </pc:spChg>
        <pc:spChg chg="mod">
          <ac:chgData name="Margarit Meroyan" userId="630a6349-7c61-463e-804c-816773a1019c" providerId="ADAL" clId="{22660C09-678A-4802-AB6A-BC81C8C2E62A}" dt="2023-12-27T09:55:10.179" v="94" actId="1076"/>
          <ac:spMkLst>
            <pc:docMk/>
            <pc:sldMk cId="0" sldId="320"/>
            <ac:spMk id="77951" creationId="{C2475982-4077-B51D-6B08-234C78A6E757}"/>
          </ac:spMkLst>
        </pc:spChg>
        <pc:spChg chg="mod">
          <ac:chgData name="Margarit Meroyan" userId="630a6349-7c61-463e-804c-816773a1019c" providerId="ADAL" clId="{22660C09-678A-4802-AB6A-BC81C8C2E62A}" dt="2023-12-27T09:55:10.179" v="94" actId="1076"/>
          <ac:spMkLst>
            <pc:docMk/>
            <pc:sldMk cId="0" sldId="320"/>
            <ac:spMk id="77952" creationId="{09D0B08C-9E52-C24B-965B-D24E89F8383D}"/>
          </ac:spMkLst>
        </pc:spChg>
        <pc:spChg chg="mod">
          <ac:chgData name="Margarit Meroyan" userId="630a6349-7c61-463e-804c-816773a1019c" providerId="ADAL" clId="{22660C09-678A-4802-AB6A-BC81C8C2E62A}" dt="2023-12-27T09:55:10.179" v="94" actId="1076"/>
          <ac:spMkLst>
            <pc:docMk/>
            <pc:sldMk cId="0" sldId="320"/>
            <ac:spMk id="77953" creationId="{322658D2-ABF3-9542-00D9-DC1699A91D02}"/>
          </ac:spMkLst>
        </pc:spChg>
        <pc:spChg chg="mod">
          <ac:chgData name="Margarit Meroyan" userId="630a6349-7c61-463e-804c-816773a1019c" providerId="ADAL" clId="{22660C09-678A-4802-AB6A-BC81C8C2E62A}" dt="2023-12-27T09:55:10.179" v="94" actId="1076"/>
          <ac:spMkLst>
            <pc:docMk/>
            <pc:sldMk cId="0" sldId="320"/>
            <ac:spMk id="77954" creationId="{E9EB496F-3AE9-0A86-9887-3FC00B940CBA}"/>
          </ac:spMkLst>
        </pc:spChg>
        <pc:spChg chg="mod">
          <ac:chgData name="Margarit Meroyan" userId="630a6349-7c61-463e-804c-816773a1019c" providerId="ADAL" clId="{22660C09-678A-4802-AB6A-BC81C8C2E62A}" dt="2023-12-27T09:55:10.179" v="94" actId="1076"/>
          <ac:spMkLst>
            <pc:docMk/>
            <pc:sldMk cId="0" sldId="320"/>
            <ac:spMk id="77955" creationId="{C42AE701-DBAA-4516-5023-B18173C9CC0A}"/>
          </ac:spMkLst>
        </pc:spChg>
        <pc:spChg chg="mod">
          <ac:chgData name="Margarit Meroyan" userId="630a6349-7c61-463e-804c-816773a1019c" providerId="ADAL" clId="{22660C09-678A-4802-AB6A-BC81C8C2E62A}" dt="2023-12-27T09:55:10.179" v="94" actId="1076"/>
          <ac:spMkLst>
            <pc:docMk/>
            <pc:sldMk cId="0" sldId="320"/>
            <ac:spMk id="77956" creationId="{735A7FE8-C943-3C78-CDC7-6ECA2503D4B2}"/>
          </ac:spMkLst>
        </pc:spChg>
        <pc:spChg chg="mod">
          <ac:chgData name="Margarit Meroyan" userId="630a6349-7c61-463e-804c-816773a1019c" providerId="ADAL" clId="{22660C09-678A-4802-AB6A-BC81C8C2E62A}" dt="2023-12-27T09:55:10.179" v="94" actId="1076"/>
          <ac:spMkLst>
            <pc:docMk/>
            <pc:sldMk cId="0" sldId="320"/>
            <ac:spMk id="77957" creationId="{7A1B4B12-4B8A-E792-A38B-90C740E6E2B5}"/>
          </ac:spMkLst>
        </pc:spChg>
        <pc:spChg chg="mod">
          <ac:chgData name="Margarit Meroyan" userId="630a6349-7c61-463e-804c-816773a1019c" providerId="ADAL" clId="{22660C09-678A-4802-AB6A-BC81C8C2E62A}" dt="2023-12-27T09:55:10.179" v="94" actId="1076"/>
          <ac:spMkLst>
            <pc:docMk/>
            <pc:sldMk cId="0" sldId="320"/>
            <ac:spMk id="77958" creationId="{663C137D-2850-B47D-7052-2D5C38C99585}"/>
          </ac:spMkLst>
        </pc:spChg>
        <pc:spChg chg="mod">
          <ac:chgData name="Margarit Meroyan" userId="630a6349-7c61-463e-804c-816773a1019c" providerId="ADAL" clId="{22660C09-678A-4802-AB6A-BC81C8C2E62A}" dt="2023-12-27T09:55:10.179" v="94" actId="1076"/>
          <ac:spMkLst>
            <pc:docMk/>
            <pc:sldMk cId="0" sldId="320"/>
            <ac:spMk id="77960" creationId="{58403C31-F751-E7D6-554A-F1FE51EA9C27}"/>
          </ac:spMkLst>
        </pc:spChg>
        <pc:spChg chg="mod">
          <ac:chgData name="Margarit Meroyan" userId="630a6349-7c61-463e-804c-816773a1019c" providerId="ADAL" clId="{22660C09-678A-4802-AB6A-BC81C8C2E62A}" dt="2023-12-27T09:55:10.179" v="94" actId="1076"/>
          <ac:spMkLst>
            <pc:docMk/>
            <pc:sldMk cId="0" sldId="320"/>
            <ac:spMk id="77961" creationId="{711ADFD5-523B-9577-32CF-D02EE4E1A2B9}"/>
          </ac:spMkLst>
        </pc:spChg>
        <pc:spChg chg="mod">
          <ac:chgData name="Margarit Meroyan" userId="630a6349-7c61-463e-804c-816773a1019c" providerId="ADAL" clId="{22660C09-678A-4802-AB6A-BC81C8C2E62A}" dt="2023-12-27T09:55:10.179" v="94" actId="1076"/>
          <ac:spMkLst>
            <pc:docMk/>
            <pc:sldMk cId="0" sldId="320"/>
            <ac:spMk id="77962" creationId="{18C0CD03-EC97-C6FA-E562-8F65A3F5BD4E}"/>
          </ac:spMkLst>
        </pc:spChg>
        <pc:spChg chg="mod">
          <ac:chgData name="Margarit Meroyan" userId="630a6349-7c61-463e-804c-816773a1019c" providerId="ADAL" clId="{22660C09-678A-4802-AB6A-BC81C8C2E62A}" dt="2023-12-27T09:55:10.179" v="94" actId="1076"/>
          <ac:spMkLst>
            <pc:docMk/>
            <pc:sldMk cId="0" sldId="320"/>
            <ac:spMk id="77963" creationId="{A4A97DCF-D08B-290A-B206-656DE45235D0}"/>
          </ac:spMkLst>
        </pc:spChg>
        <pc:spChg chg="mod">
          <ac:chgData name="Margarit Meroyan" userId="630a6349-7c61-463e-804c-816773a1019c" providerId="ADAL" clId="{22660C09-678A-4802-AB6A-BC81C8C2E62A}" dt="2023-12-27T09:55:10.179" v="94" actId="1076"/>
          <ac:spMkLst>
            <pc:docMk/>
            <pc:sldMk cId="0" sldId="320"/>
            <ac:spMk id="77964" creationId="{66B0DFA7-C63C-0AC9-FAF4-B6D1153CC019}"/>
          </ac:spMkLst>
        </pc:spChg>
        <pc:spChg chg="mod">
          <ac:chgData name="Margarit Meroyan" userId="630a6349-7c61-463e-804c-816773a1019c" providerId="ADAL" clId="{22660C09-678A-4802-AB6A-BC81C8C2E62A}" dt="2023-12-27T09:55:10.179" v="94" actId="1076"/>
          <ac:spMkLst>
            <pc:docMk/>
            <pc:sldMk cId="0" sldId="320"/>
            <ac:spMk id="77965" creationId="{26D18609-9558-022B-63D9-EF4C24FDE219}"/>
          </ac:spMkLst>
        </pc:spChg>
        <pc:spChg chg="mod">
          <ac:chgData name="Margarit Meroyan" userId="630a6349-7c61-463e-804c-816773a1019c" providerId="ADAL" clId="{22660C09-678A-4802-AB6A-BC81C8C2E62A}" dt="2023-12-27T09:55:10.179" v="94" actId="1076"/>
          <ac:spMkLst>
            <pc:docMk/>
            <pc:sldMk cId="0" sldId="320"/>
            <ac:spMk id="77966" creationId="{9F321676-2CD8-0461-A428-81998C79E215}"/>
          </ac:spMkLst>
        </pc:spChg>
        <pc:spChg chg="mod">
          <ac:chgData name="Margarit Meroyan" userId="630a6349-7c61-463e-804c-816773a1019c" providerId="ADAL" clId="{22660C09-678A-4802-AB6A-BC81C8C2E62A}" dt="2023-12-27T09:55:10.179" v="94" actId="1076"/>
          <ac:spMkLst>
            <pc:docMk/>
            <pc:sldMk cId="0" sldId="320"/>
            <ac:spMk id="77967" creationId="{BA448BC1-B529-046B-6C6E-18154C5D2D9D}"/>
          </ac:spMkLst>
        </pc:spChg>
        <pc:spChg chg="mod">
          <ac:chgData name="Margarit Meroyan" userId="630a6349-7c61-463e-804c-816773a1019c" providerId="ADAL" clId="{22660C09-678A-4802-AB6A-BC81C8C2E62A}" dt="2023-12-27T09:55:10.179" v="94" actId="1076"/>
          <ac:spMkLst>
            <pc:docMk/>
            <pc:sldMk cId="0" sldId="320"/>
            <ac:spMk id="77968" creationId="{B6965EEB-80A0-1847-C697-179D03B8084C}"/>
          </ac:spMkLst>
        </pc:spChg>
        <pc:spChg chg="mod">
          <ac:chgData name="Margarit Meroyan" userId="630a6349-7c61-463e-804c-816773a1019c" providerId="ADAL" clId="{22660C09-678A-4802-AB6A-BC81C8C2E62A}" dt="2023-12-27T09:55:10.179" v="94" actId="1076"/>
          <ac:spMkLst>
            <pc:docMk/>
            <pc:sldMk cId="0" sldId="320"/>
            <ac:spMk id="77969" creationId="{CF36A2E2-8411-CF92-A835-A1E3BCD5939A}"/>
          </ac:spMkLst>
        </pc:spChg>
        <pc:spChg chg="mod">
          <ac:chgData name="Margarit Meroyan" userId="630a6349-7c61-463e-804c-816773a1019c" providerId="ADAL" clId="{22660C09-678A-4802-AB6A-BC81C8C2E62A}" dt="2023-12-27T09:55:10.179" v="94" actId="1076"/>
          <ac:spMkLst>
            <pc:docMk/>
            <pc:sldMk cId="0" sldId="320"/>
            <ac:spMk id="77970" creationId="{C4E85F8B-AC08-8440-3932-6778A6096ADD}"/>
          </ac:spMkLst>
        </pc:spChg>
        <pc:spChg chg="mod">
          <ac:chgData name="Margarit Meroyan" userId="630a6349-7c61-463e-804c-816773a1019c" providerId="ADAL" clId="{22660C09-678A-4802-AB6A-BC81C8C2E62A}" dt="2023-12-27T09:55:10.179" v="94" actId="1076"/>
          <ac:spMkLst>
            <pc:docMk/>
            <pc:sldMk cId="0" sldId="320"/>
            <ac:spMk id="77971" creationId="{6EE3C483-1998-8001-5E91-333F214C1C47}"/>
          </ac:spMkLst>
        </pc:spChg>
        <pc:spChg chg="mod">
          <ac:chgData name="Margarit Meroyan" userId="630a6349-7c61-463e-804c-816773a1019c" providerId="ADAL" clId="{22660C09-678A-4802-AB6A-BC81C8C2E62A}" dt="2023-12-27T09:55:10.179" v="94" actId="1076"/>
          <ac:spMkLst>
            <pc:docMk/>
            <pc:sldMk cId="0" sldId="320"/>
            <ac:spMk id="77972" creationId="{19BE8EAB-4B93-6BD8-E548-40AA1B706C09}"/>
          </ac:spMkLst>
        </pc:spChg>
        <pc:spChg chg="mod">
          <ac:chgData name="Margarit Meroyan" userId="630a6349-7c61-463e-804c-816773a1019c" providerId="ADAL" clId="{22660C09-678A-4802-AB6A-BC81C8C2E62A}" dt="2023-12-27T09:55:10.179" v="94" actId="1076"/>
          <ac:spMkLst>
            <pc:docMk/>
            <pc:sldMk cId="0" sldId="320"/>
            <ac:spMk id="77973" creationId="{14D8153C-6A3E-C69A-6472-0A639A6DE036}"/>
          </ac:spMkLst>
        </pc:spChg>
        <pc:spChg chg="mod">
          <ac:chgData name="Margarit Meroyan" userId="630a6349-7c61-463e-804c-816773a1019c" providerId="ADAL" clId="{22660C09-678A-4802-AB6A-BC81C8C2E62A}" dt="2023-12-27T09:55:10.179" v="94" actId="1076"/>
          <ac:spMkLst>
            <pc:docMk/>
            <pc:sldMk cId="0" sldId="320"/>
            <ac:spMk id="77974" creationId="{CD85B6F2-1394-50B7-A1FC-06C77F00EEE8}"/>
          </ac:spMkLst>
        </pc:spChg>
        <pc:spChg chg="mod">
          <ac:chgData name="Margarit Meroyan" userId="630a6349-7c61-463e-804c-816773a1019c" providerId="ADAL" clId="{22660C09-678A-4802-AB6A-BC81C8C2E62A}" dt="2023-12-27T09:55:10.179" v="94" actId="1076"/>
          <ac:spMkLst>
            <pc:docMk/>
            <pc:sldMk cId="0" sldId="320"/>
            <ac:spMk id="77975" creationId="{64290FAC-BD4B-EF6B-B9CC-9DAC69584B5D}"/>
          </ac:spMkLst>
        </pc:spChg>
        <pc:spChg chg="mod">
          <ac:chgData name="Margarit Meroyan" userId="630a6349-7c61-463e-804c-816773a1019c" providerId="ADAL" clId="{22660C09-678A-4802-AB6A-BC81C8C2E62A}" dt="2023-12-27T09:55:10.179" v="94" actId="1076"/>
          <ac:spMkLst>
            <pc:docMk/>
            <pc:sldMk cId="0" sldId="320"/>
            <ac:spMk id="77976" creationId="{E626C41B-CC19-8FFC-436B-ACE7D12E4D97}"/>
          </ac:spMkLst>
        </pc:spChg>
        <pc:spChg chg="mod">
          <ac:chgData name="Margarit Meroyan" userId="630a6349-7c61-463e-804c-816773a1019c" providerId="ADAL" clId="{22660C09-678A-4802-AB6A-BC81C8C2E62A}" dt="2023-12-27T09:55:10.179" v="94" actId="1076"/>
          <ac:spMkLst>
            <pc:docMk/>
            <pc:sldMk cId="0" sldId="320"/>
            <ac:spMk id="77977" creationId="{4F359703-6D2F-80D3-6690-BE8D5202E169}"/>
          </ac:spMkLst>
        </pc:spChg>
        <pc:spChg chg="mod">
          <ac:chgData name="Margarit Meroyan" userId="630a6349-7c61-463e-804c-816773a1019c" providerId="ADAL" clId="{22660C09-678A-4802-AB6A-BC81C8C2E62A}" dt="2023-12-27T09:55:10.179" v="94" actId="1076"/>
          <ac:spMkLst>
            <pc:docMk/>
            <pc:sldMk cId="0" sldId="320"/>
            <ac:spMk id="77978" creationId="{B0D57B71-A067-7771-1840-212002337402}"/>
          </ac:spMkLst>
        </pc:spChg>
        <pc:spChg chg="mod">
          <ac:chgData name="Margarit Meroyan" userId="630a6349-7c61-463e-804c-816773a1019c" providerId="ADAL" clId="{22660C09-678A-4802-AB6A-BC81C8C2E62A}" dt="2023-12-27T09:55:10.179" v="94" actId="1076"/>
          <ac:spMkLst>
            <pc:docMk/>
            <pc:sldMk cId="0" sldId="320"/>
            <ac:spMk id="77979" creationId="{ABC96858-ADAF-F0AF-AB20-31DA74A4F682}"/>
          </ac:spMkLst>
        </pc:spChg>
        <pc:spChg chg="mod">
          <ac:chgData name="Margarit Meroyan" userId="630a6349-7c61-463e-804c-816773a1019c" providerId="ADAL" clId="{22660C09-678A-4802-AB6A-BC81C8C2E62A}" dt="2023-12-27T09:55:10.179" v="94" actId="1076"/>
          <ac:spMkLst>
            <pc:docMk/>
            <pc:sldMk cId="0" sldId="320"/>
            <ac:spMk id="77980" creationId="{4857D9A5-DCA1-2734-FA13-3590199E3940}"/>
          </ac:spMkLst>
        </pc:spChg>
        <pc:spChg chg="mod">
          <ac:chgData name="Margarit Meroyan" userId="630a6349-7c61-463e-804c-816773a1019c" providerId="ADAL" clId="{22660C09-678A-4802-AB6A-BC81C8C2E62A}" dt="2023-12-27T09:55:10.179" v="94" actId="1076"/>
          <ac:spMkLst>
            <pc:docMk/>
            <pc:sldMk cId="0" sldId="320"/>
            <ac:spMk id="77981" creationId="{54CC4B36-7252-67B0-9136-92684641B60D}"/>
          </ac:spMkLst>
        </pc:spChg>
        <pc:spChg chg="mod">
          <ac:chgData name="Margarit Meroyan" userId="630a6349-7c61-463e-804c-816773a1019c" providerId="ADAL" clId="{22660C09-678A-4802-AB6A-BC81C8C2E62A}" dt="2023-12-27T09:55:10.179" v="94" actId="1076"/>
          <ac:spMkLst>
            <pc:docMk/>
            <pc:sldMk cId="0" sldId="320"/>
            <ac:spMk id="77982" creationId="{9C2EEBD9-74DB-A0EA-A837-8A4CF22183DA}"/>
          </ac:spMkLst>
        </pc:spChg>
        <pc:spChg chg="mod">
          <ac:chgData name="Margarit Meroyan" userId="630a6349-7c61-463e-804c-816773a1019c" providerId="ADAL" clId="{22660C09-678A-4802-AB6A-BC81C8C2E62A}" dt="2023-12-27T09:55:10.179" v="94" actId="1076"/>
          <ac:spMkLst>
            <pc:docMk/>
            <pc:sldMk cId="0" sldId="320"/>
            <ac:spMk id="77983" creationId="{7A099778-A69D-F1E6-DD35-D072E9415A54}"/>
          </ac:spMkLst>
        </pc:spChg>
        <pc:spChg chg="mod">
          <ac:chgData name="Margarit Meroyan" userId="630a6349-7c61-463e-804c-816773a1019c" providerId="ADAL" clId="{22660C09-678A-4802-AB6A-BC81C8C2E62A}" dt="2023-12-27T09:55:10.179" v="94" actId="1076"/>
          <ac:spMkLst>
            <pc:docMk/>
            <pc:sldMk cId="0" sldId="320"/>
            <ac:spMk id="77984" creationId="{8D0F4163-2CA8-517B-0F6A-DD3CF9F95986}"/>
          </ac:spMkLst>
        </pc:spChg>
        <pc:spChg chg="mod">
          <ac:chgData name="Margarit Meroyan" userId="630a6349-7c61-463e-804c-816773a1019c" providerId="ADAL" clId="{22660C09-678A-4802-AB6A-BC81C8C2E62A}" dt="2023-12-27T09:55:10.179" v="94" actId="1076"/>
          <ac:spMkLst>
            <pc:docMk/>
            <pc:sldMk cId="0" sldId="320"/>
            <ac:spMk id="77985" creationId="{51221C2B-7E22-139D-A424-81BEB441494B}"/>
          </ac:spMkLst>
        </pc:spChg>
        <pc:spChg chg="mod">
          <ac:chgData name="Margarit Meroyan" userId="630a6349-7c61-463e-804c-816773a1019c" providerId="ADAL" clId="{22660C09-678A-4802-AB6A-BC81C8C2E62A}" dt="2023-12-27T09:55:10.179" v="94" actId="1076"/>
          <ac:spMkLst>
            <pc:docMk/>
            <pc:sldMk cId="0" sldId="320"/>
            <ac:spMk id="77986" creationId="{F39EC5A3-8CD5-BCC3-EE1D-F3D088BCDFB1}"/>
          </ac:spMkLst>
        </pc:spChg>
        <pc:spChg chg="mod">
          <ac:chgData name="Margarit Meroyan" userId="630a6349-7c61-463e-804c-816773a1019c" providerId="ADAL" clId="{22660C09-678A-4802-AB6A-BC81C8C2E62A}" dt="2023-12-27T09:55:10.179" v="94" actId="1076"/>
          <ac:spMkLst>
            <pc:docMk/>
            <pc:sldMk cId="0" sldId="320"/>
            <ac:spMk id="77987" creationId="{A6A28322-D4C9-02A7-3ED7-AFA2A7A484E9}"/>
          </ac:spMkLst>
        </pc:spChg>
        <pc:grpChg chg="mod">
          <ac:chgData name="Margarit Meroyan" userId="630a6349-7c61-463e-804c-816773a1019c" providerId="ADAL" clId="{22660C09-678A-4802-AB6A-BC81C8C2E62A}" dt="2023-12-27T09:55:10.179" v="94" actId="1076"/>
          <ac:grpSpMkLst>
            <pc:docMk/>
            <pc:sldMk cId="0" sldId="320"/>
            <ac:grpSpMk id="77827" creationId="{D2D3A0A4-734C-4A9C-236E-21F585EF35AD}"/>
          </ac:grpSpMkLst>
        </pc:grpChg>
        <pc:grpChg chg="mod">
          <ac:chgData name="Margarit Meroyan" userId="630a6349-7c61-463e-804c-816773a1019c" providerId="ADAL" clId="{22660C09-678A-4802-AB6A-BC81C8C2E62A}" dt="2023-12-27T09:55:18.032" v="96" actId="1076"/>
          <ac:grpSpMkLst>
            <pc:docMk/>
            <pc:sldMk cId="0" sldId="320"/>
            <ac:grpSpMk id="77830" creationId="{75256C36-EEA6-5D0E-48B5-647F47BD6353}"/>
          </ac:grpSpMkLst>
        </pc:grpChg>
        <pc:grpChg chg="mod">
          <ac:chgData name="Margarit Meroyan" userId="630a6349-7c61-463e-804c-816773a1019c" providerId="ADAL" clId="{22660C09-678A-4802-AB6A-BC81C8C2E62A}" dt="2023-12-27T09:55:18.032" v="96" actId="1076"/>
          <ac:grpSpMkLst>
            <pc:docMk/>
            <pc:sldMk cId="0" sldId="320"/>
            <ac:grpSpMk id="77876" creationId="{825AA61F-B408-F9BA-CDDE-9D43C5DFCB95}"/>
          </ac:grpSpMkLst>
        </pc:grpChg>
        <pc:grpChg chg="mod">
          <ac:chgData name="Margarit Meroyan" userId="630a6349-7c61-463e-804c-816773a1019c" providerId="ADAL" clId="{22660C09-678A-4802-AB6A-BC81C8C2E62A}" dt="2023-12-27T09:55:18.032" v="96" actId="1076"/>
          <ac:grpSpMkLst>
            <pc:docMk/>
            <pc:sldMk cId="0" sldId="320"/>
            <ac:grpSpMk id="77888" creationId="{17FC893E-14D6-1305-0977-1A52C186097C}"/>
          </ac:grpSpMkLst>
        </pc:grpChg>
        <pc:grpChg chg="mod">
          <ac:chgData name="Margarit Meroyan" userId="630a6349-7c61-463e-804c-816773a1019c" providerId="ADAL" clId="{22660C09-678A-4802-AB6A-BC81C8C2E62A}" dt="2023-12-27T09:55:18.032" v="96" actId="1076"/>
          <ac:grpSpMkLst>
            <pc:docMk/>
            <pc:sldMk cId="0" sldId="320"/>
            <ac:grpSpMk id="77889" creationId="{9CD0CA35-5EA5-62B1-E23F-B2EB42471A01}"/>
          </ac:grpSpMkLst>
        </pc:grpChg>
        <pc:grpChg chg="mod">
          <ac:chgData name="Margarit Meroyan" userId="630a6349-7c61-463e-804c-816773a1019c" providerId="ADAL" clId="{22660C09-678A-4802-AB6A-BC81C8C2E62A}" dt="2023-12-27T09:55:10.179" v="94" actId="1076"/>
          <ac:grpSpMkLst>
            <pc:docMk/>
            <pc:sldMk cId="0" sldId="320"/>
            <ac:grpSpMk id="77941" creationId="{AA487C6D-A5D8-21B1-C2E1-A938E8DEA26F}"/>
          </ac:grpSpMkLst>
        </pc:grpChg>
        <pc:grpChg chg="mod">
          <ac:chgData name="Margarit Meroyan" userId="630a6349-7c61-463e-804c-816773a1019c" providerId="ADAL" clId="{22660C09-678A-4802-AB6A-BC81C8C2E62A}" dt="2023-12-27T09:55:10.179" v="94" actId="1076"/>
          <ac:grpSpMkLst>
            <pc:docMk/>
            <pc:sldMk cId="0" sldId="320"/>
            <ac:grpSpMk id="77942" creationId="{8B345E02-F305-06F8-3197-A2859C4CB6CA}"/>
          </ac:grpSpMkLst>
        </pc:grpChg>
        <pc:grpChg chg="mod">
          <ac:chgData name="Margarit Meroyan" userId="630a6349-7c61-463e-804c-816773a1019c" providerId="ADAL" clId="{22660C09-678A-4802-AB6A-BC81C8C2E62A}" dt="2023-12-27T09:55:10.179" v="94" actId="1076"/>
          <ac:grpSpMkLst>
            <pc:docMk/>
            <pc:sldMk cId="0" sldId="320"/>
            <ac:grpSpMk id="77959" creationId="{ACF1B379-8108-1812-11B6-3DA0C707167A}"/>
          </ac:grpSpMkLst>
        </pc:grpChg>
      </pc:sldChg>
      <pc:sldChg chg="modSp mod">
        <pc:chgData name="Margarit Meroyan" userId="630a6349-7c61-463e-804c-816773a1019c" providerId="ADAL" clId="{22660C09-678A-4802-AB6A-BC81C8C2E62A}" dt="2023-12-27T09:55:49.226" v="103" actId="207"/>
        <pc:sldMkLst>
          <pc:docMk/>
          <pc:sldMk cId="0" sldId="324"/>
        </pc:sldMkLst>
        <pc:spChg chg="mod">
          <ac:chgData name="Margarit Meroyan" userId="630a6349-7c61-463e-804c-816773a1019c" providerId="ADAL" clId="{22660C09-678A-4802-AB6A-BC81C8C2E62A}" dt="2023-12-27T09:55:35.528" v="99" actId="207"/>
          <ac:spMkLst>
            <pc:docMk/>
            <pc:sldMk cId="0" sldId="324"/>
            <ac:spMk id="81930" creationId="{4904C6AD-1B2D-FD6C-BD92-7C31CBDA2245}"/>
          </ac:spMkLst>
        </pc:spChg>
        <pc:spChg chg="mod">
          <ac:chgData name="Margarit Meroyan" userId="630a6349-7c61-463e-804c-816773a1019c" providerId="ADAL" clId="{22660C09-678A-4802-AB6A-BC81C8C2E62A}" dt="2023-12-27T09:55:40.612" v="101" actId="207"/>
          <ac:spMkLst>
            <pc:docMk/>
            <pc:sldMk cId="0" sldId="324"/>
            <ac:spMk id="81932" creationId="{F3BB629D-3B68-9DEA-4C67-EF12B4D7A4CB}"/>
          </ac:spMkLst>
        </pc:spChg>
        <pc:spChg chg="mod">
          <ac:chgData name="Margarit Meroyan" userId="630a6349-7c61-463e-804c-816773a1019c" providerId="ADAL" clId="{22660C09-678A-4802-AB6A-BC81C8C2E62A}" dt="2023-12-27T09:55:46.640" v="102" actId="207"/>
          <ac:spMkLst>
            <pc:docMk/>
            <pc:sldMk cId="0" sldId="324"/>
            <ac:spMk id="81934" creationId="{7AEEC745-BD63-0CD8-830F-D58883C9DB43}"/>
          </ac:spMkLst>
        </pc:spChg>
        <pc:spChg chg="mod">
          <ac:chgData name="Margarit Meroyan" userId="630a6349-7c61-463e-804c-816773a1019c" providerId="ADAL" clId="{22660C09-678A-4802-AB6A-BC81C8C2E62A}" dt="2023-12-27T09:55:49.226" v="103" actId="207"/>
          <ac:spMkLst>
            <pc:docMk/>
            <pc:sldMk cId="0" sldId="324"/>
            <ac:spMk id="81990" creationId="{66CFC6AF-9537-0FFE-383B-CE265F59C7B0}"/>
          </ac:spMkLst>
        </pc:spChg>
      </pc:sldChg>
      <pc:sldChg chg="modSp mod">
        <pc:chgData name="Margarit Meroyan" userId="630a6349-7c61-463e-804c-816773a1019c" providerId="ADAL" clId="{22660C09-678A-4802-AB6A-BC81C8C2E62A}" dt="2023-12-27T09:51:05.480" v="28" actId="207"/>
        <pc:sldMkLst>
          <pc:docMk/>
          <pc:sldMk cId="0" sldId="333"/>
        </pc:sldMkLst>
        <pc:spChg chg="mod">
          <ac:chgData name="Margarit Meroyan" userId="630a6349-7c61-463e-804c-816773a1019c" providerId="ADAL" clId="{22660C09-678A-4802-AB6A-BC81C8C2E62A}" dt="2023-12-27T09:50:46.154" v="22" actId="207"/>
          <ac:spMkLst>
            <pc:docMk/>
            <pc:sldMk cId="0" sldId="333"/>
            <ac:spMk id="7" creationId="{8AE09FD7-EC92-4673-B111-EB957C4C333A}"/>
          </ac:spMkLst>
        </pc:spChg>
        <pc:spChg chg="mod">
          <ac:chgData name="Margarit Meroyan" userId="630a6349-7c61-463e-804c-816773a1019c" providerId="ADAL" clId="{22660C09-678A-4802-AB6A-BC81C8C2E62A}" dt="2023-12-27T09:50:53.326" v="24" actId="207"/>
          <ac:spMkLst>
            <pc:docMk/>
            <pc:sldMk cId="0" sldId="333"/>
            <ac:spMk id="8" creationId="{69CDF667-850D-4AC8-A1B3-DB2D580DF85E}"/>
          </ac:spMkLst>
        </pc:spChg>
        <pc:spChg chg="mod">
          <ac:chgData name="Margarit Meroyan" userId="630a6349-7c61-463e-804c-816773a1019c" providerId="ADAL" clId="{22660C09-678A-4802-AB6A-BC81C8C2E62A}" dt="2023-12-27T09:50:58.863" v="26" actId="207"/>
          <ac:spMkLst>
            <pc:docMk/>
            <pc:sldMk cId="0" sldId="333"/>
            <ac:spMk id="9" creationId="{E6A5CB62-D506-407C-874B-0008917C6EDF}"/>
          </ac:spMkLst>
        </pc:spChg>
        <pc:spChg chg="mod">
          <ac:chgData name="Margarit Meroyan" userId="630a6349-7c61-463e-804c-816773a1019c" providerId="ADAL" clId="{22660C09-678A-4802-AB6A-BC81C8C2E62A}" dt="2023-12-27T09:51:05.480" v="28" actId="207"/>
          <ac:spMkLst>
            <pc:docMk/>
            <pc:sldMk cId="0" sldId="333"/>
            <ac:spMk id="10" creationId="{110BE7A1-6B7C-4D7C-8185-517F8F310883}"/>
          </ac:spMkLst>
        </pc:spChg>
      </pc:sldChg>
      <pc:sldChg chg="modSp mod">
        <pc:chgData name="Margarit Meroyan" userId="630a6349-7c61-463e-804c-816773a1019c" providerId="ADAL" clId="{22660C09-678A-4802-AB6A-BC81C8C2E62A}" dt="2023-12-27T09:53:29.126" v="72" actId="5793"/>
        <pc:sldMkLst>
          <pc:docMk/>
          <pc:sldMk cId="0" sldId="337"/>
        </pc:sldMkLst>
        <pc:spChg chg="mod">
          <ac:chgData name="Margarit Meroyan" userId="630a6349-7c61-463e-804c-816773a1019c" providerId="ADAL" clId="{22660C09-678A-4802-AB6A-BC81C8C2E62A}" dt="2023-12-27T09:53:29.126" v="72" actId="5793"/>
          <ac:spMkLst>
            <pc:docMk/>
            <pc:sldMk cId="0" sldId="337"/>
            <ac:spMk id="69635" creationId="{A32245C7-06CB-DB0A-D1B2-6365C310CF23}"/>
          </ac:spMkLst>
        </pc:spChg>
      </pc:sldChg>
      <pc:sldChg chg="modSp mod">
        <pc:chgData name="Margarit Meroyan" userId="630a6349-7c61-463e-804c-816773a1019c" providerId="ADAL" clId="{22660C09-678A-4802-AB6A-BC81C8C2E62A}" dt="2023-12-27T09:52:25.824" v="53" actId="207"/>
        <pc:sldMkLst>
          <pc:docMk/>
          <pc:sldMk cId="0" sldId="362"/>
        </pc:sldMkLst>
        <pc:spChg chg="mod">
          <ac:chgData name="Margarit Meroyan" userId="630a6349-7c61-463e-804c-816773a1019c" providerId="ADAL" clId="{22660C09-678A-4802-AB6A-BC81C8C2E62A}" dt="2023-12-27T09:52:06.669" v="46" actId="207"/>
          <ac:spMkLst>
            <pc:docMk/>
            <pc:sldMk cId="0" sldId="362"/>
            <ac:spMk id="66564" creationId="{B4056E63-F16D-DB86-2D84-053D6605B01D}"/>
          </ac:spMkLst>
        </pc:spChg>
        <pc:spChg chg="mod">
          <ac:chgData name="Margarit Meroyan" userId="630a6349-7c61-463e-804c-816773a1019c" providerId="ADAL" clId="{22660C09-678A-4802-AB6A-BC81C8C2E62A}" dt="2023-12-27T09:52:12.227" v="48" actId="207"/>
          <ac:spMkLst>
            <pc:docMk/>
            <pc:sldMk cId="0" sldId="362"/>
            <ac:spMk id="66567" creationId="{F4B196B5-E590-3BE6-6202-18B752ADC110}"/>
          </ac:spMkLst>
        </pc:spChg>
        <pc:spChg chg="mod">
          <ac:chgData name="Margarit Meroyan" userId="630a6349-7c61-463e-804c-816773a1019c" providerId="ADAL" clId="{22660C09-678A-4802-AB6A-BC81C8C2E62A}" dt="2023-12-27T09:52:14.974" v="49" actId="207"/>
          <ac:spMkLst>
            <pc:docMk/>
            <pc:sldMk cId="0" sldId="362"/>
            <ac:spMk id="66569" creationId="{FB900A75-124B-ACC1-ABF0-B46965F0021F}"/>
          </ac:spMkLst>
        </pc:spChg>
        <pc:spChg chg="mod">
          <ac:chgData name="Margarit Meroyan" userId="630a6349-7c61-463e-804c-816773a1019c" providerId="ADAL" clId="{22660C09-678A-4802-AB6A-BC81C8C2E62A}" dt="2023-12-27T09:52:25.824" v="53" actId="207"/>
          <ac:spMkLst>
            <pc:docMk/>
            <pc:sldMk cId="0" sldId="362"/>
            <ac:spMk id="66571" creationId="{316FF0DB-46A3-FB8B-4AFF-2244CCEAE608}"/>
          </ac:spMkLst>
        </pc:spChg>
        <pc:spChg chg="mod">
          <ac:chgData name="Margarit Meroyan" userId="630a6349-7c61-463e-804c-816773a1019c" providerId="ADAL" clId="{22660C09-678A-4802-AB6A-BC81C8C2E62A}" dt="2023-12-27T09:52:23.024" v="52" actId="14100"/>
          <ac:spMkLst>
            <pc:docMk/>
            <pc:sldMk cId="0" sldId="362"/>
            <ac:spMk id="66590" creationId="{BAC69214-F57C-12D7-7407-E9F85D555EA8}"/>
          </ac:spMkLst>
        </pc:spChg>
      </pc:sldChg>
      <pc:sldChg chg="modSp mod">
        <pc:chgData name="Margarit Meroyan" userId="630a6349-7c61-463e-804c-816773a1019c" providerId="ADAL" clId="{22660C09-678A-4802-AB6A-BC81C8C2E62A}" dt="2023-12-27T09:54:08.528" v="79" actId="207"/>
        <pc:sldMkLst>
          <pc:docMk/>
          <pc:sldMk cId="0" sldId="363"/>
        </pc:sldMkLst>
        <pc:spChg chg="mod">
          <ac:chgData name="Margarit Meroyan" userId="630a6349-7c61-463e-804c-816773a1019c" providerId="ADAL" clId="{22660C09-678A-4802-AB6A-BC81C8C2E62A}" dt="2023-12-27T09:53:49.282" v="75" actId="207"/>
          <ac:spMkLst>
            <pc:docMk/>
            <pc:sldMk cId="0" sldId="363"/>
            <ac:spMk id="70662" creationId="{A502AD31-96B0-35CA-FCD7-3678096CEAC4}"/>
          </ac:spMkLst>
        </pc:spChg>
        <pc:spChg chg="mod">
          <ac:chgData name="Margarit Meroyan" userId="630a6349-7c61-463e-804c-816773a1019c" providerId="ADAL" clId="{22660C09-678A-4802-AB6A-BC81C8C2E62A}" dt="2023-12-27T09:53:56.795" v="76" actId="207"/>
          <ac:spMkLst>
            <pc:docMk/>
            <pc:sldMk cId="0" sldId="363"/>
            <ac:spMk id="70664" creationId="{72F4C37A-8B99-DE69-9797-B25C009BC875}"/>
          </ac:spMkLst>
        </pc:spChg>
        <pc:spChg chg="mod">
          <ac:chgData name="Margarit Meroyan" userId="630a6349-7c61-463e-804c-816773a1019c" providerId="ADAL" clId="{22660C09-678A-4802-AB6A-BC81C8C2E62A}" dt="2023-12-27T09:54:00.274" v="77" actId="207"/>
          <ac:spMkLst>
            <pc:docMk/>
            <pc:sldMk cId="0" sldId="363"/>
            <ac:spMk id="70668" creationId="{53A078F6-BB70-BD64-FC88-74BDECC8362C}"/>
          </ac:spMkLst>
        </pc:spChg>
        <pc:spChg chg="mod">
          <ac:chgData name="Margarit Meroyan" userId="630a6349-7c61-463e-804c-816773a1019c" providerId="ADAL" clId="{22660C09-678A-4802-AB6A-BC81C8C2E62A}" dt="2023-12-27T09:54:04.280" v="78" actId="207"/>
          <ac:spMkLst>
            <pc:docMk/>
            <pc:sldMk cId="0" sldId="363"/>
            <ac:spMk id="70670" creationId="{0B1D0A56-ABE4-AB80-B32C-DF67D96D7CEA}"/>
          </ac:spMkLst>
        </pc:spChg>
        <pc:spChg chg="mod">
          <ac:chgData name="Margarit Meroyan" userId="630a6349-7c61-463e-804c-816773a1019c" providerId="ADAL" clId="{22660C09-678A-4802-AB6A-BC81C8C2E62A}" dt="2023-12-27T09:54:08.528" v="79" actId="207"/>
          <ac:spMkLst>
            <pc:docMk/>
            <pc:sldMk cId="0" sldId="363"/>
            <ac:spMk id="70672" creationId="{E29BA4FC-3EF5-315A-0070-DF677934983F}"/>
          </ac:spMkLst>
        </pc:spChg>
      </pc:sldChg>
      <pc:sldChg chg="modSp mod">
        <pc:chgData name="Margarit Meroyan" userId="630a6349-7c61-463e-804c-816773a1019c" providerId="ADAL" clId="{22660C09-678A-4802-AB6A-BC81C8C2E62A}" dt="2023-12-27T09:53:04.823" v="64" actId="207"/>
        <pc:sldMkLst>
          <pc:docMk/>
          <pc:sldMk cId="0" sldId="368"/>
        </pc:sldMkLst>
        <pc:spChg chg="mod">
          <ac:chgData name="Margarit Meroyan" userId="630a6349-7c61-463e-804c-816773a1019c" providerId="ADAL" clId="{22660C09-678A-4802-AB6A-BC81C8C2E62A}" dt="2023-12-27T09:52:51.624" v="59" actId="207"/>
          <ac:spMkLst>
            <pc:docMk/>
            <pc:sldMk cId="0" sldId="368"/>
            <ac:spMk id="68619" creationId="{D9F22C68-93E2-335A-1DD1-847257127B94}"/>
          </ac:spMkLst>
        </pc:spChg>
        <pc:spChg chg="mod">
          <ac:chgData name="Margarit Meroyan" userId="630a6349-7c61-463e-804c-816773a1019c" providerId="ADAL" clId="{22660C09-678A-4802-AB6A-BC81C8C2E62A}" dt="2023-12-27T09:52:54.068" v="60" actId="207"/>
          <ac:spMkLst>
            <pc:docMk/>
            <pc:sldMk cId="0" sldId="368"/>
            <ac:spMk id="68621" creationId="{9270FA3C-76E1-3CEA-35EA-6ECAEF949649}"/>
          </ac:spMkLst>
        </pc:spChg>
        <pc:spChg chg="mod">
          <ac:chgData name="Margarit Meroyan" userId="630a6349-7c61-463e-804c-816773a1019c" providerId="ADAL" clId="{22660C09-678A-4802-AB6A-BC81C8C2E62A}" dt="2023-12-27T09:52:59.788" v="62" actId="207"/>
          <ac:spMkLst>
            <pc:docMk/>
            <pc:sldMk cId="0" sldId="368"/>
            <ac:spMk id="68625" creationId="{47F9AFA6-371A-B8BC-E950-7B548E666CFA}"/>
          </ac:spMkLst>
        </pc:spChg>
        <pc:spChg chg="mod">
          <ac:chgData name="Margarit Meroyan" userId="630a6349-7c61-463e-804c-816773a1019c" providerId="ADAL" clId="{22660C09-678A-4802-AB6A-BC81C8C2E62A}" dt="2023-12-27T09:53:02.286" v="63" actId="207"/>
          <ac:spMkLst>
            <pc:docMk/>
            <pc:sldMk cId="0" sldId="368"/>
            <ac:spMk id="68627" creationId="{5C857A4F-67C9-08BF-4DF2-A56280C3FC22}"/>
          </ac:spMkLst>
        </pc:spChg>
        <pc:spChg chg="mod">
          <ac:chgData name="Margarit Meroyan" userId="630a6349-7c61-463e-804c-816773a1019c" providerId="ADAL" clId="{22660C09-678A-4802-AB6A-BC81C8C2E62A}" dt="2023-12-27T09:53:04.823" v="64" actId="207"/>
          <ac:spMkLst>
            <pc:docMk/>
            <pc:sldMk cId="0" sldId="368"/>
            <ac:spMk id="68629" creationId="{5F8FCE47-B577-21FA-32FC-BE2C44C27F0A}"/>
          </ac:spMkLst>
        </pc:spChg>
      </pc:sldChg>
      <pc:sldChg chg="delSp mod">
        <pc:chgData name="Margarit Meroyan" userId="630a6349-7c61-463e-804c-816773a1019c" providerId="ADAL" clId="{22660C09-678A-4802-AB6A-BC81C8C2E62A}" dt="2023-12-27T09:47:00.235" v="2" actId="478"/>
        <pc:sldMkLst>
          <pc:docMk/>
          <pc:sldMk cId="0" sldId="536"/>
        </pc:sldMkLst>
        <pc:spChg chg="del">
          <ac:chgData name="Margarit Meroyan" userId="630a6349-7c61-463e-804c-816773a1019c" providerId="ADAL" clId="{22660C09-678A-4802-AB6A-BC81C8C2E62A}" dt="2023-12-27T09:47:00.235" v="2" actId="478"/>
          <ac:spMkLst>
            <pc:docMk/>
            <pc:sldMk cId="0" sldId="536"/>
            <ac:spMk id="2" creationId="{C308CF19-6630-C492-B724-302243C015A0}"/>
          </ac:spMkLst>
        </pc:spChg>
      </pc:sldChg>
      <pc:sldChg chg="del">
        <pc:chgData name="Margarit Meroyan" userId="630a6349-7c61-463e-804c-816773a1019c" providerId="ADAL" clId="{22660C09-678A-4802-AB6A-BC81C8C2E62A}" dt="2023-12-27T09:45:19.828" v="0" actId="47"/>
        <pc:sldMkLst>
          <pc:docMk/>
          <pc:sldMk cId="0" sldId="611"/>
        </pc:sldMkLst>
      </pc:sldChg>
      <pc:sldChg chg="add">
        <pc:chgData name="Margarit Meroyan" userId="630a6349-7c61-463e-804c-816773a1019c" providerId="ADAL" clId="{22660C09-678A-4802-AB6A-BC81C8C2E62A}" dt="2023-12-27T09:45:21.016" v="1"/>
        <pc:sldMkLst>
          <pc:docMk/>
          <pc:sldMk cId="132580393" sldId="4790"/>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99EBCFA-0CE2-4A89-8946-0F5E3E710EF2}"/>
              </a:ext>
            </a:extLst>
          </p:cNvPr>
          <p:cNvSpPr>
            <a:spLocks noGrp="1"/>
          </p:cNvSpPr>
          <p:nvPr>
            <p:ph type="hdr" sz="quarter"/>
          </p:nvPr>
        </p:nvSpPr>
        <p:spPr>
          <a:xfrm>
            <a:off x="0" y="0"/>
            <a:ext cx="3169920" cy="481727"/>
          </a:xfrm>
          <a:prstGeom prst="rect">
            <a:avLst/>
          </a:prstGeom>
        </p:spPr>
        <p:txBody>
          <a:bodyPr vert="horz" lIns="96661" tIns="48331" rIns="96661" bIns="48331" rtlCol="0"/>
          <a:lstStyle>
            <a:lvl1pPr algn="l">
              <a:defRPr sz="1300"/>
            </a:lvl1pPr>
          </a:lstStyle>
          <a:p>
            <a:endParaRPr/>
          </a:p>
        </p:txBody>
      </p:sp>
      <p:sp>
        <p:nvSpPr>
          <p:cNvPr id="3" name="Date Placeholder 2">
            <a:extLst>
              <a:ext uri="{FF2B5EF4-FFF2-40B4-BE49-F238E27FC236}">
                <a16:creationId xmlns:a16="http://schemas.microsoft.com/office/drawing/2014/main" id="{502777A9-7004-4E6A-A966-7A45A8D16AA2}"/>
              </a:ext>
            </a:extLst>
          </p:cNvPr>
          <p:cNvSpPr>
            <a:spLocks noGrp="1"/>
          </p:cNvSpPr>
          <p:nvPr>
            <p:ph type="dt" sz="quarter" idx="1"/>
          </p:nvPr>
        </p:nvSpPr>
        <p:spPr>
          <a:xfrm>
            <a:off x="4143587" y="0"/>
            <a:ext cx="3169920" cy="481727"/>
          </a:xfrm>
          <a:prstGeom prst="rect">
            <a:avLst/>
          </a:prstGeom>
        </p:spPr>
        <p:txBody>
          <a:bodyPr vert="horz" lIns="96661" tIns="48331" rIns="96661" bIns="48331" rtlCol="0"/>
          <a:lstStyle>
            <a:lvl1pPr algn="r">
              <a:defRPr sz="1300"/>
            </a:lvl1pPr>
          </a:lstStyle>
          <a:p>
            <a:fld id="{131B2B96-935C-4E33-8AB6-12B49957FB30}" type="datetimeFigureOut">
              <a:rPr lang="en-US"/>
              <a:t>12/27/2023</a:t>
            </a:fld>
            <a:endParaRPr/>
          </a:p>
        </p:txBody>
      </p:sp>
      <p:sp>
        <p:nvSpPr>
          <p:cNvPr id="4" name="Footer Placeholder 3">
            <a:extLst>
              <a:ext uri="{FF2B5EF4-FFF2-40B4-BE49-F238E27FC236}">
                <a16:creationId xmlns:a16="http://schemas.microsoft.com/office/drawing/2014/main" id="{B4243AFB-A93F-41E6-B3FD-EE51F24745B5}"/>
              </a:ext>
            </a:extLst>
          </p:cNvPr>
          <p:cNvSpPr>
            <a:spLocks noGrp="1"/>
          </p:cNvSpPr>
          <p:nvPr>
            <p:ph type="ftr" sz="quarter" idx="2"/>
          </p:nvPr>
        </p:nvSpPr>
        <p:spPr>
          <a:xfrm>
            <a:off x="0" y="9119474"/>
            <a:ext cx="3169920" cy="481726"/>
          </a:xfrm>
          <a:prstGeom prst="rect">
            <a:avLst/>
          </a:prstGeom>
        </p:spPr>
        <p:txBody>
          <a:bodyPr vert="horz" lIns="96661" tIns="48331" rIns="96661" bIns="48331" rtlCol="0" anchor="b"/>
          <a:lstStyle>
            <a:lvl1pPr algn="l">
              <a:defRPr sz="1300"/>
            </a:lvl1pPr>
          </a:lstStyle>
          <a:p>
            <a:endParaRPr/>
          </a:p>
        </p:txBody>
      </p:sp>
      <p:sp>
        <p:nvSpPr>
          <p:cNvPr id="5" name="Slide Number Placeholder 4">
            <a:extLst>
              <a:ext uri="{FF2B5EF4-FFF2-40B4-BE49-F238E27FC236}">
                <a16:creationId xmlns:a16="http://schemas.microsoft.com/office/drawing/2014/main" id="{5244E995-49EF-4046-B58E-C57E1A05DC7C}"/>
              </a:ext>
            </a:extLst>
          </p:cNvPr>
          <p:cNvSpPr>
            <a:spLocks noGrp="1"/>
          </p:cNvSpPr>
          <p:nvPr>
            <p:ph type="sldNum" sz="quarter" idx="3"/>
          </p:nvPr>
        </p:nvSpPr>
        <p:spPr>
          <a:xfrm>
            <a:off x="4143587" y="9119474"/>
            <a:ext cx="3169920" cy="481726"/>
          </a:xfrm>
          <a:prstGeom prst="rect">
            <a:avLst/>
          </a:prstGeom>
        </p:spPr>
        <p:txBody>
          <a:bodyPr vert="horz" lIns="96661" tIns="48331" rIns="96661" bIns="48331" rtlCol="0" anchor="b"/>
          <a:lstStyle>
            <a:lvl1pPr algn="r">
              <a:defRPr sz="1300"/>
            </a:lvl1pPr>
          </a:lstStyle>
          <a:p>
            <a:fld id="{28D03C2E-0CD0-4868-B096-48302A79D453}" type="slidenum">
              <a:rPr/>
              <a:t>‹#›</a:t>
            </a:fld>
            <a:endParaRPr/>
          </a:p>
        </p:txBody>
      </p:sp>
    </p:spTree>
    <p:extLst>
      <p:ext uri="{BB962C8B-B14F-4D97-AF65-F5344CB8AC3E}">
        <p14:creationId xmlns:p14="http://schemas.microsoft.com/office/powerpoint/2010/main" val="313287029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279400" y="327025"/>
            <a:ext cx="6742113" cy="3792538"/>
          </a:xfrm>
          <a:prstGeom prst="rect">
            <a:avLst/>
          </a:prstGeom>
          <a:noFill/>
          <a:ln w="12700">
            <a:solidFill>
              <a:prstClr val="black"/>
            </a:solidFill>
          </a:ln>
        </p:spPr>
        <p:txBody>
          <a:bodyPr vert="horz" lIns="96661" tIns="48331" rIns="96661" bIns="48331" rtlCol="0" anchor="ctr"/>
          <a:lstStyle/>
          <a:p>
            <a:endParaRPr/>
          </a:p>
        </p:txBody>
      </p:sp>
      <p:sp>
        <p:nvSpPr>
          <p:cNvPr id="5" name="Notes Placeholder 4"/>
          <p:cNvSpPr>
            <a:spLocks noGrp="1"/>
          </p:cNvSpPr>
          <p:nvPr>
            <p:ph type="body" sz="quarter" idx="3"/>
          </p:nvPr>
        </p:nvSpPr>
        <p:spPr>
          <a:xfrm>
            <a:off x="225715" y="4315177"/>
            <a:ext cx="6846999" cy="4666183"/>
          </a:xfrm>
          <a:prstGeom prst="rect">
            <a:avLst/>
          </a:prstGeom>
        </p:spPr>
        <p:txBody>
          <a:bodyPr vert="horz" lIns="96661" tIns="48331" rIns="96661" bIns="48331"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0"/>
            <a:endParaRPr lang="en-US"/>
          </a:p>
          <a:p>
            <a:pPr lvl="0"/>
            <a:endParaRPr lang="en-US"/>
          </a:p>
          <a:p>
            <a:pPr lvl="0"/>
            <a:endParaRPr lang="en-US"/>
          </a:p>
        </p:txBody>
      </p:sp>
      <p:sp>
        <p:nvSpPr>
          <p:cNvPr id="8" name="notes_unit_title">
            <a:extLst>
              <a:ext uri="{FF2B5EF4-FFF2-40B4-BE49-F238E27FC236}">
                <a16:creationId xmlns:a16="http://schemas.microsoft.com/office/drawing/2014/main" id="{BF1565B2-EFDA-4D78-9A32-3760AD7AF946}"/>
              </a:ext>
            </a:extLst>
          </p:cNvPr>
          <p:cNvSpPr>
            <a:spLocks noChangeArrowheads="1"/>
          </p:cNvSpPr>
          <p:nvPr/>
        </p:nvSpPr>
        <p:spPr bwMode="gray">
          <a:xfrm>
            <a:off x="293285" y="9140343"/>
            <a:ext cx="2721978" cy="123111"/>
          </a:xfrm>
          <a:prstGeom prst="rect">
            <a:avLst/>
          </a:prstGeom>
          <a:noFill/>
          <a:ln w="9525">
            <a:noFill/>
            <a:miter lim="800000"/>
            <a:headEnd/>
            <a:tailEnd/>
          </a:ln>
          <a:effectLst/>
        </p:spPr>
        <p:txBody>
          <a:bodyPr lIns="0" tIns="0" rIns="0" bIns="0">
            <a:spAutoFit/>
          </a:bodyPr>
          <a:lstStyle/>
          <a:p>
            <a:pPr defTabSz="1080254" eaLnBrk="0" hangingPunct="0">
              <a:defRPr/>
            </a:pPr>
            <a:r>
              <a:rPr lang="en-US" sz="800">
                <a:latin typeface="Arial" charset="0"/>
              </a:rPr>
              <a:t>Unit title</a:t>
            </a:r>
          </a:p>
        </p:txBody>
      </p:sp>
      <p:sp>
        <p:nvSpPr>
          <p:cNvPr id="9" name="notes_workshop_title">
            <a:extLst>
              <a:ext uri="{FF2B5EF4-FFF2-40B4-BE49-F238E27FC236}">
                <a16:creationId xmlns:a16="http://schemas.microsoft.com/office/drawing/2014/main" id="{2A452E3B-38D4-40AE-A9FD-30C3D81F3CDC}"/>
              </a:ext>
            </a:extLst>
          </p:cNvPr>
          <p:cNvSpPr>
            <a:spLocks noChangeArrowheads="1"/>
          </p:cNvSpPr>
          <p:nvPr/>
        </p:nvSpPr>
        <p:spPr bwMode="gray">
          <a:xfrm>
            <a:off x="293285" y="9265158"/>
            <a:ext cx="2721978" cy="123111"/>
          </a:xfrm>
          <a:prstGeom prst="rect">
            <a:avLst/>
          </a:prstGeom>
          <a:noFill/>
          <a:ln w="9525">
            <a:noFill/>
            <a:miter lim="800000"/>
            <a:headEnd/>
            <a:tailEnd/>
          </a:ln>
          <a:effectLst/>
        </p:spPr>
        <p:txBody>
          <a:bodyPr lIns="0" tIns="0" rIns="0" bIns="0">
            <a:spAutoFit/>
          </a:bodyPr>
          <a:lstStyle/>
          <a:p>
            <a:pPr defTabSz="1080254" eaLnBrk="0" hangingPunct="0">
              <a:defRPr/>
            </a:pPr>
            <a:r>
              <a:rPr lang="en-US" sz="800">
                <a:latin typeface="Arial" charset="0"/>
              </a:rPr>
              <a:t>Workshop title</a:t>
            </a:r>
          </a:p>
        </p:txBody>
      </p:sp>
      <p:sp>
        <p:nvSpPr>
          <p:cNvPr id="10" name="notes_unit_page_number">
            <a:extLst>
              <a:ext uri="{FF2B5EF4-FFF2-40B4-BE49-F238E27FC236}">
                <a16:creationId xmlns:a16="http://schemas.microsoft.com/office/drawing/2014/main" id="{036567A9-5248-4D6A-8C65-ED5DE88488E4}"/>
              </a:ext>
            </a:extLst>
          </p:cNvPr>
          <p:cNvSpPr>
            <a:spLocks noChangeArrowheads="1"/>
          </p:cNvSpPr>
          <p:nvPr/>
        </p:nvSpPr>
        <p:spPr bwMode="gray">
          <a:xfrm>
            <a:off x="6480274" y="9140342"/>
            <a:ext cx="592441" cy="138499"/>
          </a:xfrm>
          <a:prstGeom prst="rect">
            <a:avLst/>
          </a:prstGeom>
          <a:noFill/>
          <a:ln w="9525">
            <a:noFill/>
            <a:miter lim="800000"/>
            <a:headEnd/>
            <a:tailEnd/>
          </a:ln>
          <a:effectLst/>
        </p:spPr>
        <p:txBody>
          <a:bodyPr lIns="0" tIns="0" rIns="0" bIns="0">
            <a:spAutoFit/>
          </a:bodyPr>
          <a:lstStyle/>
          <a:p>
            <a:pPr algn="r" defTabSz="1060742" eaLnBrk="0" hangingPunct="0">
              <a:lnSpc>
                <a:spcPct val="90000"/>
              </a:lnSpc>
              <a:defRPr/>
            </a:pPr>
            <a:r>
              <a:rPr lang="en-US" sz="1000" b="1">
                <a:latin typeface="Arial" charset="0"/>
              </a:rPr>
              <a:t>1-</a:t>
            </a:r>
            <a:fld id="{13D6D896-D121-42C7-B389-8F9FEF1461E0}" type="slidenum">
              <a:rPr lang="en-US" sz="1000" b="1" smtClean="0">
                <a:latin typeface="Arial" charset="0"/>
              </a:rPr>
              <a:t>‹#›</a:t>
            </a:fld>
            <a:endParaRPr lang="en-US" sz="1000" b="1">
              <a:latin typeface="Arial" charset="0"/>
            </a:endParaRPr>
          </a:p>
        </p:txBody>
      </p:sp>
      <p:sp>
        <p:nvSpPr>
          <p:cNvPr id="11" name="Line 11">
            <a:extLst>
              <a:ext uri="{FF2B5EF4-FFF2-40B4-BE49-F238E27FC236}">
                <a16:creationId xmlns:a16="http://schemas.microsoft.com/office/drawing/2014/main" id="{77C40210-7C96-4CF9-9F94-A59F3234DF97}"/>
              </a:ext>
            </a:extLst>
          </p:cNvPr>
          <p:cNvSpPr>
            <a:spLocks noChangeShapeType="1"/>
          </p:cNvSpPr>
          <p:nvPr/>
        </p:nvSpPr>
        <p:spPr bwMode="gray">
          <a:xfrm>
            <a:off x="246097" y="9101938"/>
            <a:ext cx="6826618" cy="0"/>
          </a:xfrm>
          <a:prstGeom prst="line">
            <a:avLst/>
          </a:prstGeom>
          <a:noFill/>
          <a:ln w="19050">
            <a:solidFill>
              <a:schemeClr val="bg1">
                <a:lumMod val="75000"/>
              </a:schemeClr>
            </a:solidFill>
            <a:round/>
            <a:headEnd/>
            <a:tailEnd/>
          </a:ln>
          <a:effectLst/>
        </p:spPr>
        <p:txBody>
          <a:bodyPr lIns="102172" tIns="51086" rIns="102172" bIns="51086"/>
          <a:lstStyle/>
          <a:p>
            <a:pPr>
              <a:defRPr/>
            </a:pPr>
            <a:endParaRPr lang="en-US"/>
          </a:p>
        </p:txBody>
      </p:sp>
      <p:sp>
        <p:nvSpPr>
          <p:cNvPr id="12" name="copyright">
            <a:extLst>
              <a:ext uri="{FF2B5EF4-FFF2-40B4-BE49-F238E27FC236}">
                <a16:creationId xmlns:a16="http://schemas.microsoft.com/office/drawing/2014/main" id="{000BB72C-3C16-4EE4-8D76-4BE725F6A697}"/>
              </a:ext>
            </a:extLst>
          </p:cNvPr>
          <p:cNvSpPr txBox="1">
            <a:spLocks noChangeArrowheads="1"/>
          </p:cNvSpPr>
          <p:nvPr/>
        </p:nvSpPr>
        <p:spPr bwMode="auto">
          <a:xfrm>
            <a:off x="2729576" y="9140343"/>
            <a:ext cx="2232097" cy="123111"/>
          </a:xfrm>
          <a:prstGeom prst="rect">
            <a:avLst/>
          </a:prstGeom>
          <a:noFill/>
          <a:ln w="28575">
            <a:noFill/>
            <a:miter lim="800000"/>
            <a:headEnd/>
            <a:tailEnd/>
          </a:ln>
          <a:effectLst/>
        </p:spPr>
        <p:txBody>
          <a:bodyPr wrap="square" lIns="0" tIns="0" rIns="0" bIns="0">
            <a:spAutoFit/>
          </a:bodyPr>
          <a:lstStyle/>
          <a:p>
            <a:pPr algn="ctr" eaLnBrk="0" hangingPunct="0">
              <a:spcBef>
                <a:spcPct val="50000"/>
              </a:spcBef>
              <a:defRPr/>
            </a:pPr>
            <a:r>
              <a:rPr lang="en-US" sz="800" kern="1200">
                <a:solidFill>
                  <a:schemeClr val="tx1"/>
                </a:solidFill>
                <a:effectLst/>
                <a:latin typeface="Arial" pitchFamily="34" charset="0"/>
                <a:ea typeface="+mn-ea"/>
                <a:cs typeface="Arial" pitchFamily="34" charset="0"/>
              </a:rPr>
              <a:t>©2023 Synopsys, Inc. All Rights Reserved.</a:t>
            </a:r>
            <a:endParaRPr lang="en-US" sz="800" b="1">
              <a:latin typeface="Arial" pitchFamily="34" charset="0"/>
              <a:cs typeface="Arial" pitchFamily="34" charset="0"/>
            </a:endParaRPr>
          </a:p>
        </p:txBody>
      </p:sp>
    </p:spTree>
    <p:extLst>
      <p:ext uri="{BB962C8B-B14F-4D97-AF65-F5344CB8AC3E}">
        <p14:creationId xmlns:p14="http://schemas.microsoft.com/office/powerpoint/2010/main" val="2406359760"/>
      </p:ext>
    </p:extLst>
  </p:cSld>
  <p:clrMap bg1="lt1" tx1="dk1" bg2="lt2" tx2="dk2" accent1="accent1" accent2="accent2" accent3="accent3" accent4="accent4" accent5="accent5" accent6="accent6" hlink="hlink" folHlink="folHlink"/>
  <p:notesStyle>
    <a:lvl1pPr marL="0" algn="l" defTabSz="914400" rtl="0" eaLnBrk="1" latinLnBrk="0" hangingPunct="1">
      <a:defRPr sz="1000" kern="1200">
        <a:solidFill>
          <a:schemeClr val="tx1"/>
        </a:solidFill>
        <a:latin typeface="+mn-lt"/>
        <a:ea typeface="+mn-ea"/>
        <a:cs typeface="+mn-cs"/>
      </a:defRPr>
    </a:lvl1pPr>
    <a:lvl2pPr marL="182880" algn="l" defTabSz="914400" rtl="0" eaLnBrk="1" latinLnBrk="0" hangingPunct="1">
      <a:defRPr sz="1000" kern="1200">
        <a:solidFill>
          <a:schemeClr val="tx1"/>
        </a:solidFill>
        <a:latin typeface="+mn-lt"/>
        <a:ea typeface="+mn-ea"/>
        <a:cs typeface="+mn-cs"/>
      </a:defRPr>
    </a:lvl2pPr>
    <a:lvl3pPr marL="365760" algn="l" defTabSz="914400" rtl="0" eaLnBrk="1" latinLnBrk="0" hangingPunct="1">
      <a:defRPr sz="1000" kern="1200">
        <a:solidFill>
          <a:schemeClr val="tx1"/>
        </a:solidFill>
        <a:latin typeface="+mn-lt"/>
        <a:ea typeface="+mn-ea"/>
        <a:cs typeface="+mn-cs"/>
      </a:defRPr>
    </a:lvl3pPr>
    <a:lvl4pPr marL="548640" algn="l" defTabSz="914400" rtl="0" eaLnBrk="1" latinLnBrk="0" hangingPunct="1">
      <a:defRPr sz="1000" kern="1200">
        <a:solidFill>
          <a:schemeClr val="tx1"/>
        </a:solidFill>
        <a:latin typeface="+mn-lt"/>
        <a:ea typeface="+mn-ea"/>
        <a:cs typeface="+mn-cs"/>
      </a:defRPr>
    </a:lvl4pPr>
    <a:lvl5pPr marL="731520" algn="l" defTabSz="914400" rtl="0" eaLnBrk="1" latinLnBrk="0" hangingPunct="1">
      <a:defRPr sz="10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9400" y="327025"/>
            <a:ext cx="6742113" cy="3792538"/>
          </a:xfrm>
        </p:spPr>
      </p:sp>
      <p:sp>
        <p:nvSpPr>
          <p:cNvPr id="3" name="Notes Placeholder 2"/>
          <p:cNvSpPr>
            <a:spLocks noGrp="1"/>
          </p:cNvSpPr>
          <p:nvPr>
            <p:ph type="body" idx="1"/>
          </p:nvPr>
        </p:nvSpPr>
        <p:spPr>
          <a:xfrm>
            <a:off x="225715" y="4315177"/>
            <a:ext cx="6846999" cy="4666183"/>
          </a:xfrm>
        </p:spPr>
        <p:txBody>
          <a:bodyPr/>
          <a:lstStyle/>
          <a:p>
            <a:endParaRPr lang="en-US"/>
          </a:p>
        </p:txBody>
      </p:sp>
    </p:spTree>
    <p:extLst>
      <p:ext uri="{BB962C8B-B14F-4D97-AF65-F5344CB8AC3E}">
        <p14:creationId xmlns:p14="http://schemas.microsoft.com/office/powerpoint/2010/main" val="21951901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Image Placeholder 1">
            <a:extLst>
              <a:ext uri="{FF2B5EF4-FFF2-40B4-BE49-F238E27FC236}">
                <a16:creationId xmlns:a16="http://schemas.microsoft.com/office/drawing/2014/main" id="{9DAA041E-1D52-BF5C-FDB6-18220C64C952}"/>
              </a:ext>
            </a:extLst>
          </p:cNvPr>
          <p:cNvSpPr>
            <a:spLocks noGrp="1" noRot="1" noChangeAspect="1" noChangeArrowheads="1" noTextEdit="1"/>
          </p:cNvSpPr>
          <p:nvPr>
            <p:ph type="sldImg"/>
          </p:nvPr>
        </p:nvSpPr>
        <p:spPr>
          <a:ln/>
        </p:spPr>
      </p:sp>
      <p:sp>
        <p:nvSpPr>
          <p:cNvPr id="9219" name="Notes Placeholder 2">
            <a:extLst>
              <a:ext uri="{FF2B5EF4-FFF2-40B4-BE49-F238E27FC236}">
                <a16:creationId xmlns:a16="http://schemas.microsoft.com/office/drawing/2014/main" id="{8B83D5CD-630C-1654-5E08-40F0613B3466}"/>
              </a:ext>
            </a:extLst>
          </p:cNvPr>
          <p:cNvSpPr>
            <a:spLocks noGrp="1" noChangeArrowheads="1"/>
          </p:cNvSpPr>
          <p:nvPr>
            <p:ph type="body" idx="1"/>
          </p:nvPr>
        </p:nvSpPr>
        <p:spPr>
          <a:xfrm>
            <a:off x="947738" y="4306888"/>
            <a:ext cx="5106987" cy="41687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ru-RU" altLang="en-US">
              <a:latin typeface="Times New Roman" panose="02020603050405020304" pitchFamily="18" charset="0"/>
            </a:endParaRPr>
          </a:p>
        </p:txBody>
      </p:sp>
      <p:sp>
        <p:nvSpPr>
          <p:cNvPr id="9220" name="Slide Number Placeholder 3">
            <a:extLst>
              <a:ext uri="{FF2B5EF4-FFF2-40B4-BE49-F238E27FC236}">
                <a16:creationId xmlns:a16="http://schemas.microsoft.com/office/drawing/2014/main" id="{5288A296-D3E5-C921-2883-126142193E50}"/>
              </a:ext>
            </a:extLst>
          </p:cNvPr>
          <p:cNvSpPr txBox="1">
            <a:spLocks noGrp="1" noChangeArrowheads="1"/>
          </p:cNvSpPr>
          <p:nvPr/>
        </p:nvSpPr>
        <p:spPr bwMode="auto">
          <a:xfrm>
            <a:off x="3948113" y="8801100"/>
            <a:ext cx="3017837"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743" tIns="46371" rIns="92743" bIns="46371" anchor="b"/>
          <a:lstStyle>
            <a:lvl1pPr defTabSz="927100">
              <a:defRPr sz="2400" b="1">
                <a:solidFill>
                  <a:schemeClr val="tx1"/>
                </a:solidFill>
                <a:latin typeface="Arial" panose="020B0604020202020204" pitchFamily="34" charset="0"/>
                <a:cs typeface="Arial" panose="020B0604020202020204" pitchFamily="34" charset="0"/>
              </a:defRPr>
            </a:lvl1pPr>
            <a:lvl2pPr marL="742950" indent="-285750" defTabSz="927100">
              <a:defRPr sz="2400" b="1">
                <a:solidFill>
                  <a:schemeClr val="tx1"/>
                </a:solidFill>
                <a:latin typeface="Arial" panose="020B0604020202020204" pitchFamily="34" charset="0"/>
                <a:cs typeface="Arial" panose="020B0604020202020204" pitchFamily="34" charset="0"/>
              </a:defRPr>
            </a:lvl2pPr>
            <a:lvl3pPr marL="1143000" indent="-228600" defTabSz="927100">
              <a:defRPr sz="2400" b="1">
                <a:solidFill>
                  <a:schemeClr val="tx1"/>
                </a:solidFill>
                <a:latin typeface="Arial" panose="020B0604020202020204" pitchFamily="34" charset="0"/>
                <a:cs typeface="Arial" panose="020B0604020202020204" pitchFamily="34" charset="0"/>
              </a:defRPr>
            </a:lvl3pPr>
            <a:lvl4pPr marL="1600200" indent="-228600" defTabSz="927100">
              <a:defRPr sz="2400" b="1">
                <a:solidFill>
                  <a:schemeClr val="tx1"/>
                </a:solidFill>
                <a:latin typeface="Arial" panose="020B0604020202020204" pitchFamily="34" charset="0"/>
                <a:cs typeface="Arial" panose="020B0604020202020204" pitchFamily="34" charset="0"/>
              </a:defRPr>
            </a:lvl4pPr>
            <a:lvl5pPr marL="2057400" indent="-228600" defTabSz="927100">
              <a:defRPr sz="2400" b="1">
                <a:solidFill>
                  <a:schemeClr val="tx1"/>
                </a:solidFill>
                <a:latin typeface="Arial" panose="020B0604020202020204" pitchFamily="34" charset="0"/>
                <a:cs typeface="Arial" panose="020B0604020202020204" pitchFamily="34" charset="0"/>
              </a:defRPr>
            </a:lvl5pPr>
            <a:lvl6pPr marL="2514600" indent="-228600" defTabSz="9271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defTabSz="9271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defTabSz="9271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defTabSz="9271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algn="r" eaLnBrk="1" hangingPunct="1"/>
            <a:fld id="{86EA1A44-60BD-4A42-A058-CD52E570853A}" type="slidenum">
              <a:rPr lang="en-US" altLang="en-US" sz="1200" b="0"/>
              <a:pPr algn="r" eaLnBrk="1" hangingPunct="1"/>
              <a:t>2</a:t>
            </a:fld>
            <a:endParaRPr lang="en-US" altLang="en-US" sz="1200" b="0"/>
          </a:p>
        </p:txBody>
      </p:sp>
    </p:spTree>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5.svg"/><Relationship Id="rId3" Type="http://schemas.openxmlformats.org/officeDocument/2006/relationships/tags" Target="../tags/tag10.xml"/><Relationship Id="rId7" Type="http://schemas.openxmlformats.org/officeDocument/2006/relationships/image" Target="../media/image4.png"/><Relationship Id="rId2" Type="http://schemas.openxmlformats.org/officeDocument/2006/relationships/tags" Target="../tags/tag9.xml"/><Relationship Id="rId1" Type="http://schemas.openxmlformats.org/officeDocument/2006/relationships/tags" Target="../tags/tag8.xml"/><Relationship Id="rId6" Type="http://schemas.openxmlformats.org/officeDocument/2006/relationships/image" Target="../media/image3.png"/><Relationship Id="rId5" Type="http://schemas.openxmlformats.org/officeDocument/2006/relationships/slideMaster" Target="../slideMasters/slideMaster1.xml"/><Relationship Id="rId4" Type="http://schemas.openxmlformats.org/officeDocument/2006/relationships/tags" Target="../tags/tag11.xml"/></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2.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13.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14.xml"/><Relationship Id="rId4" Type="http://schemas.openxmlformats.org/officeDocument/2006/relationships/image" Target="../media/image7.jpe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Master" Target="../slideMasters/slideMaster1.xml"/><Relationship Id="rId1" Type="http://schemas.openxmlformats.org/officeDocument/2006/relationships/tags" Target="../tags/tag15.xml"/><Relationship Id="rId4" Type="http://schemas.openxmlformats.org/officeDocument/2006/relationships/image" Target="../media/image9.png"/></Relationships>
</file>

<file path=ppt/slideLayouts/_rels/slideLayout6.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7.xml"/><Relationship Id="rId1" Type="http://schemas.openxmlformats.org/officeDocument/2006/relationships/tags" Target="../tags/tag16.xml"/><Relationship Id="rId5" Type="http://schemas.openxmlformats.org/officeDocument/2006/relationships/image" Target="../media/image10.png"/><Relationship Id="rId4" Type="http://schemas.openxmlformats.org/officeDocument/2006/relationships/image" Target="../media/image6.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Master" Target="../slideMasters/slideMaster1.xml"/><Relationship Id="rId1" Type="http://schemas.openxmlformats.org/officeDocument/2006/relationships/tags" Target="../tags/tag18.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Master" Target="../slideMasters/slideMaster1.xml"/><Relationship Id="rId1" Type="http://schemas.openxmlformats.org/officeDocument/2006/relationships/tags" Target="../tags/tag19.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Master" Target="../slideMasters/slideMaster1.xml"/><Relationship Id="rId1" Type="http://schemas.openxmlformats.org/officeDocument/2006/relationships/tags" Target="../tags/tag20.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tags" Target="../tags/tag21.xml"/><Relationship Id="rId6" Type="http://schemas.openxmlformats.org/officeDocument/2006/relationships/image" Target="../media/image12.png"/><Relationship Id="rId5" Type="http://schemas.openxmlformats.org/officeDocument/2006/relationships/slideMaster" Target="../slideMasters/slideMaster1.xml"/><Relationship Id="rId4" Type="http://schemas.openxmlformats.org/officeDocument/2006/relationships/tags" Target="../tags/tag24.xml"/></Relationships>
</file>

<file path=ppt/slideLayouts/_rels/slideLayout12.xml.rels><?xml version="1.0" encoding="UTF-8" standalone="yes"?>
<Relationships xmlns="http://schemas.openxmlformats.org/package/2006/relationships"><Relationship Id="rId3" Type="http://schemas.openxmlformats.org/officeDocument/2006/relationships/tags" Target="../tags/tag27.xml"/><Relationship Id="rId2" Type="http://schemas.openxmlformats.org/officeDocument/2006/relationships/tags" Target="../tags/tag26.xml"/><Relationship Id="rId1" Type="http://schemas.openxmlformats.org/officeDocument/2006/relationships/tags" Target="../tags/tag25.xml"/><Relationship Id="rId6" Type="http://schemas.openxmlformats.org/officeDocument/2006/relationships/image" Target="../media/image13.png"/><Relationship Id="rId5" Type="http://schemas.openxmlformats.org/officeDocument/2006/relationships/slideMaster" Target="../slideMasters/slideMaster1.xml"/><Relationship Id="rId4" Type="http://schemas.openxmlformats.org/officeDocument/2006/relationships/tags" Target="../tags/tag28.xml"/></Relationships>
</file>

<file path=ppt/slideLayouts/_rels/slideLayout13.xml.rels><?xml version="1.0" encoding="UTF-8" standalone="yes"?>
<Relationships xmlns="http://schemas.openxmlformats.org/package/2006/relationships"><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tags" Target="../tags/tag29.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1.xml"/><Relationship Id="rId1" Type="http://schemas.openxmlformats.org/officeDocument/2006/relationships/tags" Target="../tags/tag32.xml"/><Relationship Id="rId4" Type="http://schemas.openxmlformats.org/officeDocument/2006/relationships/image" Target="../media/image16.svg"/></Relationships>
</file>

<file path=ppt/slideLayouts/_rels/slideLayout15.xml.rels><?xml version="1.0" encoding="UTF-8" standalone="yes"?>
<Relationships xmlns="http://schemas.openxmlformats.org/package/2006/relationships"><Relationship Id="rId3" Type="http://schemas.openxmlformats.org/officeDocument/2006/relationships/tags" Target="../tags/tag35.xml"/><Relationship Id="rId7" Type="http://schemas.openxmlformats.org/officeDocument/2006/relationships/slideMaster" Target="../slideMasters/slideMaster1.xml"/><Relationship Id="rId2" Type="http://schemas.openxmlformats.org/officeDocument/2006/relationships/tags" Target="../tags/tag34.xml"/><Relationship Id="rId1" Type="http://schemas.openxmlformats.org/officeDocument/2006/relationships/tags" Target="../tags/tag33.xml"/><Relationship Id="rId6" Type="http://schemas.openxmlformats.org/officeDocument/2006/relationships/tags" Target="../tags/tag38.xml"/><Relationship Id="rId5" Type="http://schemas.openxmlformats.org/officeDocument/2006/relationships/tags" Target="../tags/tag37.xml"/><Relationship Id="rId4" Type="http://schemas.openxmlformats.org/officeDocument/2006/relationships/tags" Target="../tags/tag36.xml"/></Relationships>
</file>

<file path=ppt/slideLayouts/_rels/slideLayout16.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tags" Target="../tags/tag41.xml"/><Relationship Id="rId7" Type="http://schemas.openxmlformats.org/officeDocument/2006/relationships/slideMaster" Target="../slideMasters/slideMaster1.xml"/><Relationship Id="rId2" Type="http://schemas.openxmlformats.org/officeDocument/2006/relationships/tags" Target="../tags/tag40.xml"/><Relationship Id="rId1" Type="http://schemas.openxmlformats.org/officeDocument/2006/relationships/tags" Target="../tags/tag39.xml"/><Relationship Id="rId6" Type="http://schemas.openxmlformats.org/officeDocument/2006/relationships/tags" Target="../tags/tag44.xml"/><Relationship Id="rId5" Type="http://schemas.openxmlformats.org/officeDocument/2006/relationships/tags" Target="../tags/tag43.xml"/><Relationship Id="rId10" Type="http://schemas.openxmlformats.org/officeDocument/2006/relationships/image" Target="../media/image16.svg"/><Relationship Id="rId4" Type="http://schemas.openxmlformats.org/officeDocument/2006/relationships/tags" Target="../tags/tag42.xml"/><Relationship Id="rId9" Type="http://schemas.openxmlformats.org/officeDocument/2006/relationships/image" Target="../media/image4.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8" Type="http://schemas.openxmlformats.org/officeDocument/2006/relationships/image" Target="../media/image16.svg"/><Relationship Id="rId3" Type="http://schemas.openxmlformats.org/officeDocument/2006/relationships/tags" Target="../tags/tag47.xml"/><Relationship Id="rId7" Type="http://schemas.openxmlformats.org/officeDocument/2006/relationships/image" Target="../media/image4.png"/><Relationship Id="rId2" Type="http://schemas.openxmlformats.org/officeDocument/2006/relationships/tags" Target="../tags/tag46.xml"/><Relationship Id="rId1" Type="http://schemas.openxmlformats.org/officeDocument/2006/relationships/tags" Target="../tags/tag45.xml"/><Relationship Id="rId6" Type="http://schemas.openxmlformats.org/officeDocument/2006/relationships/image" Target="../media/image3.png"/><Relationship Id="rId5" Type="http://schemas.openxmlformats.org/officeDocument/2006/relationships/slideMaster" Target="../slideMasters/slideMaster1.xml"/><Relationship Id="rId4" Type="http://schemas.openxmlformats.org/officeDocument/2006/relationships/tags" Target="../tags/tag48.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49.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50.xml"/><Relationship Id="rId4" Type="http://schemas.openxmlformats.org/officeDocument/2006/relationships/image" Target="../media/image7.jpe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Master" Target="../slideMasters/slideMaster1.xml"/><Relationship Id="rId1" Type="http://schemas.openxmlformats.org/officeDocument/2006/relationships/tags" Target="../tags/tag51.xml"/><Relationship Id="rId4" Type="http://schemas.openxmlformats.org/officeDocument/2006/relationships/image" Target="../media/image9.png"/></Relationships>
</file>

<file path=ppt/slideLayouts/_rels/slideLayout22.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53.xml"/><Relationship Id="rId1" Type="http://schemas.openxmlformats.org/officeDocument/2006/relationships/tags" Target="../tags/tag52.xml"/><Relationship Id="rId5" Type="http://schemas.openxmlformats.org/officeDocument/2006/relationships/image" Target="../media/image10.png"/><Relationship Id="rId4" Type="http://schemas.openxmlformats.org/officeDocument/2006/relationships/image" Target="../media/image6.pn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Master" Target="../slideMasters/slideMaster1.xml"/><Relationship Id="rId1" Type="http://schemas.openxmlformats.org/officeDocument/2006/relationships/tags" Target="../tags/tag54.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Master" Target="../slideMasters/slideMaster1.xml"/><Relationship Id="rId1" Type="http://schemas.openxmlformats.org/officeDocument/2006/relationships/tags" Target="../tags/tag55.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tags" Target="../tags/tag58.xml"/><Relationship Id="rId2" Type="http://schemas.openxmlformats.org/officeDocument/2006/relationships/tags" Target="../tags/tag57.xml"/><Relationship Id="rId1" Type="http://schemas.openxmlformats.org/officeDocument/2006/relationships/tags" Target="../tags/tag56.xml"/><Relationship Id="rId5" Type="http://schemas.openxmlformats.org/officeDocument/2006/relationships/slideMaster" Target="../slideMasters/slideMaster1.xml"/><Relationship Id="rId4" Type="http://schemas.openxmlformats.org/officeDocument/2006/relationships/tags" Target="../tags/tag59.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5A7D297B-DE10-A84D-B636-3028F48863F8}"/>
              </a:ext>
            </a:extLst>
          </p:cNvPr>
          <p:cNvGrpSpPr/>
          <p:nvPr userDrawn="1"/>
        </p:nvGrpSpPr>
        <p:grpSpPr>
          <a:xfrm>
            <a:off x="1" y="1246636"/>
            <a:ext cx="11735122" cy="4754113"/>
            <a:chOff x="-3182145" y="-5169663"/>
            <a:chExt cx="11799257" cy="4780095"/>
          </a:xfrm>
        </p:grpSpPr>
        <p:sp>
          <p:nvSpPr>
            <p:cNvPr id="2" name="Rectangle 1">
              <a:extLst>
                <a:ext uri="{FF2B5EF4-FFF2-40B4-BE49-F238E27FC236}">
                  <a16:creationId xmlns:a16="http://schemas.microsoft.com/office/drawing/2014/main" id="{5BA3680E-48F9-C94E-8BA7-80D6E42CF04F}"/>
                </a:ext>
              </a:extLst>
            </p:cNvPr>
            <p:cNvSpPr/>
            <p:nvPr userDrawn="1"/>
          </p:nvSpPr>
          <p:spPr>
            <a:xfrm>
              <a:off x="-3182145" y="-5169662"/>
              <a:ext cx="11780199" cy="4780094"/>
            </a:xfrm>
            <a:custGeom>
              <a:avLst/>
              <a:gdLst>
                <a:gd name="connsiteX0" fmla="*/ 0 w 10554495"/>
                <a:gd name="connsiteY0" fmla="*/ 0 h 3897360"/>
                <a:gd name="connsiteX1" fmla="*/ 10554495 w 10554495"/>
                <a:gd name="connsiteY1" fmla="*/ 0 h 3897360"/>
                <a:gd name="connsiteX2" fmla="*/ 10554495 w 10554495"/>
                <a:gd name="connsiteY2" fmla="*/ 3897360 h 3897360"/>
                <a:gd name="connsiteX3" fmla="*/ 0 w 10554495"/>
                <a:gd name="connsiteY3" fmla="*/ 3897360 h 3897360"/>
                <a:gd name="connsiteX4" fmla="*/ 0 w 10554495"/>
                <a:gd name="connsiteY4" fmla="*/ 0 h 3897360"/>
                <a:gd name="connsiteX0" fmla="*/ 0 w 11735595"/>
                <a:gd name="connsiteY0" fmla="*/ 0 h 3897360"/>
                <a:gd name="connsiteX1" fmla="*/ 11735595 w 11735595"/>
                <a:gd name="connsiteY1" fmla="*/ 38100 h 3897360"/>
                <a:gd name="connsiteX2" fmla="*/ 10554495 w 11735595"/>
                <a:gd name="connsiteY2" fmla="*/ 3897360 h 3897360"/>
                <a:gd name="connsiteX3" fmla="*/ 0 w 11735595"/>
                <a:gd name="connsiteY3" fmla="*/ 3897360 h 3897360"/>
                <a:gd name="connsiteX4" fmla="*/ 0 w 11735595"/>
                <a:gd name="connsiteY4" fmla="*/ 0 h 3897360"/>
                <a:gd name="connsiteX0" fmla="*/ 0 w 11735595"/>
                <a:gd name="connsiteY0" fmla="*/ 0 h 3897360"/>
                <a:gd name="connsiteX1" fmla="*/ 11735595 w 11735595"/>
                <a:gd name="connsiteY1" fmla="*/ 19050 h 3897360"/>
                <a:gd name="connsiteX2" fmla="*/ 10554495 w 11735595"/>
                <a:gd name="connsiteY2" fmla="*/ 3897360 h 3897360"/>
                <a:gd name="connsiteX3" fmla="*/ 0 w 11735595"/>
                <a:gd name="connsiteY3" fmla="*/ 3897360 h 3897360"/>
                <a:gd name="connsiteX4" fmla="*/ 0 w 11735595"/>
                <a:gd name="connsiteY4" fmla="*/ 0 h 3897360"/>
                <a:gd name="connsiteX0" fmla="*/ 0 w 11735595"/>
                <a:gd name="connsiteY0" fmla="*/ 0 h 3897360"/>
                <a:gd name="connsiteX1" fmla="*/ 11735595 w 11735595"/>
                <a:gd name="connsiteY1" fmla="*/ 19050 h 3897360"/>
                <a:gd name="connsiteX2" fmla="*/ 10376075 w 11735595"/>
                <a:gd name="connsiteY2" fmla="*/ 3860992 h 3897360"/>
                <a:gd name="connsiteX3" fmla="*/ 0 w 11735595"/>
                <a:gd name="connsiteY3" fmla="*/ 3897360 h 3897360"/>
                <a:gd name="connsiteX4" fmla="*/ 0 w 11735595"/>
                <a:gd name="connsiteY4" fmla="*/ 0 h 3897360"/>
                <a:gd name="connsiteX0" fmla="*/ 0 w 11735595"/>
                <a:gd name="connsiteY0" fmla="*/ 0 h 3924636"/>
                <a:gd name="connsiteX1" fmla="*/ 11735595 w 11735595"/>
                <a:gd name="connsiteY1" fmla="*/ 19050 h 3924636"/>
                <a:gd name="connsiteX2" fmla="*/ 10208807 w 11735595"/>
                <a:gd name="connsiteY2" fmla="*/ 3924636 h 3924636"/>
                <a:gd name="connsiteX3" fmla="*/ 0 w 11735595"/>
                <a:gd name="connsiteY3" fmla="*/ 3897360 h 3924636"/>
                <a:gd name="connsiteX4" fmla="*/ 0 w 11735595"/>
                <a:gd name="connsiteY4" fmla="*/ 0 h 3924636"/>
                <a:gd name="connsiteX0" fmla="*/ 0 w 11735595"/>
                <a:gd name="connsiteY0" fmla="*/ 0 h 3897360"/>
                <a:gd name="connsiteX1" fmla="*/ 11735595 w 11735595"/>
                <a:gd name="connsiteY1" fmla="*/ 19050 h 3897360"/>
                <a:gd name="connsiteX2" fmla="*/ 10041539 w 11735595"/>
                <a:gd name="connsiteY2" fmla="*/ 3697338 h 3897360"/>
                <a:gd name="connsiteX3" fmla="*/ 0 w 11735595"/>
                <a:gd name="connsiteY3" fmla="*/ 3897360 h 3897360"/>
                <a:gd name="connsiteX4" fmla="*/ 0 w 11735595"/>
                <a:gd name="connsiteY4" fmla="*/ 0 h 3897360"/>
                <a:gd name="connsiteX0" fmla="*/ 0 w 11735595"/>
                <a:gd name="connsiteY0" fmla="*/ 0 h 3897360"/>
                <a:gd name="connsiteX1" fmla="*/ 11735595 w 11735595"/>
                <a:gd name="connsiteY1" fmla="*/ 19050 h 3897360"/>
                <a:gd name="connsiteX2" fmla="*/ 10264563 w 11735595"/>
                <a:gd name="connsiteY2" fmla="*/ 3888268 h 3897360"/>
                <a:gd name="connsiteX3" fmla="*/ 0 w 11735595"/>
                <a:gd name="connsiteY3" fmla="*/ 3897360 h 3897360"/>
                <a:gd name="connsiteX4" fmla="*/ 0 w 11735595"/>
                <a:gd name="connsiteY4" fmla="*/ 0 h 3897360"/>
                <a:gd name="connsiteX0" fmla="*/ 0 w 11200336"/>
                <a:gd name="connsiteY0" fmla="*/ 0 h 3897360"/>
                <a:gd name="connsiteX1" fmla="*/ 11200336 w 11200336"/>
                <a:gd name="connsiteY1" fmla="*/ 82694 h 3897360"/>
                <a:gd name="connsiteX2" fmla="*/ 10264563 w 11200336"/>
                <a:gd name="connsiteY2" fmla="*/ 3888268 h 3897360"/>
                <a:gd name="connsiteX3" fmla="*/ 0 w 11200336"/>
                <a:gd name="connsiteY3" fmla="*/ 3897360 h 3897360"/>
                <a:gd name="connsiteX4" fmla="*/ 0 w 11200336"/>
                <a:gd name="connsiteY4" fmla="*/ 0 h 3897360"/>
                <a:gd name="connsiteX0" fmla="*/ 0 w 11780199"/>
                <a:gd name="connsiteY0" fmla="*/ 0 h 3897360"/>
                <a:gd name="connsiteX1" fmla="*/ 11780199 w 11780199"/>
                <a:gd name="connsiteY1" fmla="*/ 867 h 3897360"/>
                <a:gd name="connsiteX2" fmla="*/ 10264563 w 11780199"/>
                <a:gd name="connsiteY2" fmla="*/ 3888268 h 3897360"/>
                <a:gd name="connsiteX3" fmla="*/ 0 w 11780199"/>
                <a:gd name="connsiteY3" fmla="*/ 3897360 h 3897360"/>
                <a:gd name="connsiteX4" fmla="*/ 0 w 11780199"/>
                <a:gd name="connsiteY4" fmla="*/ 0 h 38973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80199" h="3897360">
                  <a:moveTo>
                    <a:pt x="0" y="0"/>
                  </a:moveTo>
                  <a:lnTo>
                    <a:pt x="11780199" y="867"/>
                  </a:lnTo>
                  <a:lnTo>
                    <a:pt x="10264563" y="3888268"/>
                  </a:lnTo>
                  <a:lnTo>
                    <a:pt x="0" y="3897360"/>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800"/>
            </a:p>
          </p:txBody>
        </p:sp>
        <p:pic>
          <p:nvPicPr>
            <p:cNvPr id="29" name="Picture 28">
              <a:extLst>
                <a:ext uri="{FF2B5EF4-FFF2-40B4-BE49-F238E27FC236}">
                  <a16:creationId xmlns:a16="http://schemas.microsoft.com/office/drawing/2014/main" id="{AC59BDFE-3580-F349-8D96-F5979F88E547}"/>
                </a:ext>
              </a:extLst>
            </p:cNvPr>
            <p:cNvPicPr>
              <a:picLocks noChangeAspect="1"/>
            </p:cNvPicPr>
            <p:nvPr userDrawn="1"/>
          </p:nvPicPr>
          <p:blipFill rotWithShape="1">
            <a:blip r:embed="rId6" cstate="hqprint">
              <a:extLst>
                <a:ext uri="{28A0092B-C50C-407E-A947-70E740481C1C}">
                  <a14:useLocalDpi xmlns:a14="http://schemas.microsoft.com/office/drawing/2010/main"/>
                </a:ext>
              </a:extLst>
            </a:blip>
            <a:srcRect/>
            <a:stretch/>
          </p:blipFill>
          <p:spPr>
            <a:xfrm>
              <a:off x="-3182145" y="-5169663"/>
              <a:ext cx="11799257" cy="4780095"/>
            </a:xfrm>
            <a:prstGeom prst="rect">
              <a:avLst/>
            </a:prstGeom>
          </p:spPr>
        </p:pic>
      </p:grpSp>
      <p:sp>
        <p:nvSpPr>
          <p:cNvPr id="8" name="Text Placeholder 15"/>
          <p:cNvSpPr>
            <a:spLocks noGrp="1"/>
          </p:cNvSpPr>
          <p:nvPr>
            <p:ph type="body" sz="quarter" idx="10" hasCustomPrompt="1"/>
            <p:custDataLst>
              <p:tags r:id="rId1"/>
            </p:custDataLst>
          </p:nvPr>
        </p:nvSpPr>
        <p:spPr>
          <a:xfrm>
            <a:off x="456698" y="4526198"/>
            <a:ext cx="8141202" cy="731520"/>
          </a:xfrm>
        </p:spPr>
        <p:txBody>
          <a:bodyPr anchor="b">
            <a:normAutofit/>
          </a:bodyPr>
          <a:lstStyle>
            <a:lvl1pPr marL="0" indent="0" algn="l">
              <a:buNone/>
              <a:defRPr sz="2400" baseline="0">
                <a:solidFill>
                  <a:schemeClr val="bg1"/>
                </a:solidFill>
                <a:effectLst/>
              </a:defRPr>
            </a:lvl1pPr>
            <a:lvl2pPr marL="0" indent="0" algn="ctr">
              <a:buNone/>
              <a:defRPr>
                <a:solidFill>
                  <a:schemeClr val="tx1">
                    <a:lumMod val="65000"/>
                    <a:lumOff val="35000"/>
                  </a:schemeClr>
                </a:solidFill>
              </a:defRPr>
            </a:lvl2pPr>
            <a:lvl3pPr algn="ctr">
              <a:defRPr>
                <a:solidFill>
                  <a:schemeClr val="tx1">
                    <a:lumMod val="65000"/>
                    <a:lumOff val="35000"/>
                  </a:schemeClr>
                </a:solidFill>
              </a:defRPr>
            </a:lvl3pPr>
            <a:lvl4pPr algn="ctr">
              <a:defRPr>
                <a:solidFill>
                  <a:schemeClr val="tx1">
                    <a:lumMod val="65000"/>
                    <a:lumOff val="35000"/>
                  </a:schemeClr>
                </a:solidFill>
              </a:defRPr>
            </a:lvl4pPr>
            <a:lvl5pPr algn="ctr">
              <a:defRPr>
                <a:solidFill>
                  <a:schemeClr val="tx1">
                    <a:lumMod val="65000"/>
                    <a:lumOff val="35000"/>
                  </a:schemeClr>
                </a:solidFill>
              </a:defRPr>
            </a:lvl5pPr>
          </a:lstStyle>
          <a:p>
            <a:pPr lvl="0"/>
            <a:r>
              <a:rPr lang="en-US"/>
              <a:t>Synopsys Customer Education Services</a:t>
            </a:r>
            <a:endParaRPr/>
          </a:p>
        </p:txBody>
      </p:sp>
      <p:sp>
        <p:nvSpPr>
          <p:cNvPr id="21" name="Subtitle 2"/>
          <p:cNvSpPr>
            <a:spLocks noGrp="1"/>
          </p:cNvSpPr>
          <p:nvPr>
            <p:ph type="subTitle" idx="1" hasCustomPrompt="1"/>
            <p:custDataLst>
              <p:tags r:id="rId2"/>
            </p:custDataLst>
          </p:nvPr>
        </p:nvSpPr>
        <p:spPr>
          <a:xfrm>
            <a:off x="456557" y="3522681"/>
            <a:ext cx="10417770" cy="990600"/>
          </a:xfrm>
        </p:spPr>
        <p:txBody>
          <a:bodyPr>
            <a:normAutofit/>
          </a:bodyPr>
          <a:lstStyle>
            <a:lvl1pPr marL="0" indent="0" algn="l">
              <a:buNone/>
              <a:defRPr sz="3200" b="0">
                <a:solidFill>
                  <a:schemeClr val="bg1"/>
                </a:solidFill>
                <a:effectLs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t>Click to Add </a:t>
            </a:r>
            <a:r>
              <a:rPr lang="en-US"/>
              <a:t>Course Version</a:t>
            </a:r>
            <a:endParaRPr/>
          </a:p>
        </p:txBody>
      </p:sp>
      <p:sp>
        <p:nvSpPr>
          <p:cNvPr id="22" name="Title 1"/>
          <p:cNvSpPr>
            <a:spLocks noGrp="1"/>
          </p:cNvSpPr>
          <p:nvPr>
            <p:ph type="ctrTitle" hasCustomPrompt="1"/>
            <p:custDataLst>
              <p:tags r:id="rId3"/>
            </p:custDataLst>
          </p:nvPr>
        </p:nvSpPr>
        <p:spPr>
          <a:xfrm>
            <a:off x="456555" y="1687591"/>
            <a:ext cx="10763895" cy="1828800"/>
          </a:xfrm>
        </p:spPr>
        <p:txBody>
          <a:bodyPr anchor="b">
            <a:noAutofit/>
          </a:bodyPr>
          <a:lstStyle>
            <a:lvl1pPr algn="l">
              <a:defRPr sz="5000">
                <a:solidFill>
                  <a:schemeClr val="bg1"/>
                </a:solidFill>
                <a:effectLst/>
              </a:defRPr>
            </a:lvl1pPr>
          </a:lstStyle>
          <a:p>
            <a:r>
              <a:t>Click to Add </a:t>
            </a:r>
            <a:r>
              <a:rPr lang="en-US"/>
              <a:t>Course Name</a:t>
            </a:r>
            <a:endParaRPr/>
          </a:p>
        </p:txBody>
      </p:sp>
      <p:pic>
        <p:nvPicPr>
          <p:cNvPr id="10" name="Graphic 9">
            <a:extLst>
              <a:ext uri="{FF2B5EF4-FFF2-40B4-BE49-F238E27FC236}">
                <a16:creationId xmlns:a16="http://schemas.microsoft.com/office/drawing/2014/main" id="{9889C713-0D9F-4617-8B3E-E5631E10483A}"/>
              </a:ext>
            </a:extLst>
          </p:cNvPr>
          <p:cNvPicPr>
            <a:picLocks noChangeAspect="1"/>
          </p:cNvPicPr>
          <p:nvPr>
            <p:custDataLst>
              <p:tags r:id="rId4"/>
            </p:custDataLst>
          </p:nvPr>
        </p:nvPicPr>
        <p:blipFill>
          <a:blip r:embed="rId7">
            <a:extLst>
              <a:ext uri="{96DAC541-7B7A-43D3-8B79-37D633B846F1}">
                <asvg:svgBlip xmlns:asvg="http://schemas.microsoft.com/office/drawing/2016/SVG/main" r:embed="rId8"/>
              </a:ext>
            </a:extLst>
          </a:blip>
          <a:stretch>
            <a:fillRect/>
          </a:stretch>
        </p:blipFill>
        <p:spPr>
          <a:xfrm>
            <a:off x="9905927" y="453166"/>
            <a:ext cx="1829195" cy="584326"/>
          </a:xfrm>
          <a:prstGeom prst="rect">
            <a:avLst/>
          </a:prstGeom>
        </p:spPr>
      </p:pic>
    </p:spTree>
    <p:extLst>
      <p:ext uri="{BB962C8B-B14F-4D97-AF65-F5344CB8AC3E}">
        <p14:creationId xmlns:p14="http://schemas.microsoft.com/office/powerpoint/2010/main" val="3182277517"/>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gal Disclosure NDA">
    <p:spTree>
      <p:nvGrpSpPr>
        <p:cNvPr id="1" name=""/>
        <p:cNvGrpSpPr/>
        <p:nvPr/>
      </p:nvGrpSpPr>
      <p:grpSpPr>
        <a:xfrm>
          <a:off x="0" y="0"/>
          <a:ext cx="0" cy="0"/>
          <a:chOff x="0" y="0"/>
          <a:chExt cx="0" cy="0"/>
        </a:xfrm>
      </p:grpSpPr>
      <p:sp>
        <p:nvSpPr>
          <p:cNvPr id="2" name="Content Placeholder 2"/>
          <p:cNvSpPr>
            <a:spLocks noGrp="1"/>
          </p:cNvSpPr>
          <p:nvPr>
            <p:custDataLst>
              <p:tags r:id="rId1"/>
            </p:custDataLst>
          </p:nvPr>
        </p:nvSpPr>
        <p:spPr>
          <a:xfrm>
            <a:off x="438150" y="463062"/>
            <a:ext cx="11315700" cy="5340349"/>
          </a:xfrm>
          <a:prstGeom prst="rect">
            <a:avLst/>
          </a:prstGeom>
        </p:spPr>
        <p:txBody>
          <a:bodyPr vert="horz" lIns="121920" tIns="60960" rIns="121920" bIns="60960" rtlCol="0">
            <a:noAutofit/>
          </a:bodyPr>
          <a:lstStyle>
            <a:lvl1pPr marL="342900" indent="-3429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2pPr>
            <a:lvl3pPr marL="1027113"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9pPr>
          </a:lstStyle>
          <a:p>
            <a:pPr>
              <a:buNone/>
            </a:pPr>
            <a:r>
              <a:rPr sz="3200" b="1">
                <a:solidFill>
                  <a:schemeClr val="tx1"/>
                </a:solidFill>
              </a:rPr>
              <a:t>CONFIDENTIAL INFORMATION</a:t>
            </a:r>
          </a:p>
          <a:p>
            <a:pPr marL="0" indent="0">
              <a:buNone/>
            </a:pPr>
            <a:r>
              <a:rPr sz="2200">
                <a:solidFill>
                  <a:schemeClr val="tx1"/>
                </a:solidFill>
              </a:rPr>
              <a:t>The information contained in this presentation is the confidential and proprietary information of Synopsys. You are not permitted to disseminate or use any of </a:t>
            </a:r>
            <a:br>
              <a:rPr sz="2200">
                <a:solidFill>
                  <a:schemeClr val="tx1"/>
                </a:solidFill>
              </a:rPr>
            </a:br>
            <a:r>
              <a:rPr sz="2200">
                <a:solidFill>
                  <a:schemeClr val="tx1"/>
                </a:solidFill>
              </a:rPr>
              <a:t>the information provided to you in this presentation outside of Synopsys </a:t>
            </a:r>
            <a:br>
              <a:rPr sz="2200">
                <a:solidFill>
                  <a:schemeClr val="tx1"/>
                </a:solidFill>
              </a:rPr>
            </a:br>
            <a:r>
              <a:rPr sz="2200">
                <a:solidFill>
                  <a:schemeClr val="tx1"/>
                </a:solidFill>
              </a:rPr>
              <a:t>without prior written authorization. </a:t>
            </a:r>
          </a:p>
          <a:p>
            <a:pPr>
              <a:buNone/>
            </a:pPr>
            <a:r>
              <a:rPr>
                <a:solidFill>
                  <a:schemeClr val="tx1"/>
                </a:solidFill>
              </a:rPr>
              <a:t> </a:t>
            </a:r>
          </a:p>
          <a:p>
            <a:pPr>
              <a:buNone/>
            </a:pPr>
            <a:r>
              <a:rPr sz="3200" b="1">
                <a:solidFill>
                  <a:schemeClr val="tx1"/>
                </a:solidFill>
              </a:rPr>
              <a:t>IMPORTANT NOTICE</a:t>
            </a:r>
          </a:p>
          <a:p>
            <a:pPr marL="0" indent="0">
              <a:buNone/>
            </a:pPr>
            <a:r>
              <a:rPr sz="2200">
                <a:solidFill>
                  <a:schemeClr val="tx1"/>
                </a:solidFill>
              </a:rPr>
              <a:t>In the event information in this presentation reflects Synopsys’ future plans, such plans are as of the date of this presentation and are subject to change. Synopsys is not obligated to update this presentation or develop the products with the features and functionality discussed in this presentation. Additionally, Synopsys’ services and products may only be offered and purchased pursuant to an authorized quote and purchase order or a mutually agreed upon written contract with Synopsys.</a:t>
            </a:r>
          </a:p>
        </p:txBody>
      </p:sp>
    </p:spTree>
    <p:extLst>
      <p:ext uri="{BB962C8B-B14F-4D97-AF65-F5344CB8AC3E}">
        <p14:creationId xmlns:p14="http://schemas.microsoft.com/office/powerpoint/2010/main" val="4028982806"/>
      </p:ext>
    </p:extLst>
  </p:cSld>
  <p:clrMapOvr>
    <a:masterClrMapping/>
  </p:clrMapOvr>
  <p:extLst>
    <p:ext uri="{DCECCB84-F9BA-43D5-87BE-67443E8EF086}">
      <p15:sldGuideLst xmlns:p15="http://schemas.microsoft.com/office/powerpoint/2012/main">
        <p15:guide id="2" pos="7392">
          <p15:clr>
            <a:srgbClr val="5ACBF0"/>
          </p15:clr>
        </p15:guide>
        <p15:guide id="3" orient="horz" pos="3888">
          <p15:clr>
            <a:srgbClr val="5ACBF0"/>
          </p15:clr>
        </p15:guide>
        <p15:guide id="4" orient="horz" pos="372">
          <p15:clr>
            <a:srgbClr val="5ACBF0"/>
          </p15:clr>
        </p15:guide>
        <p15:guide id="5" pos="288">
          <p15:clr>
            <a:srgbClr val="5ACBF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cope">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05B211E6-87BE-4EC7-8E86-4064596A0E69}"/>
              </a:ext>
            </a:extLst>
          </p:cNvPr>
          <p:cNvSpPr>
            <a:spLocks noGrp="1"/>
          </p:cNvSpPr>
          <p:nvPr userDrawn="1">
            <p:ph type="body" sz="quarter" idx="10"/>
          </p:nvPr>
        </p:nvSpPr>
        <p:spPr>
          <a:xfrm>
            <a:off x="457200" y="1737754"/>
            <a:ext cx="11277922" cy="4663045"/>
          </a:xfrm>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pic>
        <p:nvPicPr>
          <p:cNvPr id="10" name="Picture 9">
            <a:extLst>
              <a:ext uri="{FF2B5EF4-FFF2-40B4-BE49-F238E27FC236}">
                <a16:creationId xmlns:a16="http://schemas.microsoft.com/office/drawing/2014/main" id="{377B05DB-A977-4DFB-8026-0C01E80D3A1C}"/>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bwMode="ltGray">
          <a:xfrm>
            <a:off x="0" y="178203"/>
            <a:ext cx="5258534" cy="1095528"/>
          </a:xfrm>
          <a:prstGeom prst="rect">
            <a:avLst/>
          </a:prstGeom>
        </p:spPr>
      </p:pic>
      <p:sp>
        <p:nvSpPr>
          <p:cNvPr id="11" name="Title 4">
            <a:extLst>
              <a:ext uri="{FF2B5EF4-FFF2-40B4-BE49-F238E27FC236}">
                <a16:creationId xmlns:a16="http://schemas.microsoft.com/office/drawing/2014/main" id="{AA3CB389-48A5-49BB-A30B-013A5B53EFCD}"/>
              </a:ext>
            </a:extLst>
          </p:cNvPr>
          <p:cNvSpPr>
            <a:spLocks noGrp="1"/>
          </p:cNvSpPr>
          <p:nvPr>
            <p:ph type="title" hasCustomPrompt="1"/>
            <p:custDataLst>
              <p:tags r:id="rId1"/>
            </p:custDataLst>
          </p:nvPr>
        </p:nvSpPr>
        <p:spPr bwMode="gray">
          <a:xfrm>
            <a:off x="1498175" y="172006"/>
            <a:ext cx="3279102" cy="1087755"/>
          </a:xfrm>
          <a:noFill/>
          <a:ln>
            <a:noFill/>
          </a:ln>
        </p:spPr>
        <p:style>
          <a:lnRef idx="2">
            <a:schemeClr val="accent1">
              <a:shade val="50000"/>
            </a:schemeClr>
          </a:lnRef>
          <a:fillRef idx="1">
            <a:schemeClr val="accent1"/>
          </a:fillRef>
          <a:effectRef idx="0">
            <a:schemeClr val="accent1"/>
          </a:effectRef>
          <a:fontRef idx="minor">
            <a:schemeClr val="lt1"/>
          </a:fontRef>
        </p:style>
        <p:txBody>
          <a:bodyPr lIns="182880" rtlCol="0" anchor="ctr">
            <a:normAutofit/>
          </a:bodyPr>
          <a:lstStyle>
            <a:lvl1pPr>
              <a:defRPr sz="3200" dirty="0">
                <a:solidFill>
                  <a:schemeClr val="lt1"/>
                </a:solidFill>
                <a:latin typeface="+mj-lt"/>
                <a:ea typeface="+mn-ea"/>
                <a:cs typeface="+mn-cs"/>
              </a:defRPr>
            </a:lvl1pPr>
          </a:lstStyle>
          <a:p>
            <a:pPr marL="0" lvl="0" defTabSz="457200"/>
            <a:r>
              <a:rPr lang="en-US"/>
              <a:t>Click to Add a Title</a:t>
            </a:r>
            <a:endParaRPr/>
          </a:p>
        </p:txBody>
      </p:sp>
    </p:spTree>
    <p:extLst>
      <p:ext uri="{BB962C8B-B14F-4D97-AF65-F5344CB8AC3E}">
        <p14:creationId xmlns:p14="http://schemas.microsoft.com/office/powerpoint/2010/main" val="2577505583"/>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cope with background">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1E873832-813A-459B-8A37-2E752C411F04}"/>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bwMode="ltGray">
          <a:xfrm>
            <a:off x="0" y="178203"/>
            <a:ext cx="5258534" cy="1095528"/>
          </a:xfrm>
          <a:prstGeom prst="rect">
            <a:avLst/>
          </a:prstGeom>
        </p:spPr>
      </p:pic>
      <p:pic>
        <p:nvPicPr>
          <p:cNvPr id="18" name="Picture 17">
            <a:extLst>
              <a:ext uri="{FF2B5EF4-FFF2-40B4-BE49-F238E27FC236}">
                <a16:creationId xmlns:a16="http://schemas.microsoft.com/office/drawing/2014/main" id="{F5F87E6C-9108-4445-AF14-EE92CFEB3452}"/>
              </a:ext>
            </a:extLst>
          </p:cNvPr>
          <p:cNvPicPr>
            <a:picLocks noChangeAspect="1"/>
          </p:cNvPicPr>
          <p:nvPr userDrawn="1"/>
        </p:nvPicPr>
        <p:blipFill rotWithShape="1">
          <a:blip r:embed="rId4" cstate="email">
            <a:extLst>
              <a:ext uri="{28A0092B-C50C-407E-A947-70E740481C1C}">
                <a14:useLocalDpi xmlns:a14="http://schemas.microsoft.com/office/drawing/2010/main"/>
              </a:ext>
            </a:extLst>
          </a:blip>
          <a:srcRect/>
          <a:stretch/>
        </p:blipFill>
        <p:spPr>
          <a:xfrm>
            <a:off x="0" y="1310092"/>
            <a:ext cx="12192000" cy="5217460"/>
          </a:xfrm>
          <a:prstGeom prst="rect">
            <a:avLst/>
          </a:prstGeom>
        </p:spPr>
      </p:pic>
      <p:sp>
        <p:nvSpPr>
          <p:cNvPr id="19" name="Text Placeholder 3">
            <a:extLst>
              <a:ext uri="{FF2B5EF4-FFF2-40B4-BE49-F238E27FC236}">
                <a16:creationId xmlns:a16="http://schemas.microsoft.com/office/drawing/2014/main" id="{F2E28495-B0B3-4070-BB83-3FB14AB729F0}"/>
              </a:ext>
            </a:extLst>
          </p:cNvPr>
          <p:cNvSpPr>
            <a:spLocks noGrp="1"/>
          </p:cNvSpPr>
          <p:nvPr>
            <p:ph type="body" sz="quarter" idx="10"/>
          </p:nvPr>
        </p:nvSpPr>
        <p:spPr>
          <a:xfrm>
            <a:off x="457200" y="1737755"/>
            <a:ext cx="11277922" cy="4430232"/>
          </a:xfrm>
          <a:solidFill>
            <a:schemeClr val="bg1">
              <a:alpha val="70000"/>
            </a:schemeClr>
          </a:solidFill>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sp>
        <p:nvSpPr>
          <p:cNvPr id="20" name="Title 4">
            <a:extLst>
              <a:ext uri="{FF2B5EF4-FFF2-40B4-BE49-F238E27FC236}">
                <a16:creationId xmlns:a16="http://schemas.microsoft.com/office/drawing/2014/main" id="{BE7312B4-ABE7-4B7B-A96F-2CD31471F816}"/>
              </a:ext>
            </a:extLst>
          </p:cNvPr>
          <p:cNvSpPr>
            <a:spLocks noGrp="1"/>
          </p:cNvSpPr>
          <p:nvPr>
            <p:ph type="title" hasCustomPrompt="1"/>
            <p:custDataLst>
              <p:tags r:id="rId1"/>
            </p:custDataLst>
          </p:nvPr>
        </p:nvSpPr>
        <p:spPr bwMode="gray">
          <a:xfrm>
            <a:off x="1498175" y="178356"/>
            <a:ext cx="3279102" cy="1078992"/>
          </a:xfrm>
          <a:noFill/>
          <a:ln>
            <a:noFill/>
          </a:ln>
        </p:spPr>
        <p:style>
          <a:lnRef idx="2">
            <a:schemeClr val="accent1">
              <a:shade val="50000"/>
            </a:schemeClr>
          </a:lnRef>
          <a:fillRef idx="1">
            <a:schemeClr val="accent1"/>
          </a:fillRef>
          <a:effectRef idx="0">
            <a:schemeClr val="accent1"/>
          </a:effectRef>
          <a:fontRef idx="minor">
            <a:schemeClr val="lt1"/>
          </a:fontRef>
        </p:style>
        <p:txBody>
          <a:bodyPr lIns="182880" rtlCol="0" anchor="ctr">
            <a:normAutofit/>
          </a:bodyPr>
          <a:lstStyle>
            <a:lvl1pPr>
              <a:defRPr sz="3200" dirty="0">
                <a:solidFill>
                  <a:schemeClr val="lt1"/>
                </a:solidFill>
                <a:latin typeface="+mj-lt"/>
                <a:ea typeface="+mn-ea"/>
                <a:cs typeface="+mn-cs"/>
              </a:defRPr>
            </a:lvl1pPr>
          </a:lstStyle>
          <a:p>
            <a:pPr marL="0" lvl="0" defTabSz="457200"/>
            <a:r>
              <a:rPr lang="en-US"/>
              <a:t>Click to Add a Title</a:t>
            </a:r>
            <a:endParaRPr/>
          </a:p>
        </p:txBody>
      </p:sp>
    </p:spTree>
    <p:extLst>
      <p:ext uri="{BB962C8B-B14F-4D97-AF65-F5344CB8AC3E}">
        <p14:creationId xmlns:p14="http://schemas.microsoft.com/office/powerpoint/2010/main" val="788968314"/>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Quiz">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09ACD3E-DBDC-4D0E-A88F-26A04005602E}"/>
              </a:ext>
            </a:extLst>
          </p:cNvPr>
          <p:cNvPicPr>
            <a:picLocks noChangeAspect="1"/>
          </p:cNvPicPr>
          <p:nvPr userDrawn="1"/>
        </p:nvPicPr>
        <p:blipFill>
          <a:blip r:embed="rId3"/>
          <a:stretch>
            <a:fillRect/>
          </a:stretch>
        </p:blipFill>
        <p:spPr>
          <a:xfrm>
            <a:off x="0" y="182880"/>
            <a:ext cx="3748443" cy="1097280"/>
          </a:xfrm>
          <a:prstGeom prst="rect">
            <a:avLst/>
          </a:prstGeom>
        </p:spPr>
      </p:pic>
      <p:sp>
        <p:nvSpPr>
          <p:cNvPr id="4" name="Text Placeholder 3">
            <a:extLst>
              <a:ext uri="{FF2B5EF4-FFF2-40B4-BE49-F238E27FC236}">
                <a16:creationId xmlns:a16="http://schemas.microsoft.com/office/drawing/2014/main" id="{05B211E6-87BE-4EC7-8E86-4064596A0E69}"/>
              </a:ext>
            </a:extLst>
          </p:cNvPr>
          <p:cNvSpPr>
            <a:spLocks noGrp="1"/>
          </p:cNvSpPr>
          <p:nvPr>
            <p:ph type="body" sz="quarter" idx="10"/>
          </p:nvPr>
        </p:nvSpPr>
        <p:spPr>
          <a:xfrm>
            <a:off x="457200" y="1737754"/>
            <a:ext cx="11277922" cy="4663045"/>
          </a:xfrm>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sp>
        <p:nvSpPr>
          <p:cNvPr id="41" name="Title 4">
            <a:extLst>
              <a:ext uri="{FF2B5EF4-FFF2-40B4-BE49-F238E27FC236}">
                <a16:creationId xmlns:a16="http://schemas.microsoft.com/office/drawing/2014/main" id="{D1F73CD5-AFE0-49A0-80CB-BDF8A7D1A0DC}"/>
              </a:ext>
            </a:extLst>
          </p:cNvPr>
          <p:cNvSpPr txBox="1">
            <a:spLocks/>
          </p:cNvSpPr>
          <p:nvPr userDrawn="1">
            <p:custDataLst>
              <p:tags r:id="rId1"/>
            </p:custDataLst>
          </p:nvPr>
        </p:nvSpPr>
        <p:spPr>
          <a:xfrm>
            <a:off x="1655492" y="226637"/>
            <a:ext cx="1422825" cy="1005840"/>
          </a:xfrm>
          <a:prstGeom prst="rect">
            <a:avLst/>
          </a:prstGeom>
          <a:no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horz" lIns="182880" tIns="45720" rIns="91440" bIns="45720" rtlCol="0" anchor="ctr">
            <a:normAutofit/>
          </a:bodyPr>
          <a:lstStyle>
            <a:lvl1pPr algn="l" defTabSz="914400" rtl="0" eaLnBrk="1" latinLnBrk="0" hangingPunct="1">
              <a:lnSpc>
                <a:spcPct val="100000"/>
              </a:lnSpc>
              <a:spcBef>
                <a:spcPct val="0"/>
              </a:spcBef>
              <a:buNone/>
              <a:defRPr sz="3200" b="0" kern="1200" dirty="0">
                <a:solidFill>
                  <a:schemeClr val="lt1"/>
                </a:solidFill>
                <a:latin typeface="+mj-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defTabSz="457200"/>
            <a:r>
              <a:rPr lang="en-US"/>
              <a:t>Quiz</a:t>
            </a:r>
          </a:p>
        </p:txBody>
      </p:sp>
      <p:pic>
        <p:nvPicPr>
          <p:cNvPr id="42" name="Picture 41" descr="Icon&#10;&#10;Description automatically generated">
            <a:extLst>
              <a:ext uri="{FF2B5EF4-FFF2-40B4-BE49-F238E27FC236}">
                <a16:creationId xmlns:a16="http://schemas.microsoft.com/office/drawing/2014/main" id="{DD38C84F-5193-4955-901F-6299B8236D9B}"/>
              </a:ext>
            </a:extLst>
          </p:cNvPr>
          <p:cNvPicPr>
            <a:picLocks noChangeAspect="1"/>
          </p:cNvPicPr>
          <p:nvPr userDrawn="1"/>
        </p:nvPicPr>
        <p:blipFill>
          <a:blip r:embed="rId4"/>
          <a:stretch>
            <a:fillRect/>
          </a:stretch>
        </p:blipFill>
        <p:spPr>
          <a:xfrm>
            <a:off x="553417" y="355597"/>
            <a:ext cx="896190" cy="816935"/>
          </a:xfrm>
          <a:prstGeom prst="rect">
            <a:avLst/>
          </a:prstGeom>
        </p:spPr>
      </p:pic>
    </p:spTree>
    <p:extLst>
      <p:ext uri="{BB962C8B-B14F-4D97-AF65-F5344CB8AC3E}">
        <p14:creationId xmlns:p14="http://schemas.microsoft.com/office/powerpoint/2010/main" val="543790805"/>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Objectives en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0144ACF8-D142-4EA6-904C-F3059944D168}"/>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bwMode="ltGray">
          <a:xfrm>
            <a:off x="0" y="178203"/>
            <a:ext cx="5258534" cy="1095528"/>
          </a:xfrm>
          <a:prstGeom prst="rect">
            <a:avLst/>
          </a:prstGeom>
        </p:spPr>
      </p:pic>
      <p:sp>
        <p:nvSpPr>
          <p:cNvPr id="4" name="Text Placeholder 3">
            <a:extLst>
              <a:ext uri="{FF2B5EF4-FFF2-40B4-BE49-F238E27FC236}">
                <a16:creationId xmlns:a16="http://schemas.microsoft.com/office/drawing/2014/main" id="{05B211E6-87BE-4EC7-8E86-4064596A0E69}"/>
              </a:ext>
            </a:extLst>
          </p:cNvPr>
          <p:cNvSpPr>
            <a:spLocks noGrp="1"/>
          </p:cNvSpPr>
          <p:nvPr userDrawn="1">
            <p:ph type="body" sz="quarter" idx="10"/>
          </p:nvPr>
        </p:nvSpPr>
        <p:spPr>
          <a:xfrm>
            <a:off x="457200" y="1737754"/>
            <a:ext cx="5638800" cy="4663045"/>
          </a:xfrm>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pic>
        <p:nvPicPr>
          <p:cNvPr id="7" name="Picture 6">
            <a:extLst>
              <a:ext uri="{FF2B5EF4-FFF2-40B4-BE49-F238E27FC236}">
                <a16:creationId xmlns:a16="http://schemas.microsoft.com/office/drawing/2014/main" id="{20EB06D5-E8E9-40AF-A2B8-743D9359C9C2}"/>
              </a:ext>
            </a:extLst>
          </p:cNvPr>
          <p:cNvPicPr>
            <a:picLocks noChangeAspect="1"/>
          </p:cNvPicPr>
          <p:nvPr userDrawn="1"/>
        </p:nvPicPr>
        <p:blipFill>
          <a:blip r:embed="rId5"/>
          <a:stretch>
            <a:fillRect/>
          </a:stretch>
        </p:blipFill>
        <p:spPr>
          <a:xfrm>
            <a:off x="362164" y="259001"/>
            <a:ext cx="926672" cy="926672"/>
          </a:xfrm>
          <a:prstGeom prst="rect">
            <a:avLst/>
          </a:prstGeom>
        </p:spPr>
      </p:pic>
      <p:sp>
        <p:nvSpPr>
          <p:cNvPr id="9" name="Title 4">
            <a:extLst>
              <a:ext uri="{FF2B5EF4-FFF2-40B4-BE49-F238E27FC236}">
                <a16:creationId xmlns:a16="http://schemas.microsoft.com/office/drawing/2014/main" id="{7B3316A4-5E32-46E9-B90B-EE77B07D3533}"/>
              </a:ext>
            </a:extLst>
          </p:cNvPr>
          <p:cNvSpPr>
            <a:spLocks noGrp="1"/>
          </p:cNvSpPr>
          <p:nvPr userDrawn="1">
            <p:ph type="title" hasCustomPrompt="1"/>
            <p:custDataLst>
              <p:tags r:id="rId1"/>
            </p:custDataLst>
          </p:nvPr>
        </p:nvSpPr>
        <p:spPr bwMode="gray">
          <a:xfrm>
            <a:off x="1498175" y="182880"/>
            <a:ext cx="3279102" cy="1087755"/>
          </a:xfrm>
          <a:noFill/>
          <a:ln>
            <a:noFill/>
          </a:ln>
        </p:spPr>
        <p:style>
          <a:lnRef idx="2">
            <a:schemeClr val="accent1">
              <a:shade val="50000"/>
            </a:schemeClr>
          </a:lnRef>
          <a:fillRef idx="1">
            <a:schemeClr val="accent1"/>
          </a:fillRef>
          <a:effectRef idx="0">
            <a:schemeClr val="accent1"/>
          </a:effectRef>
          <a:fontRef idx="minor">
            <a:schemeClr val="lt1"/>
          </a:fontRef>
        </p:style>
        <p:txBody>
          <a:bodyPr lIns="182880" rtlCol="0" anchor="ctr">
            <a:normAutofit/>
          </a:bodyPr>
          <a:lstStyle>
            <a:lvl1pPr>
              <a:defRPr sz="3200" dirty="0">
                <a:solidFill>
                  <a:schemeClr val="lt1"/>
                </a:solidFill>
                <a:latin typeface="+mj-lt"/>
                <a:ea typeface="+mn-ea"/>
                <a:cs typeface="+mn-cs"/>
              </a:defRPr>
            </a:lvl1pPr>
          </a:lstStyle>
          <a:p>
            <a:pPr marL="0" lvl="0" defTabSz="457200"/>
            <a:r>
              <a:rPr lang="en-US"/>
              <a:t>Click to Add a Title</a:t>
            </a:r>
            <a:endParaRPr/>
          </a:p>
        </p:txBody>
      </p:sp>
      <p:sp>
        <p:nvSpPr>
          <p:cNvPr id="8" name="ConStatement">
            <a:extLst>
              <a:ext uri="{FF2B5EF4-FFF2-40B4-BE49-F238E27FC236}">
                <a16:creationId xmlns:a16="http://schemas.microsoft.com/office/drawing/2014/main" id="{DF604FF0-2DB9-449C-BFEA-2BBAB8E5CAFB}"/>
              </a:ext>
            </a:extLst>
          </p:cNvPr>
          <p:cNvSpPr txBox="1"/>
          <p:nvPr userDrawn="1">
            <p:custDataLst>
              <p:tags r:id="rId2"/>
            </p:custDataLst>
          </p:nvPr>
        </p:nvSpPr>
        <p:spPr>
          <a:xfrm>
            <a:off x="4200525" y="6605464"/>
            <a:ext cx="3790950" cy="245794"/>
          </a:xfrm>
          <a:prstGeom prst="rect">
            <a:avLst/>
          </a:prstGeom>
          <a:solidFill>
            <a:schemeClr val="bg1"/>
          </a:solidFill>
        </p:spPr>
        <p:txBody>
          <a:bodyPr vert="horz" wrap="none" lIns="91440" tIns="45720" rIns="91440" bIns="45720" rtlCol="0" anchor="ctr">
            <a:noAutofit/>
          </a:bodyPr>
          <a:lstStyle/>
          <a:p>
            <a:pPr algn="ctr"/>
            <a:endParaRPr sz="800">
              <a:solidFill>
                <a:srgbClr val="7F7F7F"/>
              </a:solidFill>
              <a:latin typeface="Arial"/>
            </a:endParaRPr>
          </a:p>
        </p:txBody>
      </p:sp>
    </p:spTree>
    <p:extLst>
      <p:ext uri="{BB962C8B-B14F-4D97-AF65-F5344CB8AC3E}">
        <p14:creationId xmlns:p14="http://schemas.microsoft.com/office/powerpoint/2010/main" val="371657431"/>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AC4FDD83-45EE-4570-BDB4-2BCC3000CD23}"/>
              </a:ext>
            </a:extLst>
          </p:cNvPr>
          <p:cNvPicPr>
            <a:picLocks noChangeAspect="1"/>
          </p:cNvPicPr>
          <p:nvPr userDrawn="1"/>
        </p:nvPicPr>
        <p:blipFill>
          <a:blip r:embed="rId3"/>
          <a:stretch>
            <a:fillRect/>
          </a:stretch>
        </p:blipFill>
        <p:spPr>
          <a:xfrm>
            <a:off x="1" y="183401"/>
            <a:ext cx="11995149" cy="713232"/>
          </a:xfrm>
          <a:prstGeom prst="rect">
            <a:avLst/>
          </a:prstGeom>
        </p:spPr>
      </p:pic>
      <p:sp>
        <p:nvSpPr>
          <p:cNvPr id="5" name="Title 4">
            <a:extLst>
              <a:ext uri="{FF2B5EF4-FFF2-40B4-BE49-F238E27FC236}">
                <a16:creationId xmlns:a16="http://schemas.microsoft.com/office/drawing/2014/main" id="{13AB35E0-AD47-4AD2-A594-DF7D8B2173E4}"/>
              </a:ext>
            </a:extLst>
          </p:cNvPr>
          <p:cNvSpPr>
            <a:spLocks noGrp="1"/>
          </p:cNvSpPr>
          <p:nvPr userDrawn="1">
            <p:ph type="title" hasCustomPrompt="1"/>
            <p:custDataLst>
              <p:tags r:id="rId1"/>
            </p:custDataLst>
          </p:nvPr>
        </p:nvSpPr>
        <p:spPr>
          <a:xfrm>
            <a:off x="-1" y="183402"/>
            <a:ext cx="11612880" cy="704088"/>
          </a:xfrm>
          <a:noFill/>
          <a:ln>
            <a:noFill/>
          </a:ln>
        </p:spPr>
        <p:style>
          <a:lnRef idx="2">
            <a:schemeClr val="accent1">
              <a:shade val="50000"/>
            </a:schemeClr>
          </a:lnRef>
          <a:fillRef idx="1">
            <a:schemeClr val="accent1"/>
          </a:fillRef>
          <a:effectRef idx="0">
            <a:schemeClr val="accent1"/>
          </a:effectRef>
          <a:fontRef idx="minor">
            <a:schemeClr val="lt1"/>
          </a:fontRef>
        </p:style>
        <p:txBody>
          <a:bodyPr lIns="457200" rtlCol="0" anchor="ctr">
            <a:normAutofit/>
          </a:bodyPr>
          <a:lstStyle>
            <a:lvl1pPr>
              <a:defRPr sz="3200" dirty="0">
                <a:solidFill>
                  <a:schemeClr val="lt1"/>
                </a:solidFill>
                <a:latin typeface="+mj-lt"/>
                <a:ea typeface="+mn-ea"/>
                <a:cs typeface="+mn-cs"/>
              </a:defRPr>
            </a:lvl1pPr>
          </a:lstStyle>
          <a:p>
            <a:pPr marL="0" lvl="0" defTabSz="457200"/>
            <a:r>
              <a:rPr lang="en-US"/>
              <a:t>Click to Add a Title</a:t>
            </a:r>
            <a:endParaRPr/>
          </a:p>
        </p:txBody>
      </p:sp>
      <p:sp>
        <p:nvSpPr>
          <p:cNvPr id="4" name="Text Placeholder 3">
            <a:extLst>
              <a:ext uri="{FF2B5EF4-FFF2-40B4-BE49-F238E27FC236}">
                <a16:creationId xmlns:a16="http://schemas.microsoft.com/office/drawing/2014/main" id="{05B211E6-87BE-4EC7-8E86-4064596A0E69}"/>
              </a:ext>
            </a:extLst>
          </p:cNvPr>
          <p:cNvSpPr>
            <a:spLocks noGrp="1"/>
          </p:cNvSpPr>
          <p:nvPr userDrawn="1">
            <p:ph type="body" sz="quarter" idx="10"/>
          </p:nvPr>
        </p:nvSpPr>
        <p:spPr>
          <a:xfrm>
            <a:off x="457200" y="1188720"/>
            <a:ext cx="11277922" cy="5185186"/>
          </a:xfrm>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193586949"/>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C561280-4D33-451D-A498-69BD4915C628}"/>
              </a:ext>
            </a:extLst>
          </p:cNvPr>
          <p:cNvPicPr>
            <a:picLocks noChangeAspect="1"/>
          </p:cNvPicPr>
          <p:nvPr userDrawn="1"/>
        </p:nvPicPr>
        <p:blipFill>
          <a:blip r:embed="rId3"/>
          <a:stretch>
            <a:fillRect/>
          </a:stretch>
        </p:blipFill>
        <p:spPr>
          <a:xfrm>
            <a:off x="1" y="183401"/>
            <a:ext cx="11995149" cy="713232"/>
          </a:xfrm>
          <a:prstGeom prst="rect">
            <a:avLst/>
          </a:prstGeom>
        </p:spPr>
      </p:pic>
      <p:sp>
        <p:nvSpPr>
          <p:cNvPr id="3" name="Title 2">
            <a:extLst>
              <a:ext uri="{FF2B5EF4-FFF2-40B4-BE49-F238E27FC236}">
                <a16:creationId xmlns:a16="http://schemas.microsoft.com/office/drawing/2014/main" id="{3E70CAF9-E820-418F-A14D-F56F01578AF6}"/>
              </a:ext>
            </a:extLst>
          </p:cNvPr>
          <p:cNvSpPr>
            <a:spLocks noGrp="1"/>
          </p:cNvSpPr>
          <p:nvPr>
            <p:ph type="title" hasCustomPrompt="1"/>
            <p:custDataLst>
              <p:tags r:id="rId1"/>
            </p:custDataLst>
          </p:nvPr>
        </p:nvSpPr>
        <p:spPr>
          <a:xfrm>
            <a:off x="0" y="183401"/>
            <a:ext cx="11612880" cy="704088"/>
          </a:xfrm>
          <a:noFill/>
          <a:ln>
            <a:noFill/>
          </a:ln>
        </p:spPr>
        <p:style>
          <a:lnRef idx="2">
            <a:schemeClr val="accent1">
              <a:shade val="50000"/>
            </a:schemeClr>
          </a:lnRef>
          <a:fillRef idx="1">
            <a:schemeClr val="accent1"/>
          </a:fillRef>
          <a:effectRef idx="0">
            <a:schemeClr val="accent1"/>
          </a:effectRef>
          <a:fontRef idx="minor">
            <a:schemeClr val="lt1"/>
          </a:fontRef>
        </p:style>
        <p:txBody>
          <a:bodyPr vert="horz" lIns="457200" tIns="45720" rIns="91440" bIns="45720" rtlCol="0" anchor="ctr">
            <a:normAutofit/>
          </a:bodyPr>
          <a:lstStyle>
            <a:lvl1pPr>
              <a:defRPr dirty="0">
                <a:latin typeface="+mj-lt"/>
              </a:defRPr>
            </a:lvl1pPr>
          </a:lstStyle>
          <a:p>
            <a:pPr marL="0" lvl="0" defTabSz="457200"/>
            <a:r>
              <a:t>Click to Add a Title</a:t>
            </a:r>
          </a:p>
        </p:txBody>
      </p:sp>
    </p:spTree>
    <p:extLst>
      <p:ext uri="{BB962C8B-B14F-4D97-AF65-F5344CB8AC3E}">
        <p14:creationId xmlns:p14="http://schemas.microsoft.com/office/powerpoint/2010/main" val="2866077662"/>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3888">
          <p15:clr>
            <a:srgbClr val="5ACBF0"/>
          </p15:clr>
        </p15:guide>
        <p15:guide id="4" orient="horz" pos="720">
          <p15:clr>
            <a:srgbClr val="5ACBF0"/>
          </p15:clr>
        </p15:guide>
        <p15:guide id="5" orient="horz" pos="1152">
          <p15:clr>
            <a:srgbClr val="5ACBF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9F51924-A24A-489C-BBC3-DABEE7760686}"/>
              </a:ext>
            </a:extLst>
          </p:cNvPr>
          <p:cNvPicPr>
            <a:picLocks noChangeAspect="1"/>
          </p:cNvPicPr>
          <p:nvPr userDrawn="1"/>
        </p:nvPicPr>
        <p:blipFill>
          <a:blip r:embed="rId3"/>
          <a:stretch>
            <a:fillRect/>
          </a:stretch>
        </p:blipFill>
        <p:spPr>
          <a:xfrm>
            <a:off x="1" y="183401"/>
            <a:ext cx="11995149" cy="713232"/>
          </a:xfrm>
          <a:prstGeom prst="rect">
            <a:avLst/>
          </a:prstGeom>
        </p:spPr>
      </p:pic>
      <p:sp>
        <p:nvSpPr>
          <p:cNvPr id="2" name="Title 1"/>
          <p:cNvSpPr>
            <a:spLocks noGrp="1"/>
          </p:cNvSpPr>
          <p:nvPr>
            <p:ph type="title" hasCustomPrompt="1"/>
            <p:custDataLst>
              <p:tags r:id="rId1"/>
            </p:custDataLst>
          </p:nvPr>
        </p:nvSpPr>
        <p:spPr>
          <a:xfrm>
            <a:off x="0" y="183402"/>
            <a:ext cx="11615351" cy="704088"/>
          </a:xfrm>
          <a:noFill/>
          <a:ln>
            <a:noFill/>
          </a:ln>
        </p:spPr>
        <p:style>
          <a:lnRef idx="2">
            <a:schemeClr val="accent1">
              <a:shade val="50000"/>
            </a:schemeClr>
          </a:lnRef>
          <a:fillRef idx="1">
            <a:schemeClr val="accent1"/>
          </a:fillRef>
          <a:effectRef idx="0">
            <a:schemeClr val="accent1"/>
          </a:effectRef>
          <a:fontRef idx="minor">
            <a:schemeClr val="lt1"/>
          </a:fontRef>
        </p:style>
        <p:txBody>
          <a:bodyPr vert="horz" lIns="457200" tIns="45720" rIns="91440" bIns="45720" rtlCol="0" anchor="ctr">
            <a:normAutofit/>
          </a:bodyPr>
          <a:lstStyle>
            <a:lvl1pPr>
              <a:defRPr dirty="0">
                <a:solidFill>
                  <a:schemeClr val="lt1"/>
                </a:solidFill>
                <a:ea typeface="+mn-ea"/>
                <a:cs typeface="+mn-cs"/>
              </a:defRPr>
            </a:lvl1pPr>
          </a:lstStyle>
          <a:p>
            <a:pPr marL="0" lvl="0" defTabSz="457200"/>
            <a:r>
              <a:t>Click to Add a Title</a:t>
            </a:r>
          </a:p>
        </p:txBody>
      </p:sp>
      <p:sp>
        <p:nvSpPr>
          <p:cNvPr id="9" name="Text Placeholder 8">
            <a:extLst>
              <a:ext uri="{FF2B5EF4-FFF2-40B4-BE49-F238E27FC236}">
                <a16:creationId xmlns:a16="http://schemas.microsoft.com/office/drawing/2014/main" id="{E9214336-643F-45BB-8453-2539A84E7CFF}"/>
              </a:ext>
            </a:extLst>
          </p:cNvPr>
          <p:cNvSpPr>
            <a:spLocks noGrp="1"/>
          </p:cNvSpPr>
          <p:nvPr userDrawn="1">
            <p:ph type="body" sz="quarter" idx="13"/>
          </p:nvPr>
        </p:nvSpPr>
        <p:spPr>
          <a:xfrm>
            <a:off x="457200" y="1188720"/>
            <a:ext cx="5524500" cy="5238974"/>
          </a:xfrm>
        </p:spPr>
        <p:txBody>
          <a:bodyPr/>
          <a:lstStyle>
            <a:lvl1pPr>
              <a:spcBef>
                <a:spcPts val="600"/>
              </a:spcBef>
              <a:spcAft>
                <a:spcPts val="600"/>
              </a:spcAft>
              <a:defRPr/>
            </a:lvl1pPr>
          </a:lstStyle>
          <a:p>
            <a:pPr lvl="0"/>
            <a:r>
              <a:rPr lang="en-US"/>
              <a:t>Edit Master text styles</a:t>
            </a:r>
          </a:p>
          <a:p>
            <a:pPr lvl="1"/>
            <a:r>
              <a:rPr lang="en-US"/>
              <a:t>Second level</a:t>
            </a:r>
          </a:p>
          <a:p>
            <a:pPr lvl="2"/>
            <a:r>
              <a:rPr lang="en-US"/>
              <a:t>Third level</a:t>
            </a:r>
          </a:p>
          <a:p>
            <a:pPr lvl="3"/>
            <a:r>
              <a:rPr lang="en-US"/>
              <a:t>Fourth level</a:t>
            </a:r>
          </a:p>
        </p:txBody>
      </p:sp>
      <p:sp>
        <p:nvSpPr>
          <p:cNvPr id="11" name="Text Placeholder 10">
            <a:extLst>
              <a:ext uri="{FF2B5EF4-FFF2-40B4-BE49-F238E27FC236}">
                <a16:creationId xmlns:a16="http://schemas.microsoft.com/office/drawing/2014/main" id="{88639FF6-ED59-4B79-AD58-17FB714FC4D6}"/>
              </a:ext>
            </a:extLst>
          </p:cNvPr>
          <p:cNvSpPr>
            <a:spLocks noGrp="1"/>
          </p:cNvSpPr>
          <p:nvPr userDrawn="1">
            <p:ph type="body" sz="quarter" idx="14"/>
          </p:nvPr>
        </p:nvSpPr>
        <p:spPr>
          <a:xfrm>
            <a:off x="6210300" y="1188720"/>
            <a:ext cx="5524500" cy="5238974"/>
          </a:xfrm>
        </p:spPr>
        <p:txBody>
          <a:bodyPr/>
          <a:lstStyle>
            <a:lvl1pPr>
              <a:spcBef>
                <a:spcPts val="600"/>
              </a:spcBef>
              <a:spcAft>
                <a:spcPts val="600"/>
              </a:spcAft>
              <a:defRPr lang="en-US" sz="2400" kern="1200" baseline="0" smtClean="0">
                <a:solidFill>
                  <a:schemeClr val="tx1"/>
                </a:solidFill>
                <a:latin typeface="+mn-lt"/>
                <a:ea typeface="+mn-ea"/>
                <a:cs typeface="+mn-cs"/>
              </a:defRPr>
            </a:lvl1pPr>
          </a:lstStyle>
          <a:p>
            <a:pPr lvl="0"/>
            <a:r>
              <a:rPr lang="en-US"/>
              <a:t>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808690010"/>
      </p:ext>
    </p:extLst>
  </p:cSld>
  <p:clrMapOvr>
    <a:masterClrMapping/>
  </p:clrMapOvr>
  <p:extLst>
    <p:ext uri="{DCECCB84-F9BA-43D5-87BE-67443E8EF086}">
      <p15:sldGuideLst xmlns:p15="http://schemas.microsoft.com/office/powerpoint/2012/main">
        <p15:guide id="3" orient="horz" pos="1152">
          <p15:clr>
            <a:srgbClr val="5ACBF0"/>
          </p15:clr>
        </p15:guide>
        <p15:guide id="4" orient="horz" pos="720">
          <p15:clr>
            <a:srgbClr val="5ACBF0"/>
          </p15:clr>
        </p15:guide>
        <p15:guide id="5" orient="horz" pos="3888">
          <p15:clr>
            <a:srgbClr val="5ACBF0"/>
          </p15:clr>
        </p15:guide>
        <p15:guide id="6" pos="7392">
          <p15:clr>
            <a:srgbClr val="5ACBF0"/>
          </p15:clr>
        </p15:guide>
        <p15:guide id="7" pos="288">
          <p15:clr>
            <a:srgbClr val="5ACBF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834626824"/>
      </p:ext>
    </p:extLst>
  </p:cSld>
  <p:clrMapOvr>
    <a:masterClrMapping/>
  </p:clrMapOvr>
  <p:extLst>
    <p:ext uri="{DCECCB84-F9BA-43D5-87BE-67443E8EF086}">
      <p15:sldGuideLst xmlns:p15="http://schemas.microsoft.com/office/powerpoint/2012/main">
        <p15:guide id="4" orient="horz" pos="372">
          <p15:clr>
            <a:srgbClr val="5ACBF0"/>
          </p15:clr>
        </p15:guide>
        <p15:guide id="5" orient="horz" pos="3888">
          <p15:clr>
            <a:srgbClr val="5ACBF0"/>
          </p15:clr>
        </p15:guide>
        <p15:guide id="6" pos="288">
          <p15:clr>
            <a:srgbClr val="5ACBF0"/>
          </p15:clr>
        </p15:guide>
        <p15:guide id="7" pos="7392">
          <p15:clr>
            <a:srgbClr val="5ACBF0"/>
          </p15:clr>
        </p15:guide>
        <p15:guide id="8" orient="horz" pos="1152">
          <p15:clr>
            <a:srgbClr val="5ACBF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6B58714D-2663-4B45-8812-F81E64B5B065}"/>
              </a:ext>
            </a:extLst>
          </p:cNvPr>
          <p:cNvSpPr/>
          <p:nvPr>
            <p:custDataLst>
              <p:tags r:id="rId1"/>
            </p:custDataLst>
          </p:nvPr>
        </p:nvSpPr>
        <p:spPr>
          <a:xfrm>
            <a:off x="0" y="921262"/>
            <a:ext cx="12192000" cy="1368459"/>
          </a:xfrm>
          <a:prstGeom prst="rect">
            <a:avLst/>
          </a:prstGeom>
          <a:solidFill>
            <a:srgbClr val="E4E4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a:p>
        </p:txBody>
      </p:sp>
      <p:sp>
        <p:nvSpPr>
          <p:cNvPr id="2" name="Title 1"/>
          <p:cNvSpPr>
            <a:spLocks noGrp="1"/>
          </p:cNvSpPr>
          <p:nvPr>
            <p:ph type="title" hasCustomPrompt="1"/>
            <p:custDataLst>
              <p:tags r:id="rId2"/>
            </p:custDataLst>
          </p:nvPr>
        </p:nvSpPr>
        <p:spPr>
          <a:xfrm>
            <a:off x="456876" y="921262"/>
            <a:ext cx="10319341" cy="1368459"/>
          </a:xfrm>
        </p:spPr>
        <p:txBody>
          <a:bodyPr anchor="ctr">
            <a:normAutofit/>
          </a:bodyPr>
          <a:lstStyle>
            <a:lvl1pPr>
              <a:defRPr sz="3600">
                <a:solidFill>
                  <a:schemeClr val="accent1"/>
                </a:solidFill>
              </a:defRPr>
            </a:lvl1pPr>
          </a:lstStyle>
          <a:p>
            <a:r>
              <a:t>Click to add Agenda</a:t>
            </a:r>
          </a:p>
        </p:txBody>
      </p:sp>
      <p:sp>
        <p:nvSpPr>
          <p:cNvPr id="7" name="Text Placeholder 6"/>
          <p:cNvSpPr>
            <a:spLocks noGrp="1"/>
          </p:cNvSpPr>
          <p:nvPr>
            <p:ph type="body" sz="quarter" idx="10" hasCustomPrompt="1"/>
            <p:custDataLst>
              <p:tags r:id="rId3"/>
            </p:custDataLst>
          </p:nvPr>
        </p:nvSpPr>
        <p:spPr>
          <a:xfrm>
            <a:off x="456876" y="2409824"/>
            <a:ext cx="11278244" cy="3990976"/>
          </a:xfrm>
        </p:spPr>
        <p:txBody>
          <a:bodyPr>
            <a:noAutofit/>
          </a:bodyPr>
          <a:lstStyle>
            <a:lvl1pPr marL="514350" indent="-514350">
              <a:spcBef>
                <a:spcPts val="600"/>
              </a:spcBef>
              <a:spcAft>
                <a:spcPts val="0"/>
              </a:spcAft>
              <a:buClr>
                <a:schemeClr val="tx1"/>
              </a:buClr>
              <a:buSzPct val="100000"/>
              <a:buFont typeface="+mj-lt"/>
              <a:buAutoNum type="arabicPeriod"/>
              <a:defRPr sz="2800" baseline="0">
                <a:solidFill>
                  <a:schemeClr val="tx1"/>
                </a:solidFill>
              </a:defRPr>
            </a:lvl1pPr>
            <a:lvl2pPr marL="749808" indent="-457200">
              <a:buClr>
                <a:schemeClr val="tx1"/>
              </a:buClr>
              <a:buFont typeface="Arial" panose="020B0604020202020204" pitchFamily="34" charset="0"/>
              <a:buChar char="•"/>
              <a:defRPr sz="2400">
                <a:solidFill>
                  <a:schemeClr val="tx1"/>
                </a:solidFill>
              </a:defRPr>
            </a:lvl2pPr>
            <a:lvl3pPr marL="1033272" indent="-457200">
              <a:buClr>
                <a:schemeClr val="tx1"/>
              </a:buClr>
              <a:buSzPct val="120000"/>
              <a:buFont typeface="Wingdings" pitchFamily="2" charset="2"/>
              <a:buChar char="§"/>
              <a:defRPr sz="2000">
                <a:solidFill>
                  <a:schemeClr val="tx1"/>
                </a:solidFill>
              </a:defRPr>
            </a:lvl3pPr>
            <a:lvl4pPr marL="1211580" indent="-342900">
              <a:buClr>
                <a:schemeClr val="tx1"/>
              </a:buClr>
              <a:buSzPct val="80000"/>
              <a:buFont typeface=".Lucida Grande UI Regular"/>
              <a:buChar char="◆"/>
              <a:defRPr sz="1800">
                <a:solidFill>
                  <a:schemeClr val="tx1"/>
                </a:solidFill>
              </a:defRPr>
            </a:lvl4pPr>
            <a:lvl5pPr marL="868680" indent="0">
              <a:buClr>
                <a:schemeClr val="tx1"/>
              </a:buClr>
              <a:buFont typeface="System Font Regular"/>
              <a:buNone/>
              <a:defRPr sz="1800">
                <a:solidFill>
                  <a:schemeClr val="tx1"/>
                </a:solidFill>
              </a:defRPr>
            </a:lvl5pPr>
            <a:lvl6pPr marL="1211580" indent="-342900">
              <a:buClr>
                <a:schemeClr val="tx1"/>
              </a:buClr>
              <a:buSzPct val="100000"/>
              <a:buFont typeface="Arial" panose="020B0604020202020204" pitchFamily="34" charset="0"/>
              <a:buChar char="•"/>
              <a:defRPr sz="1800"/>
            </a:lvl6pPr>
            <a:lvl7pPr marL="1211580" indent="-342900">
              <a:buClr>
                <a:schemeClr val="tx1"/>
              </a:buClr>
              <a:buFont typeface="Arial" panose="020B0604020202020204" pitchFamily="34" charset="0"/>
              <a:buChar char="•"/>
              <a:defRPr sz="1800"/>
            </a:lvl7pPr>
            <a:lvl8pPr marL="1211580" indent="-342900">
              <a:buClr>
                <a:schemeClr val="tx1"/>
              </a:buClr>
              <a:buFont typeface="Arial" panose="020B0604020202020204" pitchFamily="34" charset="0"/>
              <a:buChar char="•"/>
              <a:defRPr sz="1800"/>
            </a:lvl8pPr>
            <a:lvl9pPr marL="1211580" indent="-342900">
              <a:buClr>
                <a:schemeClr val="tx1"/>
              </a:buClr>
              <a:buFont typeface="Arial" panose="020B0604020202020204" pitchFamily="34" charset="0"/>
              <a:buChar char="•"/>
              <a:defRPr sz="1800"/>
            </a:lvl9pPr>
          </a:lstStyle>
          <a:p>
            <a:pPr lvl="0"/>
            <a:r>
              <a:t>Agenda item</a:t>
            </a:r>
            <a:endParaRPr lang="en-US"/>
          </a:p>
          <a:p>
            <a:pPr lvl="5"/>
            <a:endParaRPr lang="en-US"/>
          </a:p>
        </p:txBody>
      </p:sp>
      <p:pic>
        <p:nvPicPr>
          <p:cNvPr id="8" name="Picture 7">
            <a:extLst>
              <a:ext uri="{FF2B5EF4-FFF2-40B4-BE49-F238E27FC236}">
                <a16:creationId xmlns:a16="http://schemas.microsoft.com/office/drawing/2014/main" id="{A4B705BD-3A2D-4144-B3FF-F24403F80C12}"/>
              </a:ext>
            </a:extLst>
          </p:cNvPr>
          <p:cNvPicPr>
            <a:picLocks noChangeAspect="1"/>
          </p:cNvPicPr>
          <p:nvPr>
            <p:custDataLst>
              <p:tags r:id="rId4"/>
            </p:custDataLst>
          </p:nvPr>
        </p:nvPicPr>
        <p:blipFill>
          <a:blip r:embed="rId6" cstate="screen">
            <a:extLst>
              <a:ext uri="{28A0092B-C50C-407E-A947-70E740481C1C}">
                <a14:useLocalDpi xmlns:a14="http://schemas.microsoft.com/office/drawing/2010/main"/>
              </a:ext>
            </a:extLst>
          </a:blip>
          <a:stretch>
            <a:fillRect/>
          </a:stretch>
        </p:blipFill>
        <p:spPr>
          <a:xfrm>
            <a:off x="10829622" y="921262"/>
            <a:ext cx="1362376" cy="1368459"/>
          </a:xfrm>
          <a:prstGeom prst="rect">
            <a:avLst/>
          </a:prstGeom>
        </p:spPr>
      </p:pic>
    </p:spTree>
    <p:extLst>
      <p:ext uri="{BB962C8B-B14F-4D97-AF65-F5344CB8AC3E}">
        <p14:creationId xmlns:p14="http://schemas.microsoft.com/office/powerpoint/2010/main" val="3764476245"/>
      </p:ext>
    </p:extLst>
  </p:cSld>
  <p:clrMapOvr>
    <a:masterClrMapping/>
  </p:clrMapOvr>
  <p:extLst>
    <p:ext uri="{DCECCB84-F9BA-43D5-87BE-67443E8EF086}">
      <p15:sldGuideLst xmlns:p15="http://schemas.microsoft.com/office/powerpoint/2012/main">
        <p15:guide id="1" orient="horz" pos="1512">
          <p15:clr>
            <a:srgbClr val="5ACBF0"/>
          </p15:clr>
        </p15:guide>
        <p15:guide id="2" pos="288">
          <p15:clr>
            <a:srgbClr val="5ACBF0"/>
          </p15:clr>
        </p15:guide>
        <p15:guide id="3" pos="7392">
          <p15:clr>
            <a:srgbClr val="5ACBF0"/>
          </p15:clr>
        </p15:guide>
        <p15:guide id="4" orient="horz" pos="3888">
          <p15:clr>
            <a:srgbClr val="5ACBF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1D60E6F-7C19-4120-8794-819C5E8622E8}"/>
              </a:ext>
            </a:extLst>
          </p:cNvPr>
          <p:cNvSpPr/>
          <p:nvPr>
            <p:custDataLst>
              <p:tags r:id="rId1"/>
            </p:custDataLst>
          </p:nvPr>
        </p:nvSpPr>
        <p:spPr>
          <a:xfrm>
            <a:off x="0" y="921262"/>
            <a:ext cx="12192000" cy="3200400"/>
          </a:xfrm>
          <a:prstGeom prst="rect">
            <a:avLst/>
          </a:prstGeom>
          <a:solidFill>
            <a:srgbClr val="E4E4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pic>
        <p:nvPicPr>
          <p:cNvPr id="9" name="Picture 8">
            <a:extLst>
              <a:ext uri="{FF2B5EF4-FFF2-40B4-BE49-F238E27FC236}">
                <a16:creationId xmlns:a16="http://schemas.microsoft.com/office/drawing/2014/main" id="{F3389F0F-5D68-4BA4-BF3C-ED1CEFFE4174}"/>
              </a:ext>
            </a:extLst>
          </p:cNvPr>
          <p:cNvPicPr>
            <a:picLocks noChangeAspect="1"/>
          </p:cNvPicPr>
          <p:nvPr>
            <p:custDataLst>
              <p:tags r:id="rId2"/>
            </p:custDataLst>
          </p:nvPr>
        </p:nvPicPr>
        <p:blipFill>
          <a:blip r:embed="rId6" cstate="screen">
            <a:extLst>
              <a:ext uri="{28A0092B-C50C-407E-A947-70E740481C1C}">
                <a14:useLocalDpi xmlns:a14="http://schemas.microsoft.com/office/drawing/2010/main"/>
              </a:ext>
            </a:extLst>
          </a:blip>
          <a:stretch>
            <a:fillRect/>
          </a:stretch>
        </p:blipFill>
        <p:spPr>
          <a:xfrm>
            <a:off x="10856088" y="921262"/>
            <a:ext cx="1339461" cy="3200400"/>
          </a:xfrm>
          <a:prstGeom prst="rect">
            <a:avLst/>
          </a:prstGeom>
        </p:spPr>
      </p:pic>
      <p:sp>
        <p:nvSpPr>
          <p:cNvPr id="2" name="Title 1"/>
          <p:cNvSpPr>
            <a:spLocks noGrp="1"/>
          </p:cNvSpPr>
          <p:nvPr>
            <p:ph type="title" hasCustomPrompt="1"/>
            <p:custDataLst>
              <p:tags r:id="rId3"/>
            </p:custDataLst>
          </p:nvPr>
        </p:nvSpPr>
        <p:spPr>
          <a:xfrm>
            <a:off x="456877" y="921262"/>
            <a:ext cx="10319339" cy="1001323"/>
          </a:xfrm>
        </p:spPr>
        <p:txBody>
          <a:bodyPr anchor="b">
            <a:normAutofit/>
          </a:bodyPr>
          <a:lstStyle>
            <a:lvl1pPr>
              <a:defRPr sz="3600">
                <a:solidFill>
                  <a:schemeClr val="accent1"/>
                </a:solidFill>
              </a:defRPr>
            </a:lvl1pPr>
          </a:lstStyle>
          <a:p>
            <a:r>
              <a:t>Click to add Section Header</a:t>
            </a:r>
          </a:p>
        </p:txBody>
      </p:sp>
      <p:sp>
        <p:nvSpPr>
          <p:cNvPr id="3" name="Text Placeholder 2"/>
          <p:cNvSpPr>
            <a:spLocks noGrp="1"/>
          </p:cNvSpPr>
          <p:nvPr>
            <p:ph type="body" idx="1" hasCustomPrompt="1"/>
            <p:custDataLst>
              <p:tags r:id="rId4"/>
            </p:custDataLst>
          </p:nvPr>
        </p:nvSpPr>
        <p:spPr>
          <a:xfrm>
            <a:off x="456877" y="1922584"/>
            <a:ext cx="10319339" cy="2084775"/>
          </a:xfrm>
        </p:spPr>
        <p:txBody>
          <a:bodyPr>
            <a:normAutofit/>
          </a:bodyPr>
          <a:lstStyle>
            <a:lvl1pPr marL="0" indent="0">
              <a:spcBef>
                <a:spcPts val="600"/>
              </a:spcBef>
              <a:buNone/>
              <a:defRPr sz="28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t>Click to Add a Subtitle</a:t>
            </a:r>
          </a:p>
        </p:txBody>
      </p:sp>
    </p:spTree>
    <p:extLst>
      <p:ext uri="{BB962C8B-B14F-4D97-AF65-F5344CB8AC3E}">
        <p14:creationId xmlns:p14="http://schemas.microsoft.com/office/powerpoint/2010/main" val="2981233052"/>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hank you">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E626D063-21E0-49F4-B710-4D6E39322D0C}"/>
              </a:ext>
            </a:extLst>
          </p:cNvPr>
          <p:cNvPicPr>
            <a:picLocks noChangeAspect="1"/>
          </p:cNvPicPr>
          <p:nvPr>
            <p:custDataLst>
              <p:tags r:id="rId1"/>
            </p:custDataLst>
          </p:nvPr>
        </p:nvPicPr>
        <p:blipFill>
          <a:blip r:embed="rId5" cstate="screen">
            <a:extLst>
              <a:ext uri="{28A0092B-C50C-407E-A947-70E740481C1C}">
                <a14:useLocalDpi xmlns:a14="http://schemas.microsoft.com/office/drawing/2010/main"/>
              </a:ext>
            </a:extLst>
          </a:blip>
          <a:stretch>
            <a:fillRect/>
          </a:stretch>
        </p:blipFill>
        <p:spPr>
          <a:xfrm>
            <a:off x="0" y="3909847"/>
            <a:ext cx="12192000" cy="2948153"/>
          </a:xfrm>
          <a:prstGeom prst="rect">
            <a:avLst/>
          </a:prstGeom>
        </p:spPr>
      </p:pic>
      <p:sp>
        <p:nvSpPr>
          <p:cNvPr id="8" name="TextBox 7"/>
          <p:cNvSpPr txBox="1"/>
          <p:nvPr>
            <p:custDataLst>
              <p:tags r:id="rId2"/>
            </p:custDataLst>
          </p:nvPr>
        </p:nvSpPr>
        <p:spPr>
          <a:xfrm>
            <a:off x="3333602" y="2619969"/>
            <a:ext cx="5524797" cy="923330"/>
          </a:xfrm>
          <a:prstGeom prst="rect">
            <a:avLst/>
          </a:prstGeom>
          <a:noFill/>
        </p:spPr>
        <p:txBody>
          <a:bodyPr wrap="square" rtlCol="0">
            <a:spAutoFit/>
          </a:bodyPr>
          <a:lstStyle/>
          <a:p>
            <a:pPr algn="ctr"/>
            <a:r>
              <a:rPr sz="5400" b="1">
                <a:solidFill>
                  <a:schemeClr val="accent1"/>
                </a:solidFill>
              </a:rPr>
              <a:t>Thank You</a:t>
            </a:r>
          </a:p>
        </p:txBody>
      </p:sp>
      <p:pic>
        <p:nvPicPr>
          <p:cNvPr id="5" name="Picture 4">
            <a:extLst>
              <a:ext uri="{FF2B5EF4-FFF2-40B4-BE49-F238E27FC236}">
                <a16:creationId xmlns:a16="http://schemas.microsoft.com/office/drawing/2014/main" id="{77AAF269-FAF3-4093-8469-8EC0980C0624}"/>
              </a:ext>
            </a:extLst>
          </p:cNvPr>
          <p:cNvPicPr>
            <a:picLocks noChangeAspect="1"/>
          </p:cNvPicPr>
          <p:nvPr>
            <p:custDataLst>
              <p:tags r:id="rId3"/>
            </p:custDataLst>
          </p:nvPr>
        </p:nvPicPr>
        <p:blipFill>
          <a:blip r:embed="rId6" cstate="screen">
            <a:extLst>
              <a:ext uri="{28A0092B-C50C-407E-A947-70E740481C1C}">
                <a14:useLocalDpi xmlns:a14="http://schemas.microsoft.com/office/drawing/2010/main"/>
              </a:ext>
            </a:extLst>
          </a:blip>
          <a:stretch>
            <a:fillRect/>
          </a:stretch>
        </p:blipFill>
        <p:spPr>
          <a:xfrm>
            <a:off x="10045587" y="453166"/>
            <a:ext cx="1689536" cy="540651"/>
          </a:xfrm>
          <a:prstGeom prst="rect">
            <a:avLst/>
          </a:prstGeom>
        </p:spPr>
      </p:pic>
    </p:spTree>
    <p:extLst>
      <p:ext uri="{BB962C8B-B14F-4D97-AF65-F5344CB8AC3E}">
        <p14:creationId xmlns:p14="http://schemas.microsoft.com/office/powerpoint/2010/main" val="336631312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End logo">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AC622576-BD66-44E6-9B27-C224C1C8FB56}"/>
              </a:ext>
            </a:extLst>
          </p:cNvPr>
          <p:cNvPicPr>
            <a:picLocks noChangeAspect="1"/>
          </p:cNvPicPr>
          <p:nvPr>
            <p:custDataLst>
              <p:tags r:id="rId1"/>
            </p:custDataLst>
          </p:nvPr>
        </p:nvPicPr>
        <p:blipFill>
          <a:blip r:embed="rId3">
            <a:extLst>
              <a:ext uri="{96DAC541-7B7A-43D3-8B79-37D633B846F1}">
                <asvg:svgBlip xmlns:asvg="http://schemas.microsoft.com/office/drawing/2016/SVG/main" r:embed="rId4"/>
              </a:ext>
            </a:extLst>
          </a:blip>
          <a:stretch>
            <a:fillRect/>
          </a:stretch>
        </p:blipFill>
        <p:spPr>
          <a:xfrm>
            <a:off x="4068674" y="2760785"/>
            <a:ext cx="4183610" cy="1336430"/>
          </a:xfrm>
          <a:prstGeom prst="rect">
            <a:avLst/>
          </a:prstGeom>
        </p:spPr>
      </p:pic>
    </p:spTree>
    <p:extLst>
      <p:ext uri="{BB962C8B-B14F-4D97-AF65-F5344CB8AC3E}">
        <p14:creationId xmlns:p14="http://schemas.microsoft.com/office/powerpoint/2010/main" val="170173830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custDataLst>
              <p:tags r:id="rId1"/>
            </p:custDataLst>
          </p:nvPr>
        </p:nvSpPr>
        <p:spPr>
          <a:xfrm>
            <a:off x="10045964" y="457199"/>
            <a:ext cx="1689158" cy="5943601"/>
          </a:xfrm>
        </p:spPr>
        <p:txBody>
          <a:bodyPr vert="eaVert" anchor="ctr"/>
          <a:lstStyle/>
          <a:p>
            <a:r>
              <a:rPr lang="en-US"/>
              <a:t>Click to edit Master title style</a:t>
            </a:r>
            <a:endParaRPr/>
          </a:p>
        </p:txBody>
      </p:sp>
      <p:sp>
        <p:nvSpPr>
          <p:cNvPr id="3" name="Vertical Text Placeholder 2"/>
          <p:cNvSpPr>
            <a:spLocks noGrp="1"/>
          </p:cNvSpPr>
          <p:nvPr>
            <p:ph type="body" orient="vert" idx="1"/>
            <p:custDataLst>
              <p:tags r:id="rId2"/>
            </p:custDataLst>
          </p:nvPr>
        </p:nvSpPr>
        <p:spPr>
          <a:xfrm>
            <a:off x="456879" y="457200"/>
            <a:ext cx="9360429" cy="594360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Box 4">
            <a:extLst>
              <a:ext uri="{FF2B5EF4-FFF2-40B4-BE49-F238E27FC236}">
                <a16:creationId xmlns:a16="http://schemas.microsoft.com/office/drawing/2014/main" id="{F355DDA2-48E4-496F-AB6D-0DA3825552CB}"/>
              </a:ext>
            </a:extLst>
          </p:cNvPr>
          <p:cNvSpPr txBox="1"/>
          <p:nvPr>
            <p:custDataLst>
              <p:tags r:id="rId3"/>
            </p:custDataLst>
          </p:nvPr>
        </p:nvSpPr>
        <p:spPr>
          <a:xfrm rot="5400000">
            <a:off x="-518439" y="5515895"/>
            <a:ext cx="1353017" cy="230832"/>
          </a:xfrm>
          <a:prstGeom prst="rect">
            <a:avLst/>
          </a:prstGeom>
          <a:noFill/>
        </p:spPr>
        <p:txBody>
          <a:bodyPr wrap="square" rtlCol="0">
            <a:spAutoFit/>
          </a:bodyPr>
          <a:lstStyle/>
          <a:p>
            <a:r>
              <a:rPr sz="900">
                <a:solidFill>
                  <a:schemeClr val="tx1">
                    <a:lumMod val="50000"/>
                    <a:lumOff val="50000"/>
                  </a:schemeClr>
                </a:solidFill>
              </a:rPr>
              <a:t>© 2019 Synopsys, Inc. </a:t>
            </a:r>
          </a:p>
        </p:txBody>
      </p:sp>
      <p:sp>
        <p:nvSpPr>
          <p:cNvPr id="6" name="TextBox 5">
            <a:extLst>
              <a:ext uri="{FF2B5EF4-FFF2-40B4-BE49-F238E27FC236}">
                <a16:creationId xmlns:a16="http://schemas.microsoft.com/office/drawing/2014/main" id="{4DC5F678-53A4-4C2D-8E4A-3796CA282842}"/>
              </a:ext>
            </a:extLst>
          </p:cNvPr>
          <p:cNvSpPr txBox="1"/>
          <p:nvPr>
            <p:custDataLst>
              <p:tags r:id="rId4"/>
            </p:custDataLst>
          </p:nvPr>
        </p:nvSpPr>
        <p:spPr>
          <a:xfrm rot="5400000">
            <a:off x="-268651" y="6289177"/>
            <a:ext cx="853440" cy="215444"/>
          </a:xfrm>
          <a:prstGeom prst="rect">
            <a:avLst/>
          </a:prstGeom>
          <a:noFill/>
        </p:spPr>
        <p:txBody>
          <a:bodyPr wrap="square" rtlCol="0">
            <a:spAutoFit/>
          </a:bodyPr>
          <a:lstStyle/>
          <a:p>
            <a:pPr algn="ctr"/>
            <a:fld id="{CAE2347F-76BC-4690-80B5-B24BA0EA7B0A}" type="slidenum">
              <a:rPr sz="900">
                <a:solidFill>
                  <a:schemeClr val="tx1">
                    <a:lumMod val="50000"/>
                    <a:lumOff val="50000"/>
                  </a:schemeClr>
                </a:solidFill>
              </a:rPr>
              <a:pPr algn="ctr"/>
              <a:t>‹#›</a:t>
            </a:fld>
            <a:endParaRPr sz="900">
              <a:solidFill>
                <a:schemeClr val="tx1">
                  <a:lumMod val="50000"/>
                  <a:lumOff val="50000"/>
                </a:schemeClr>
              </a:solidFill>
            </a:endParaRPr>
          </a:p>
        </p:txBody>
      </p:sp>
      <p:grpSp>
        <p:nvGrpSpPr>
          <p:cNvPr id="21" name="Group 20">
            <a:extLst>
              <a:ext uri="{FF2B5EF4-FFF2-40B4-BE49-F238E27FC236}">
                <a16:creationId xmlns:a16="http://schemas.microsoft.com/office/drawing/2014/main" id="{1966C0AE-D4E4-4290-83DB-872570AA3B7E}"/>
              </a:ext>
            </a:extLst>
          </p:cNvPr>
          <p:cNvGrpSpPr/>
          <p:nvPr>
            <p:custDataLst>
              <p:tags r:id="rId5"/>
            </p:custDataLst>
          </p:nvPr>
        </p:nvGrpSpPr>
        <p:grpSpPr>
          <a:xfrm rot="5400000">
            <a:off x="-461816" y="461816"/>
            <a:ext cx="1152231" cy="228599"/>
            <a:chOff x="-1588" y="6629402"/>
            <a:chExt cx="1152231" cy="228599"/>
          </a:xfrm>
        </p:grpSpPr>
        <p:sp>
          <p:nvSpPr>
            <p:cNvPr id="22" name="Freeform: Shape 21">
              <a:extLst>
                <a:ext uri="{FF2B5EF4-FFF2-40B4-BE49-F238E27FC236}">
                  <a16:creationId xmlns:a16="http://schemas.microsoft.com/office/drawing/2014/main" id="{0668FA34-176E-4C0A-8878-391D136FA130}"/>
                </a:ext>
              </a:extLst>
            </p:cNvPr>
            <p:cNvSpPr/>
            <p:nvPr/>
          </p:nvSpPr>
          <p:spPr>
            <a:xfrm>
              <a:off x="-1588" y="6629402"/>
              <a:ext cx="458788" cy="228599"/>
            </a:xfrm>
            <a:custGeom>
              <a:avLst/>
              <a:gdLst>
                <a:gd name="connsiteX0" fmla="*/ 0 w 458788"/>
                <a:gd name="connsiteY0" fmla="*/ 0 h 228599"/>
                <a:gd name="connsiteX1" fmla="*/ 458788 w 458788"/>
                <a:gd name="connsiteY1" fmla="*/ 0 h 228599"/>
                <a:gd name="connsiteX2" fmla="*/ 375500 w 458788"/>
                <a:gd name="connsiteY2" fmla="*/ 228599 h 228599"/>
                <a:gd name="connsiteX3" fmla="*/ 0 w 458788"/>
                <a:gd name="connsiteY3" fmla="*/ 228599 h 228599"/>
                <a:gd name="connsiteX4" fmla="*/ 0 w 458788"/>
                <a:gd name="connsiteY4" fmla="*/ 0 h 2285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8788" h="228599">
                  <a:moveTo>
                    <a:pt x="0" y="0"/>
                  </a:moveTo>
                  <a:lnTo>
                    <a:pt x="458788" y="0"/>
                  </a:lnTo>
                  <a:lnTo>
                    <a:pt x="375500" y="228599"/>
                  </a:lnTo>
                  <a:lnTo>
                    <a:pt x="0" y="228599"/>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grpSp>
          <p:nvGrpSpPr>
            <p:cNvPr id="23" name="Group 22">
              <a:extLst>
                <a:ext uri="{FF2B5EF4-FFF2-40B4-BE49-F238E27FC236}">
                  <a16:creationId xmlns:a16="http://schemas.microsoft.com/office/drawing/2014/main" id="{C983A029-D5BE-4C5E-8B1B-E265A362764F}"/>
                </a:ext>
              </a:extLst>
            </p:cNvPr>
            <p:cNvGrpSpPr/>
            <p:nvPr/>
          </p:nvGrpSpPr>
          <p:grpSpPr>
            <a:xfrm>
              <a:off x="521037" y="6675438"/>
              <a:ext cx="629606" cy="136522"/>
              <a:chOff x="973138" y="5000626"/>
              <a:chExt cx="3506788" cy="760412"/>
            </a:xfrm>
            <a:solidFill>
              <a:schemeClr val="accent1"/>
            </a:solidFill>
          </p:grpSpPr>
          <p:sp>
            <p:nvSpPr>
              <p:cNvPr id="24" name="Freeform 6">
                <a:extLst>
                  <a:ext uri="{FF2B5EF4-FFF2-40B4-BE49-F238E27FC236}">
                    <a16:creationId xmlns:a16="http://schemas.microsoft.com/office/drawing/2014/main" id="{F9777C50-0973-4E32-87C2-CD7CDFF0DFA3}"/>
                  </a:ext>
                </a:extLst>
              </p:cNvPr>
              <p:cNvSpPr>
                <a:spLocks/>
              </p:cNvSpPr>
              <p:nvPr/>
            </p:nvSpPr>
            <p:spPr bwMode="auto">
              <a:xfrm>
                <a:off x="973138" y="5000626"/>
                <a:ext cx="357188" cy="612775"/>
              </a:xfrm>
              <a:custGeom>
                <a:avLst/>
                <a:gdLst>
                  <a:gd name="T0" fmla="*/ 276 w 451"/>
                  <a:gd name="T1" fmla="*/ 1 h 771"/>
                  <a:gd name="T2" fmla="*/ 354 w 451"/>
                  <a:gd name="T3" fmla="*/ 12 h 771"/>
                  <a:gd name="T4" fmla="*/ 407 w 451"/>
                  <a:gd name="T5" fmla="*/ 33 h 771"/>
                  <a:gd name="T6" fmla="*/ 437 w 451"/>
                  <a:gd name="T7" fmla="*/ 65 h 771"/>
                  <a:gd name="T8" fmla="*/ 447 w 451"/>
                  <a:gd name="T9" fmla="*/ 107 h 771"/>
                  <a:gd name="T10" fmla="*/ 307 w 451"/>
                  <a:gd name="T11" fmla="*/ 203 h 771"/>
                  <a:gd name="T12" fmla="*/ 307 w 451"/>
                  <a:gd name="T13" fmla="*/ 99 h 771"/>
                  <a:gd name="T14" fmla="*/ 297 w 451"/>
                  <a:gd name="T15" fmla="*/ 77 h 771"/>
                  <a:gd name="T16" fmla="*/ 272 w 451"/>
                  <a:gd name="T17" fmla="*/ 64 h 771"/>
                  <a:gd name="T18" fmla="*/ 228 w 451"/>
                  <a:gd name="T19" fmla="*/ 59 h 771"/>
                  <a:gd name="T20" fmla="*/ 182 w 451"/>
                  <a:gd name="T21" fmla="*/ 64 h 771"/>
                  <a:gd name="T22" fmla="*/ 158 w 451"/>
                  <a:gd name="T23" fmla="*/ 77 h 771"/>
                  <a:gd name="T24" fmla="*/ 149 w 451"/>
                  <a:gd name="T25" fmla="*/ 99 h 771"/>
                  <a:gd name="T26" fmla="*/ 148 w 451"/>
                  <a:gd name="T27" fmla="*/ 190 h 771"/>
                  <a:gd name="T28" fmla="*/ 154 w 451"/>
                  <a:gd name="T29" fmla="*/ 226 h 771"/>
                  <a:gd name="T30" fmla="*/ 178 w 451"/>
                  <a:gd name="T31" fmla="*/ 258 h 771"/>
                  <a:gd name="T32" fmla="*/ 421 w 451"/>
                  <a:gd name="T33" fmla="*/ 468 h 771"/>
                  <a:gd name="T34" fmla="*/ 447 w 451"/>
                  <a:gd name="T35" fmla="*/ 515 h 771"/>
                  <a:gd name="T36" fmla="*/ 451 w 451"/>
                  <a:gd name="T37" fmla="*/ 660 h 771"/>
                  <a:gd name="T38" fmla="*/ 439 w 451"/>
                  <a:gd name="T39" fmla="*/ 703 h 771"/>
                  <a:gd name="T40" fmla="*/ 404 w 451"/>
                  <a:gd name="T41" fmla="*/ 736 h 771"/>
                  <a:gd name="T42" fmla="*/ 348 w 451"/>
                  <a:gd name="T43" fmla="*/ 759 h 771"/>
                  <a:gd name="T44" fmla="*/ 272 w 451"/>
                  <a:gd name="T45" fmla="*/ 770 h 771"/>
                  <a:gd name="T46" fmla="*/ 180 w 451"/>
                  <a:gd name="T47" fmla="*/ 770 h 771"/>
                  <a:gd name="T48" fmla="*/ 101 w 451"/>
                  <a:gd name="T49" fmla="*/ 760 h 771"/>
                  <a:gd name="T50" fmla="*/ 44 w 451"/>
                  <a:gd name="T51" fmla="*/ 739 h 771"/>
                  <a:gd name="T52" fmla="*/ 11 w 451"/>
                  <a:gd name="T53" fmla="*/ 705 h 771"/>
                  <a:gd name="T54" fmla="*/ 0 w 451"/>
                  <a:gd name="T55" fmla="*/ 660 h 771"/>
                  <a:gd name="T56" fmla="*/ 140 w 451"/>
                  <a:gd name="T57" fmla="*/ 557 h 771"/>
                  <a:gd name="T58" fmla="*/ 141 w 451"/>
                  <a:gd name="T59" fmla="*/ 673 h 771"/>
                  <a:gd name="T60" fmla="*/ 161 w 451"/>
                  <a:gd name="T61" fmla="*/ 697 h 771"/>
                  <a:gd name="T62" fmla="*/ 200 w 451"/>
                  <a:gd name="T63" fmla="*/ 711 h 771"/>
                  <a:gd name="T64" fmla="*/ 254 w 451"/>
                  <a:gd name="T65" fmla="*/ 711 h 771"/>
                  <a:gd name="T66" fmla="*/ 291 w 451"/>
                  <a:gd name="T67" fmla="*/ 697 h 771"/>
                  <a:gd name="T68" fmla="*/ 310 w 451"/>
                  <a:gd name="T69" fmla="*/ 673 h 771"/>
                  <a:gd name="T70" fmla="*/ 311 w 451"/>
                  <a:gd name="T71" fmla="*/ 550 h 771"/>
                  <a:gd name="T72" fmla="*/ 303 w 451"/>
                  <a:gd name="T73" fmla="*/ 514 h 771"/>
                  <a:gd name="T74" fmla="*/ 272 w 451"/>
                  <a:gd name="T75" fmla="*/ 478 h 771"/>
                  <a:gd name="T76" fmla="*/ 47 w 451"/>
                  <a:gd name="T77" fmla="*/ 281 h 771"/>
                  <a:gd name="T78" fmla="*/ 19 w 451"/>
                  <a:gd name="T79" fmla="*/ 245 h 771"/>
                  <a:gd name="T80" fmla="*/ 8 w 451"/>
                  <a:gd name="T81" fmla="*/ 203 h 771"/>
                  <a:gd name="T82" fmla="*/ 11 w 451"/>
                  <a:gd name="T83" fmla="*/ 88 h 771"/>
                  <a:gd name="T84" fmla="*/ 34 w 451"/>
                  <a:gd name="T85" fmla="*/ 49 h 771"/>
                  <a:gd name="T86" fmla="*/ 78 w 451"/>
                  <a:gd name="T87" fmla="*/ 22 h 771"/>
                  <a:gd name="T88" fmla="*/ 144 w 451"/>
                  <a:gd name="T89" fmla="*/ 5 h 771"/>
                  <a:gd name="T90" fmla="*/ 228 w 451"/>
                  <a:gd name="T91" fmla="*/ 0 h 7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51" h="771">
                    <a:moveTo>
                      <a:pt x="228" y="0"/>
                    </a:moveTo>
                    <a:lnTo>
                      <a:pt x="276" y="1"/>
                    </a:lnTo>
                    <a:lnTo>
                      <a:pt x="318" y="5"/>
                    </a:lnTo>
                    <a:lnTo>
                      <a:pt x="354" y="12"/>
                    </a:lnTo>
                    <a:lnTo>
                      <a:pt x="382" y="21"/>
                    </a:lnTo>
                    <a:lnTo>
                      <a:pt x="407" y="33"/>
                    </a:lnTo>
                    <a:lnTo>
                      <a:pt x="424" y="48"/>
                    </a:lnTo>
                    <a:lnTo>
                      <a:pt x="437" y="65"/>
                    </a:lnTo>
                    <a:lnTo>
                      <a:pt x="444" y="84"/>
                    </a:lnTo>
                    <a:lnTo>
                      <a:pt x="447" y="107"/>
                    </a:lnTo>
                    <a:lnTo>
                      <a:pt x="447" y="203"/>
                    </a:lnTo>
                    <a:lnTo>
                      <a:pt x="307" y="203"/>
                    </a:lnTo>
                    <a:lnTo>
                      <a:pt x="307" y="111"/>
                    </a:lnTo>
                    <a:lnTo>
                      <a:pt x="307" y="99"/>
                    </a:lnTo>
                    <a:lnTo>
                      <a:pt x="303" y="87"/>
                    </a:lnTo>
                    <a:lnTo>
                      <a:pt x="297" y="77"/>
                    </a:lnTo>
                    <a:lnTo>
                      <a:pt x="287" y="69"/>
                    </a:lnTo>
                    <a:lnTo>
                      <a:pt x="272" y="64"/>
                    </a:lnTo>
                    <a:lnTo>
                      <a:pt x="252" y="60"/>
                    </a:lnTo>
                    <a:lnTo>
                      <a:pt x="228" y="59"/>
                    </a:lnTo>
                    <a:lnTo>
                      <a:pt x="203" y="60"/>
                    </a:lnTo>
                    <a:lnTo>
                      <a:pt x="182" y="64"/>
                    </a:lnTo>
                    <a:lnTo>
                      <a:pt x="169" y="69"/>
                    </a:lnTo>
                    <a:lnTo>
                      <a:pt x="158" y="77"/>
                    </a:lnTo>
                    <a:lnTo>
                      <a:pt x="152" y="87"/>
                    </a:lnTo>
                    <a:lnTo>
                      <a:pt x="149" y="99"/>
                    </a:lnTo>
                    <a:lnTo>
                      <a:pt x="148" y="111"/>
                    </a:lnTo>
                    <a:lnTo>
                      <a:pt x="148" y="190"/>
                    </a:lnTo>
                    <a:lnTo>
                      <a:pt x="149" y="209"/>
                    </a:lnTo>
                    <a:lnTo>
                      <a:pt x="154" y="226"/>
                    </a:lnTo>
                    <a:lnTo>
                      <a:pt x="165" y="243"/>
                    </a:lnTo>
                    <a:lnTo>
                      <a:pt x="178" y="258"/>
                    </a:lnTo>
                    <a:lnTo>
                      <a:pt x="400" y="448"/>
                    </a:lnTo>
                    <a:lnTo>
                      <a:pt x="421" y="468"/>
                    </a:lnTo>
                    <a:lnTo>
                      <a:pt x="437" y="491"/>
                    </a:lnTo>
                    <a:lnTo>
                      <a:pt x="447" y="515"/>
                    </a:lnTo>
                    <a:lnTo>
                      <a:pt x="451" y="541"/>
                    </a:lnTo>
                    <a:lnTo>
                      <a:pt x="451" y="660"/>
                    </a:lnTo>
                    <a:lnTo>
                      <a:pt x="448" y="683"/>
                    </a:lnTo>
                    <a:lnTo>
                      <a:pt x="439" y="703"/>
                    </a:lnTo>
                    <a:lnTo>
                      <a:pt x="424" y="721"/>
                    </a:lnTo>
                    <a:lnTo>
                      <a:pt x="404" y="736"/>
                    </a:lnTo>
                    <a:lnTo>
                      <a:pt x="378" y="748"/>
                    </a:lnTo>
                    <a:lnTo>
                      <a:pt x="348" y="759"/>
                    </a:lnTo>
                    <a:lnTo>
                      <a:pt x="311" y="766"/>
                    </a:lnTo>
                    <a:lnTo>
                      <a:pt x="272" y="770"/>
                    </a:lnTo>
                    <a:lnTo>
                      <a:pt x="228" y="771"/>
                    </a:lnTo>
                    <a:lnTo>
                      <a:pt x="180" y="770"/>
                    </a:lnTo>
                    <a:lnTo>
                      <a:pt x="137" y="767"/>
                    </a:lnTo>
                    <a:lnTo>
                      <a:pt x="101" y="760"/>
                    </a:lnTo>
                    <a:lnTo>
                      <a:pt x="70" y="751"/>
                    </a:lnTo>
                    <a:lnTo>
                      <a:pt x="44" y="739"/>
                    </a:lnTo>
                    <a:lnTo>
                      <a:pt x="24" y="723"/>
                    </a:lnTo>
                    <a:lnTo>
                      <a:pt x="11" y="705"/>
                    </a:lnTo>
                    <a:lnTo>
                      <a:pt x="3" y="684"/>
                    </a:lnTo>
                    <a:lnTo>
                      <a:pt x="0" y="660"/>
                    </a:lnTo>
                    <a:lnTo>
                      <a:pt x="0" y="557"/>
                    </a:lnTo>
                    <a:lnTo>
                      <a:pt x="140" y="557"/>
                    </a:lnTo>
                    <a:lnTo>
                      <a:pt x="140" y="656"/>
                    </a:lnTo>
                    <a:lnTo>
                      <a:pt x="141" y="673"/>
                    </a:lnTo>
                    <a:lnTo>
                      <a:pt x="149" y="687"/>
                    </a:lnTo>
                    <a:lnTo>
                      <a:pt x="161" y="697"/>
                    </a:lnTo>
                    <a:lnTo>
                      <a:pt x="177" y="705"/>
                    </a:lnTo>
                    <a:lnTo>
                      <a:pt x="200" y="711"/>
                    </a:lnTo>
                    <a:lnTo>
                      <a:pt x="228" y="712"/>
                    </a:lnTo>
                    <a:lnTo>
                      <a:pt x="254" y="711"/>
                    </a:lnTo>
                    <a:lnTo>
                      <a:pt x="275" y="705"/>
                    </a:lnTo>
                    <a:lnTo>
                      <a:pt x="291" y="697"/>
                    </a:lnTo>
                    <a:lnTo>
                      <a:pt x="303" y="687"/>
                    </a:lnTo>
                    <a:lnTo>
                      <a:pt x="310" y="673"/>
                    </a:lnTo>
                    <a:lnTo>
                      <a:pt x="311" y="656"/>
                    </a:lnTo>
                    <a:lnTo>
                      <a:pt x="311" y="550"/>
                    </a:lnTo>
                    <a:lnTo>
                      <a:pt x="310" y="531"/>
                    </a:lnTo>
                    <a:lnTo>
                      <a:pt x="303" y="514"/>
                    </a:lnTo>
                    <a:lnTo>
                      <a:pt x="290" y="496"/>
                    </a:lnTo>
                    <a:lnTo>
                      <a:pt x="272" y="478"/>
                    </a:lnTo>
                    <a:lnTo>
                      <a:pt x="67" y="300"/>
                    </a:lnTo>
                    <a:lnTo>
                      <a:pt x="47" y="281"/>
                    </a:lnTo>
                    <a:lnTo>
                      <a:pt x="31" y="262"/>
                    </a:lnTo>
                    <a:lnTo>
                      <a:pt x="19" y="245"/>
                    </a:lnTo>
                    <a:lnTo>
                      <a:pt x="11" y="225"/>
                    </a:lnTo>
                    <a:lnTo>
                      <a:pt x="8" y="203"/>
                    </a:lnTo>
                    <a:lnTo>
                      <a:pt x="8" y="111"/>
                    </a:lnTo>
                    <a:lnTo>
                      <a:pt x="11" y="88"/>
                    </a:lnTo>
                    <a:lnTo>
                      <a:pt x="20" y="67"/>
                    </a:lnTo>
                    <a:lnTo>
                      <a:pt x="34" y="49"/>
                    </a:lnTo>
                    <a:lnTo>
                      <a:pt x="54" y="35"/>
                    </a:lnTo>
                    <a:lnTo>
                      <a:pt x="78" y="22"/>
                    </a:lnTo>
                    <a:lnTo>
                      <a:pt x="109" y="12"/>
                    </a:lnTo>
                    <a:lnTo>
                      <a:pt x="144" y="5"/>
                    </a:lnTo>
                    <a:lnTo>
                      <a:pt x="182" y="1"/>
                    </a:lnTo>
                    <a:lnTo>
                      <a:pt x="22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5" name="Freeform 7">
                <a:extLst>
                  <a:ext uri="{FF2B5EF4-FFF2-40B4-BE49-F238E27FC236}">
                    <a16:creationId xmlns:a16="http://schemas.microsoft.com/office/drawing/2014/main" id="{BDE6EBEF-C061-4AAF-BFCE-8B08D8214DE6}"/>
                  </a:ext>
                </a:extLst>
              </p:cNvPr>
              <p:cNvSpPr>
                <a:spLocks noEditPoints="1"/>
              </p:cNvSpPr>
              <p:nvPr/>
            </p:nvSpPr>
            <p:spPr bwMode="auto">
              <a:xfrm>
                <a:off x="2282826" y="5000626"/>
                <a:ext cx="387350" cy="611188"/>
              </a:xfrm>
              <a:custGeom>
                <a:avLst/>
                <a:gdLst>
                  <a:gd name="T0" fmla="*/ 213 w 489"/>
                  <a:gd name="T1" fmla="*/ 61 h 772"/>
                  <a:gd name="T2" fmla="*/ 172 w 489"/>
                  <a:gd name="T3" fmla="*/ 71 h 772"/>
                  <a:gd name="T4" fmla="*/ 149 w 489"/>
                  <a:gd name="T5" fmla="*/ 90 h 772"/>
                  <a:gd name="T6" fmla="*/ 140 w 489"/>
                  <a:gd name="T7" fmla="*/ 116 h 772"/>
                  <a:gd name="T8" fmla="*/ 138 w 489"/>
                  <a:gd name="T9" fmla="*/ 642 h 772"/>
                  <a:gd name="T10" fmla="*/ 142 w 489"/>
                  <a:gd name="T11" fmla="*/ 670 h 772"/>
                  <a:gd name="T12" fmla="*/ 158 w 489"/>
                  <a:gd name="T13" fmla="*/ 693 h 772"/>
                  <a:gd name="T14" fmla="*/ 191 w 489"/>
                  <a:gd name="T15" fmla="*/ 707 h 772"/>
                  <a:gd name="T16" fmla="*/ 244 w 489"/>
                  <a:gd name="T17" fmla="*/ 713 h 772"/>
                  <a:gd name="T18" fmla="*/ 298 w 489"/>
                  <a:gd name="T19" fmla="*/ 707 h 772"/>
                  <a:gd name="T20" fmla="*/ 330 w 489"/>
                  <a:gd name="T21" fmla="*/ 693 h 772"/>
                  <a:gd name="T22" fmla="*/ 345 w 489"/>
                  <a:gd name="T23" fmla="*/ 670 h 772"/>
                  <a:gd name="T24" fmla="*/ 349 w 489"/>
                  <a:gd name="T25" fmla="*/ 642 h 772"/>
                  <a:gd name="T26" fmla="*/ 349 w 489"/>
                  <a:gd name="T27" fmla="*/ 116 h 772"/>
                  <a:gd name="T28" fmla="*/ 340 w 489"/>
                  <a:gd name="T29" fmla="*/ 90 h 772"/>
                  <a:gd name="T30" fmla="*/ 317 w 489"/>
                  <a:gd name="T31" fmla="*/ 71 h 772"/>
                  <a:gd name="T32" fmla="*/ 274 w 489"/>
                  <a:gd name="T33" fmla="*/ 61 h 772"/>
                  <a:gd name="T34" fmla="*/ 244 w 489"/>
                  <a:gd name="T35" fmla="*/ 0 h 772"/>
                  <a:gd name="T36" fmla="*/ 334 w 489"/>
                  <a:gd name="T37" fmla="*/ 6 h 772"/>
                  <a:gd name="T38" fmla="*/ 400 w 489"/>
                  <a:gd name="T39" fmla="*/ 20 h 772"/>
                  <a:gd name="T40" fmla="*/ 446 w 489"/>
                  <a:gd name="T41" fmla="*/ 43 h 772"/>
                  <a:gd name="T42" fmla="*/ 474 w 489"/>
                  <a:gd name="T43" fmla="*/ 73 h 772"/>
                  <a:gd name="T44" fmla="*/ 487 w 489"/>
                  <a:gd name="T45" fmla="*/ 109 h 772"/>
                  <a:gd name="T46" fmla="*/ 489 w 489"/>
                  <a:gd name="T47" fmla="*/ 643 h 772"/>
                  <a:gd name="T48" fmla="*/ 482 w 489"/>
                  <a:gd name="T49" fmla="*/ 682 h 772"/>
                  <a:gd name="T50" fmla="*/ 462 w 489"/>
                  <a:gd name="T51" fmla="*/ 715 h 772"/>
                  <a:gd name="T52" fmla="*/ 425 w 489"/>
                  <a:gd name="T53" fmla="*/ 742 h 772"/>
                  <a:gd name="T54" fmla="*/ 369 w 489"/>
                  <a:gd name="T55" fmla="*/ 761 h 772"/>
                  <a:gd name="T56" fmla="*/ 291 w 489"/>
                  <a:gd name="T57" fmla="*/ 770 h 772"/>
                  <a:gd name="T58" fmla="*/ 196 w 489"/>
                  <a:gd name="T59" fmla="*/ 770 h 772"/>
                  <a:gd name="T60" fmla="*/ 118 w 489"/>
                  <a:gd name="T61" fmla="*/ 761 h 772"/>
                  <a:gd name="T62" fmla="*/ 62 w 489"/>
                  <a:gd name="T63" fmla="*/ 742 h 772"/>
                  <a:gd name="T64" fmla="*/ 26 w 489"/>
                  <a:gd name="T65" fmla="*/ 715 h 772"/>
                  <a:gd name="T66" fmla="*/ 5 w 489"/>
                  <a:gd name="T67" fmla="*/ 682 h 772"/>
                  <a:gd name="T68" fmla="*/ 0 w 489"/>
                  <a:gd name="T69" fmla="*/ 643 h 772"/>
                  <a:gd name="T70" fmla="*/ 1 w 489"/>
                  <a:gd name="T71" fmla="*/ 109 h 772"/>
                  <a:gd name="T72" fmla="*/ 14 w 489"/>
                  <a:gd name="T73" fmla="*/ 73 h 772"/>
                  <a:gd name="T74" fmla="*/ 42 w 489"/>
                  <a:gd name="T75" fmla="*/ 43 h 772"/>
                  <a:gd name="T76" fmla="*/ 87 w 489"/>
                  <a:gd name="T77" fmla="*/ 20 h 772"/>
                  <a:gd name="T78" fmla="*/ 154 w 489"/>
                  <a:gd name="T79" fmla="*/ 6 h 772"/>
                  <a:gd name="T80" fmla="*/ 244 w 489"/>
                  <a:gd name="T81" fmla="*/ 0 h 7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489" h="772">
                    <a:moveTo>
                      <a:pt x="244" y="59"/>
                    </a:moveTo>
                    <a:lnTo>
                      <a:pt x="213" y="61"/>
                    </a:lnTo>
                    <a:lnTo>
                      <a:pt x="191" y="65"/>
                    </a:lnTo>
                    <a:lnTo>
                      <a:pt x="172" y="71"/>
                    </a:lnTo>
                    <a:lnTo>
                      <a:pt x="158" y="79"/>
                    </a:lnTo>
                    <a:lnTo>
                      <a:pt x="149" y="90"/>
                    </a:lnTo>
                    <a:lnTo>
                      <a:pt x="142" y="102"/>
                    </a:lnTo>
                    <a:lnTo>
                      <a:pt x="140" y="116"/>
                    </a:lnTo>
                    <a:lnTo>
                      <a:pt x="138" y="130"/>
                    </a:lnTo>
                    <a:lnTo>
                      <a:pt x="138" y="642"/>
                    </a:lnTo>
                    <a:lnTo>
                      <a:pt x="140" y="656"/>
                    </a:lnTo>
                    <a:lnTo>
                      <a:pt x="142" y="670"/>
                    </a:lnTo>
                    <a:lnTo>
                      <a:pt x="149" y="683"/>
                    </a:lnTo>
                    <a:lnTo>
                      <a:pt x="158" y="693"/>
                    </a:lnTo>
                    <a:lnTo>
                      <a:pt x="172" y="702"/>
                    </a:lnTo>
                    <a:lnTo>
                      <a:pt x="191" y="707"/>
                    </a:lnTo>
                    <a:lnTo>
                      <a:pt x="213" y="711"/>
                    </a:lnTo>
                    <a:lnTo>
                      <a:pt x="244" y="713"/>
                    </a:lnTo>
                    <a:lnTo>
                      <a:pt x="274" y="711"/>
                    </a:lnTo>
                    <a:lnTo>
                      <a:pt x="298" y="707"/>
                    </a:lnTo>
                    <a:lnTo>
                      <a:pt x="317" y="702"/>
                    </a:lnTo>
                    <a:lnTo>
                      <a:pt x="330" y="693"/>
                    </a:lnTo>
                    <a:lnTo>
                      <a:pt x="340" y="683"/>
                    </a:lnTo>
                    <a:lnTo>
                      <a:pt x="345" y="670"/>
                    </a:lnTo>
                    <a:lnTo>
                      <a:pt x="349" y="656"/>
                    </a:lnTo>
                    <a:lnTo>
                      <a:pt x="349" y="642"/>
                    </a:lnTo>
                    <a:lnTo>
                      <a:pt x="349" y="130"/>
                    </a:lnTo>
                    <a:lnTo>
                      <a:pt x="349" y="116"/>
                    </a:lnTo>
                    <a:lnTo>
                      <a:pt x="345" y="102"/>
                    </a:lnTo>
                    <a:lnTo>
                      <a:pt x="340" y="90"/>
                    </a:lnTo>
                    <a:lnTo>
                      <a:pt x="330" y="79"/>
                    </a:lnTo>
                    <a:lnTo>
                      <a:pt x="317" y="71"/>
                    </a:lnTo>
                    <a:lnTo>
                      <a:pt x="298" y="65"/>
                    </a:lnTo>
                    <a:lnTo>
                      <a:pt x="274" y="61"/>
                    </a:lnTo>
                    <a:lnTo>
                      <a:pt x="244" y="59"/>
                    </a:lnTo>
                    <a:close/>
                    <a:moveTo>
                      <a:pt x="244" y="0"/>
                    </a:moveTo>
                    <a:lnTo>
                      <a:pt x="291" y="2"/>
                    </a:lnTo>
                    <a:lnTo>
                      <a:pt x="334" y="6"/>
                    </a:lnTo>
                    <a:lnTo>
                      <a:pt x="369" y="11"/>
                    </a:lnTo>
                    <a:lnTo>
                      <a:pt x="400" y="20"/>
                    </a:lnTo>
                    <a:lnTo>
                      <a:pt x="425" y="31"/>
                    </a:lnTo>
                    <a:lnTo>
                      <a:pt x="446" y="43"/>
                    </a:lnTo>
                    <a:lnTo>
                      <a:pt x="462" y="57"/>
                    </a:lnTo>
                    <a:lnTo>
                      <a:pt x="474" y="73"/>
                    </a:lnTo>
                    <a:lnTo>
                      <a:pt x="482" y="90"/>
                    </a:lnTo>
                    <a:lnTo>
                      <a:pt x="487" y="109"/>
                    </a:lnTo>
                    <a:lnTo>
                      <a:pt x="489" y="129"/>
                    </a:lnTo>
                    <a:lnTo>
                      <a:pt x="489" y="643"/>
                    </a:lnTo>
                    <a:lnTo>
                      <a:pt x="487" y="663"/>
                    </a:lnTo>
                    <a:lnTo>
                      <a:pt x="482" y="682"/>
                    </a:lnTo>
                    <a:lnTo>
                      <a:pt x="474" y="699"/>
                    </a:lnTo>
                    <a:lnTo>
                      <a:pt x="462" y="715"/>
                    </a:lnTo>
                    <a:lnTo>
                      <a:pt x="446" y="729"/>
                    </a:lnTo>
                    <a:lnTo>
                      <a:pt x="425" y="742"/>
                    </a:lnTo>
                    <a:lnTo>
                      <a:pt x="400" y="753"/>
                    </a:lnTo>
                    <a:lnTo>
                      <a:pt x="369" y="761"/>
                    </a:lnTo>
                    <a:lnTo>
                      <a:pt x="334" y="766"/>
                    </a:lnTo>
                    <a:lnTo>
                      <a:pt x="291" y="770"/>
                    </a:lnTo>
                    <a:lnTo>
                      <a:pt x="244" y="772"/>
                    </a:lnTo>
                    <a:lnTo>
                      <a:pt x="196" y="770"/>
                    </a:lnTo>
                    <a:lnTo>
                      <a:pt x="154" y="766"/>
                    </a:lnTo>
                    <a:lnTo>
                      <a:pt x="118" y="761"/>
                    </a:lnTo>
                    <a:lnTo>
                      <a:pt x="87" y="753"/>
                    </a:lnTo>
                    <a:lnTo>
                      <a:pt x="62" y="742"/>
                    </a:lnTo>
                    <a:lnTo>
                      <a:pt x="42" y="729"/>
                    </a:lnTo>
                    <a:lnTo>
                      <a:pt x="26" y="715"/>
                    </a:lnTo>
                    <a:lnTo>
                      <a:pt x="14" y="699"/>
                    </a:lnTo>
                    <a:lnTo>
                      <a:pt x="5" y="682"/>
                    </a:lnTo>
                    <a:lnTo>
                      <a:pt x="1" y="663"/>
                    </a:lnTo>
                    <a:lnTo>
                      <a:pt x="0" y="643"/>
                    </a:lnTo>
                    <a:lnTo>
                      <a:pt x="0" y="129"/>
                    </a:lnTo>
                    <a:lnTo>
                      <a:pt x="1" y="109"/>
                    </a:lnTo>
                    <a:lnTo>
                      <a:pt x="5" y="90"/>
                    </a:lnTo>
                    <a:lnTo>
                      <a:pt x="14" y="73"/>
                    </a:lnTo>
                    <a:lnTo>
                      <a:pt x="26" y="57"/>
                    </a:lnTo>
                    <a:lnTo>
                      <a:pt x="42" y="43"/>
                    </a:lnTo>
                    <a:lnTo>
                      <a:pt x="62" y="31"/>
                    </a:lnTo>
                    <a:lnTo>
                      <a:pt x="87" y="20"/>
                    </a:lnTo>
                    <a:lnTo>
                      <a:pt x="118" y="11"/>
                    </a:lnTo>
                    <a:lnTo>
                      <a:pt x="154" y="6"/>
                    </a:lnTo>
                    <a:lnTo>
                      <a:pt x="196" y="2"/>
                    </a:lnTo>
                    <a:lnTo>
                      <a:pt x="24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 name="Freeform 8">
                <a:extLst>
                  <a:ext uri="{FF2B5EF4-FFF2-40B4-BE49-F238E27FC236}">
                    <a16:creationId xmlns:a16="http://schemas.microsoft.com/office/drawing/2014/main" id="{89D18DE9-FB38-44E3-9753-8DBB95A05D2A}"/>
                  </a:ext>
                </a:extLst>
              </p:cNvPr>
              <p:cNvSpPr>
                <a:spLocks noEditPoints="1"/>
              </p:cNvSpPr>
              <p:nvPr/>
            </p:nvSpPr>
            <p:spPr bwMode="auto">
              <a:xfrm>
                <a:off x="2730501" y="5005388"/>
                <a:ext cx="360363" cy="603250"/>
              </a:xfrm>
              <a:custGeom>
                <a:avLst/>
                <a:gdLst>
                  <a:gd name="T0" fmla="*/ 140 w 454"/>
                  <a:gd name="T1" fmla="*/ 59 h 759"/>
                  <a:gd name="T2" fmla="*/ 140 w 454"/>
                  <a:gd name="T3" fmla="*/ 358 h 759"/>
                  <a:gd name="T4" fmla="*/ 207 w 454"/>
                  <a:gd name="T5" fmla="*/ 358 h 759"/>
                  <a:gd name="T6" fmla="*/ 232 w 454"/>
                  <a:gd name="T7" fmla="*/ 358 h 759"/>
                  <a:gd name="T8" fmla="*/ 255 w 454"/>
                  <a:gd name="T9" fmla="*/ 355 h 759"/>
                  <a:gd name="T10" fmla="*/ 275 w 454"/>
                  <a:gd name="T11" fmla="*/ 352 h 759"/>
                  <a:gd name="T12" fmla="*/ 291 w 454"/>
                  <a:gd name="T13" fmla="*/ 346 h 759"/>
                  <a:gd name="T14" fmla="*/ 303 w 454"/>
                  <a:gd name="T15" fmla="*/ 337 h 759"/>
                  <a:gd name="T16" fmla="*/ 311 w 454"/>
                  <a:gd name="T17" fmla="*/ 325 h 759"/>
                  <a:gd name="T18" fmla="*/ 314 w 454"/>
                  <a:gd name="T19" fmla="*/ 311 h 759"/>
                  <a:gd name="T20" fmla="*/ 314 w 454"/>
                  <a:gd name="T21" fmla="*/ 106 h 759"/>
                  <a:gd name="T22" fmla="*/ 311 w 454"/>
                  <a:gd name="T23" fmla="*/ 91 h 759"/>
                  <a:gd name="T24" fmla="*/ 303 w 454"/>
                  <a:gd name="T25" fmla="*/ 79 h 759"/>
                  <a:gd name="T26" fmla="*/ 291 w 454"/>
                  <a:gd name="T27" fmla="*/ 71 h 759"/>
                  <a:gd name="T28" fmla="*/ 275 w 454"/>
                  <a:gd name="T29" fmla="*/ 64 h 759"/>
                  <a:gd name="T30" fmla="*/ 255 w 454"/>
                  <a:gd name="T31" fmla="*/ 62 h 759"/>
                  <a:gd name="T32" fmla="*/ 232 w 454"/>
                  <a:gd name="T33" fmla="*/ 59 h 759"/>
                  <a:gd name="T34" fmla="*/ 207 w 454"/>
                  <a:gd name="T35" fmla="*/ 59 h 759"/>
                  <a:gd name="T36" fmla="*/ 140 w 454"/>
                  <a:gd name="T37" fmla="*/ 59 h 759"/>
                  <a:gd name="T38" fmla="*/ 0 w 454"/>
                  <a:gd name="T39" fmla="*/ 0 h 759"/>
                  <a:gd name="T40" fmla="*/ 221 w 454"/>
                  <a:gd name="T41" fmla="*/ 0 h 759"/>
                  <a:gd name="T42" fmla="*/ 271 w 454"/>
                  <a:gd name="T43" fmla="*/ 0 h 759"/>
                  <a:gd name="T44" fmla="*/ 314 w 454"/>
                  <a:gd name="T45" fmla="*/ 4 h 759"/>
                  <a:gd name="T46" fmla="*/ 350 w 454"/>
                  <a:gd name="T47" fmla="*/ 8 h 759"/>
                  <a:gd name="T48" fmla="*/ 380 w 454"/>
                  <a:gd name="T49" fmla="*/ 16 h 759"/>
                  <a:gd name="T50" fmla="*/ 404 w 454"/>
                  <a:gd name="T51" fmla="*/ 26 h 759"/>
                  <a:gd name="T52" fmla="*/ 423 w 454"/>
                  <a:gd name="T53" fmla="*/ 38 h 759"/>
                  <a:gd name="T54" fmla="*/ 437 w 454"/>
                  <a:gd name="T55" fmla="*/ 52 h 759"/>
                  <a:gd name="T56" fmla="*/ 447 w 454"/>
                  <a:gd name="T57" fmla="*/ 70 h 759"/>
                  <a:gd name="T58" fmla="*/ 452 w 454"/>
                  <a:gd name="T59" fmla="*/ 91 h 759"/>
                  <a:gd name="T60" fmla="*/ 454 w 454"/>
                  <a:gd name="T61" fmla="*/ 115 h 759"/>
                  <a:gd name="T62" fmla="*/ 454 w 454"/>
                  <a:gd name="T63" fmla="*/ 301 h 759"/>
                  <a:gd name="T64" fmla="*/ 451 w 454"/>
                  <a:gd name="T65" fmla="*/ 325 h 759"/>
                  <a:gd name="T66" fmla="*/ 447 w 454"/>
                  <a:gd name="T67" fmla="*/ 347 h 759"/>
                  <a:gd name="T68" fmla="*/ 437 w 454"/>
                  <a:gd name="T69" fmla="*/ 364 h 759"/>
                  <a:gd name="T70" fmla="*/ 423 w 454"/>
                  <a:gd name="T71" fmla="*/ 379 h 759"/>
                  <a:gd name="T72" fmla="*/ 404 w 454"/>
                  <a:gd name="T73" fmla="*/ 391 h 759"/>
                  <a:gd name="T74" fmla="*/ 380 w 454"/>
                  <a:gd name="T75" fmla="*/ 402 h 759"/>
                  <a:gd name="T76" fmla="*/ 350 w 454"/>
                  <a:gd name="T77" fmla="*/ 408 h 759"/>
                  <a:gd name="T78" fmla="*/ 314 w 454"/>
                  <a:gd name="T79" fmla="*/ 414 h 759"/>
                  <a:gd name="T80" fmla="*/ 271 w 454"/>
                  <a:gd name="T81" fmla="*/ 416 h 759"/>
                  <a:gd name="T82" fmla="*/ 221 w 454"/>
                  <a:gd name="T83" fmla="*/ 416 h 759"/>
                  <a:gd name="T84" fmla="*/ 140 w 454"/>
                  <a:gd name="T85" fmla="*/ 416 h 759"/>
                  <a:gd name="T86" fmla="*/ 140 w 454"/>
                  <a:gd name="T87" fmla="*/ 759 h 759"/>
                  <a:gd name="T88" fmla="*/ 0 w 454"/>
                  <a:gd name="T89" fmla="*/ 759 h 759"/>
                  <a:gd name="T90" fmla="*/ 0 w 454"/>
                  <a:gd name="T91" fmla="*/ 0 h 7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54" h="759">
                    <a:moveTo>
                      <a:pt x="140" y="59"/>
                    </a:moveTo>
                    <a:lnTo>
                      <a:pt x="140" y="358"/>
                    </a:lnTo>
                    <a:lnTo>
                      <a:pt x="207" y="358"/>
                    </a:lnTo>
                    <a:lnTo>
                      <a:pt x="232" y="358"/>
                    </a:lnTo>
                    <a:lnTo>
                      <a:pt x="255" y="355"/>
                    </a:lnTo>
                    <a:lnTo>
                      <a:pt x="275" y="352"/>
                    </a:lnTo>
                    <a:lnTo>
                      <a:pt x="291" y="346"/>
                    </a:lnTo>
                    <a:lnTo>
                      <a:pt x="303" y="337"/>
                    </a:lnTo>
                    <a:lnTo>
                      <a:pt x="311" y="325"/>
                    </a:lnTo>
                    <a:lnTo>
                      <a:pt x="314" y="311"/>
                    </a:lnTo>
                    <a:lnTo>
                      <a:pt x="314" y="106"/>
                    </a:lnTo>
                    <a:lnTo>
                      <a:pt x="311" y="91"/>
                    </a:lnTo>
                    <a:lnTo>
                      <a:pt x="303" y="79"/>
                    </a:lnTo>
                    <a:lnTo>
                      <a:pt x="291" y="71"/>
                    </a:lnTo>
                    <a:lnTo>
                      <a:pt x="275" y="64"/>
                    </a:lnTo>
                    <a:lnTo>
                      <a:pt x="255" y="62"/>
                    </a:lnTo>
                    <a:lnTo>
                      <a:pt x="232" y="59"/>
                    </a:lnTo>
                    <a:lnTo>
                      <a:pt x="207" y="59"/>
                    </a:lnTo>
                    <a:lnTo>
                      <a:pt x="140" y="59"/>
                    </a:lnTo>
                    <a:close/>
                    <a:moveTo>
                      <a:pt x="0" y="0"/>
                    </a:moveTo>
                    <a:lnTo>
                      <a:pt x="221" y="0"/>
                    </a:lnTo>
                    <a:lnTo>
                      <a:pt x="271" y="0"/>
                    </a:lnTo>
                    <a:lnTo>
                      <a:pt x="314" y="4"/>
                    </a:lnTo>
                    <a:lnTo>
                      <a:pt x="350" y="8"/>
                    </a:lnTo>
                    <a:lnTo>
                      <a:pt x="380" y="16"/>
                    </a:lnTo>
                    <a:lnTo>
                      <a:pt x="404" y="26"/>
                    </a:lnTo>
                    <a:lnTo>
                      <a:pt x="423" y="38"/>
                    </a:lnTo>
                    <a:lnTo>
                      <a:pt x="437" y="52"/>
                    </a:lnTo>
                    <a:lnTo>
                      <a:pt x="447" y="70"/>
                    </a:lnTo>
                    <a:lnTo>
                      <a:pt x="452" y="91"/>
                    </a:lnTo>
                    <a:lnTo>
                      <a:pt x="454" y="115"/>
                    </a:lnTo>
                    <a:lnTo>
                      <a:pt x="454" y="301"/>
                    </a:lnTo>
                    <a:lnTo>
                      <a:pt x="451" y="325"/>
                    </a:lnTo>
                    <a:lnTo>
                      <a:pt x="447" y="347"/>
                    </a:lnTo>
                    <a:lnTo>
                      <a:pt x="437" y="364"/>
                    </a:lnTo>
                    <a:lnTo>
                      <a:pt x="423" y="379"/>
                    </a:lnTo>
                    <a:lnTo>
                      <a:pt x="404" y="391"/>
                    </a:lnTo>
                    <a:lnTo>
                      <a:pt x="380" y="402"/>
                    </a:lnTo>
                    <a:lnTo>
                      <a:pt x="350" y="408"/>
                    </a:lnTo>
                    <a:lnTo>
                      <a:pt x="314" y="414"/>
                    </a:lnTo>
                    <a:lnTo>
                      <a:pt x="271" y="416"/>
                    </a:lnTo>
                    <a:lnTo>
                      <a:pt x="221" y="416"/>
                    </a:lnTo>
                    <a:lnTo>
                      <a:pt x="140" y="416"/>
                    </a:lnTo>
                    <a:lnTo>
                      <a:pt x="140" y="759"/>
                    </a:lnTo>
                    <a:lnTo>
                      <a:pt x="0" y="759"/>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 name="Freeform 9">
                <a:extLst>
                  <a:ext uri="{FF2B5EF4-FFF2-40B4-BE49-F238E27FC236}">
                    <a16:creationId xmlns:a16="http://schemas.microsoft.com/office/drawing/2014/main" id="{8D961941-D9DC-44B7-B4B1-7160F7B31104}"/>
                  </a:ext>
                </a:extLst>
              </p:cNvPr>
              <p:cNvSpPr>
                <a:spLocks/>
              </p:cNvSpPr>
              <p:nvPr/>
            </p:nvSpPr>
            <p:spPr bwMode="auto">
              <a:xfrm>
                <a:off x="3121026" y="5000626"/>
                <a:ext cx="358775" cy="611188"/>
              </a:xfrm>
              <a:custGeom>
                <a:avLst/>
                <a:gdLst>
                  <a:gd name="T0" fmla="*/ 277 w 451"/>
                  <a:gd name="T1" fmla="*/ 2 h 772"/>
                  <a:gd name="T2" fmla="*/ 355 w 451"/>
                  <a:gd name="T3" fmla="*/ 12 h 772"/>
                  <a:gd name="T4" fmla="*/ 407 w 451"/>
                  <a:gd name="T5" fmla="*/ 34 h 772"/>
                  <a:gd name="T6" fmla="*/ 438 w 451"/>
                  <a:gd name="T7" fmla="*/ 65 h 772"/>
                  <a:gd name="T8" fmla="*/ 447 w 451"/>
                  <a:gd name="T9" fmla="*/ 106 h 772"/>
                  <a:gd name="T10" fmla="*/ 309 w 451"/>
                  <a:gd name="T11" fmla="*/ 204 h 772"/>
                  <a:gd name="T12" fmla="*/ 308 w 451"/>
                  <a:gd name="T13" fmla="*/ 98 h 772"/>
                  <a:gd name="T14" fmla="*/ 297 w 451"/>
                  <a:gd name="T15" fmla="*/ 78 h 772"/>
                  <a:gd name="T16" fmla="*/ 273 w 451"/>
                  <a:gd name="T17" fmla="*/ 65 h 772"/>
                  <a:gd name="T18" fmla="*/ 229 w 451"/>
                  <a:gd name="T19" fmla="*/ 59 h 772"/>
                  <a:gd name="T20" fmla="*/ 184 w 451"/>
                  <a:gd name="T21" fmla="*/ 65 h 772"/>
                  <a:gd name="T22" fmla="*/ 159 w 451"/>
                  <a:gd name="T23" fmla="*/ 78 h 772"/>
                  <a:gd name="T24" fmla="*/ 149 w 451"/>
                  <a:gd name="T25" fmla="*/ 98 h 772"/>
                  <a:gd name="T26" fmla="*/ 148 w 451"/>
                  <a:gd name="T27" fmla="*/ 191 h 772"/>
                  <a:gd name="T28" fmla="*/ 155 w 451"/>
                  <a:gd name="T29" fmla="*/ 227 h 772"/>
                  <a:gd name="T30" fmla="*/ 180 w 451"/>
                  <a:gd name="T31" fmla="*/ 259 h 772"/>
                  <a:gd name="T32" fmla="*/ 422 w 451"/>
                  <a:gd name="T33" fmla="*/ 469 h 772"/>
                  <a:gd name="T34" fmla="*/ 449 w 451"/>
                  <a:gd name="T35" fmla="*/ 516 h 772"/>
                  <a:gd name="T36" fmla="*/ 451 w 451"/>
                  <a:gd name="T37" fmla="*/ 660 h 772"/>
                  <a:gd name="T38" fmla="*/ 439 w 451"/>
                  <a:gd name="T39" fmla="*/ 703 h 772"/>
                  <a:gd name="T40" fmla="*/ 404 w 451"/>
                  <a:gd name="T41" fmla="*/ 737 h 772"/>
                  <a:gd name="T42" fmla="*/ 348 w 451"/>
                  <a:gd name="T43" fmla="*/ 760 h 772"/>
                  <a:gd name="T44" fmla="*/ 273 w 451"/>
                  <a:gd name="T45" fmla="*/ 770 h 772"/>
                  <a:gd name="T46" fmla="*/ 180 w 451"/>
                  <a:gd name="T47" fmla="*/ 770 h 772"/>
                  <a:gd name="T48" fmla="*/ 101 w 451"/>
                  <a:gd name="T49" fmla="*/ 760 h 772"/>
                  <a:gd name="T50" fmla="*/ 45 w 451"/>
                  <a:gd name="T51" fmla="*/ 738 h 772"/>
                  <a:gd name="T52" fmla="*/ 11 w 451"/>
                  <a:gd name="T53" fmla="*/ 706 h 772"/>
                  <a:gd name="T54" fmla="*/ 0 w 451"/>
                  <a:gd name="T55" fmla="*/ 660 h 772"/>
                  <a:gd name="T56" fmla="*/ 140 w 451"/>
                  <a:gd name="T57" fmla="*/ 556 h 772"/>
                  <a:gd name="T58" fmla="*/ 143 w 451"/>
                  <a:gd name="T59" fmla="*/ 672 h 772"/>
                  <a:gd name="T60" fmla="*/ 161 w 451"/>
                  <a:gd name="T61" fmla="*/ 698 h 772"/>
                  <a:gd name="T62" fmla="*/ 200 w 451"/>
                  <a:gd name="T63" fmla="*/ 711 h 772"/>
                  <a:gd name="T64" fmla="*/ 254 w 451"/>
                  <a:gd name="T65" fmla="*/ 711 h 772"/>
                  <a:gd name="T66" fmla="*/ 292 w 451"/>
                  <a:gd name="T67" fmla="*/ 698 h 772"/>
                  <a:gd name="T68" fmla="*/ 310 w 451"/>
                  <a:gd name="T69" fmla="*/ 672 h 772"/>
                  <a:gd name="T70" fmla="*/ 313 w 451"/>
                  <a:gd name="T71" fmla="*/ 551 h 772"/>
                  <a:gd name="T72" fmla="*/ 304 w 451"/>
                  <a:gd name="T73" fmla="*/ 513 h 772"/>
                  <a:gd name="T74" fmla="*/ 273 w 451"/>
                  <a:gd name="T75" fmla="*/ 477 h 772"/>
                  <a:gd name="T76" fmla="*/ 47 w 451"/>
                  <a:gd name="T77" fmla="*/ 282 h 772"/>
                  <a:gd name="T78" fmla="*/ 19 w 451"/>
                  <a:gd name="T79" fmla="*/ 244 h 772"/>
                  <a:gd name="T80" fmla="*/ 10 w 451"/>
                  <a:gd name="T81" fmla="*/ 204 h 772"/>
                  <a:gd name="T82" fmla="*/ 13 w 451"/>
                  <a:gd name="T83" fmla="*/ 89 h 772"/>
                  <a:gd name="T84" fmla="*/ 35 w 451"/>
                  <a:gd name="T85" fmla="*/ 50 h 772"/>
                  <a:gd name="T86" fmla="*/ 78 w 451"/>
                  <a:gd name="T87" fmla="*/ 22 h 772"/>
                  <a:gd name="T88" fmla="*/ 144 w 451"/>
                  <a:gd name="T89" fmla="*/ 6 h 772"/>
                  <a:gd name="T90" fmla="*/ 229 w 451"/>
                  <a:gd name="T91" fmla="*/ 0 h 7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51" h="772">
                    <a:moveTo>
                      <a:pt x="229" y="0"/>
                    </a:moveTo>
                    <a:lnTo>
                      <a:pt x="277" y="2"/>
                    </a:lnTo>
                    <a:lnTo>
                      <a:pt x="318" y="6"/>
                    </a:lnTo>
                    <a:lnTo>
                      <a:pt x="355" y="12"/>
                    </a:lnTo>
                    <a:lnTo>
                      <a:pt x="384" y="22"/>
                    </a:lnTo>
                    <a:lnTo>
                      <a:pt x="407" y="34"/>
                    </a:lnTo>
                    <a:lnTo>
                      <a:pt x="426" y="49"/>
                    </a:lnTo>
                    <a:lnTo>
                      <a:pt x="438" y="65"/>
                    </a:lnTo>
                    <a:lnTo>
                      <a:pt x="445" y="85"/>
                    </a:lnTo>
                    <a:lnTo>
                      <a:pt x="447" y="106"/>
                    </a:lnTo>
                    <a:lnTo>
                      <a:pt x="447" y="204"/>
                    </a:lnTo>
                    <a:lnTo>
                      <a:pt x="309" y="204"/>
                    </a:lnTo>
                    <a:lnTo>
                      <a:pt x="309" y="110"/>
                    </a:lnTo>
                    <a:lnTo>
                      <a:pt x="308" y="98"/>
                    </a:lnTo>
                    <a:lnTo>
                      <a:pt x="304" y="87"/>
                    </a:lnTo>
                    <a:lnTo>
                      <a:pt x="297" y="78"/>
                    </a:lnTo>
                    <a:lnTo>
                      <a:pt x="288" y="70"/>
                    </a:lnTo>
                    <a:lnTo>
                      <a:pt x="273" y="65"/>
                    </a:lnTo>
                    <a:lnTo>
                      <a:pt x="254" y="61"/>
                    </a:lnTo>
                    <a:lnTo>
                      <a:pt x="229" y="59"/>
                    </a:lnTo>
                    <a:lnTo>
                      <a:pt x="203" y="61"/>
                    </a:lnTo>
                    <a:lnTo>
                      <a:pt x="184" y="65"/>
                    </a:lnTo>
                    <a:lnTo>
                      <a:pt x="170" y="70"/>
                    </a:lnTo>
                    <a:lnTo>
                      <a:pt x="159" y="78"/>
                    </a:lnTo>
                    <a:lnTo>
                      <a:pt x="152" y="87"/>
                    </a:lnTo>
                    <a:lnTo>
                      <a:pt x="149" y="98"/>
                    </a:lnTo>
                    <a:lnTo>
                      <a:pt x="148" y="110"/>
                    </a:lnTo>
                    <a:lnTo>
                      <a:pt x="148" y="191"/>
                    </a:lnTo>
                    <a:lnTo>
                      <a:pt x="149" y="209"/>
                    </a:lnTo>
                    <a:lnTo>
                      <a:pt x="155" y="227"/>
                    </a:lnTo>
                    <a:lnTo>
                      <a:pt x="165" y="243"/>
                    </a:lnTo>
                    <a:lnTo>
                      <a:pt x="180" y="259"/>
                    </a:lnTo>
                    <a:lnTo>
                      <a:pt x="402" y="448"/>
                    </a:lnTo>
                    <a:lnTo>
                      <a:pt x="422" y="469"/>
                    </a:lnTo>
                    <a:lnTo>
                      <a:pt x="438" y="492"/>
                    </a:lnTo>
                    <a:lnTo>
                      <a:pt x="449" y="516"/>
                    </a:lnTo>
                    <a:lnTo>
                      <a:pt x="451" y="541"/>
                    </a:lnTo>
                    <a:lnTo>
                      <a:pt x="451" y="660"/>
                    </a:lnTo>
                    <a:lnTo>
                      <a:pt x="449" y="683"/>
                    </a:lnTo>
                    <a:lnTo>
                      <a:pt x="439" y="703"/>
                    </a:lnTo>
                    <a:lnTo>
                      <a:pt x="424" y="721"/>
                    </a:lnTo>
                    <a:lnTo>
                      <a:pt x="404" y="737"/>
                    </a:lnTo>
                    <a:lnTo>
                      <a:pt x="379" y="749"/>
                    </a:lnTo>
                    <a:lnTo>
                      <a:pt x="348" y="760"/>
                    </a:lnTo>
                    <a:lnTo>
                      <a:pt x="313" y="766"/>
                    </a:lnTo>
                    <a:lnTo>
                      <a:pt x="273" y="770"/>
                    </a:lnTo>
                    <a:lnTo>
                      <a:pt x="229" y="772"/>
                    </a:lnTo>
                    <a:lnTo>
                      <a:pt x="180" y="770"/>
                    </a:lnTo>
                    <a:lnTo>
                      <a:pt x="137" y="766"/>
                    </a:lnTo>
                    <a:lnTo>
                      <a:pt x="101" y="760"/>
                    </a:lnTo>
                    <a:lnTo>
                      <a:pt x="70" y="750"/>
                    </a:lnTo>
                    <a:lnTo>
                      <a:pt x="45" y="738"/>
                    </a:lnTo>
                    <a:lnTo>
                      <a:pt x="26" y="723"/>
                    </a:lnTo>
                    <a:lnTo>
                      <a:pt x="11" y="706"/>
                    </a:lnTo>
                    <a:lnTo>
                      <a:pt x="3" y="685"/>
                    </a:lnTo>
                    <a:lnTo>
                      <a:pt x="0" y="660"/>
                    </a:lnTo>
                    <a:lnTo>
                      <a:pt x="0" y="556"/>
                    </a:lnTo>
                    <a:lnTo>
                      <a:pt x="140" y="556"/>
                    </a:lnTo>
                    <a:lnTo>
                      <a:pt x="140" y="656"/>
                    </a:lnTo>
                    <a:lnTo>
                      <a:pt x="143" y="672"/>
                    </a:lnTo>
                    <a:lnTo>
                      <a:pt x="149" y="687"/>
                    </a:lnTo>
                    <a:lnTo>
                      <a:pt x="161" y="698"/>
                    </a:lnTo>
                    <a:lnTo>
                      <a:pt x="179" y="706"/>
                    </a:lnTo>
                    <a:lnTo>
                      <a:pt x="200" y="711"/>
                    </a:lnTo>
                    <a:lnTo>
                      <a:pt x="229" y="713"/>
                    </a:lnTo>
                    <a:lnTo>
                      <a:pt x="254" y="711"/>
                    </a:lnTo>
                    <a:lnTo>
                      <a:pt x="276" y="706"/>
                    </a:lnTo>
                    <a:lnTo>
                      <a:pt x="292" y="698"/>
                    </a:lnTo>
                    <a:lnTo>
                      <a:pt x="304" y="687"/>
                    </a:lnTo>
                    <a:lnTo>
                      <a:pt x="310" y="672"/>
                    </a:lnTo>
                    <a:lnTo>
                      <a:pt x="313" y="656"/>
                    </a:lnTo>
                    <a:lnTo>
                      <a:pt x="313" y="551"/>
                    </a:lnTo>
                    <a:lnTo>
                      <a:pt x="310" y="532"/>
                    </a:lnTo>
                    <a:lnTo>
                      <a:pt x="304" y="513"/>
                    </a:lnTo>
                    <a:lnTo>
                      <a:pt x="292" y="496"/>
                    </a:lnTo>
                    <a:lnTo>
                      <a:pt x="273" y="477"/>
                    </a:lnTo>
                    <a:lnTo>
                      <a:pt x="69" y="300"/>
                    </a:lnTo>
                    <a:lnTo>
                      <a:pt x="47" y="282"/>
                    </a:lnTo>
                    <a:lnTo>
                      <a:pt x="31" y="263"/>
                    </a:lnTo>
                    <a:lnTo>
                      <a:pt x="19" y="244"/>
                    </a:lnTo>
                    <a:lnTo>
                      <a:pt x="11" y="225"/>
                    </a:lnTo>
                    <a:lnTo>
                      <a:pt x="10" y="204"/>
                    </a:lnTo>
                    <a:lnTo>
                      <a:pt x="10" y="112"/>
                    </a:lnTo>
                    <a:lnTo>
                      <a:pt x="13" y="89"/>
                    </a:lnTo>
                    <a:lnTo>
                      <a:pt x="21" y="67"/>
                    </a:lnTo>
                    <a:lnTo>
                      <a:pt x="35" y="50"/>
                    </a:lnTo>
                    <a:lnTo>
                      <a:pt x="54" y="35"/>
                    </a:lnTo>
                    <a:lnTo>
                      <a:pt x="78" y="22"/>
                    </a:lnTo>
                    <a:lnTo>
                      <a:pt x="109" y="12"/>
                    </a:lnTo>
                    <a:lnTo>
                      <a:pt x="144" y="6"/>
                    </a:lnTo>
                    <a:lnTo>
                      <a:pt x="184" y="2"/>
                    </a:lnTo>
                    <a:lnTo>
                      <a:pt x="229"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 name="Freeform 10">
                <a:extLst>
                  <a:ext uri="{FF2B5EF4-FFF2-40B4-BE49-F238E27FC236}">
                    <a16:creationId xmlns:a16="http://schemas.microsoft.com/office/drawing/2014/main" id="{B9363D07-27BC-4F61-90A5-DF8C3FB43323}"/>
                  </a:ext>
                </a:extLst>
              </p:cNvPr>
              <p:cNvSpPr>
                <a:spLocks/>
              </p:cNvSpPr>
              <p:nvPr/>
            </p:nvSpPr>
            <p:spPr bwMode="auto">
              <a:xfrm>
                <a:off x="3935413" y="5000626"/>
                <a:ext cx="358775" cy="611188"/>
              </a:xfrm>
              <a:custGeom>
                <a:avLst/>
                <a:gdLst>
                  <a:gd name="T0" fmla="*/ 276 w 451"/>
                  <a:gd name="T1" fmla="*/ 2 h 772"/>
                  <a:gd name="T2" fmla="*/ 354 w 451"/>
                  <a:gd name="T3" fmla="*/ 12 h 772"/>
                  <a:gd name="T4" fmla="*/ 407 w 451"/>
                  <a:gd name="T5" fmla="*/ 34 h 772"/>
                  <a:gd name="T6" fmla="*/ 437 w 451"/>
                  <a:gd name="T7" fmla="*/ 65 h 772"/>
                  <a:gd name="T8" fmla="*/ 447 w 451"/>
                  <a:gd name="T9" fmla="*/ 106 h 772"/>
                  <a:gd name="T10" fmla="*/ 307 w 451"/>
                  <a:gd name="T11" fmla="*/ 204 h 772"/>
                  <a:gd name="T12" fmla="*/ 307 w 451"/>
                  <a:gd name="T13" fmla="*/ 98 h 772"/>
                  <a:gd name="T14" fmla="*/ 296 w 451"/>
                  <a:gd name="T15" fmla="*/ 78 h 772"/>
                  <a:gd name="T16" fmla="*/ 272 w 451"/>
                  <a:gd name="T17" fmla="*/ 65 h 772"/>
                  <a:gd name="T18" fmla="*/ 228 w 451"/>
                  <a:gd name="T19" fmla="*/ 59 h 772"/>
                  <a:gd name="T20" fmla="*/ 182 w 451"/>
                  <a:gd name="T21" fmla="*/ 65 h 772"/>
                  <a:gd name="T22" fmla="*/ 158 w 451"/>
                  <a:gd name="T23" fmla="*/ 78 h 772"/>
                  <a:gd name="T24" fmla="*/ 149 w 451"/>
                  <a:gd name="T25" fmla="*/ 98 h 772"/>
                  <a:gd name="T26" fmla="*/ 148 w 451"/>
                  <a:gd name="T27" fmla="*/ 191 h 772"/>
                  <a:gd name="T28" fmla="*/ 154 w 451"/>
                  <a:gd name="T29" fmla="*/ 227 h 772"/>
                  <a:gd name="T30" fmla="*/ 178 w 451"/>
                  <a:gd name="T31" fmla="*/ 259 h 772"/>
                  <a:gd name="T32" fmla="*/ 421 w 451"/>
                  <a:gd name="T33" fmla="*/ 469 h 772"/>
                  <a:gd name="T34" fmla="*/ 447 w 451"/>
                  <a:gd name="T35" fmla="*/ 516 h 772"/>
                  <a:gd name="T36" fmla="*/ 451 w 451"/>
                  <a:gd name="T37" fmla="*/ 660 h 772"/>
                  <a:gd name="T38" fmla="*/ 439 w 451"/>
                  <a:gd name="T39" fmla="*/ 703 h 772"/>
                  <a:gd name="T40" fmla="*/ 404 w 451"/>
                  <a:gd name="T41" fmla="*/ 737 h 772"/>
                  <a:gd name="T42" fmla="*/ 347 w 451"/>
                  <a:gd name="T43" fmla="*/ 760 h 772"/>
                  <a:gd name="T44" fmla="*/ 272 w 451"/>
                  <a:gd name="T45" fmla="*/ 770 h 772"/>
                  <a:gd name="T46" fmla="*/ 180 w 451"/>
                  <a:gd name="T47" fmla="*/ 770 h 772"/>
                  <a:gd name="T48" fmla="*/ 101 w 451"/>
                  <a:gd name="T49" fmla="*/ 760 h 772"/>
                  <a:gd name="T50" fmla="*/ 44 w 451"/>
                  <a:gd name="T51" fmla="*/ 738 h 772"/>
                  <a:gd name="T52" fmla="*/ 11 w 451"/>
                  <a:gd name="T53" fmla="*/ 706 h 772"/>
                  <a:gd name="T54" fmla="*/ 0 w 451"/>
                  <a:gd name="T55" fmla="*/ 660 h 772"/>
                  <a:gd name="T56" fmla="*/ 139 w 451"/>
                  <a:gd name="T57" fmla="*/ 556 h 772"/>
                  <a:gd name="T58" fmla="*/ 141 w 451"/>
                  <a:gd name="T59" fmla="*/ 672 h 772"/>
                  <a:gd name="T60" fmla="*/ 160 w 451"/>
                  <a:gd name="T61" fmla="*/ 698 h 772"/>
                  <a:gd name="T62" fmla="*/ 200 w 451"/>
                  <a:gd name="T63" fmla="*/ 711 h 772"/>
                  <a:gd name="T64" fmla="*/ 254 w 451"/>
                  <a:gd name="T65" fmla="*/ 711 h 772"/>
                  <a:gd name="T66" fmla="*/ 291 w 451"/>
                  <a:gd name="T67" fmla="*/ 698 h 772"/>
                  <a:gd name="T68" fmla="*/ 310 w 451"/>
                  <a:gd name="T69" fmla="*/ 672 h 772"/>
                  <a:gd name="T70" fmla="*/ 311 w 451"/>
                  <a:gd name="T71" fmla="*/ 551 h 772"/>
                  <a:gd name="T72" fmla="*/ 303 w 451"/>
                  <a:gd name="T73" fmla="*/ 515 h 772"/>
                  <a:gd name="T74" fmla="*/ 271 w 451"/>
                  <a:gd name="T75" fmla="*/ 477 h 772"/>
                  <a:gd name="T76" fmla="*/ 47 w 451"/>
                  <a:gd name="T77" fmla="*/ 282 h 772"/>
                  <a:gd name="T78" fmla="*/ 19 w 451"/>
                  <a:gd name="T79" fmla="*/ 244 h 772"/>
                  <a:gd name="T80" fmla="*/ 8 w 451"/>
                  <a:gd name="T81" fmla="*/ 204 h 772"/>
                  <a:gd name="T82" fmla="*/ 11 w 451"/>
                  <a:gd name="T83" fmla="*/ 89 h 772"/>
                  <a:gd name="T84" fmla="*/ 33 w 451"/>
                  <a:gd name="T85" fmla="*/ 50 h 772"/>
                  <a:gd name="T86" fmla="*/ 78 w 451"/>
                  <a:gd name="T87" fmla="*/ 22 h 772"/>
                  <a:gd name="T88" fmla="*/ 144 w 451"/>
                  <a:gd name="T89" fmla="*/ 6 h 772"/>
                  <a:gd name="T90" fmla="*/ 228 w 451"/>
                  <a:gd name="T91" fmla="*/ 0 h 7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51" h="772">
                    <a:moveTo>
                      <a:pt x="228" y="0"/>
                    </a:moveTo>
                    <a:lnTo>
                      <a:pt x="276" y="2"/>
                    </a:lnTo>
                    <a:lnTo>
                      <a:pt x="318" y="6"/>
                    </a:lnTo>
                    <a:lnTo>
                      <a:pt x="354" y="12"/>
                    </a:lnTo>
                    <a:lnTo>
                      <a:pt x="382" y="22"/>
                    </a:lnTo>
                    <a:lnTo>
                      <a:pt x="407" y="34"/>
                    </a:lnTo>
                    <a:lnTo>
                      <a:pt x="424" y="49"/>
                    </a:lnTo>
                    <a:lnTo>
                      <a:pt x="437" y="65"/>
                    </a:lnTo>
                    <a:lnTo>
                      <a:pt x="444" y="85"/>
                    </a:lnTo>
                    <a:lnTo>
                      <a:pt x="447" y="106"/>
                    </a:lnTo>
                    <a:lnTo>
                      <a:pt x="447" y="204"/>
                    </a:lnTo>
                    <a:lnTo>
                      <a:pt x="307" y="204"/>
                    </a:lnTo>
                    <a:lnTo>
                      <a:pt x="307" y="110"/>
                    </a:lnTo>
                    <a:lnTo>
                      <a:pt x="307" y="98"/>
                    </a:lnTo>
                    <a:lnTo>
                      <a:pt x="303" y="87"/>
                    </a:lnTo>
                    <a:lnTo>
                      <a:pt x="296" y="78"/>
                    </a:lnTo>
                    <a:lnTo>
                      <a:pt x="286" y="70"/>
                    </a:lnTo>
                    <a:lnTo>
                      <a:pt x="272" y="65"/>
                    </a:lnTo>
                    <a:lnTo>
                      <a:pt x="252" y="61"/>
                    </a:lnTo>
                    <a:lnTo>
                      <a:pt x="228" y="59"/>
                    </a:lnTo>
                    <a:lnTo>
                      <a:pt x="203" y="61"/>
                    </a:lnTo>
                    <a:lnTo>
                      <a:pt x="182" y="65"/>
                    </a:lnTo>
                    <a:lnTo>
                      <a:pt x="169" y="70"/>
                    </a:lnTo>
                    <a:lnTo>
                      <a:pt x="158" y="78"/>
                    </a:lnTo>
                    <a:lnTo>
                      <a:pt x="152" y="87"/>
                    </a:lnTo>
                    <a:lnTo>
                      <a:pt x="149" y="98"/>
                    </a:lnTo>
                    <a:lnTo>
                      <a:pt x="148" y="110"/>
                    </a:lnTo>
                    <a:lnTo>
                      <a:pt x="148" y="191"/>
                    </a:lnTo>
                    <a:lnTo>
                      <a:pt x="149" y="209"/>
                    </a:lnTo>
                    <a:lnTo>
                      <a:pt x="154" y="227"/>
                    </a:lnTo>
                    <a:lnTo>
                      <a:pt x="164" y="243"/>
                    </a:lnTo>
                    <a:lnTo>
                      <a:pt x="178" y="259"/>
                    </a:lnTo>
                    <a:lnTo>
                      <a:pt x="400" y="448"/>
                    </a:lnTo>
                    <a:lnTo>
                      <a:pt x="421" y="469"/>
                    </a:lnTo>
                    <a:lnTo>
                      <a:pt x="437" y="492"/>
                    </a:lnTo>
                    <a:lnTo>
                      <a:pt x="447" y="516"/>
                    </a:lnTo>
                    <a:lnTo>
                      <a:pt x="451" y="541"/>
                    </a:lnTo>
                    <a:lnTo>
                      <a:pt x="451" y="660"/>
                    </a:lnTo>
                    <a:lnTo>
                      <a:pt x="448" y="683"/>
                    </a:lnTo>
                    <a:lnTo>
                      <a:pt x="439" y="703"/>
                    </a:lnTo>
                    <a:lnTo>
                      <a:pt x="424" y="721"/>
                    </a:lnTo>
                    <a:lnTo>
                      <a:pt x="404" y="737"/>
                    </a:lnTo>
                    <a:lnTo>
                      <a:pt x="378" y="749"/>
                    </a:lnTo>
                    <a:lnTo>
                      <a:pt x="347" y="760"/>
                    </a:lnTo>
                    <a:lnTo>
                      <a:pt x="311" y="766"/>
                    </a:lnTo>
                    <a:lnTo>
                      <a:pt x="272" y="770"/>
                    </a:lnTo>
                    <a:lnTo>
                      <a:pt x="228" y="772"/>
                    </a:lnTo>
                    <a:lnTo>
                      <a:pt x="180" y="770"/>
                    </a:lnTo>
                    <a:lnTo>
                      <a:pt x="137" y="766"/>
                    </a:lnTo>
                    <a:lnTo>
                      <a:pt x="101" y="760"/>
                    </a:lnTo>
                    <a:lnTo>
                      <a:pt x="70" y="750"/>
                    </a:lnTo>
                    <a:lnTo>
                      <a:pt x="44" y="738"/>
                    </a:lnTo>
                    <a:lnTo>
                      <a:pt x="24" y="723"/>
                    </a:lnTo>
                    <a:lnTo>
                      <a:pt x="11" y="706"/>
                    </a:lnTo>
                    <a:lnTo>
                      <a:pt x="3" y="685"/>
                    </a:lnTo>
                    <a:lnTo>
                      <a:pt x="0" y="660"/>
                    </a:lnTo>
                    <a:lnTo>
                      <a:pt x="0" y="556"/>
                    </a:lnTo>
                    <a:lnTo>
                      <a:pt x="139" y="556"/>
                    </a:lnTo>
                    <a:lnTo>
                      <a:pt x="139" y="656"/>
                    </a:lnTo>
                    <a:lnTo>
                      <a:pt x="141" y="672"/>
                    </a:lnTo>
                    <a:lnTo>
                      <a:pt x="149" y="687"/>
                    </a:lnTo>
                    <a:lnTo>
                      <a:pt x="160" y="698"/>
                    </a:lnTo>
                    <a:lnTo>
                      <a:pt x="177" y="706"/>
                    </a:lnTo>
                    <a:lnTo>
                      <a:pt x="200" y="711"/>
                    </a:lnTo>
                    <a:lnTo>
                      <a:pt x="228" y="713"/>
                    </a:lnTo>
                    <a:lnTo>
                      <a:pt x="254" y="711"/>
                    </a:lnTo>
                    <a:lnTo>
                      <a:pt x="275" y="706"/>
                    </a:lnTo>
                    <a:lnTo>
                      <a:pt x="291" y="698"/>
                    </a:lnTo>
                    <a:lnTo>
                      <a:pt x="302" y="687"/>
                    </a:lnTo>
                    <a:lnTo>
                      <a:pt x="310" y="672"/>
                    </a:lnTo>
                    <a:lnTo>
                      <a:pt x="311" y="656"/>
                    </a:lnTo>
                    <a:lnTo>
                      <a:pt x="311" y="551"/>
                    </a:lnTo>
                    <a:lnTo>
                      <a:pt x="310" y="532"/>
                    </a:lnTo>
                    <a:lnTo>
                      <a:pt x="303" y="515"/>
                    </a:lnTo>
                    <a:lnTo>
                      <a:pt x="290" y="496"/>
                    </a:lnTo>
                    <a:lnTo>
                      <a:pt x="271" y="477"/>
                    </a:lnTo>
                    <a:lnTo>
                      <a:pt x="67" y="300"/>
                    </a:lnTo>
                    <a:lnTo>
                      <a:pt x="47" y="282"/>
                    </a:lnTo>
                    <a:lnTo>
                      <a:pt x="31" y="263"/>
                    </a:lnTo>
                    <a:lnTo>
                      <a:pt x="19" y="244"/>
                    </a:lnTo>
                    <a:lnTo>
                      <a:pt x="11" y="225"/>
                    </a:lnTo>
                    <a:lnTo>
                      <a:pt x="8" y="204"/>
                    </a:lnTo>
                    <a:lnTo>
                      <a:pt x="8" y="112"/>
                    </a:lnTo>
                    <a:lnTo>
                      <a:pt x="11" y="89"/>
                    </a:lnTo>
                    <a:lnTo>
                      <a:pt x="20" y="67"/>
                    </a:lnTo>
                    <a:lnTo>
                      <a:pt x="33" y="50"/>
                    </a:lnTo>
                    <a:lnTo>
                      <a:pt x="54" y="35"/>
                    </a:lnTo>
                    <a:lnTo>
                      <a:pt x="78" y="22"/>
                    </a:lnTo>
                    <a:lnTo>
                      <a:pt x="107" y="12"/>
                    </a:lnTo>
                    <a:lnTo>
                      <a:pt x="144" y="6"/>
                    </a:lnTo>
                    <a:lnTo>
                      <a:pt x="182" y="2"/>
                    </a:lnTo>
                    <a:lnTo>
                      <a:pt x="22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 name="Freeform 11">
                <a:extLst>
                  <a:ext uri="{FF2B5EF4-FFF2-40B4-BE49-F238E27FC236}">
                    <a16:creationId xmlns:a16="http://schemas.microsoft.com/office/drawing/2014/main" id="{EE9DFF42-AE36-4CB3-AA29-2528A741DA5F}"/>
                  </a:ext>
                </a:extLst>
              </p:cNvPr>
              <p:cNvSpPr>
                <a:spLocks/>
              </p:cNvSpPr>
              <p:nvPr/>
            </p:nvSpPr>
            <p:spPr bwMode="auto">
              <a:xfrm>
                <a:off x="1430338" y="5005388"/>
                <a:ext cx="352425" cy="755650"/>
              </a:xfrm>
              <a:custGeom>
                <a:avLst/>
                <a:gdLst>
                  <a:gd name="T0" fmla="*/ 305 w 443"/>
                  <a:gd name="T1" fmla="*/ 0 h 952"/>
                  <a:gd name="T2" fmla="*/ 443 w 443"/>
                  <a:gd name="T3" fmla="*/ 0 h 952"/>
                  <a:gd name="T4" fmla="*/ 138 w 443"/>
                  <a:gd name="T5" fmla="*/ 952 h 952"/>
                  <a:gd name="T6" fmla="*/ 0 w 443"/>
                  <a:gd name="T7" fmla="*/ 952 h 952"/>
                  <a:gd name="T8" fmla="*/ 305 w 443"/>
                  <a:gd name="T9" fmla="*/ 0 h 952"/>
                </a:gdLst>
                <a:ahLst/>
                <a:cxnLst>
                  <a:cxn ang="0">
                    <a:pos x="T0" y="T1"/>
                  </a:cxn>
                  <a:cxn ang="0">
                    <a:pos x="T2" y="T3"/>
                  </a:cxn>
                  <a:cxn ang="0">
                    <a:pos x="T4" y="T5"/>
                  </a:cxn>
                  <a:cxn ang="0">
                    <a:pos x="T6" y="T7"/>
                  </a:cxn>
                  <a:cxn ang="0">
                    <a:pos x="T8" y="T9"/>
                  </a:cxn>
                </a:cxnLst>
                <a:rect l="0" t="0" r="r" b="b"/>
                <a:pathLst>
                  <a:path w="443" h="952">
                    <a:moveTo>
                      <a:pt x="305" y="0"/>
                    </a:moveTo>
                    <a:lnTo>
                      <a:pt x="443" y="0"/>
                    </a:lnTo>
                    <a:lnTo>
                      <a:pt x="138" y="952"/>
                    </a:lnTo>
                    <a:lnTo>
                      <a:pt x="0" y="952"/>
                    </a:lnTo>
                    <a:lnTo>
                      <a:pt x="30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 name="Freeform 12">
                <a:extLst>
                  <a:ext uri="{FF2B5EF4-FFF2-40B4-BE49-F238E27FC236}">
                    <a16:creationId xmlns:a16="http://schemas.microsoft.com/office/drawing/2014/main" id="{2DDF7598-C167-4733-90F9-E44E3AEF9F71}"/>
                  </a:ext>
                </a:extLst>
              </p:cNvPr>
              <p:cNvSpPr>
                <a:spLocks/>
              </p:cNvSpPr>
              <p:nvPr/>
            </p:nvSpPr>
            <p:spPr bwMode="auto">
              <a:xfrm>
                <a:off x="1349376" y="5006976"/>
                <a:ext cx="204788" cy="468313"/>
              </a:xfrm>
              <a:custGeom>
                <a:avLst/>
                <a:gdLst>
                  <a:gd name="T0" fmla="*/ 0 w 257"/>
                  <a:gd name="T1" fmla="*/ 0 h 591"/>
                  <a:gd name="T2" fmla="*/ 138 w 257"/>
                  <a:gd name="T3" fmla="*/ 0 h 591"/>
                  <a:gd name="T4" fmla="*/ 257 w 257"/>
                  <a:gd name="T5" fmla="*/ 373 h 591"/>
                  <a:gd name="T6" fmla="*/ 188 w 257"/>
                  <a:gd name="T7" fmla="*/ 591 h 591"/>
                  <a:gd name="T8" fmla="*/ 0 w 257"/>
                  <a:gd name="T9" fmla="*/ 0 h 591"/>
                </a:gdLst>
                <a:ahLst/>
                <a:cxnLst>
                  <a:cxn ang="0">
                    <a:pos x="T0" y="T1"/>
                  </a:cxn>
                  <a:cxn ang="0">
                    <a:pos x="T2" y="T3"/>
                  </a:cxn>
                  <a:cxn ang="0">
                    <a:pos x="T4" y="T5"/>
                  </a:cxn>
                  <a:cxn ang="0">
                    <a:pos x="T6" y="T7"/>
                  </a:cxn>
                  <a:cxn ang="0">
                    <a:pos x="T8" y="T9"/>
                  </a:cxn>
                </a:cxnLst>
                <a:rect l="0" t="0" r="r" b="b"/>
                <a:pathLst>
                  <a:path w="257" h="591">
                    <a:moveTo>
                      <a:pt x="0" y="0"/>
                    </a:moveTo>
                    <a:lnTo>
                      <a:pt x="138" y="0"/>
                    </a:lnTo>
                    <a:lnTo>
                      <a:pt x="257" y="373"/>
                    </a:lnTo>
                    <a:lnTo>
                      <a:pt x="188" y="591"/>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 name="Freeform 13">
                <a:extLst>
                  <a:ext uri="{FF2B5EF4-FFF2-40B4-BE49-F238E27FC236}">
                    <a16:creationId xmlns:a16="http://schemas.microsoft.com/office/drawing/2014/main" id="{17250C49-24A3-4E87-8762-0B40D1B72FB9}"/>
                  </a:ext>
                </a:extLst>
              </p:cNvPr>
              <p:cNvSpPr>
                <a:spLocks/>
              </p:cNvSpPr>
              <p:nvPr/>
            </p:nvSpPr>
            <p:spPr bwMode="auto">
              <a:xfrm>
                <a:off x="3578226" y="5005388"/>
                <a:ext cx="352425" cy="755650"/>
              </a:xfrm>
              <a:custGeom>
                <a:avLst/>
                <a:gdLst>
                  <a:gd name="T0" fmla="*/ 305 w 444"/>
                  <a:gd name="T1" fmla="*/ 0 h 952"/>
                  <a:gd name="T2" fmla="*/ 444 w 444"/>
                  <a:gd name="T3" fmla="*/ 0 h 952"/>
                  <a:gd name="T4" fmla="*/ 138 w 444"/>
                  <a:gd name="T5" fmla="*/ 952 h 952"/>
                  <a:gd name="T6" fmla="*/ 0 w 444"/>
                  <a:gd name="T7" fmla="*/ 952 h 952"/>
                  <a:gd name="T8" fmla="*/ 305 w 444"/>
                  <a:gd name="T9" fmla="*/ 0 h 952"/>
                </a:gdLst>
                <a:ahLst/>
                <a:cxnLst>
                  <a:cxn ang="0">
                    <a:pos x="T0" y="T1"/>
                  </a:cxn>
                  <a:cxn ang="0">
                    <a:pos x="T2" y="T3"/>
                  </a:cxn>
                  <a:cxn ang="0">
                    <a:pos x="T4" y="T5"/>
                  </a:cxn>
                  <a:cxn ang="0">
                    <a:pos x="T6" y="T7"/>
                  </a:cxn>
                  <a:cxn ang="0">
                    <a:pos x="T8" y="T9"/>
                  </a:cxn>
                </a:cxnLst>
                <a:rect l="0" t="0" r="r" b="b"/>
                <a:pathLst>
                  <a:path w="444" h="952">
                    <a:moveTo>
                      <a:pt x="305" y="0"/>
                    </a:moveTo>
                    <a:lnTo>
                      <a:pt x="444" y="0"/>
                    </a:lnTo>
                    <a:lnTo>
                      <a:pt x="138" y="952"/>
                    </a:lnTo>
                    <a:lnTo>
                      <a:pt x="0" y="952"/>
                    </a:lnTo>
                    <a:lnTo>
                      <a:pt x="30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 name="Freeform 14">
                <a:extLst>
                  <a:ext uri="{FF2B5EF4-FFF2-40B4-BE49-F238E27FC236}">
                    <a16:creationId xmlns:a16="http://schemas.microsoft.com/office/drawing/2014/main" id="{11BB33A0-C3E9-4248-B1C8-1F04CA0972AA}"/>
                  </a:ext>
                </a:extLst>
              </p:cNvPr>
              <p:cNvSpPr>
                <a:spLocks/>
              </p:cNvSpPr>
              <p:nvPr/>
            </p:nvSpPr>
            <p:spPr bwMode="auto">
              <a:xfrm>
                <a:off x="3495676" y="5005388"/>
                <a:ext cx="206375" cy="468313"/>
              </a:xfrm>
              <a:custGeom>
                <a:avLst/>
                <a:gdLst>
                  <a:gd name="T0" fmla="*/ 0 w 259"/>
                  <a:gd name="T1" fmla="*/ 0 h 589"/>
                  <a:gd name="T2" fmla="*/ 139 w 259"/>
                  <a:gd name="T3" fmla="*/ 0 h 589"/>
                  <a:gd name="T4" fmla="*/ 259 w 259"/>
                  <a:gd name="T5" fmla="*/ 372 h 589"/>
                  <a:gd name="T6" fmla="*/ 189 w 259"/>
                  <a:gd name="T7" fmla="*/ 589 h 589"/>
                  <a:gd name="T8" fmla="*/ 0 w 259"/>
                  <a:gd name="T9" fmla="*/ 0 h 589"/>
                </a:gdLst>
                <a:ahLst/>
                <a:cxnLst>
                  <a:cxn ang="0">
                    <a:pos x="T0" y="T1"/>
                  </a:cxn>
                  <a:cxn ang="0">
                    <a:pos x="T2" y="T3"/>
                  </a:cxn>
                  <a:cxn ang="0">
                    <a:pos x="T4" y="T5"/>
                  </a:cxn>
                  <a:cxn ang="0">
                    <a:pos x="T6" y="T7"/>
                  </a:cxn>
                  <a:cxn ang="0">
                    <a:pos x="T8" y="T9"/>
                  </a:cxn>
                </a:cxnLst>
                <a:rect l="0" t="0" r="r" b="b"/>
                <a:pathLst>
                  <a:path w="259" h="589">
                    <a:moveTo>
                      <a:pt x="0" y="0"/>
                    </a:moveTo>
                    <a:lnTo>
                      <a:pt x="139" y="0"/>
                    </a:lnTo>
                    <a:lnTo>
                      <a:pt x="259" y="372"/>
                    </a:lnTo>
                    <a:lnTo>
                      <a:pt x="189" y="589"/>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 name="Freeform 15">
                <a:extLst>
                  <a:ext uri="{FF2B5EF4-FFF2-40B4-BE49-F238E27FC236}">
                    <a16:creationId xmlns:a16="http://schemas.microsoft.com/office/drawing/2014/main" id="{6F224309-A90E-4600-8714-4FF47A6FC856}"/>
                  </a:ext>
                </a:extLst>
              </p:cNvPr>
              <p:cNvSpPr>
                <a:spLocks/>
              </p:cNvSpPr>
              <p:nvPr/>
            </p:nvSpPr>
            <p:spPr bwMode="auto">
              <a:xfrm>
                <a:off x="1817688" y="5005388"/>
                <a:ext cx="396875" cy="603250"/>
              </a:xfrm>
              <a:custGeom>
                <a:avLst/>
                <a:gdLst>
                  <a:gd name="T0" fmla="*/ 0 w 499"/>
                  <a:gd name="T1" fmla="*/ 0 h 759"/>
                  <a:gd name="T2" fmla="*/ 268 w 499"/>
                  <a:gd name="T3" fmla="*/ 0 h 759"/>
                  <a:gd name="T4" fmla="*/ 318 w 499"/>
                  <a:gd name="T5" fmla="*/ 0 h 759"/>
                  <a:gd name="T6" fmla="*/ 361 w 499"/>
                  <a:gd name="T7" fmla="*/ 4 h 759"/>
                  <a:gd name="T8" fmla="*/ 397 w 499"/>
                  <a:gd name="T9" fmla="*/ 8 h 759"/>
                  <a:gd name="T10" fmla="*/ 427 w 499"/>
                  <a:gd name="T11" fmla="*/ 16 h 759"/>
                  <a:gd name="T12" fmla="*/ 451 w 499"/>
                  <a:gd name="T13" fmla="*/ 26 h 759"/>
                  <a:gd name="T14" fmla="*/ 470 w 499"/>
                  <a:gd name="T15" fmla="*/ 38 h 759"/>
                  <a:gd name="T16" fmla="*/ 483 w 499"/>
                  <a:gd name="T17" fmla="*/ 52 h 759"/>
                  <a:gd name="T18" fmla="*/ 493 w 499"/>
                  <a:gd name="T19" fmla="*/ 70 h 759"/>
                  <a:gd name="T20" fmla="*/ 498 w 499"/>
                  <a:gd name="T21" fmla="*/ 91 h 759"/>
                  <a:gd name="T22" fmla="*/ 499 w 499"/>
                  <a:gd name="T23" fmla="*/ 115 h 759"/>
                  <a:gd name="T24" fmla="*/ 499 w 499"/>
                  <a:gd name="T25" fmla="*/ 759 h 759"/>
                  <a:gd name="T26" fmla="*/ 361 w 499"/>
                  <a:gd name="T27" fmla="*/ 759 h 759"/>
                  <a:gd name="T28" fmla="*/ 361 w 499"/>
                  <a:gd name="T29" fmla="*/ 106 h 759"/>
                  <a:gd name="T30" fmla="*/ 358 w 499"/>
                  <a:gd name="T31" fmla="*/ 91 h 759"/>
                  <a:gd name="T32" fmla="*/ 350 w 499"/>
                  <a:gd name="T33" fmla="*/ 79 h 759"/>
                  <a:gd name="T34" fmla="*/ 338 w 499"/>
                  <a:gd name="T35" fmla="*/ 71 h 759"/>
                  <a:gd name="T36" fmla="*/ 322 w 499"/>
                  <a:gd name="T37" fmla="*/ 66 h 759"/>
                  <a:gd name="T38" fmla="*/ 302 w 499"/>
                  <a:gd name="T39" fmla="*/ 62 h 759"/>
                  <a:gd name="T40" fmla="*/ 279 w 499"/>
                  <a:gd name="T41" fmla="*/ 59 h 759"/>
                  <a:gd name="T42" fmla="*/ 254 w 499"/>
                  <a:gd name="T43" fmla="*/ 59 h 759"/>
                  <a:gd name="T44" fmla="*/ 138 w 499"/>
                  <a:gd name="T45" fmla="*/ 59 h 759"/>
                  <a:gd name="T46" fmla="*/ 138 w 499"/>
                  <a:gd name="T47" fmla="*/ 759 h 759"/>
                  <a:gd name="T48" fmla="*/ 138 w 499"/>
                  <a:gd name="T49" fmla="*/ 759 h 759"/>
                  <a:gd name="T50" fmla="*/ 0 w 499"/>
                  <a:gd name="T51" fmla="*/ 759 h 759"/>
                  <a:gd name="T52" fmla="*/ 0 w 499"/>
                  <a:gd name="T53" fmla="*/ 0 h 7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499" h="759">
                    <a:moveTo>
                      <a:pt x="0" y="0"/>
                    </a:moveTo>
                    <a:lnTo>
                      <a:pt x="268" y="0"/>
                    </a:lnTo>
                    <a:lnTo>
                      <a:pt x="318" y="0"/>
                    </a:lnTo>
                    <a:lnTo>
                      <a:pt x="361" y="4"/>
                    </a:lnTo>
                    <a:lnTo>
                      <a:pt x="397" y="8"/>
                    </a:lnTo>
                    <a:lnTo>
                      <a:pt x="427" y="16"/>
                    </a:lnTo>
                    <a:lnTo>
                      <a:pt x="451" y="26"/>
                    </a:lnTo>
                    <a:lnTo>
                      <a:pt x="470" y="38"/>
                    </a:lnTo>
                    <a:lnTo>
                      <a:pt x="483" y="52"/>
                    </a:lnTo>
                    <a:lnTo>
                      <a:pt x="493" y="70"/>
                    </a:lnTo>
                    <a:lnTo>
                      <a:pt x="498" y="91"/>
                    </a:lnTo>
                    <a:lnTo>
                      <a:pt x="499" y="115"/>
                    </a:lnTo>
                    <a:lnTo>
                      <a:pt x="499" y="759"/>
                    </a:lnTo>
                    <a:lnTo>
                      <a:pt x="361" y="759"/>
                    </a:lnTo>
                    <a:lnTo>
                      <a:pt x="361" y="106"/>
                    </a:lnTo>
                    <a:lnTo>
                      <a:pt x="358" y="91"/>
                    </a:lnTo>
                    <a:lnTo>
                      <a:pt x="350" y="79"/>
                    </a:lnTo>
                    <a:lnTo>
                      <a:pt x="338" y="71"/>
                    </a:lnTo>
                    <a:lnTo>
                      <a:pt x="322" y="66"/>
                    </a:lnTo>
                    <a:lnTo>
                      <a:pt x="302" y="62"/>
                    </a:lnTo>
                    <a:lnTo>
                      <a:pt x="279" y="59"/>
                    </a:lnTo>
                    <a:lnTo>
                      <a:pt x="254" y="59"/>
                    </a:lnTo>
                    <a:lnTo>
                      <a:pt x="138" y="59"/>
                    </a:lnTo>
                    <a:lnTo>
                      <a:pt x="138" y="759"/>
                    </a:lnTo>
                    <a:lnTo>
                      <a:pt x="138" y="759"/>
                    </a:lnTo>
                    <a:lnTo>
                      <a:pt x="0" y="759"/>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 name="Freeform 16">
                <a:extLst>
                  <a:ext uri="{FF2B5EF4-FFF2-40B4-BE49-F238E27FC236}">
                    <a16:creationId xmlns:a16="http://schemas.microsoft.com/office/drawing/2014/main" id="{538F60B4-8611-4079-A797-E62E8B431E6B}"/>
                  </a:ext>
                </a:extLst>
              </p:cNvPr>
              <p:cNvSpPr>
                <a:spLocks noEditPoints="1"/>
              </p:cNvSpPr>
              <p:nvPr/>
            </p:nvSpPr>
            <p:spPr bwMode="auto">
              <a:xfrm>
                <a:off x="4337051" y="5010151"/>
                <a:ext cx="142875" cy="139700"/>
              </a:xfrm>
              <a:custGeom>
                <a:avLst/>
                <a:gdLst>
                  <a:gd name="T0" fmla="*/ 72 w 180"/>
                  <a:gd name="T1" fmla="*/ 82 h 177"/>
                  <a:gd name="T2" fmla="*/ 100 w 180"/>
                  <a:gd name="T3" fmla="*/ 82 h 177"/>
                  <a:gd name="T4" fmla="*/ 113 w 180"/>
                  <a:gd name="T5" fmla="*/ 75 h 177"/>
                  <a:gd name="T6" fmla="*/ 113 w 180"/>
                  <a:gd name="T7" fmla="*/ 58 h 177"/>
                  <a:gd name="T8" fmla="*/ 101 w 180"/>
                  <a:gd name="T9" fmla="*/ 51 h 177"/>
                  <a:gd name="T10" fmla="*/ 72 w 180"/>
                  <a:gd name="T11" fmla="*/ 51 h 177"/>
                  <a:gd name="T12" fmla="*/ 96 w 180"/>
                  <a:gd name="T13" fmla="*/ 38 h 177"/>
                  <a:gd name="T14" fmla="*/ 123 w 180"/>
                  <a:gd name="T15" fmla="*/ 45 h 177"/>
                  <a:gd name="T16" fmla="*/ 132 w 180"/>
                  <a:gd name="T17" fmla="*/ 66 h 177"/>
                  <a:gd name="T18" fmla="*/ 124 w 180"/>
                  <a:gd name="T19" fmla="*/ 87 h 177"/>
                  <a:gd name="T20" fmla="*/ 105 w 180"/>
                  <a:gd name="T21" fmla="*/ 94 h 177"/>
                  <a:gd name="T22" fmla="*/ 117 w 180"/>
                  <a:gd name="T23" fmla="*/ 140 h 177"/>
                  <a:gd name="T24" fmla="*/ 72 w 180"/>
                  <a:gd name="T25" fmla="*/ 95 h 177"/>
                  <a:gd name="T26" fmla="*/ 57 w 180"/>
                  <a:gd name="T27" fmla="*/ 140 h 177"/>
                  <a:gd name="T28" fmla="*/ 90 w 180"/>
                  <a:gd name="T29" fmla="*/ 15 h 177"/>
                  <a:gd name="T30" fmla="*/ 47 w 180"/>
                  <a:gd name="T31" fmla="*/ 29 h 177"/>
                  <a:gd name="T32" fmla="*/ 22 w 180"/>
                  <a:gd name="T33" fmla="*/ 65 h 177"/>
                  <a:gd name="T34" fmla="*/ 22 w 180"/>
                  <a:gd name="T35" fmla="*/ 113 h 177"/>
                  <a:gd name="T36" fmla="*/ 47 w 180"/>
                  <a:gd name="T37" fmla="*/ 149 h 177"/>
                  <a:gd name="T38" fmla="*/ 90 w 180"/>
                  <a:gd name="T39" fmla="*/ 162 h 177"/>
                  <a:gd name="T40" fmla="*/ 133 w 180"/>
                  <a:gd name="T41" fmla="*/ 149 h 177"/>
                  <a:gd name="T42" fmla="*/ 159 w 180"/>
                  <a:gd name="T43" fmla="*/ 113 h 177"/>
                  <a:gd name="T44" fmla="*/ 159 w 180"/>
                  <a:gd name="T45" fmla="*/ 65 h 177"/>
                  <a:gd name="T46" fmla="*/ 133 w 180"/>
                  <a:gd name="T47" fmla="*/ 29 h 177"/>
                  <a:gd name="T48" fmla="*/ 90 w 180"/>
                  <a:gd name="T49" fmla="*/ 15 h 177"/>
                  <a:gd name="T50" fmla="*/ 115 w 180"/>
                  <a:gd name="T51" fmla="*/ 3 h 177"/>
                  <a:gd name="T52" fmla="*/ 153 w 180"/>
                  <a:gd name="T53" fmla="*/ 26 h 177"/>
                  <a:gd name="T54" fmla="*/ 176 w 180"/>
                  <a:gd name="T55" fmla="*/ 65 h 177"/>
                  <a:gd name="T56" fmla="*/ 176 w 180"/>
                  <a:gd name="T57" fmla="*/ 113 h 177"/>
                  <a:gd name="T58" fmla="*/ 153 w 180"/>
                  <a:gd name="T59" fmla="*/ 152 h 177"/>
                  <a:gd name="T60" fmla="*/ 115 w 180"/>
                  <a:gd name="T61" fmla="*/ 174 h 177"/>
                  <a:gd name="T62" fmla="*/ 68 w 180"/>
                  <a:gd name="T63" fmla="*/ 174 h 177"/>
                  <a:gd name="T64" fmla="*/ 27 w 180"/>
                  <a:gd name="T65" fmla="*/ 152 h 177"/>
                  <a:gd name="T66" fmla="*/ 4 w 180"/>
                  <a:gd name="T67" fmla="*/ 113 h 177"/>
                  <a:gd name="T68" fmla="*/ 4 w 180"/>
                  <a:gd name="T69" fmla="*/ 65 h 177"/>
                  <a:gd name="T70" fmla="*/ 27 w 180"/>
                  <a:gd name="T71" fmla="*/ 26 h 177"/>
                  <a:gd name="T72" fmla="*/ 68 w 180"/>
                  <a:gd name="T73" fmla="*/ 3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80" h="177">
                    <a:moveTo>
                      <a:pt x="72" y="51"/>
                    </a:moveTo>
                    <a:lnTo>
                      <a:pt x="72" y="82"/>
                    </a:lnTo>
                    <a:lnTo>
                      <a:pt x="90" y="82"/>
                    </a:lnTo>
                    <a:lnTo>
                      <a:pt x="100" y="82"/>
                    </a:lnTo>
                    <a:lnTo>
                      <a:pt x="108" y="79"/>
                    </a:lnTo>
                    <a:lnTo>
                      <a:pt x="113" y="75"/>
                    </a:lnTo>
                    <a:lnTo>
                      <a:pt x="116" y="66"/>
                    </a:lnTo>
                    <a:lnTo>
                      <a:pt x="113" y="58"/>
                    </a:lnTo>
                    <a:lnTo>
                      <a:pt x="108" y="54"/>
                    </a:lnTo>
                    <a:lnTo>
                      <a:pt x="101" y="51"/>
                    </a:lnTo>
                    <a:lnTo>
                      <a:pt x="93" y="51"/>
                    </a:lnTo>
                    <a:lnTo>
                      <a:pt x="72" y="51"/>
                    </a:lnTo>
                    <a:close/>
                    <a:moveTo>
                      <a:pt x="57" y="38"/>
                    </a:moveTo>
                    <a:lnTo>
                      <a:pt x="96" y="38"/>
                    </a:lnTo>
                    <a:lnTo>
                      <a:pt x="112" y="39"/>
                    </a:lnTo>
                    <a:lnTo>
                      <a:pt x="123" y="45"/>
                    </a:lnTo>
                    <a:lnTo>
                      <a:pt x="129" y="54"/>
                    </a:lnTo>
                    <a:lnTo>
                      <a:pt x="132" y="66"/>
                    </a:lnTo>
                    <a:lnTo>
                      <a:pt x="129" y="78"/>
                    </a:lnTo>
                    <a:lnTo>
                      <a:pt x="124" y="87"/>
                    </a:lnTo>
                    <a:lnTo>
                      <a:pt x="116" y="91"/>
                    </a:lnTo>
                    <a:lnTo>
                      <a:pt x="105" y="94"/>
                    </a:lnTo>
                    <a:lnTo>
                      <a:pt x="135" y="140"/>
                    </a:lnTo>
                    <a:lnTo>
                      <a:pt x="117" y="140"/>
                    </a:lnTo>
                    <a:lnTo>
                      <a:pt x="90" y="95"/>
                    </a:lnTo>
                    <a:lnTo>
                      <a:pt x="72" y="95"/>
                    </a:lnTo>
                    <a:lnTo>
                      <a:pt x="72" y="140"/>
                    </a:lnTo>
                    <a:lnTo>
                      <a:pt x="57" y="140"/>
                    </a:lnTo>
                    <a:lnTo>
                      <a:pt x="57" y="38"/>
                    </a:lnTo>
                    <a:close/>
                    <a:moveTo>
                      <a:pt x="90" y="15"/>
                    </a:moveTo>
                    <a:lnTo>
                      <a:pt x="68" y="19"/>
                    </a:lnTo>
                    <a:lnTo>
                      <a:pt x="47" y="29"/>
                    </a:lnTo>
                    <a:lnTo>
                      <a:pt x="33" y="45"/>
                    </a:lnTo>
                    <a:lnTo>
                      <a:pt x="22" y="65"/>
                    </a:lnTo>
                    <a:lnTo>
                      <a:pt x="18" y="89"/>
                    </a:lnTo>
                    <a:lnTo>
                      <a:pt x="22" y="113"/>
                    </a:lnTo>
                    <a:lnTo>
                      <a:pt x="33" y="133"/>
                    </a:lnTo>
                    <a:lnTo>
                      <a:pt x="47" y="149"/>
                    </a:lnTo>
                    <a:lnTo>
                      <a:pt x="68" y="158"/>
                    </a:lnTo>
                    <a:lnTo>
                      <a:pt x="90" y="162"/>
                    </a:lnTo>
                    <a:lnTo>
                      <a:pt x="113" y="158"/>
                    </a:lnTo>
                    <a:lnTo>
                      <a:pt x="133" y="149"/>
                    </a:lnTo>
                    <a:lnTo>
                      <a:pt x="148" y="133"/>
                    </a:lnTo>
                    <a:lnTo>
                      <a:pt x="159" y="113"/>
                    </a:lnTo>
                    <a:lnTo>
                      <a:pt x="163" y="89"/>
                    </a:lnTo>
                    <a:lnTo>
                      <a:pt x="159" y="65"/>
                    </a:lnTo>
                    <a:lnTo>
                      <a:pt x="148" y="45"/>
                    </a:lnTo>
                    <a:lnTo>
                      <a:pt x="133" y="29"/>
                    </a:lnTo>
                    <a:lnTo>
                      <a:pt x="113" y="19"/>
                    </a:lnTo>
                    <a:lnTo>
                      <a:pt x="90" y="15"/>
                    </a:lnTo>
                    <a:close/>
                    <a:moveTo>
                      <a:pt x="90" y="0"/>
                    </a:moveTo>
                    <a:lnTo>
                      <a:pt x="115" y="3"/>
                    </a:lnTo>
                    <a:lnTo>
                      <a:pt x="136" y="12"/>
                    </a:lnTo>
                    <a:lnTo>
                      <a:pt x="153" y="26"/>
                    </a:lnTo>
                    <a:lnTo>
                      <a:pt x="168" y="43"/>
                    </a:lnTo>
                    <a:lnTo>
                      <a:pt x="176" y="65"/>
                    </a:lnTo>
                    <a:lnTo>
                      <a:pt x="180" y="89"/>
                    </a:lnTo>
                    <a:lnTo>
                      <a:pt x="176" y="113"/>
                    </a:lnTo>
                    <a:lnTo>
                      <a:pt x="168" y="134"/>
                    </a:lnTo>
                    <a:lnTo>
                      <a:pt x="153" y="152"/>
                    </a:lnTo>
                    <a:lnTo>
                      <a:pt x="136" y="165"/>
                    </a:lnTo>
                    <a:lnTo>
                      <a:pt x="115" y="174"/>
                    </a:lnTo>
                    <a:lnTo>
                      <a:pt x="90" y="177"/>
                    </a:lnTo>
                    <a:lnTo>
                      <a:pt x="68" y="174"/>
                    </a:lnTo>
                    <a:lnTo>
                      <a:pt x="46" y="165"/>
                    </a:lnTo>
                    <a:lnTo>
                      <a:pt x="27" y="152"/>
                    </a:lnTo>
                    <a:lnTo>
                      <a:pt x="14" y="134"/>
                    </a:lnTo>
                    <a:lnTo>
                      <a:pt x="4" y="113"/>
                    </a:lnTo>
                    <a:lnTo>
                      <a:pt x="0" y="89"/>
                    </a:lnTo>
                    <a:lnTo>
                      <a:pt x="4" y="65"/>
                    </a:lnTo>
                    <a:lnTo>
                      <a:pt x="14" y="43"/>
                    </a:lnTo>
                    <a:lnTo>
                      <a:pt x="27" y="26"/>
                    </a:lnTo>
                    <a:lnTo>
                      <a:pt x="46" y="12"/>
                    </a:lnTo>
                    <a:lnTo>
                      <a:pt x="68" y="3"/>
                    </a:lnTo>
                    <a:lnTo>
                      <a:pt x="9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grpSp>
      </p:grpSp>
      <p:sp>
        <p:nvSpPr>
          <p:cNvPr id="20" name="ConStatement"/>
          <p:cNvSpPr txBox="1"/>
          <p:nvPr userDrawn="1">
            <p:custDataLst>
              <p:tags r:id="rId6"/>
            </p:custDataLst>
          </p:nvPr>
        </p:nvSpPr>
        <p:spPr>
          <a:xfrm>
            <a:off x="126373" y="0"/>
            <a:ext cx="254000" cy="6858000"/>
          </a:xfrm>
          <a:prstGeom prst="rect">
            <a:avLst/>
          </a:prstGeom>
          <a:noFill/>
        </p:spPr>
        <p:txBody>
          <a:bodyPr vert="mongolianVert" wrap="none" lIns="91440" tIns="45720" rIns="91440" bIns="45720" rtlCol="0" anchor="ctr">
            <a:noAutofit/>
          </a:bodyPr>
          <a:lstStyle/>
          <a:p>
            <a:pPr algn="ctr"/>
            <a:r>
              <a:rPr lang="en-US" sz="900">
                <a:solidFill>
                  <a:srgbClr val="7F7F7F"/>
                </a:solidFill>
                <a:latin typeface="Arial"/>
              </a:rPr>
              <a:t>Synopsys Confidential Information</a:t>
            </a:r>
          </a:p>
        </p:txBody>
      </p:sp>
    </p:spTree>
    <p:extLst>
      <p:ext uri="{BB962C8B-B14F-4D97-AF65-F5344CB8AC3E}">
        <p14:creationId xmlns:p14="http://schemas.microsoft.com/office/powerpoint/2010/main" val="2269970331"/>
      </p:ext>
    </p:extLst>
  </p:cSld>
  <p:clrMapOvr>
    <a:masterClrMapping/>
  </p:clrMapOvr>
  <p:extLst>
    <p:ext uri="{DCECCB84-F9BA-43D5-87BE-67443E8EF086}">
      <p15:sldGuideLst xmlns:p15="http://schemas.microsoft.com/office/powerpoint/2012/main">
        <p15:guide id="1" pos="288">
          <p15:clr>
            <a:srgbClr val="5ACBF0"/>
          </p15:clr>
        </p15:guide>
        <p15:guide id="2" pos="6192">
          <p15:clr>
            <a:srgbClr val="5ACBF0"/>
          </p15:clr>
        </p15:guide>
        <p15:guide id="3" pos="6312">
          <p15:clr>
            <a:srgbClr val="5ACBF0"/>
          </p15:clr>
        </p15:guide>
        <p15:guide id="4" orient="horz" pos="288">
          <p15:clr>
            <a:srgbClr val="5ACBF0"/>
          </p15:clr>
        </p15:guide>
        <p15:guide id="5" orient="horz" pos="4032">
          <p15:clr>
            <a:srgbClr val="5ACBF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Alternate Title Slide">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D4E8F61E-8F8D-404F-9D1D-7C47EA2E81A2}"/>
              </a:ext>
            </a:extLst>
          </p:cNvPr>
          <p:cNvPicPr>
            <a:picLocks noChangeAspect="1"/>
          </p:cNvPicPr>
          <p:nvPr>
            <p:custDataLst>
              <p:tags r:id="rId1"/>
            </p:custDataLst>
          </p:nvPr>
        </p:nvPicPr>
        <p:blipFill>
          <a:blip r:embed="rId8" cstate="screen">
            <a:extLst>
              <a:ext uri="{28A0092B-C50C-407E-A947-70E740481C1C}">
                <a14:useLocalDpi xmlns:a14="http://schemas.microsoft.com/office/drawing/2010/main"/>
              </a:ext>
            </a:extLst>
          </a:blip>
          <a:stretch>
            <a:fillRect/>
          </a:stretch>
        </p:blipFill>
        <p:spPr>
          <a:xfrm>
            <a:off x="0" y="3909847"/>
            <a:ext cx="12192000" cy="2948153"/>
          </a:xfrm>
          <a:prstGeom prst="rect">
            <a:avLst/>
          </a:prstGeom>
        </p:spPr>
      </p:pic>
      <p:sp>
        <p:nvSpPr>
          <p:cNvPr id="8" name="Text Placeholder 15"/>
          <p:cNvSpPr>
            <a:spLocks noGrp="1"/>
          </p:cNvSpPr>
          <p:nvPr>
            <p:ph type="body" sz="quarter" idx="10" hasCustomPrompt="1"/>
            <p:custDataLst>
              <p:tags r:id="rId2"/>
            </p:custDataLst>
          </p:nvPr>
        </p:nvSpPr>
        <p:spPr>
          <a:xfrm>
            <a:off x="456698" y="3970142"/>
            <a:ext cx="5524972" cy="731520"/>
          </a:xfrm>
        </p:spPr>
        <p:txBody>
          <a:bodyPr anchor="b">
            <a:normAutofit/>
          </a:bodyPr>
          <a:lstStyle>
            <a:lvl1pPr marL="0" indent="0" algn="l">
              <a:buNone/>
              <a:defRPr sz="2400" baseline="0">
                <a:solidFill>
                  <a:schemeClr val="tx1"/>
                </a:solidFill>
                <a:effectLst/>
              </a:defRPr>
            </a:lvl1pPr>
            <a:lvl2pPr marL="0" indent="0" algn="ctr">
              <a:buNone/>
              <a:defRPr>
                <a:solidFill>
                  <a:schemeClr val="tx1">
                    <a:lumMod val="65000"/>
                    <a:lumOff val="35000"/>
                  </a:schemeClr>
                </a:solidFill>
              </a:defRPr>
            </a:lvl2pPr>
            <a:lvl3pPr algn="ctr">
              <a:defRPr>
                <a:solidFill>
                  <a:schemeClr val="tx1">
                    <a:lumMod val="65000"/>
                    <a:lumOff val="35000"/>
                  </a:schemeClr>
                </a:solidFill>
              </a:defRPr>
            </a:lvl3pPr>
            <a:lvl4pPr algn="ctr">
              <a:defRPr>
                <a:solidFill>
                  <a:schemeClr val="tx1">
                    <a:lumMod val="65000"/>
                    <a:lumOff val="35000"/>
                  </a:schemeClr>
                </a:solidFill>
              </a:defRPr>
            </a:lvl4pPr>
            <a:lvl5pPr algn="ctr">
              <a:defRPr>
                <a:solidFill>
                  <a:schemeClr val="tx1">
                    <a:lumMod val="65000"/>
                    <a:lumOff val="35000"/>
                  </a:schemeClr>
                </a:solidFill>
              </a:defRPr>
            </a:lvl5pPr>
          </a:lstStyle>
          <a:p>
            <a:pPr lvl="0"/>
            <a:r>
              <a:t>Click to Add Name and Title</a:t>
            </a:r>
          </a:p>
        </p:txBody>
      </p:sp>
      <p:sp>
        <p:nvSpPr>
          <p:cNvPr id="9" name="Text Placeholder 18"/>
          <p:cNvSpPr>
            <a:spLocks noGrp="1"/>
          </p:cNvSpPr>
          <p:nvPr>
            <p:ph type="body" sz="quarter" idx="11" hasCustomPrompt="1"/>
            <p:custDataLst>
              <p:tags r:id="rId3"/>
            </p:custDataLst>
          </p:nvPr>
        </p:nvSpPr>
        <p:spPr>
          <a:xfrm>
            <a:off x="456555" y="4701662"/>
            <a:ext cx="5525117" cy="396815"/>
          </a:xfrm>
        </p:spPr>
        <p:txBody>
          <a:bodyPr anchor="b">
            <a:normAutofit/>
          </a:bodyPr>
          <a:lstStyle>
            <a:lvl1pPr algn="l">
              <a:buNone/>
              <a:defRPr sz="2000">
                <a:solidFill>
                  <a:schemeClr val="tx1"/>
                </a:solidFill>
                <a:effectLst/>
              </a:defRPr>
            </a:lvl1pPr>
          </a:lstStyle>
          <a:p>
            <a:pPr lvl="0"/>
            <a:r>
              <a:t>Click to Add Date</a:t>
            </a:r>
          </a:p>
        </p:txBody>
      </p:sp>
      <p:sp>
        <p:nvSpPr>
          <p:cNvPr id="21" name="Subtitle 2"/>
          <p:cNvSpPr>
            <a:spLocks noGrp="1"/>
          </p:cNvSpPr>
          <p:nvPr>
            <p:ph type="subTitle" idx="1" hasCustomPrompt="1"/>
            <p:custDataLst>
              <p:tags r:id="rId4"/>
            </p:custDataLst>
          </p:nvPr>
        </p:nvSpPr>
        <p:spPr>
          <a:xfrm>
            <a:off x="456556" y="2982484"/>
            <a:ext cx="11278565" cy="990600"/>
          </a:xfrm>
        </p:spPr>
        <p:txBody>
          <a:bodyPr/>
          <a:lstStyle>
            <a:lvl1pPr marL="0" indent="0" algn="l">
              <a:buNone/>
              <a:defRPr sz="2800" b="0">
                <a:solidFill>
                  <a:schemeClr val="tx1"/>
                </a:solidFill>
                <a:effectLs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t>Click to Add a Subtitle</a:t>
            </a:r>
          </a:p>
        </p:txBody>
      </p:sp>
      <p:sp>
        <p:nvSpPr>
          <p:cNvPr id="22" name="Title 1"/>
          <p:cNvSpPr>
            <a:spLocks noGrp="1"/>
          </p:cNvSpPr>
          <p:nvPr>
            <p:ph type="ctrTitle" hasCustomPrompt="1"/>
            <p:custDataLst>
              <p:tags r:id="rId5"/>
            </p:custDataLst>
          </p:nvPr>
        </p:nvSpPr>
        <p:spPr>
          <a:xfrm>
            <a:off x="456555" y="1147394"/>
            <a:ext cx="11278567" cy="1828800"/>
          </a:xfrm>
        </p:spPr>
        <p:txBody>
          <a:bodyPr anchor="b">
            <a:noAutofit/>
          </a:bodyPr>
          <a:lstStyle>
            <a:lvl1pPr algn="l">
              <a:defRPr sz="3600">
                <a:solidFill>
                  <a:schemeClr val="accent1"/>
                </a:solidFill>
                <a:effectLst/>
              </a:defRPr>
            </a:lvl1pPr>
          </a:lstStyle>
          <a:p>
            <a:r>
              <a:t>Click to Add a Title</a:t>
            </a:r>
          </a:p>
        </p:txBody>
      </p:sp>
      <p:pic>
        <p:nvPicPr>
          <p:cNvPr id="10" name="Graphic 9">
            <a:extLst>
              <a:ext uri="{FF2B5EF4-FFF2-40B4-BE49-F238E27FC236}">
                <a16:creationId xmlns:a16="http://schemas.microsoft.com/office/drawing/2014/main" id="{9889C713-0D9F-4617-8B3E-E5631E10483A}"/>
              </a:ext>
            </a:extLst>
          </p:cNvPr>
          <p:cNvPicPr>
            <a:picLocks noChangeAspect="1"/>
          </p:cNvPicPr>
          <p:nvPr>
            <p:custDataLst>
              <p:tags r:id="rId6"/>
            </p:custDataLst>
          </p:nvPr>
        </p:nvPicPr>
        <p:blipFill>
          <a:blip r:embed="rId9">
            <a:extLst>
              <a:ext uri="{96DAC541-7B7A-43D3-8B79-37D633B846F1}">
                <asvg:svgBlip xmlns:asvg="http://schemas.microsoft.com/office/drawing/2016/SVG/main" r:embed="rId10"/>
              </a:ext>
            </a:extLst>
          </a:blip>
          <a:stretch>
            <a:fillRect/>
          </a:stretch>
        </p:blipFill>
        <p:spPr>
          <a:xfrm>
            <a:off x="9905927" y="453166"/>
            <a:ext cx="1829195" cy="584326"/>
          </a:xfrm>
          <a:prstGeom prst="rect">
            <a:avLst/>
          </a:prstGeom>
        </p:spPr>
      </p:pic>
    </p:spTree>
    <p:extLst>
      <p:ext uri="{BB962C8B-B14F-4D97-AF65-F5344CB8AC3E}">
        <p14:creationId xmlns:p14="http://schemas.microsoft.com/office/powerpoint/2010/main" val="1459426145"/>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5865618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5A7D297B-DE10-A84D-B636-3028F48863F8}"/>
              </a:ext>
            </a:extLst>
          </p:cNvPr>
          <p:cNvGrpSpPr/>
          <p:nvPr userDrawn="1"/>
        </p:nvGrpSpPr>
        <p:grpSpPr>
          <a:xfrm>
            <a:off x="1" y="1246636"/>
            <a:ext cx="11735122" cy="4754113"/>
            <a:chOff x="-3182145" y="-5169663"/>
            <a:chExt cx="11799257" cy="4780095"/>
          </a:xfrm>
        </p:grpSpPr>
        <p:sp>
          <p:nvSpPr>
            <p:cNvPr id="2" name="Rectangle 1">
              <a:extLst>
                <a:ext uri="{FF2B5EF4-FFF2-40B4-BE49-F238E27FC236}">
                  <a16:creationId xmlns:a16="http://schemas.microsoft.com/office/drawing/2014/main" id="{5BA3680E-48F9-C94E-8BA7-80D6E42CF04F}"/>
                </a:ext>
              </a:extLst>
            </p:cNvPr>
            <p:cNvSpPr/>
            <p:nvPr userDrawn="1"/>
          </p:nvSpPr>
          <p:spPr>
            <a:xfrm>
              <a:off x="-3182145" y="-5169662"/>
              <a:ext cx="11780199" cy="4780094"/>
            </a:xfrm>
            <a:custGeom>
              <a:avLst/>
              <a:gdLst>
                <a:gd name="connsiteX0" fmla="*/ 0 w 10554495"/>
                <a:gd name="connsiteY0" fmla="*/ 0 h 3897360"/>
                <a:gd name="connsiteX1" fmla="*/ 10554495 w 10554495"/>
                <a:gd name="connsiteY1" fmla="*/ 0 h 3897360"/>
                <a:gd name="connsiteX2" fmla="*/ 10554495 w 10554495"/>
                <a:gd name="connsiteY2" fmla="*/ 3897360 h 3897360"/>
                <a:gd name="connsiteX3" fmla="*/ 0 w 10554495"/>
                <a:gd name="connsiteY3" fmla="*/ 3897360 h 3897360"/>
                <a:gd name="connsiteX4" fmla="*/ 0 w 10554495"/>
                <a:gd name="connsiteY4" fmla="*/ 0 h 3897360"/>
                <a:gd name="connsiteX0" fmla="*/ 0 w 11735595"/>
                <a:gd name="connsiteY0" fmla="*/ 0 h 3897360"/>
                <a:gd name="connsiteX1" fmla="*/ 11735595 w 11735595"/>
                <a:gd name="connsiteY1" fmla="*/ 38100 h 3897360"/>
                <a:gd name="connsiteX2" fmla="*/ 10554495 w 11735595"/>
                <a:gd name="connsiteY2" fmla="*/ 3897360 h 3897360"/>
                <a:gd name="connsiteX3" fmla="*/ 0 w 11735595"/>
                <a:gd name="connsiteY3" fmla="*/ 3897360 h 3897360"/>
                <a:gd name="connsiteX4" fmla="*/ 0 w 11735595"/>
                <a:gd name="connsiteY4" fmla="*/ 0 h 3897360"/>
                <a:gd name="connsiteX0" fmla="*/ 0 w 11735595"/>
                <a:gd name="connsiteY0" fmla="*/ 0 h 3897360"/>
                <a:gd name="connsiteX1" fmla="*/ 11735595 w 11735595"/>
                <a:gd name="connsiteY1" fmla="*/ 19050 h 3897360"/>
                <a:gd name="connsiteX2" fmla="*/ 10554495 w 11735595"/>
                <a:gd name="connsiteY2" fmla="*/ 3897360 h 3897360"/>
                <a:gd name="connsiteX3" fmla="*/ 0 w 11735595"/>
                <a:gd name="connsiteY3" fmla="*/ 3897360 h 3897360"/>
                <a:gd name="connsiteX4" fmla="*/ 0 w 11735595"/>
                <a:gd name="connsiteY4" fmla="*/ 0 h 3897360"/>
                <a:gd name="connsiteX0" fmla="*/ 0 w 11735595"/>
                <a:gd name="connsiteY0" fmla="*/ 0 h 3897360"/>
                <a:gd name="connsiteX1" fmla="*/ 11735595 w 11735595"/>
                <a:gd name="connsiteY1" fmla="*/ 19050 h 3897360"/>
                <a:gd name="connsiteX2" fmla="*/ 10376075 w 11735595"/>
                <a:gd name="connsiteY2" fmla="*/ 3860992 h 3897360"/>
                <a:gd name="connsiteX3" fmla="*/ 0 w 11735595"/>
                <a:gd name="connsiteY3" fmla="*/ 3897360 h 3897360"/>
                <a:gd name="connsiteX4" fmla="*/ 0 w 11735595"/>
                <a:gd name="connsiteY4" fmla="*/ 0 h 3897360"/>
                <a:gd name="connsiteX0" fmla="*/ 0 w 11735595"/>
                <a:gd name="connsiteY0" fmla="*/ 0 h 3924636"/>
                <a:gd name="connsiteX1" fmla="*/ 11735595 w 11735595"/>
                <a:gd name="connsiteY1" fmla="*/ 19050 h 3924636"/>
                <a:gd name="connsiteX2" fmla="*/ 10208807 w 11735595"/>
                <a:gd name="connsiteY2" fmla="*/ 3924636 h 3924636"/>
                <a:gd name="connsiteX3" fmla="*/ 0 w 11735595"/>
                <a:gd name="connsiteY3" fmla="*/ 3897360 h 3924636"/>
                <a:gd name="connsiteX4" fmla="*/ 0 w 11735595"/>
                <a:gd name="connsiteY4" fmla="*/ 0 h 3924636"/>
                <a:gd name="connsiteX0" fmla="*/ 0 w 11735595"/>
                <a:gd name="connsiteY0" fmla="*/ 0 h 3897360"/>
                <a:gd name="connsiteX1" fmla="*/ 11735595 w 11735595"/>
                <a:gd name="connsiteY1" fmla="*/ 19050 h 3897360"/>
                <a:gd name="connsiteX2" fmla="*/ 10041539 w 11735595"/>
                <a:gd name="connsiteY2" fmla="*/ 3697338 h 3897360"/>
                <a:gd name="connsiteX3" fmla="*/ 0 w 11735595"/>
                <a:gd name="connsiteY3" fmla="*/ 3897360 h 3897360"/>
                <a:gd name="connsiteX4" fmla="*/ 0 w 11735595"/>
                <a:gd name="connsiteY4" fmla="*/ 0 h 3897360"/>
                <a:gd name="connsiteX0" fmla="*/ 0 w 11735595"/>
                <a:gd name="connsiteY0" fmla="*/ 0 h 3897360"/>
                <a:gd name="connsiteX1" fmla="*/ 11735595 w 11735595"/>
                <a:gd name="connsiteY1" fmla="*/ 19050 h 3897360"/>
                <a:gd name="connsiteX2" fmla="*/ 10264563 w 11735595"/>
                <a:gd name="connsiteY2" fmla="*/ 3888268 h 3897360"/>
                <a:gd name="connsiteX3" fmla="*/ 0 w 11735595"/>
                <a:gd name="connsiteY3" fmla="*/ 3897360 h 3897360"/>
                <a:gd name="connsiteX4" fmla="*/ 0 w 11735595"/>
                <a:gd name="connsiteY4" fmla="*/ 0 h 3897360"/>
                <a:gd name="connsiteX0" fmla="*/ 0 w 11200336"/>
                <a:gd name="connsiteY0" fmla="*/ 0 h 3897360"/>
                <a:gd name="connsiteX1" fmla="*/ 11200336 w 11200336"/>
                <a:gd name="connsiteY1" fmla="*/ 82694 h 3897360"/>
                <a:gd name="connsiteX2" fmla="*/ 10264563 w 11200336"/>
                <a:gd name="connsiteY2" fmla="*/ 3888268 h 3897360"/>
                <a:gd name="connsiteX3" fmla="*/ 0 w 11200336"/>
                <a:gd name="connsiteY3" fmla="*/ 3897360 h 3897360"/>
                <a:gd name="connsiteX4" fmla="*/ 0 w 11200336"/>
                <a:gd name="connsiteY4" fmla="*/ 0 h 3897360"/>
                <a:gd name="connsiteX0" fmla="*/ 0 w 11780199"/>
                <a:gd name="connsiteY0" fmla="*/ 0 h 3897360"/>
                <a:gd name="connsiteX1" fmla="*/ 11780199 w 11780199"/>
                <a:gd name="connsiteY1" fmla="*/ 867 h 3897360"/>
                <a:gd name="connsiteX2" fmla="*/ 10264563 w 11780199"/>
                <a:gd name="connsiteY2" fmla="*/ 3888268 h 3897360"/>
                <a:gd name="connsiteX3" fmla="*/ 0 w 11780199"/>
                <a:gd name="connsiteY3" fmla="*/ 3897360 h 3897360"/>
                <a:gd name="connsiteX4" fmla="*/ 0 w 11780199"/>
                <a:gd name="connsiteY4" fmla="*/ 0 h 38973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80199" h="3897360">
                  <a:moveTo>
                    <a:pt x="0" y="0"/>
                  </a:moveTo>
                  <a:lnTo>
                    <a:pt x="11780199" y="867"/>
                  </a:lnTo>
                  <a:lnTo>
                    <a:pt x="10264563" y="3888268"/>
                  </a:lnTo>
                  <a:lnTo>
                    <a:pt x="0" y="3897360"/>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800"/>
            </a:p>
          </p:txBody>
        </p:sp>
        <p:pic>
          <p:nvPicPr>
            <p:cNvPr id="29" name="Picture 28">
              <a:extLst>
                <a:ext uri="{FF2B5EF4-FFF2-40B4-BE49-F238E27FC236}">
                  <a16:creationId xmlns:a16="http://schemas.microsoft.com/office/drawing/2014/main" id="{AC59BDFE-3580-F349-8D96-F5979F88E547}"/>
                </a:ext>
              </a:extLst>
            </p:cNvPr>
            <p:cNvPicPr>
              <a:picLocks noChangeAspect="1"/>
            </p:cNvPicPr>
            <p:nvPr userDrawn="1"/>
          </p:nvPicPr>
          <p:blipFill rotWithShape="1">
            <a:blip r:embed="rId6" cstate="hqprint">
              <a:extLst>
                <a:ext uri="{28A0092B-C50C-407E-A947-70E740481C1C}">
                  <a14:useLocalDpi xmlns:a14="http://schemas.microsoft.com/office/drawing/2010/main"/>
                </a:ext>
              </a:extLst>
            </a:blip>
            <a:srcRect/>
            <a:stretch/>
          </p:blipFill>
          <p:spPr>
            <a:xfrm>
              <a:off x="-3182145" y="-5169663"/>
              <a:ext cx="11799257" cy="4780095"/>
            </a:xfrm>
            <a:prstGeom prst="rect">
              <a:avLst/>
            </a:prstGeom>
          </p:spPr>
        </p:pic>
      </p:grpSp>
      <p:sp>
        <p:nvSpPr>
          <p:cNvPr id="8" name="Text Placeholder 15"/>
          <p:cNvSpPr>
            <a:spLocks noGrp="1"/>
          </p:cNvSpPr>
          <p:nvPr>
            <p:ph type="body" sz="quarter" idx="10" hasCustomPrompt="1"/>
            <p:custDataLst>
              <p:tags r:id="rId1"/>
            </p:custDataLst>
          </p:nvPr>
        </p:nvSpPr>
        <p:spPr>
          <a:xfrm>
            <a:off x="456698" y="4526198"/>
            <a:ext cx="8141202" cy="731520"/>
          </a:xfrm>
        </p:spPr>
        <p:txBody>
          <a:bodyPr anchor="b">
            <a:normAutofit/>
          </a:bodyPr>
          <a:lstStyle>
            <a:lvl1pPr marL="0" indent="0" algn="l">
              <a:buNone/>
              <a:defRPr sz="2400" baseline="0">
                <a:solidFill>
                  <a:schemeClr val="bg1"/>
                </a:solidFill>
                <a:effectLst/>
              </a:defRPr>
            </a:lvl1pPr>
            <a:lvl2pPr marL="0" indent="0" algn="ctr">
              <a:buNone/>
              <a:defRPr>
                <a:solidFill>
                  <a:schemeClr val="tx1">
                    <a:lumMod val="65000"/>
                    <a:lumOff val="35000"/>
                  </a:schemeClr>
                </a:solidFill>
              </a:defRPr>
            </a:lvl2pPr>
            <a:lvl3pPr algn="ctr">
              <a:defRPr>
                <a:solidFill>
                  <a:schemeClr val="tx1">
                    <a:lumMod val="65000"/>
                    <a:lumOff val="35000"/>
                  </a:schemeClr>
                </a:solidFill>
              </a:defRPr>
            </a:lvl3pPr>
            <a:lvl4pPr algn="ctr">
              <a:defRPr>
                <a:solidFill>
                  <a:schemeClr val="tx1">
                    <a:lumMod val="65000"/>
                    <a:lumOff val="35000"/>
                  </a:schemeClr>
                </a:solidFill>
              </a:defRPr>
            </a:lvl4pPr>
            <a:lvl5pPr algn="ctr">
              <a:defRPr>
                <a:solidFill>
                  <a:schemeClr val="tx1">
                    <a:lumMod val="65000"/>
                    <a:lumOff val="35000"/>
                  </a:schemeClr>
                </a:solidFill>
              </a:defRPr>
            </a:lvl5pPr>
          </a:lstStyle>
          <a:p>
            <a:pPr lvl="0"/>
            <a:r>
              <a:rPr lang="en-US"/>
              <a:t>Synopsys Customer Education Services</a:t>
            </a:r>
            <a:endParaRPr/>
          </a:p>
        </p:txBody>
      </p:sp>
      <p:sp>
        <p:nvSpPr>
          <p:cNvPr id="21" name="Subtitle 2"/>
          <p:cNvSpPr>
            <a:spLocks noGrp="1"/>
          </p:cNvSpPr>
          <p:nvPr>
            <p:ph type="subTitle" idx="1" hasCustomPrompt="1"/>
            <p:custDataLst>
              <p:tags r:id="rId2"/>
            </p:custDataLst>
          </p:nvPr>
        </p:nvSpPr>
        <p:spPr>
          <a:xfrm>
            <a:off x="456557" y="3522681"/>
            <a:ext cx="10417770" cy="990600"/>
          </a:xfrm>
        </p:spPr>
        <p:txBody>
          <a:bodyPr>
            <a:normAutofit/>
          </a:bodyPr>
          <a:lstStyle>
            <a:lvl1pPr marL="0" indent="0" algn="l">
              <a:buNone/>
              <a:defRPr sz="3200" b="0">
                <a:solidFill>
                  <a:schemeClr val="bg1"/>
                </a:solidFill>
                <a:effectLs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t>Click to Add </a:t>
            </a:r>
            <a:r>
              <a:rPr lang="en-US"/>
              <a:t>Course Version</a:t>
            </a:r>
            <a:endParaRPr/>
          </a:p>
        </p:txBody>
      </p:sp>
      <p:sp>
        <p:nvSpPr>
          <p:cNvPr id="22" name="Title 1"/>
          <p:cNvSpPr>
            <a:spLocks noGrp="1"/>
          </p:cNvSpPr>
          <p:nvPr>
            <p:ph type="ctrTitle" hasCustomPrompt="1"/>
            <p:custDataLst>
              <p:tags r:id="rId3"/>
            </p:custDataLst>
          </p:nvPr>
        </p:nvSpPr>
        <p:spPr>
          <a:xfrm>
            <a:off x="456555" y="1687591"/>
            <a:ext cx="10763895" cy="1828800"/>
          </a:xfrm>
        </p:spPr>
        <p:txBody>
          <a:bodyPr anchor="b">
            <a:noAutofit/>
          </a:bodyPr>
          <a:lstStyle>
            <a:lvl1pPr algn="l">
              <a:defRPr sz="5000">
                <a:solidFill>
                  <a:schemeClr val="bg1"/>
                </a:solidFill>
                <a:effectLst/>
              </a:defRPr>
            </a:lvl1pPr>
          </a:lstStyle>
          <a:p>
            <a:r>
              <a:t>Click to Add </a:t>
            </a:r>
            <a:r>
              <a:rPr lang="en-US"/>
              <a:t>Course Name</a:t>
            </a:r>
            <a:endParaRPr/>
          </a:p>
        </p:txBody>
      </p:sp>
      <p:pic>
        <p:nvPicPr>
          <p:cNvPr id="10" name="Graphic 9">
            <a:extLst>
              <a:ext uri="{FF2B5EF4-FFF2-40B4-BE49-F238E27FC236}">
                <a16:creationId xmlns:a16="http://schemas.microsoft.com/office/drawing/2014/main" id="{9889C713-0D9F-4617-8B3E-E5631E10483A}"/>
              </a:ext>
            </a:extLst>
          </p:cNvPr>
          <p:cNvPicPr>
            <a:picLocks noChangeAspect="1"/>
          </p:cNvPicPr>
          <p:nvPr>
            <p:custDataLst>
              <p:tags r:id="rId4"/>
            </p:custDataLst>
          </p:nvPr>
        </p:nvPicPr>
        <p:blipFill>
          <a:blip r:embed="rId7">
            <a:extLst>
              <a:ext uri="{96DAC541-7B7A-43D3-8B79-37D633B846F1}">
                <asvg:svgBlip xmlns:asvg="http://schemas.microsoft.com/office/drawing/2016/SVG/main" r:embed="rId8"/>
              </a:ext>
            </a:extLst>
          </a:blip>
          <a:stretch>
            <a:fillRect/>
          </a:stretch>
        </p:blipFill>
        <p:spPr>
          <a:xfrm>
            <a:off x="9905927" y="453166"/>
            <a:ext cx="1829195" cy="584326"/>
          </a:xfrm>
          <a:prstGeom prst="rect">
            <a:avLst/>
          </a:prstGeom>
        </p:spPr>
      </p:pic>
    </p:spTree>
    <p:extLst>
      <p:ext uri="{BB962C8B-B14F-4D97-AF65-F5344CB8AC3E}">
        <p14:creationId xmlns:p14="http://schemas.microsoft.com/office/powerpoint/2010/main" val="1035110512"/>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Scope">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05B211E6-87BE-4EC7-8E86-4064596A0E69}"/>
              </a:ext>
            </a:extLst>
          </p:cNvPr>
          <p:cNvSpPr>
            <a:spLocks noGrp="1"/>
          </p:cNvSpPr>
          <p:nvPr userDrawn="1">
            <p:ph type="body" sz="quarter" idx="10"/>
          </p:nvPr>
        </p:nvSpPr>
        <p:spPr>
          <a:xfrm>
            <a:off x="457200" y="1737754"/>
            <a:ext cx="11277922" cy="4663045"/>
          </a:xfrm>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pic>
        <p:nvPicPr>
          <p:cNvPr id="10" name="Picture 9">
            <a:extLst>
              <a:ext uri="{FF2B5EF4-FFF2-40B4-BE49-F238E27FC236}">
                <a16:creationId xmlns:a16="http://schemas.microsoft.com/office/drawing/2014/main" id="{377B05DB-A977-4DFB-8026-0C01E80D3A1C}"/>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bwMode="ltGray">
          <a:xfrm>
            <a:off x="0" y="178203"/>
            <a:ext cx="5258534" cy="1095528"/>
          </a:xfrm>
          <a:prstGeom prst="rect">
            <a:avLst/>
          </a:prstGeom>
        </p:spPr>
      </p:pic>
      <p:sp>
        <p:nvSpPr>
          <p:cNvPr id="11" name="Title 4">
            <a:extLst>
              <a:ext uri="{FF2B5EF4-FFF2-40B4-BE49-F238E27FC236}">
                <a16:creationId xmlns:a16="http://schemas.microsoft.com/office/drawing/2014/main" id="{AA3CB389-48A5-49BB-A30B-013A5B53EFCD}"/>
              </a:ext>
            </a:extLst>
          </p:cNvPr>
          <p:cNvSpPr>
            <a:spLocks noGrp="1"/>
          </p:cNvSpPr>
          <p:nvPr>
            <p:ph type="title" hasCustomPrompt="1"/>
            <p:custDataLst>
              <p:tags r:id="rId1"/>
            </p:custDataLst>
          </p:nvPr>
        </p:nvSpPr>
        <p:spPr bwMode="gray">
          <a:xfrm>
            <a:off x="1498175" y="172006"/>
            <a:ext cx="3279102" cy="1087755"/>
          </a:xfrm>
          <a:noFill/>
          <a:ln>
            <a:noFill/>
          </a:ln>
        </p:spPr>
        <p:style>
          <a:lnRef idx="2">
            <a:schemeClr val="accent1">
              <a:shade val="50000"/>
            </a:schemeClr>
          </a:lnRef>
          <a:fillRef idx="1">
            <a:schemeClr val="accent1"/>
          </a:fillRef>
          <a:effectRef idx="0">
            <a:schemeClr val="accent1"/>
          </a:effectRef>
          <a:fontRef idx="minor">
            <a:schemeClr val="lt1"/>
          </a:fontRef>
        </p:style>
        <p:txBody>
          <a:bodyPr lIns="182880" rtlCol="0" anchor="ctr">
            <a:normAutofit/>
          </a:bodyPr>
          <a:lstStyle>
            <a:lvl1pPr>
              <a:defRPr sz="3200" dirty="0">
                <a:solidFill>
                  <a:schemeClr val="lt1"/>
                </a:solidFill>
                <a:latin typeface="+mj-lt"/>
                <a:ea typeface="+mn-ea"/>
                <a:cs typeface="+mn-cs"/>
              </a:defRPr>
            </a:lvl1pPr>
          </a:lstStyle>
          <a:p>
            <a:pPr marL="0" lvl="0" defTabSz="457200"/>
            <a:r>
              <a:rPr lang="en-US"/>
              <a:t>Click to Add a Title</a:t>
            </a:r>
            <a:endParaRPr/>
          </a:p>
        </p:txBody>
      </p:sp>
    </p:spTree>
    <p:extLst>
      <p:ext uri="{BB962C8B-B14F-4D97-AF65-F5344CB8AC3E}">
        <p14:creationId xmlns:p14="http://schemas.microsoft.com/office/powerpoint/2010/main" val="1678356663"/>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Scope with background">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1E873832-813A-459B-8A37-2E752C411F04}"/>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bwMode="ltGray">
          <a:xfrm>
            <a:off x="0" y="178203"/>
            <a:ext cx="5258534" cy="1095528"/>
          </a:xfrm>
          <a:prstGeom prst="rect">
            <a:avLst/>
          </a:prstGeom>
        </p:spPr>
      </p:pic>
      <p:pic>
        <p:nvPicPr>
          <p:cNvPr id="18" name="Picture 17">
            <a:extLst>
              <a:ext uri="{FF2B5EF4-FFF2-40B4-BE49-F238E27FC236}">
                <a16:creationId xmlns:a16="http://schemas.microsoft.com/office/drawing/2014/main" id="{F5F87E6C-9108-4445-AF14-EE92CFEB3452}"/>
              </a:ext>
            </a:extLst>
          </p:cNvPr>
          <p:cNvPicPr>
            <a:picLocks noChangeAspect="1"/>
          </p:cNvPicPr>
          <p:nvPr userDrawn="1"/>
        </p:nvPicPr>
        <p:blipFill rotWithShape="1">
          <a:blip r:embed="rId4" cstate="email">
            <a:extLst>
              <a:ext uri="{28A0092B-C50C-407E-A947-70E740481C1C}">
                <a14:useLocalDpi xmlns:a14="http://schemas.microsoft.com/office/drawing/2010/main"/>
              </a:ext>
            </a:extLst>
          </a:blip>
          <a:srcRect/>
          <a:stretch/>
        </p:blipFill>
        <p:spPr>
          <a:xfrm>
            <a:off x="0" y="1310092"/>
            <a:ext cx="12192000" cy="5217460"/>
          </a:xfrm>
          <a:prstGeom prst="rect">
            <a:avLst/>
          </a:prstGeom>
        </p:spPr>
      </p:pic>
      <p:sp>
        <p:nvSpPr>
          <p:cNvPr id="19" name="Text Placeholder 3">
            <a:extLst>
              <a:ext uri="{FF2B5EF4-FFF2-40B4-BE49-F238E27FC236}">
                <a16:creationId xmlns:a16="http://schemas.microsoft.com/office/drawing/2014/main" id="{F2E28495-B0B3-4070-BB83-3FB14AB729F0}"/>
              </a:ext>
            </a:extLst>
          </p:cNvPr>
          <p:cNvSpPr>
            <a:spLocks noGrp="1"/>
          </p:cNvSpPr>
          <p:nvPr>
            <p:ph type="body" sz="quarter" idx="10"/>
          </p:nvPr>
        </p:nvSpPr>
        <p:spPr>
          <a:xfrm>
            <a:off x="457200" y="1737755"/>
            <a:ext cx="11277922" cy="4430232"/>
          </a:xfrm>
          <a:solidFill>
            <a:schemeClr val="bg1">
              <a:alpha val="70000"/>
            </a:schemeClr>
          </a:solidFill>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sp>
        <p:nvSpPr>
          <p:cNvPr id="20" name="Title 4">
            <a:extLst>
              <a:ext uri="{FF2B5EF4-FFF2-40B4-BE49-F238E27FC236}">
                <a16:creationId xmlns:a16="http://schemas.microsoft.com/office/drawing/2014/main" id="{BE7312B4-ABE7-4B7B-A96F-2CD31471F816}"/>
              </a:ext>
            </a:extLst>
          </p:cNvPr>
          <p:cNvSpPr>
            <a:spLocks noGrp="1"/>
          </p:cNvSpPr>
          <p:nvPr>
            <p:ph type="title" hasCustomPrompt="1"/>
            <p:custDataLst>
              <p:tags r:id="rId1"/>
            </p:custDataLst>
          </p:nvPr>
        </p:nvSpPr>
        <p:spPr bwMode="gray">
          <a:xfrm>
            <a:off x="1498175" y="178356"/>
            <a:ext cx="3279102" cy="1078992"/>
          </a:xfrm>
          <a:noFill/>
          <a:ln>
            <a:noFill/>
          </a:ln>
        </p:spPr>
        <p:style>
          <a:lnRef idx="2">
            <a:schemeClr val="accent1">
              <a:shade val="50000"/>
            </a:schemeClr>
          </a:lnRef>
          <a:fillRef idx="1">
            <a:schemeClr val="accent1"/>
          </a:fillRef>
          <a:effectRef idx="0">
            <a:schemeClr val="accent1"/>
          </a:effectRef>
          <a:fontRef idx="minor">
            <a:schemeClr val="lt1"/>
          </a:fontRef>
        </p:style>
        <p:txBody>
          <a:bodyPr lIns="182880" rtlCol="0" anchor="ctr">
            <a:normAutofit/>
          </a:bodyPr>
          <a:lstStyle>
            <a:lvl1pPr>
              <a:defRPr sz="3200" dirty="0">
                <a:solidFill>
                  <a:schemeClr val="lt1"/>
                </a:solidFill>
                <a:latin typeface="+mj-lt"/>
                <a:ea typeface="+mn-ea"/>
                <a:cs typeface="+mn-cs"/>
              </a:defRPr>
            </a:lvl1pPr>
          </a:lstStyle>
          <a:p>
            <a:pPr marL="0" lvl="0" defTabSz="457200"/>
            <a:r>
              <a:rPr lang="en-US"/>
              <a:t>Click to Add a Title</a:t>
            </a:r>
            <a:endParaRPr/>
          </a:p>
        </p:txBody>
      </p:sp>
    </p:spTree>
    <p:extLst>
      <p:ext uri="{BB962C8B-B14F-4D97-AF65-F5344CB8AC3E}">
        <p14:creationId xmlns:p14="http://schemas.microsoft.com/office/powerpoint/2010/main" val="3972575490"/>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Quiz">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09ACD3E-DBDC-4D0E-A88F-26A04005602E}"/>
              </a:ext>
            </a:extLst>
          </p:cNvPr>
          <p:cNvPicPr>
            <a:picLocks noChangeAspect="1"/>
          </p:cNvPicPr>
          <p:nvPr userDrawn="1"/>
        </p:nvPicPr>
        <p:blipFill>
          <a:blip r:embed="rId3"/>
          <a:stretch>
            <a:fillRect/>
          </a:stretch>
        </p:blipFill>
        <p:spPr>
          <a:xfrm>
            <a:off x="0" y="182880"/>
            <a:ext cx="3748443" cy="1097280"/>
          </a:xfrm>
          <a:prstGeom prst="rect">
            <a:avLst/>
          </a:prstGeom>
        </p:spPr>
      </p:pic>
      <p:sp>
        <p:nvSpPr>
          <p:cNvPr id="4" name="Text Placeholder 3">
            <a:extLst>
              <a:ext uri="{FF2B5EF4-FFF2-40B4-BE49-F238E27FC236}">
                <a16:creationId xmlns:a16="http://schemas.microsoft.com/office/drawing/2014/main" id="{05B211E6-87BE-4EC7-8E86-4064596A0E69}"/>
              </a:ext>
            </a:extLst>
          </p:cNvPr>
          <p:cNvSpPr>
            <a:spLocks noGrp="1"/>
          </p:cNvSpPr>
          <p:nvPr>
            <p:ph type="body" sz="quarter" idx="10"/>
          </p:nvPr>
        </p:nvSpPr>
        <p:spPr>
          <a:xfrm>
            <a:off x="457200" y="1737754"/>
            <a:ext cx="11277922" cy="4663045"/>
          </a:xfrm>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sp>
        <p:nvSpPr>
          <p:cNvPr id="41" name="Title 4">
            <a:extLst>
              <a:ext uri="{FF2B5EF4-FFF2-40B4-BE49-F238E27FC236}">
                <a16:creationId xmlns:a16="http://schemas.microsoft.com/office/drawing/2014/main" id="{D1F73CD5-AFE0-49A0-80CB-BDF8A7D1A0DC}"/>
              </a:ext>
            </a:extLst>
          </p:cNvPr>
          <p:cNvSpPr txBox="1">
            <a:spLocks/>
          </p:cNvSpPr>
          <p:nvPr userDrawn="1">
            <p:custDataLst>
              <p:tags r:id="rId1"/>
            </p:custDataLst>
          </p:nvPr>
        </p:nvSpPr>
        <p:spPr>
          <a:xfrm>
            <a:off x="1655492" y="226637"/>
            <a:ext cx="1422825" cy="1005840"/>
          </a:xfrm>
          <a:prstGeom prst="rect">
            <a:avLst/>
          </a:prstGeom>
          <a:no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horz" lIns="182880" tIns="45720" rIns="91440" bIns="45720" rtlCol="0" anchor="ctr">
            <a:normAutofit/>
          </a:bodyPr>
          <a:lstStyle>
            <a:lvl1pPr algn="l" defTabSz="914400" rtl="0" eaLnBrk="1" latinLnBrk="0" hangingPunct="1">
              <a:lnSpc>
                <a:spcPct val="100000"/>
              </a:lnSpc>
              <a:spcBef>
                <a:spcPct val="0"/>
              </a:spcBef>
              <a:buNone/>
              <a:defRPr sz="3200" b="0" kern="1200" dirty="0">
                <a:solidFill>
                  <a:schemeClr val="lt1"/>
                </a:solidFill>
                <a:latin typeface="+mj-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defTabSz="457200"/>
            <a:r>
              <a:rPr lang="en-US"/>
              <a:t>Quiz</a:t>
            </a:r>
          </a:p>
        </p:txBody>
      </p:sp>
      <p:pic>
        <p:nvPicPr>
          <p:cNvPr id="42" name="Picture 41" descr="Icon&#10;&#10;Description automatically generated">
            <a:extLst>
              <a:ext uri="{FF2B5EF4-FFF2-40B4-BE49-F238E27FC236}">
                <a16:creationId xmlns:a16="http://schemas.microsoft.com/office/drawing/2014/main" id="{DD38C84F-5193-4955-901F-6299B8236D9B}"/>
              </a:ext>
            </a:extLst>
          </p:cNvPr>
          <p:cNvPicPr>
            <a:picLocks noChangeAspect="1"/>
          </p:cNvPicPr>
          <p:nvPr userDrawn="1"/>
        </p:nvPicPr>
        <p:blipFill>
          <a:blip r:embed="rId4"/>
          <a:stretch>
            <a:fillRect/>
          </a:stretch>
        </p:blipFill>
        <p:spPr>
          <a:xfrm>
            <a:off x="553417" y="355597"/>
            <a:ext cx="896190" cy="816935"/>
          </a:xfrm>
          <a:prstGeom prst="rect">
            <a:avLst/>
          </a:prstGeom>
        </p:spPr>
      </p:pic>
    </p:spTree>
    <p:extLst>
      <p:ext uri="{BB962C8B-B14F-4D97-AF65-F5344CB8AC3E}">
        <p14:creationId xmlns:p14="http://schemas.microsoft.com/office/powerpoint/2010/main" val="1279930535"/>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Objectives en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0144ACF8-D142-4EA6-904C-F3059944D168}"/>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bwMode="ltGray">
          <a:xfrm>
            <a:off x="0" y="178203"/>
            <a:ext cx="5258534" cy="1095528"/>
          </a:xfrm>
          <a:prstGeom prst="rect">
            <a:avLst/>
          </a:prstGeom>
        </p:spPr>
      </p:pic>
      <p:sp>
        <p:nvSpPr>
          <p:cNvPr id="4" name="Text Placeholder 3">
            <a:extLst>
              <a:ext uri="{FF2B5EF4-FFF2-40B4-BE49-F238E27FC236}">
                <a16:creationId xmlns:a16="http://schemas.microsoft.com/office/drawing/2014/main" id="{05B211E6-87BE-4EC7-8E86-4064596A0E69}"/>
              </a:ext>
            </a:extLst>
          </p:cNvPr>
          <p:cNvSpPr>
            <a:spLocks noGrp="1"/>
          </p:cNvSpPr>
          <p:nvPr userDrawn="1">
            <p:ph type="body" sz="quarter" idx="10"/>
          </p:nvPr>
        </p:nvSpPr>
        <p:spPr>
          <a:xfrm>
            <a:off x="457200" y="1737754"/>
            <a:ext cx="5638800" cy="4663045"/>
          </a:xfrm>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pic>
        <p:nvPicPr>
          <p:cNvPr id="7" name="Picture 6">
            <a:extLst>
              <a:ext uri="{FF2B5EF4-FFF2-40B4-BE49-F238E27FC236}">
                <a16:creationId xmlns:a16="http://schemas.microsoft.com/office/drawing/2014/main" id="{20EB06D5-E8E9-40AF-A2B8-743D9359C9C2}"/>
              </a:ext>
            </a:extLst>
          </p:cNvPr>
          <p:cNvPicPr>
            <a:picLocks noChangeAspect="1"/>
          </p:cNvPicPr>
          <p:nvPr userDrawn="1"/>
        </p:nvPicPr>
        <p:blipFill>
          <a:blip r:embed="rId5"/>
          <a:stretch>
            <a:fillRect/>
          </a:stretch>
        </p:blipFill>
        <p:spPr>
          <a:xfrm>
            <a:off x="362164" y="259001"/>
            <a:ext cx="926672" cy="926672"/>
          </a:xfrm>
          <a:prstGeom prst="rect">
            <a:avLst/>
          </a:prstGeom>
        </p:spPr>
      </p:pic>
      <p:sp>
        <p:nvSpPr>
          <p:cNvPr id="9" name="Title 4">
            <a:extLst>
              <a:ext uri="{FF2B5EF4-FFF2-40B4-BE49-F238E27FC236}">
                <a16:creationId xmlns:a16="http://schemas.microsoft.com/office/drawing/2014/main" id="{7B3316A4-5E32-46E9-B90B-EE77B07D3533}"/>
              </a:ext>
            </a:extLst>
          </p:cNvPr>
          <p:cNvSpPr>
            <a:spLocks noGrp="1"/>
          </p:cNvSpPr>
          <p:nvPr userDrawn="1">
            <p:ph type="title" hasCustomPrompt="1"/>
            <p:custDataLst>
              <p:tags r:id="rId1"/>
            </p:custDataLst>
          </p:nvPr>
        </p:nvSpPr>
        <p:spPr bwMode="gray">
          <a:xfrm>
            <a:off x="1498175" y="182880"/>
            <a:ext cx="3279102" cy="1087755"/>
          </a:xfrm>
          <a:noFill/>
          <a:ln>
            <a:noFill/>
          </a:ln>
        </p:spPr>
        <p:style>
          <a:lnRef idx="2">
            <a:schemeClr val="accent1">
              <a:shade val="50000"/>
            </a:schemeClr>
          </a:lnRef>
          <a:fillRef idx="1">
            <a:schemeClr val="accent1"/>
          </a:fillRef>
          <a:effectRef idx="0">
            <a:schemeClr val="accent1"/>
          </a:effectRef>
          <a:fontRef idx="minor">
            <a:schemeClr val="lt1"/>
          </a:fontRef>
        </p:style>
        <p:txBody>
          <a:bodyPr lIns="182880" rtlCol="0" anchor="ctr">
            <a:normAutofit/>
          </a:bodyPr>
          <a:lstStyle>
            <a:lvl1pPr>
              <a:defRPr sz="3200" dirty="0">
                <a:solidFill>
                  <a:schemeClr val="lt1"/>
                </a:solidFill>
                <a:latin typeface="+mj-lt"/>
                <a:ea typeface="+mn-ea"/>
                <a:cs typeface="+mn-cs"/>
              </a:defRPr>
            </a:lvl1pPr>
          </a:lstStyle>
          <a:p>
            <a:pPr marL="0" lvl="0" defTabSz="457200"/>
            <a:r>
              <a:rPr lang="en-US"/>
              <a:t>Click to Add a Title</a:t>
            </a:r>
            <a:endParaRPr/>
          </a:p>
        </p:txBody>
      </p:sp>
      <p:sp>
        <p:nvSpPr>
          <p:cNvPr id="8" name="ConStatement">
            <a:extLst>
              <a:ext uri="{FF2B5EF4-FFF2-40B4-BE49-F238E27FC236}">
                <a16:creationId xmlns:a16="http://schemas.microsoft.com/office/drawing/2014/main" id="{DF604FF0-2DB9-449C-BFEA-2BBAB8E5CAFB}"/>
              </a:ext>
            </a:extLst>
          </p:cNvPr>
          <p:cNvSpPr txBox="1"/>
          <p:nvPr userDrawn="1">
            <p:custDataLst>
              <p:tags r:id="rId2"/>
            </p:custDataLst>
          </p:nvPr>
        </p:nvSpPr>
        <p:spPr>
          <a:xfrm>
            <a:off x="4200525" y="6605464"/>
            <a:ext cx="3790950" cy="245794"/>
          </a:xfrm>
          <a:prstGeom prst="rect">
            <a:avLst/>
          </a:prstGeom>
          <a:solidFill>
            <a:schemeClr val="bg1"/>
          </a:solidFill>
        </p:spPr>
        <p:txBody>
          <a:bodyPr vert="horz" wrap="none" lIns="91440" tIns="45720" rIns="91440" bIns="45720" rtlCol="0" anchor="ctr">
            <a:noAutofit/>
          </a:bodyPr>
          <a:lstStyle/>
          <a:p>
            <a:pPr algn="ctr"/>
            <a:endParaRPr sz="800">
              <a:solidFill>
                <a:srgbClr val="7F7F7F"/>
              </a:solidFill>
              <a:latin typeface="Arial"/>
            </a:endParaRPr>
          </a:p>
        </p:txBody>
      </p:sp>
    </p:spTree>
    <p:extLst>
      <p:ext uri="{BB962C8B-B14F-4D97-AF65-F5344CB8AC3E}">
        <p14:creationId xmlns:p14="http://schemas.microsoft.com/office/powerpoint/2010/main" val="1261447088"/>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AC4FDD83-45EE-4570-BDB4-2BCC3000CD23}"/>
              </a:ext>
            </a:extLst>
          </p:cNvPr>
          <p:cNvPicPr>
            <a:picLocks noChangeAspect="1"/>
          </p:cNvPicPr>
          <p:nvPr userDrawn="1"/>
        </p:nvPicPr>
        <p:blipFill>
          <a:blip r:embed="rId3"/>
          <a:stretch>
            <a:fillRect/>
          </a:stretch>
        </p:blipFill>
        <p:spPr>
          <a:xfrm>
            <a:off x="1" y="183401"/>
            <a:ext cx="11995149" cy="713232"/>
          </a:xfrm>
          <a:prstGeom prst="rect">
            <a:avLst/>
          </a:prstGeom>
        </p:spPr>
      </p:pic>
      <p:sp>
        <p:nvSpPr>
          <p:cNvPr id="5" name="Title 4">
            <a:extLst>
              <a:ext uri="{FF2B5EF4-FFF2-40B4-BE49-F238E27FC236}">
                <a16:creationId xmlns:a16="http://schemas.microsoft.com/office/drawing/2014/main" id="{13AB35E0-AD47-4AD2-A594-DF7D8B2173E4}"/>
              </a:ext>
            </a:extLst>
          </p:cNvPr>
          <p:cNvSpPr>
            <a:spLocks noGrp="1"/>
          </p:cNvSpPr>
          <p:nvPr userDrawn="1">
            <p:ph type="title" hasCustomPrompt="1"/>
            <p:custDataLst>
              <p:tags r:id="rId1"/>
            </p:custDataLst>
          </p:nvPr>
        </p:nvSpPr>
        <p:spPr>
          <a:xfrm>
            <a:off x="-1" y="183402"/>
            <a:ext cx="11612880" cy="704088"/>
          </a:xfrm>
          <a:noFill/>
          <a:ln>
            <a:noFill/>
          </a:ln>
        </p:spPr>
        <p:style>
          <a:lnRef idx="2">
            <a:schemeClr val="accent1">
              <a:shade val="50000"/>
            </a:schemeClr>
          </a:lnRef>
          <a:fillRef idx="1">
            <a:schemeClr val="accent1"/>
          </a:fillRef>
          <a:effectRef idx="0">
            <a:schemeClr val="accent1"/>
          </a:effectRef>
          <a:fontRef idx="minor">
            <a:schemeClr val="lt1"/>
          </a:fontRef>
        </p:style>
        <p:txBody>
          <a:bodyPr lIns="457200" rtlCol="0" anchor="ctr">
            <a:normAutofit/>
          </a:bodyPr>
          <a:lstStyle>
            <a:lvl1pPr>
              <a:defRPr sz="3200" dirty="0">
                <a:solidFill>
                  <a:schemeClr val="lt1"/>
                </a:solidFill>
                <a:latin typeface="+mj-lt"/>
                <a:ea typeface="+mn-ea"/>
                <a:cs typeface="+mn-cs"/>
              </a:defRPr>
            </a:lvl1pPr>
          </a:lstStyle>
          <a:p>
            <a:pPr marL="0" lvl="0" defTabSz="457200"/>
            <a:r>
              <a:rPr lang="en-US"/>
              <a:t>Click to Add a Title</a:t>
            </a:r>
            <a:endParaRPr/>
          </a:p>
        </p:txBody>
      </p:sp>
      <p:sp>
        <p:nvSpPr>
          <p:cNvPr id="4" name="Text Placeholder 3">
            <a:extLst>
              <a:ext uri="{FF2B5EF4-FFF2-40B4-BE49-F238E27FC236}">
                <a16:creationId xmlns:a16="http://schemas.microsoft.com/office/drawing/2014/main" id="{05B211E6-87BE-4EC7-8E86-4064596A0E69}"/>
              </a:ext>
            </a:extLst>
          </p:cNvPr>
          <p:cNvSpPr>
            <a:spLocks noGrp="1"/>
          </p:cNvSpPr>
          <p:nvPr userDrawn="1">
            <p:ph type="body" sz="quarter" idx="10"/>
          </p:nvPr>
        </p:nvSpPr>
        <p:spPr>
          <a:xfrm>
            <a:off x="457200" y="1188720"/>
            <a:ext cx="11277922" cy="5185186"/>
          </a:xfrm>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1516746064"/>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9F51924-A24A-489C-BBC3-DABEE7760686}"/>
              </a:ext>
            </a:extLst>
          </p:cNvPr>
          <p:cNvPicPr>
            <a:picLocks noChangeAspect="1"/>
          </p:cNvPicPr>
          <p:nvPr userDrawn="1"/>
        </p:nvPicPr>
        <p:blipFill>
          <a:blip r:embed="rId3"/>
          <a:stretch>
            <a:fillRect/>
          </a:stretch>
        </p:blipFill>
        <p:spPr>
          <a:xfrm>
            <a:off x="1" y="183401"/>
            <a:ext cx="11995149" cy="713232"/>
          </a:xfrm>
          <a:prstGeom prst="rect">
            <a:avLst/>
          </a:prstGeom>
        </p:spPr>
      </p:pic>
      <p:sp>
        <p:nvSpPr>
          <p:cNvPr id="2" name="Title 1"/>
          <p:cNvSpPr>
            <a:spLocks noGrp="1"/>
          </p:cNvSpPr>
          <p:nvPr>
            <p:ph type="title" hasCustomPrompt="1"/>
            <p:custDataLst>
              <p:tags r:id="rId1"/>
            </p:custDataLst>
          </p:nvPr>
        </p:nvSpPr>
        <p:spPr>
          <a:xfrm>
            <a:off x="0" y="183402"/>
            <a:ext cx="11615351" cy="704088"/>
          </a:xfrm>
          <a:noFill/>
          <a:ln>
            <a:noFill/>
          </a:ln>
        </p:spPr>
        <p:style>
          <a:lnRef idx="2">
            <a:schemeClr val="accent1">
              <a:shade val="50000"/>
            </a:schemeClr>
          </a:lnRef>
          <a:fillRef idx="1">
            <a:schemeClr val="accent1"/>
          </a:fillRef>
          <a:effectRef idx="0">
            <a:schemeClr val="accent1"/>
          </a:effectRef>
          <a:fontRef idx="minor">
            <a:schemeClr val="lt1"/>
          </a:fontRef>
        </p:style>
        <p:txBody>
          <a:bodyPr vert="horz" lIns="457200" tIns="45720" rIns="91440" bIns="45720" rtlCol="0" anchor="ctr">
            <a:normAutofit/>
          </a:bodyPr>
          <a:lstStyle>
            <a:lvl1pPr>
              <a:defRPr dirty="0">
                <a:solidFill>
                  <a:schemeClr val="lt1"/>
                </a:solidFill>
                <a:ea typeface="+mn-ea"/>
                <a:cs typeface="+mn-cs"/>
              </a:defRPr>
            </a:lvl1pPr>
          </a:lstStyle>
          <a:p>
            <a:pPr marL="0" lvl="0" defTabSz="457200"/>
            <a:r>
              <a:t>Click to Add a Title</a:t>
            </a:r>
          </a:p>
        </p:txBody>
      </p:sp>
      <p:sp>
        <p:nvSpPr>
          <p:cNvPr id="9" name="Text Placeholder 8">
            <a:extLst>
              <a:ext uri="{FF2B5EF4-FFF2-40B4-BE49-F238E27FC236}">
                <a16:creationId xmlns:a16="http://schemas.microsoft.com/office/drawing/2014/main" id="{E9214336-643F-45BB-8453-2539A84E7CFF}"/>
              </a:ext>
            </a:extLst>
          </p:cNvPr>
          <p:cNvSpPr>
            <a:spLocks noGrp="1"/>
          </p:cNvSpPr>
          <p:nvPr userDrawn="1">
            <p:ph type="body" sz="quarter" idx="13"/>
          </p:nvPr>
        </p:nvSpPr>
        <p:spPr>
          <a:xfrm>
            <a:off x="457200" y="1188720"/>
            <a:ext cx="5524500" cy="5238974"/>
          </a:xfrm>
        </p:spPr>
        <p:txBody>
          <a:bodyPr/>
          <a:lstStyle>
            <a:lvl1pPr>
              <a:spcBef>
                <a:spcPts val="600"/>
              </a:spcBef>
              <a:spcAft>
                <a:spcPts val="600"/>
              </a:spcAft>
              <a:defRPr/>
            </a:lvl1pPr>
          </a:lstStyle>
          <a:p>
            <a:pPr lvl="0"/>
            <a:r>
              <a:rPr lang="en-US"/>
              <a:t>Edit Master text styles</a:t>
            </a:r>
          </a:p>
          <a:p>
            <a:pPr lvl="1"/>
            <a:r>
              <a:rPr lang="en-US"/>
              <a:t>Second level</a:t>
            </a:r>
          </a:p>
          <a:p>
            <a:pPr lvl="2"/>
            <a:r>
              <a:rPr lang="en-US"/>
              <a:t>Third level</a:t>
            </a:r>
          </a:p>
          <a:p>
            <a:pPr lvl="3"/>
            <a:r>
              <a:rPr lang="en-US"/>
              <a:t>Fourth level</a:t>
            </a:r>
          </a:p>
        </p:txBody>
      </p:sp>
      <p:sp>
        <p:nvSpPr>
          <p:cNvPr id="11" name="Text Placeholder 10">
            <a:extLst>
              <a:ext uri="{FF2B5EF4-FFF2-40B4-BE49-F238E27FC236}">
                <a16:creationId xmlns:a16="http://schemas.microsoft.com/office/drawing/2014/main" id="{88639FF6-ED59-4B79-AD58-17FB714FC4D6}"/>
              </a:ext>
            </a:extLst>
          </p:cNvPr>
          <p:cNvSpPr>
            <a:spLocks noGrp="1"/>
          </p:cNvSpPr>
          <p:nvPr userDrawn="1">
            <p:ph type="body" sz="quarter" idx="14"/>
          </p:nvPr>
        </p:nvSpPr>
        <p:spPr>
          <a:xfrm>
            <a:off x="6210300" y="1188720"/>
            <a:ext cx="5524500" cy="5238974"/>
          </a:xfrm>
        </p:spPr>
        <p:txBody>
          <a:bodyPr/>
          <a:lstStyle>
            <a:lvl1pPr>
              <a:spcBef>
                <a:spcPts val="600"/>
              </a:spcBef>
              <a:spcAft>
                <a:spcPts val="600"/>
              </a:spcAft>
              <a:defRPr lang="en-US" sz="2400" kern="1200" baseline="0" smtClean="0">
                <a:solidFill>
                  <a:schemeClr val="tx1"/>
                </a:solidFill>
                <a:latin typeface="+mn-lt"/>
                <a:ea typeface="+mn-ea"/>
                <a:cs typeface="+mn-cs"/>
              </a:defRPr>
            </a:lvl1pPr>
          </a:lstStyle>
          <a:p>
            <a:pPr lvl="0"/>
            <a:r>
              <a:rPr lang="en-US"/>
              <a:t>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284175187"/>
      </p:ext>
    </p:extLst>
  </p:cSld>
  <p:clrMapOvr>
    <a:masterClrMapping/>
  </p:clrMapOvr>
  <p:extLst>
    <p:ext uri="{DCECCB84-F9BA-43D5-87BE-67443E8EF086}">
      <p15:sldGuideLst xmlns:p15="http://schemas.microsoft.com/office/powerpoint/2012/main">
        <p15:guide id="3" orient="horz" pos="1152">
          <p15:clr>
            <a:srgbClr val="5ACBF0"/>
          </p15:clr>
        </p15:guide>
        <p15:guide id="4" orient="horz" pos="720">
          <p15:clr>
            <a:srgbClr val="5ACBF0"/>
          </p15:clr>
        </p15:guide>
        <p15:guide id="5" orient="horz" pos="3888">
          <p15:clr>
            <a:srgbClr val="5ACBF0"/>
          </p15:clr>
        </p15:guide>
        <p15:guide id="6" pos="7392">
          <p15:clr>
            <a:srgbClr val="5ACBF0"/>
          </p15:clr>
        </p15:guide>
        <p15:guide id="7" pos="288">
          <p15:clr>
            <a:srgbClr val="5ACBF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609600" y="277814"/>
            <a:ext cx="10972800" cy="1139825"/>
          </a:xfrm>
        </p:spPr>
        <p:txBody>
          <a:bodyPr/>
          <a:lstStyle/>
          <a:p>
            <a:r>
              <a:rPr lang="en-US"/>
              <a:t>Click to edit Master title style</a:t>
            </a:r>
          </a:p>
        </p:txBody>
      </p:sp>
      <p:sp>
        <p:nvSpPr>
          <p:cNvPr id="3" name="Table Placeholder 2"/>
          <p:cNvSpPr>
            <a:spLocks noGrp="1"/>
          </p:cNvSpPr>
          <p:nvPr>
            <p:ph type="tbl" idx="1"/>
          </p:nvPr>
        </p:nvSpPr>
        <p:spPr>
          <a:xfrm>
            <a:off x="609600" y="1600200"/>
            <a:ext cx="10972800" cy="4211638"/>
          </a:xfrm>
        </p:spPr>
        <p:txBody>
          <a:bodyPr/>
          <a:lstStyle/>
          <a:p>
            <a:pPr lvl="0"/>
            <a:endParaRPr lang="en-US" noProof="0"/>
          </a:p>
        </p:txBody>
      </p:sp>
    </p:spTree>
    <p:extLst>
      <p:ext uri="{BB962C8B-B14F-4D97-AF65-F5344CB8AC3E}">
        <p14:creationId xmlns:p14="http://schemas.microsoft.com/office/powerpoint/2010/main" val="306832199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cSld name="Title Sub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custDataLst>
              <p:tags r:id="rId1"/>
            </p:custDataLst>
          </p:nvPr>
        </p:nvSpPr>
        <p:spPr>
          <a:xfrm>
            <a:off x="456555" y="1554480"/>
            <a:ext cx="11278244" cy="4846320"/>
          </a:xfrm>
        </p:spPr>
        <p:txBody>
          <a:bodyPr vert="horz" lIns="91440" tIns="45720" rIns="91440" bIns="45720" rtlCol="0">
            <a:normAutofit/>
          </a:bodyPr>
          <a:lstStyle>
            <a:lvl1pPr>
              <a:defRPr baseline="0"/>
            </a:lvl1pPr>
            <a:lvl2pPr>
              <a:defRPr/>
            </a:lvl2pPr>
            <a:lvl3pPr>
              <a:defRPr/>
            </a:lvl3pPr>
            <a:lvl4pPr>
              <a:defRPr/>
            </a:lvl4pPr>
            <a:lvl5pPr>
              <a:defRPr/>
            </a:lvl5pPr>
            <a:lvl6pPr>
              <a:defRPr/>
            </a:lvl6pPr>
          </a:lstStyle>
          <a:p>
            <a:pPr lvl="0"/>
            <a:r>
              <a:t>Click to add text or choose an icon below to insert other content</a:t>
            </a:r>
          </a:p>
          <a:p>
            <a:pPr lvl="1"/>
            <a:r>
              <a:t>Second level</a:t>
            </a:r>
          </a:p>
          <a:p>
            <a:pPr lvl="2"/>
            <a:r>
              <a:t>Third level</a:t>
            </a:r>
          </a:p>
          <a:p>
            <a:pPr lvl="3"/>
            <a:r>
              <a:t>Fourth level</a:t>
            </a:r>
          </a:p>
          <a:p>
            <a:pPr lvl="4"/>
            <a:r>
              <a:t>Fifth level</a:t>
            </a:r>
          </a:p>
        </p:txBody>
      </p:sp>
      <p:sp>
        <p:nvSpPr>
          <p:cNvPr id="4" name="Text Placeholder 6"/>
          <p:cNvSpPr>
            <a:spLocks noGrp="1"/>
          </p:cNvSpPr>
          <p:nvPr>
            <p:ph type="body" sz="quarter" idx="12" hasCustomPrompt="1"/>
            <p:custDataLst>
              <p:tags r:id="rId2"/>
            </p:custDataLst>
          </p:nvPr>
        </p:nvSpPr>
        <p:spPr>
          <a:xfrm>
            <a:off x="456555" y="1005839"/>
            <a:ext cx="11278244" cy="365760"/>
          </a:xfrm>
        </p:spPr>
        <p:txBody>
          <a:bodyPr>
            <a:noAutofit/>
          </a:bodyPr>
          <a:lstStyle>
            <a:lvl1pPr marL="0" indent="0">
              <a:spcBef>
                <a:spcPts val="0"/>
              </a:spcBef>
              <a:buFont typeface="Arial" panose="020B0604020202020204" pitchFamily="34" charset="0"/>
              <a:buNone/>
              <a:defRPr sz="1650" i="0">
                <a:solidFill>
                  <a:schemeClr val="tx1"/>
                </a:solidFill>
              </a:defRPr>
            </a:lvl1pPr>
            <a:lvl2pPr marL="0" indent="0">
              <a:spcBef>
                <a:spcPts val="0"/>
              </a:spcBef>
              <a:buNone/>
              <a:defRPr sz="1800">
                <a:solidFill>
                  <a:schemeClr val="tx1">
                    <a:lumMod val="65000"/>
                    <a:lumOff val="35000"/>
                  </a:schemeClr>
                </a:solidFill>
              </a:defRPr>
            </a:lvl2pPr>
            <a:lvl3pPr marL="0" indent="0">
              <a:spcBef>
                <a:spcPts val="0"/>
              </a:spcBef>
              <a:buNone/>
              <a:defRPr sz="1800">
                <a:solidFill>
                  <a:schemeClr val="tx1">
                    <a:lumMod val="65000"/>
                    <a:lumOff val="35000"/>
                  </a:schemeClr>
                </a:solidFill>
              </a:defRPr>
            </a:lvl3pPr>
            <a:lvl4pPr marL="0" indent="0">
              <a:spcBef>
                <a:spcPts val="0"/>
              </a:spcBef>
              <a:buNone/>
              <a:defRPr sz="1800">
                <a:solidFill>
                  <a:schemeClr val="tx1">
                    <a:lumMod val="65000"/>
                    <a:lumOff val="35000"/>
                  </a:schemeClr>
                </a:solidFill>
              </a:defRPr>
            </a:lvl4pPr>
            <a:lvl5pPr marL="0" indent="0">
              <a:spcBef>
                <a:spcPts val="0"/>
              </a:spcBef>
              <a:buNone/>
              <a:defRPr sz="1800">
                <a:solidFill>
                  <a:schemeClr val="tx1">
                    <a:lumMod val="65000"/>
                    <a:lumOff val="35000"/>
                  </a:schemeClr>
                </a:solidFill>
              </a:defRPr>
            </a:lvl5pPr>
            <a:lvl6pPr marL="0" indent="0">
              <a:spcBef>
                <a:spcPts val="0"/>
              </a:spcBef>
              <a:buNone/>
              <a:defRPr sz="1800">
                <a:solidFill>
                  <a:schemeClr val="tx1">
                    <a:lumMod val="65000"/>
                    <a:lumOff val="35000"/>
                  </a:schemeClr>
                </a:solidFill>
              </a:defRPr>
            </a:lvl6pPr>
            <a:lvl7pPr marL="0" indent="0">
              <a:spcBef>
                <a:spcPts val="0"/>
              </a:spcBef>
              <a:buNone/>
              <a:defRPr sz="1800">
                <a:solidFill>
                  <a:schemeClr val="tx1">
                    <a:lumMod val="65000"/>
                    <a:lumOff val="35000"/>
                  </a:schemeClr>
                </a:solidFill>
              </a:defRPr>
            </a:lvl7pPr>
            <a:lvl8pPr marL="0" indent="0">
              <a:spcBef>
                <a:spcPts val="0"/>
              </a:spcBef>
              <a:buNone/>
              <a:defRPr sz="1800">
                <a:solidFill>
                  <a:schemeClr val="tx1">
                    <a:lumMod val="65000"/>
                    <a:lumOff val="35000"/>
                  </a:schemeClr>
                </a:solidFill>
              </a:defRPr>
            </a:lvl8pPr>
            <a:lvl9pPr marL="0" indent="0">
              <a:spcBef>
                <a:spcPts val="0"/>
              </a:spcBef>
              <a:buNone/>
              <a:defRPr sz="1800">
                <a:solidFill>
                  <a:schemeClr val="tx1">
                    <a:lumMod val="65000"/>
                    <a:lumOff val="35000"/>
                  </a:schemeClr>
                </a:solidFill>
              </a:defRPr>
            </a:lvl9pPr>
          </a:lstStyle>
          <a:p>
            <a:pPr lvl="0"/>
            <a:r>
              <a:t>Click to Add a Subtitle</a:t>
            </a:r>
          </a:p>
        </p:txBody>
      </p:sp>
      <p:sp>
        <p:nvSpPr>
          <p:cNvPr id="5" name="Title 4">
            <a:extLst>
              <a:ext uri="{FF2B5EF4-FFF2-40B4-BE49-F238E27FC236}">
                <a16:creationId xmlns:a16="http://schemas.microsoft.com/office/drawing/2014/main" id="{13AB35E0-AD47-4AD2-A594-DF7D8B2173E4}"/>
              </a:ext>
            </a:extLst>
          </p:cNvPr>
          <p:cNvSpPr>
            <a:spLocks noGrp="1"/>
          </p:cNvSpPr>
          <p:nvPr>
            <p:ph type="title" hasCustomPrompt="1"/>
            <p:custDataLst>
              <p:tags r:id="rId3"/>
            </p:custDataLst>
          </p:nvPr>
        </p:nvSpPr>
        <p:spPr/>
        <p:txBody>
          <a:bodyPr/>
          <a:lstStyle>
            <a:lvl1pPr>
              <a:defRPr/>
            </a:lvl1pPr>
          </a:lstStyle>
          <a:p>
            <a:r>
              <a:t>Click to Add a Title</a:t>
            </a:r>
          </a:p>
        </p:txBody>
      </p:sp>
      <p:sp>
        <p:nvSpPr>
          <p:cNvPr id="6" name="ConStatement"/>
          <p:cNvSpPr txBox="1"/>
          <p:nvPr userDrawn="1">
            <p:custDataLst>
              <p:tags r:id="rId4"/>
            </p:custDataLst>
          </p:nvPr>
        </p:nvSpPr>
        <p:spPr>
          <a:xfrm>
            <a:off x="2921000" y="6590224"/>
            <a:ext cx="6350000" cy="245794"/>
          </a:xfrm>
          <a:prstGeom prst="rect">
            <a:avLst/>
          </a:prstGeom>
          <a:noFill/>
        </p:spPr>
        <p:txBody>
          <a:bodyPr vert="horz" wrap="none" lIns="68580" tIns="34290" rIns="68580" bIns="34290" rtlCol="0" anchor="ctr">
            <a:noAutofit/>
          </a:bodyPr>
          <a:lstStyle/>
          <a:p>
            <a:pPr algn="ctr"/>
            <a:r>
              <a:rPr lang="en-US" sz="600">
                <a:solidFill>
                  <a:srgbClr val="7F7F7F"/>
                </a:solidFill>
                <a:latin typeface="Arial"/>
              </a:rPr>
              <a:t>Synopsys Confidential Information</a:t>
            </a:r>
          </a:p>
        </p:txBody>
      </p:sp>
    </p:spTree>
    <p:extLst>
      <p:ext uri="{BB962C8B-B14F-4D97-AF65-F5344CB8AC3E}">
        <p14:creationId xmlns:p14="http://schemas.microsoft.com/office/powerpoint/2010/main" val="1524049979"/>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atin typeface="Arial" pitchFamily="34" charset="0"/>
                <a:cs typeface="Arial" pitchFamily="34" charset="0"/>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atin typeface="Arial" pitchFamily="34" charset="0"/>
                <a:cs typeface="Arial"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atin typeface="Arial" pitchFamily="34" charset="0"/>
                <a:cs typeface="Arial" pitchFamily="34" charset="0"/>
              </a:defRPr>
            </a:lvl1pPr>
            <a:lvl2pPr>
              <a:defRPr sz="2000">
                <a:latin typeface="Arial" pitchFamily="34" charset="0"/>
                <a:cs typeface="Arial" pitchFamily="34" charset="0"/>
              </a:defRPr>
            </a:lvl2pPr>
            <a:lvl3pPr>
              <a:defRPr sz="1800">
                <a:latin typeface="Arial" pitchFamily="34" charset="0"/>
                <a:cs typeface="Arial" pitchFamily="34" charset="0"/>
              </a:defRPr>
            </a:lvl3pPr>
            <a:lvl4pPr>
              <a:defRPr sz="1600">
                <a:latin typeface="Arial" pitchFamily="34" charset="0"/>
                <a:cs typeface="Arial" pitchFamily="34" charset="0"/>
              </a:defRPr>
            </a:lvl4pPr>
            <a:lvl5pPr>
              <a:defRPr sz="1600">
                <a:latin typeface="Arial" pitchFamily="34" charset="0"/>
                <a:cs typeface="Arial" pitchFamily="34" charset="0"/>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atin typeface="Arial" pitchFamily="34" charset="0"/>
                <a:cs typeface="Arial"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atin typeface="Arial" pitchFamily="34" charset="0"/>
                <a:cs typeface="Arial" pitchFamily="34" charset="0"/>
              </a:defRPr>
            </a:lvl1pPr>
            <a:lvl2pPr>
              <a:defRPr sz="2000">
                <a:latin typeface="Arial" pitchFamily="34" charset="0"/>
                <a:cs typeface="Arial" pitchFamily="34" charset="0"/>
              </a:defRPr>
            </a:lvl2pPr>
            <a:lvl3pPr>
              <a:defRPr sz="1800">
                <a:latin typeface="Arial" pitchFamily="34" charset="0"/>
                <a:cs typeface="Arial" pitchFamily="34" charset="0"/>
              </a:defRPr>
            </a:lvl3pPr>
            <a:lvl4pPr>
              <a:defRPr sz="1600">
                <a:latin typeface="Arial" pitchFamily="34" charset="0"/>
                <a:cs typeface="Arial" pitchFamily="34" charset="0"/>
              </a:defRPr>
            </a:lvl4pPr>
            <a:lvl5pPr>
              <a:defRPr sz="1600">
                <a:latin typeface="Arial" pitchFamily="34" charset="0"/>
                <a:cs typeface="Arial" pitchFamily="34" charset="0"/>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5060519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cSld name="3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6"/>
          <p:cNvSpPr>
            <a:spLocks noGrp="1"/>
          </p:cNvSpPr>
          <p:nvPr>
            <p:ph type="title"/>
          </p:nvPr>
        </p:nvSpPr>
        <p:spPr/>
        <p:txBody>
          <a:bodyPr/>
          <a:lstStyle/>
          <a:p>
            <a:r>
              <a:rPr lang="en-US"/>
              <a:t>Click to edit Master title style</a:t>
            </a:r>
          </a:p>
        </p:txBody>
      </p:sp>
      <p:sp>
        <p:nvSpPr>
          <p:cNvPr id="2" name="Footer Placeholder 4">
            <a:extLst>
              <a:ext uri="{FF2B5EF4-FFF2-40B4-BE49-F238E27FC236}">
                <a16:creationId xmlns:a16="http://schemas.microsoft.com/office/drawing/2014/main" id="{6335CEF0-32BE-8FD2-3A80-D2CD97B9AA22}"/>
              </a:ext>
            </a:extLst>
          </p:cNvPr>
          <p:cNvSpPr>
            <a:spLocks noGrp="1"/>
          </p:cNvSpPr>
          <p:nvPr>
            <p:ph type="ftr" sz="quarter" idx="10"/>
          </p:nvPr>
        </p:nvSpPr>
        <p:spPr>
          <a:xfrm>
            <a:off x="4165600" y="6416676"/>
            <a:ext cx="3860800" cy="365125"/>
          </a:xfrm>
          <a:prstGeom prst="rect">
            <a:avLst/>
          </a:prstGeom>
        </p:spPr>
        <p:txBody>
          <a:bodyPr/>
          <a:lstStyle>
            <a:lvl1pPr algn="ctr" eaLnBrk="0" hangingPunct="0">
              <a:defRPr>
                <a:cs typeface="+mn-cs"/>
              </a:defRPr>
            </a:lvl1pPr>
          </a:lstStyle>
          <a:p>
            <a:pPr>
              <a:defRPr/>
            </a:pPr>
            <a:r>
              <a:rPr lang="en-US"/>
              <a:t>Synopsys Confidential and Proprietary</a:t>
            </a:r>
          </a:p>
        </p:txBody>
      </p:sp>
    </p:spTree>
    <p:extLst>
      <p:ext uri="{BB962C8B-B14F-4D97-AF65-F5344CB8AC3E}">
        <p14:creationId xmlns:p14="http://schemas.microsoft.com/office/powerpoint/2010/main" val="1972121390"/>
      </p:ext>
    </p:extLst>
  </p:cSld>
  <p:clrMapOvr>
    <a:masterClrMapping/>
  </p:clrMapOvr>
  <p:hf hdr="0" ftr="0" dt="0"/>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3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0"/>
            <a:ext cx="10911003" cy="42116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8209067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4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0"/>
            <a:ext cx="10911003" cy="42116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6279429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5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0"/>
            <a:ext cx="10911003" cy="42116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4946857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6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0"/>
            <a:ext cx="10911003" cy="42116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9486436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7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0"/>
            <a:ext cx="10911003" cy="42116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00433186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8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0"/>
            <a:ext cx="10911003" cy="42116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9087853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9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0"/>
            <a:ext cx="10911003" cy="42116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2767666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10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0"/>
            <a:ext cx="10911003" cy="42116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7863526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cSld name="Title Sub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Click to Add a Title</a:t>
            </a:r>
          </a:p>
        </p:txBody>
      </p:sp>
      <p:sp>
        <p:nvSpPr>
          <p:cNvPr id="3" name="Text Placeholder 6"/>
          <p:cNvSpPr>
            <a:spLocks noGrp="1"/>
          </p:cNvSpPr>
          <p:nvPr>
            <p:ph type="body" sz="quarter" idx="12" hasCustomPrompt="1"/>
          </p:nvPr>
        </p:nvSpPr>
        <p:spPr>
          <a:xfrm>
            <a:off x="609600" y="838200"/>
            <a:ext cx="11582400" cy="457200"/>
          </a:xfrm>
        </p:spPr>
        <p:txBody>
          <a:bodyPr/>
          <a:lstStyle>
            <a:lvl1pPr marL="0" indent="0">
              <a:buNone/>
              <a:defRPr sz="2400" i="1"/>
            </a:lvl1pPr>
          </a:lstStyle>
          <a:p>
            <a:pPr lvl="0"/>
            <a:r>
              <a:rPr lang="en-US"/>
              <a:t>Click to Add a Subtitle</a:t>
            </a:r>
          </a:p>
        </p:txBody>
      </p:sp>
      <p:sp>
        <p:nvSpPr>
          <p:cNvPr id="4" name="Footer Placeholder 3"/>
          <p:cNvSpPr>
            <a:spLocks noGrp="1"/>
          </p:cNvSpPr>
          <p:nvPr>
            <p:ph type="ftr" sz="quarter" idx="13"/>
          </p:nvPr>
        </p:nvSpPr>
        <p:spPr>
          <a:xfrm>
            <a:off x="2895600" y="6475624"/>
            <a:ext cx="6400800" cy="365125"/>
          </a:xfrm>
          <a:prstGeom prst="rect">
            <a:avLst/>
          </a:prstGeom>
        </p:spPr>
        <p:txBody>
          <a:bodyPr/>
          <a:lstStyle/>
          <a:p>
            <a:r>
              <a:rPr lang="en-US"/>
              <a:t>Confidential</a:t>
            </a:r>
          </a:p>
        </p:txBody>
      </p:sp>
    </p:spTree>
    <p:extLst>
      <p:ext uri="{BB962C8B-B14F-4D97-AF65-F5344CB8AC3E}">
        <p14:creationId xmlns:p14="http://schemas.microsoft.com/office/powerpoint/2010/main" val="392523561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cSld name="4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6"/>
          <p:cNvSpPr>
            <a:spLocks noGrp="1"/>
          </p:cNvSpPr>
          <p:nvPr>
            <p:ph type="title" hasCustomPrompt="1"/>
          </p:nvPr>
        </p:nvSpPr>
        <p:spPr/>
        <p:txBody>
          <a:bodyPr/>
          <a:lstStyle/>
          <a:p>
            <a:r>
              <a:rPr lang="en-US"/>
              <a:t>Click To Edit Master Title Style</a:t>
            </a:r>
          </a:p>
        </p:txBody>
      </p:sp>
      <p:sp>
        <p:nvSpPr>
          <p:cNvPr id="4" name="Footer Placeholder 4"/>
          <p:cNvSpPr>
            <a:spLocks noGrp="1"/>
          </p:cNvSpPr>
          <p:nvPr>
            <p:ph type="ftr" sz="quarter" idx="11"/>
          </p:nvPr>
        </p:nvSpPr>
        <p:spPr>
          <a:xfrm>
            <a:off x="4165600" y="6416676"/>
            <a:ext cx="3860800" cy="365125"/>
          </a:xfrm>
          <a:prstGeom prst="rect">
            <a:avLst/>
          </a:prstGeom>
        </p:spPr>
        <p:txBody>
          <a:bodyPr/>
          <a:lstStyle>
            <a:lvl1pPr algn="ctr">
              <a:defRPr/>
            </a:lvl1pPr>
          </a:lstStyle>
          <a:p>
            <a:endParaRPr lang="en-US"/>
          </a:p>
        </p:txBody>
      </p:sp>
    </p:spTree>
    <p:extLst>
      <p:ext uri="{BB962C8B-B14F-4D97-AF65-F5344CB8AC3E}">
        <p14:creationId xmlns:p14="http://schemas.microsoft.com/office/powerpoint/2010/main" val="244074920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cSld name="5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6"/>
          <p:cNvSpPr>
            <a:spLocks noGrp="1"/>
          </p:cNvSpPr>
          <p:nvPr>
            <p:ph type="title" hasCustomPrompt="1"/>
          </p:nvPr>
        </p:nvSpPr>
        <p:spPr/>
        <p:txBody>
          <a:bodyPr/>
          <a:lstStyle/>
          <a:p>
            <a:r>
              <a:rPr lang="en-US"/>
              <a:t>Click To Edit Master Title Style</a:t>
            </a:r>
          </a:p>
        </p:txBody>
      </p:sp>
      <p:sp>
        <p:nvSpPr>
          <p:cNvPr id="4" name="Footer Placeholder 4"/>
          <p:cNvSpPr>
            <a:spLocks noGrp="1"/>
          </p:cNvSpPr>
          <p:nvPr>
            <p:ph type="ftr" sz="quarter" idx="11"/>
          </p:nvPr>
        </p:nvSpPr>
        <p:spPr>
          <a:xfrm>
            <a:off x="4165600" y="6416676"/>
            <a:ext cx="3860800" cy="365125"/>
          </a:xfrm>
          <a:prstGeom prst="rect">
            <a:avLst/>
          </a:prstGeom>
        </p:spPr>
        <p:txBody>
          <a:bodyPr/>
          <a:lstStyle>
            <a:lvl1pPr algn="ctr">
              <a:defRPr/>
            </a:lvl1pPr>
          </a:lstStyle>
          <a:p>
            <a:endParaRPr lang="en-US"/>
          </a:p>
        </p:txBody>
      </p:sp>
    </p:spTree>
    <p:extLst>
      <p:ext uri="{BB962C8B-B14F-4D97-AF65-F5344CB8AC3E}">
        <p14:creationId xmlns:p14="http://schemas.microsoft.com/office/powerpoint/2010/main" val="336302107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cSld name="6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6"/>
          <p:cNvSpPr>
            <a:spLocks noGrp="1"/>
          </p:cNvSpPr>
          <p:nvPr>
            <p:ph type="title" hasCustomPrompt="1"/>
          </p:nvPr>
        </p:nvSpPr>
        <p:spPr/>
        <p:txBody>
          <a:bodyPr/>
          <a:lstStyle/>
          <a:p>
            <a:r>
              <a:rPr lang="en-US"/>
              <a:t>Click To Edit Master Title Style</a:t>
            </a:r>
          </a:p>
        </p:txBody>
      </p:sp>
      <p:sp>
        <p:nvSpPr>
          <p:cNvPr id="4" name="Footer Placeholder 4"/>
          <p:cNvSpPr>
            <a:spLocks noGrp="1"/>
          </p:cNvSpPr>
          <p:nvPr>
            <p:ph type="ftr" sz="quarter" idx="11"/>
          </p:nvPr>
        </p:nvSpPr>
        <p:spPr>
          <a:xfrm>
            <a:off x="4165600" y="6416676"/>
            <a:ext cx="3860800" cy="365125"/>
          </a:xfrm>
          <a:prstGeom prst="rect">
            <a:avLst/>
          </a:prstGeom>
        </p:spPr>
        <p:txBody>
          <a:bodyPr/>
          <a:lstStyle>
            <a:lvl1pPr algn="ctr">
              <a:defRPr/>
            </a:lvl1pPr>
          </a:lstStyle>
          <a:p>
            <a:endParaRPr lang="en-US"/>
          </a:p>
        </p:txBody>
      </p:sp>
    </p:spTree>
    <p:extLst>
      <p:ext uri="{BB962C8B-B14F-4D97-AF65-F5344CB8AC3E}">
        <p14:creationId xmlns:p14="http://schemas.microsoft.com/office/powerpoint/2010/main" val="346420719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cSld name="7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6"/>
          <p:cNvSpPr>
            <a:spLocks noGrp="1"/>
          </p:cNvSpPr>
          <p:nvPr>
            <p:ph type="title" hasCustomPrompt="1"/>
          </p:nvPr>
        </p:nvSpPr>
        <p:spPr/>
        <p:txBody>
          <a:bodyPr/>
          <a:lstStyle/>
          <a:p>
            <a:r>
              <a:rPr lang="en-US"/>
              <a:t>Click To Edit Master Title Style</a:t>
            </a:r>
          </a:p>
        </p:txBody>
      </p:sp>
      <p:sp>
        <p:nvSpPr>
          <p:cNvPr id="4" name="Footer Placeholder 4"/>
          <p:cNvSpPr>
            <a:spLocks noGrp="1"/>
          </p:cNvSpPr>
          <p:nvPr>
            <p:ph type="ftr" sz="quarter" idx="11"/>
          </p:nvPr>
        </p:nvSpPr>
        <p:spPr>
          <a:xfrm>
            <a:off x="4165600" y="6416676"/>
            <a:ext cx="3860800" cy="365125"/>
          </a:xfrm>
          <a:prstGeom prst="rect">
            <a:avLst/>
          </a:prstGeom>
        </p:spPr>
        <p:txBody>
          <a:bodyPr/>
          <a:lstStyle>
            <a:lvl1pPr algn="ctr">
              <a:defRPr/>
            </a:lvl1pPr>
          </a:lstStyle>
          <a:p>
            <a:endParaRPr lang="en-US"/>
          </a:p>
        </p:txBody>
      </p:sp>
    </p:spTree>
    <p:extLst>
      <p:ext uri="{BB962C8B-B14F-4D97-AF65-F5344CB8AC3E}">
        <p14:creationId xmlns:p14="http://schemas.microsoft.com/office/powerpoint/2010/main" val="405732730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cSld name="8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6"/>
          <p:cNvSpPr>
            <a:spLocks noGrp="1"/>
          </p:cNvSpPr>
          <p:nvPr>
            <p:ph type="title" hasCustomPrompt="1"/>
          </p:nvPr>
        </p:nvSpPr>
        <p:spPr/>
        <p:txBody>
          <a:bodyPr/>
          <a:lstStyle/>
          <a:p>
            <a:r>
              <a:rPr lang="en-US"/>
              <a:t>Click To Edit Master Title Style</a:t>
            </a:r>
          </a:p>
        </p:txBody>
      </p:sp>
      <p:sp>
        <p:nvSpPr>
          <p:cNvPr id="4" name="Footer Placeholder 4"/>
          <p:cNvSpPr>
            <a:spLocks noGrp="1"/>
          </p:cNvSpPr>
          <p:nvPr>
            <p:ph type="ftr" sz="quarter" idx="11"/>
          </p:nvPr>
        </p:nvSpPr>
        <p:spPr>
          <a:xfrm>
            <a:off x="4165600" y="6416676"/>
            <a:ext cx="3860800" cy="365125"/>
          </a:xfrm>
          <a:prstGeom prst="rect">
            <a:avLst/>
          </a:prstGeom>
        </p:spPr>
        <p:txBody>
          <a:bodyPr/>
          <a:lstStyle>
            <a:lvl1pPr algn="ctr">
              <a:defRPr/>
            </a:lvl1pPr>
          </a:lstStyle>
          <a:p>
            <a:endParaRPr lang="en-US"/>
          </a:p>
        </p:txBody>
      </p:sp>
    </p:spTree>
    <p:extLst>
      <p:ext uri="{BB962C8B-B14F-4D97-AF65-F5344CB8AC3E}">
        <p14:creationId xmlns:p14="http://schemas.microsoft.com/office/powerpoint/2010/main" val="3400264040"/>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type="title">
  <p:cSld name="2_Title Slide">
    <p:spTree>
      <p:nvGrpSpPr>
        <p:cNvPr id="1" name=""/>
        <p:cNvGrpSpPr/>
        <p:nvPr/>
      </p:nvGrpSpPr>
      <p:grpSpPr>
        <a:xfrm>
          <a:off x="0" y="0"/>
          <a:ext cx="0" cy="0"/>
          <a:chOff x="0" y="0"/>
          <a:chExt cx="0" cy="0"/>
        </a:xfrm>
      </p:grpSpPr>
      <p:sp>
        <p:nvSpPr>
          <p:cNvPr id="2" name="Freeform 7">
            <a:extLst>
              <a:ext uri="{FF2B5EF4-FFF2-40B4-BE49-F238E27FC236}">
                <a16:creationId xmlns:a16="http://schemas.microsoft.com/office/drawing/2014/main" id="{C8BA8C8F-8E95-A488-630C-25AF6A7D252E}"/>
              </a:ext>
            </a:extLst>
          </p:cNvPr>
          <p:cNvSpPr>
            <a:spLocks noChangeArrowheads="1"/>
          </p:cNvSpPr>
          <p:nvPr userDrawn="1"/>
        </p:nvSpPr>
        <p:spPr bwMode="auto">
          <a:xfrm>
            <a:off x="812800" y="1219200"/>
            <a:ext cx="10566400" cy="914400"/>
          </a:xfrm>
          <a:custGeom>
            <a:avLst/>
            <a:gdLst>
              <a:gd name="T0" fmla="*/ 0 w 1000"/>
              <a:gd name="T1" fmla="*/ 2147483646 h 1000"/>
              <a:gd name="T2" fmla="*/ 0 w 1000"/>
              <a:gd name="T3" fmla="*/ 0 h 1000"/>
              <a:gd name="T4" fmla="*/ 2147483646 w 1000"/>
              <a:gd name="T5" fmla="*/ 0 h 1000"/>
              <a:gd name="T6" fmla="*/ 0 60000 65536"/>
              <a:gd name="T7" fmla="*/ 0 60000 65536"/>
              <a:gd name="T8" fmla="*/ 0 60000 65536"/>
            </a:gdLst>
            <a:ahLst/>
            <a:cxnLst>
              <a:cxn ang="T6">
                <a:pos x="T0" y="T1"/>
              </a:cxn>
              <a:cxn ang="T7">
                <a:pos x="T2" y="T3"/>
              </a:cxn>
              <a:cxn ang="T8">
                <a:pos x="T4" y="T5"/>
              </a:cxn>
            </a:cxnLst>
            <a:rect l="0" t="0" r="r" b="b"/>
            <a:pathLst>
              <a:path w="1000" h="1000">
                <a:moveTo>
                  <a:pt x="0" y="1000"/>
                </a:moveTo>
                <a:lnTo>
                  <a:pt x="0" y="0"/>
                </a:lnTo>
                <a:lnTo>
                  <a:pt x="1000" y="0"/>
                </a:lnTo>
              </a:path>
            </a:pathLst>
          </a:custGeom>
          <a:noFill/>
          <a:ln w="25400" cap="flat" cmpd="sng">
            <a:solidFill>
              <a:srgbClr val="000099"/>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sz="1800"/>
          </a:p>
        </p:txBody>
      </p:sp>
      <p:sp>
        <p:nvSpPr>
          <p:cNvPr id="3" name="Line 8">
            <a:extLst>
              <a:ext uri="{FF2B5EF4-FFF2-40B4-BE49-F238E27FC236}">
                <a16:creationId xmlns:a16="http://schemas.microsoft.com/office/drawing/2014/main" id="{9C59F1B6-E109-DFB1-4D8A-72AA687849F9}"/>
              </a:ext>
            </a:extLst>
          </p:cNvPr>
          <p:cNvSpPr>
            <a:spLocks noChangeShapeType="1"/>
          </p:cNvSpPr>
          <p:nvPr userDrawn="1"/>
        </p:nvSpPr>
        <p:spPr bwMode="auto">
          <a:xfrm>
            <a:off x="2641601" y="3962400"/>
            <a:ext cx="8682567" cy="0"/>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a:lstStyle/>
          <a:p>
            <a:endParaRPr lang="en-US" sz="1800"/>
          </a:p>
        </p:txBody>
      </p:sp>
      <p:pic>
        <p:nvPicPr>
          <p:cNvPr id="4" name="Picture 12" descr="Synopsys_color">
            <a:extLst>
              <a:ext uri="{FF2B5EF4-FFF2-40B4-BE49-F238E27FC236}">
                <a16:creationId xmlns:a16="http://schemas.microsoft.com/office/drawing/2014/main" id="{1B76921F-7A8A-1973-1D3E-C0BAD2E579BD}"/>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529167" y="6083300"/>
            <a:ext cx="1856317" cy="490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14">
            <a:extLst>
              <a:ext uri="{FF2B5EF4-FFF2-40B4-BE49-F238E27FC236}">
                <a16:creationId xmlns:a16="http://schemas.microsoft.com/office/drawing/2014/main" id="{EA71B6DC-4379-AD95-28BE-38CB8909AB78}"/>
              </a:ext>
            </a:extLst>
          </p:cNvPr>
          <p:cNvSpPr>
            <a:spLocks noChangeArrowheads="1"/>
          </p:cNvSpPr>
          <p:nvPr userDrawn="1"/>
        </p:nvSpPr>
        <p:spPr bwMode="auto">
          <a:xfrm>
            <a:off x="3009900" y="6032501"/>
            <a:ext cx="6096000" cy="78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algn="ctr" eaLnBrk="1" hangingPunct="1"/>
            <a:r>
              <a:rPr lang="en-US" altLang="en-US" sz="900">
                <a:latin typeface="Arial" panose="020B0604020202020204" pitchFamily="34" charset="0"/>
              </a:rPr>
              <a:t>Synopsys University Courseware </a:t>
            </a:r>
          </a:p>
          <a:p>
            <a:pPr algn="ctr" eaLnBrk="1" hangingPunct="1"/>
            <a:r>
              <a:rPr lang="en-US" altLang="en-US" sz="900">
                <a:latin typeface="Arial" panose="020B0604020202020204" pitchFamily="34" charset="0"/>
              </a:rPr>
              <a:t>Copyright © 2018 Synopsys, Inc. All rights reserved.</a:t>
            </a:r>
          </a:p>
          <a:p>
            <a:pPr algn="ctr" eaLnBrk="1" hangingPunct="1"/>
            <a:r>
              <a:rPr lang="en-US" altLang="en-US" sz="900">
                <a:latin typeface="Arial" panose="020B0604020202020204" pitchFamily="34" charset="0"/>
              </a:rPr>
              <a:t>Computer Language Engineering</a:t>
            </a:r>
          </a:p>
          <a:p>
            <a:pPr algn="ctr" eaLnBrk="1" hangingPunct="1"/>
            <a:r>
              <a:rPr lang="en-US" altLang="en-US" sz="900">
                <a:latin typeface="Arial" panose="020B0604020202020204" pitchFamily="34" charset="0"/>
              </a:rPr>
              <a:t>Lecture - 1</a:t>
            </a:r>
          </a:p>
          <a:p>
            <a:pPr algn="ctr" eaLnBrk="1" hangingPunct="1"/>
            <a:r>
              <a:rPr lang="en-US" altLang="en-US" sz="900">
                <a:latin typeface="Arial" panose="020B0604020202020204" pitchFamily="34" charset="0"/>
              </a:rPr>
              <a:t>Developed By: Vazgen Melikyan</a:t>
            </a:r>
          </a:p>
        </p:txBody>
      </p:sp>
      <p:sp>
        <p:nvSpPr>
          <p:cNvPr id="6" name="TextBox 5">
            <a:extLst>
              <a:ext uri="{FF2B5EF4-FFF2-40B4-BE49-F238E27FC236}">
                <a16:creationId xmlns:a16="http://schemas.microsoft.com/office/drawing/2014/main" id="{22C1E5BD-2BA2-E38F-0CB3-B096E6757B81}"/>
              </a:ext>
            </a:extLst>
          </p:cNvPr>
          <p:cNvSpPr txBox="1">
            <a:spLocks noChangeArrowheads="1"/>
          </p:cNvSpPr>
          <p:nvPr userDrawn="1"/>
        </p:nvSpPr>
        <p:spPr bwMode="auto">
          <a:xfrm>
            <a:off x="3048000" y="6521450"/>
            <a:ext cx="508000" cy="247650"/>
          </a:xfrm>
          <a:prstGeom prst="rect">
            <a:avLst/>
          </a:prstGeom>
          <a:noFill/>
          <a:ln>
            <a:noFill/>
          </a:ln>
        </p:spPr>
        <p:txBody>
          <a:bodyPr>
            <a:spAutoFit/>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fld id="{9DAD6B06-40C0-4549-A7E6-4DCA97AEFB2E}" type="slidenum">
              <a:rPr lang="en-US" altLang="en-US" sz="1000">
                <a:solidFill>
                  <a:srgbClr val="595959"/>
                </a:solidFill>
                <a:latin typeface="Arial" panose="020B0604020202020204" pitchFamily="34" charset="0"/>
              </a:rPr>
              <a:pPr eaLnBrk="1" hangingPunct="1"/>
              <a:t>‹#›</a:t>
            </a:fld>
            <a:endParaRPr lang="en-US" altLang="en-US" sz="1000">
              <a:solidFill>
                <a:srgbClr val="595959"/>
              </a:solidFill>
              <a:latin typeface="Arial" panose="020B0604020202020204" pitchFamily="34" charset="0"/>
            </a:endParaRPr>
          </a:p>
        </p:txBody>
      </p:sp>
      <p:pic>
        <p:nvPicPr>
          <p:cNvPr id="7" name="Picture 16" descr="D:\Users\User\Desktop\My Documents\AcCouncil\Logo_NPUA\LogoPolytech_1.png">
            <a:extLst>
              <a:ext uri="{FF2B5EF4-FFF2-40B4-BE49-F238E27FC236}">
                <a16:creationId xmlns:a16="http://schemas.microsoft.com/office/drawing/2014/main" id="{F0595EB0-6C60-D943-7E5F-0374C827BCC5}"/>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9398001" y="5932488"/>
            <a:ext cx="2205567"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69890" name="Rectangle 2"/>
          <p:cNvSpPr>
            <a:spLocks noGrp="1" noChangeArrowheads="1"/>
          </p:cNvSpPr>
          <p:nvPr>
            <p:ph type="ctrTitle"/>
          </p:nvPr>
        </p:nvSpPr>
        <p:spPr>
          <a:xfrm>
            <a:off x="1219201" y="1524000"/>
            <a:ext cx="10164233" cy="1752600"/>
          </a:xfrm>
        </p:spPr>
        <p:txBody>
          <a:bodyPr/>
          <a:lstStyle>
            <a:lvl1pPr>
              <a:defRPr sz="4000">
                <a:latin typeface="Arial" pitchFamily="34" charset="0"/>
                <a:cs typeface="Arial" pitchFamily="34" charset="0"/>
              </a:defRPr>
            </a:lvl1pPr>
          </a:lstStyle>
          <a:p>
            <a:endParaRPr lang="en-US" altLang="en-US"/>
          </a:p>
        </p:txBody>
      </p:sp>
      <p:sp>
        <p:nvSpPr>
          <p:cNvPr id="2469891" name="Rectangle 3"/>
          <p:cNvSpPr>
            <a:spLocks noGrp="1" noChangeArrowheads="1"/>
          </p:cNvSpPr>
          <p:nvPr>
            <p:ph type="subTitle" idx="1"/>
          </p:nvPr>
        </p:nvSpPr>
        <p:spPr>
          <a:xfrm>
            <a:off x="2641600" y="3962400"/>
            <a:ext cx="8737600" cy="1752600"/>
          </a:xfrm>
        </p:spPr>
        <p:txBody>
          <a:bodyPr/>
          <a:lstStyle>
            <a:lvl1pPr marL="0" indent="0">
              <a:buFont typeface="Wingdings" pitchFamily="2" charset="2"/>
              <a:buNone/>
              <a:defRPr sz="2800">
                <a:latin typeface="Arial" pitchFamily="34" charset="0"/>
                <a:cs typeface="Arial" pitchFamily="34" charset="0"/>
              </a:defRPr>
            </a:lvl1pPr>
          </a:lstStyle>
          <a:p>
            <a:endParaRPr lang="en-US" altLang="en-US"/>
          </a:p>
        </p:txBody>
      </p:sp>
    </p:spTree>
    <p:extLst>
      <p:ext uri="{BB962C8B-B14F-4D97-AF65-F5344CB8AC3E}">
        <p14:creationId xmlns:p14="http://schemas.microsoft.com/office/powerpoint/2010/main" val="3517880251"/>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woObj">
  <p:cSld name="2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0"/>
            <a:ext cx="5384800" cy="42116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0"/>
            <a:ext cx="5384800" cy="42116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90840855"/>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objAndTwoObj">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7814"/>
            <a:ext cx="10972800" cy="1139825"/>
          </a:xfrm>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307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6197600" y="1600201"/>
            <a:ext cx="5384800" cy="21891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6197600" y="3941763"/>
            <a:ext cx="5384800" cy="21891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6">
            <a:extLst>
              <a:ext uri="{FF2B5EF4-FFF2-40B4-BE49-F238E27FC236}">
                <a16:creationId xmlns:a16="http://schemas.microsoft.com/office/drawing/2014/main" id="{887662A0-256C-D7CA-68EF-D69458ACB3D0}"/>
              </a:ext>
            </a:extLst>
          </p:cNvPr>
          <p:cNvSpPr>
            <a:spLocks noGrp="1" noChangeArrowheads="1"/>
          </p:cNvSpPr>
          <p:nvPr>
            <p:ph type="ftr" sz="quarter" idx="10"/>
          </p:nvPr>
        </p:nvSpPr>
        <p:spPr>
          <a:xfrm>
            <a:off x="3839634" y="6415088"/>
            <a:ext cx="4906433" cy="442912"/>
          </a:xfrm>
          <a:prstGeom prst="rect">
            <a:avLst/>
          </a:prstGeom>
        </p:spPr>
        <p:txBody>
          <a:bodyPr/>
          <a:lstStyle>
            <a:lvl1pPr algn="ctr" eaLnBrk="1" hangingPunct="1">
              <a:defRPr>
                <a:latin typeface="Arial" pitchFamily="34" charset="0"/>
                <a:cs typeface="Arial" charset="0"/>
              </a:defRPr>
            </a:lvl1pPr>
          </a:lstStyle>
          <a:p>
            <a:pPr>
              <a:defRPr/>
            </a:pPr>
            <a:r>
              <a:rPr lang="en-US" altLang="en-US"/>
              <a:t>Synopsys University Courseware – EE XXX</a:t>
            </a:r>
          </a:p>
          <a:p>
            <a:pPr>
              <a:defRPr/>
            </a:pPr>
            <a:r>
              <a:rPr lang="en-US" altLang="en-US"/>
              <a:t> IC Testing</a:t>
            </a:r>
          </a:p>
          <a:p>
            <a:pPr>
              <a:defRPr/>
            </a:pPr>
            <a:r>
              <a:rPr lang="en-US" altLang="en-US"/>
              <a:t>Topic: IC Testing Process and Equipment</a:t>
            </a:r>
          </a:p>
          <a:p>
            <a:pPr>
              <a:defRPr/>
            </a:pPr>
            <a:r>
              <a:rPr lang="en-US" altLang="en-US"/>
              <a:t>© 2007 Synopsys, Inc.</a:t>
            </a:r>
          </a:p>
          <a:p>
            <a:pPr>
              <a:defRPr/>
            </a:pPr>
            <a:r>
              <a:rPr lang="en-US" altLang="en-US"/>
              <a:t>Developed By: Vazgen Melikyan</a:t>
            </a:r>
          </a:p>
        </p:txBody>
      </p:sp>
    </p:spTree>
    <p:extLst>
      <p:ext uri="{BB962C8B-B14F-4D97-AF65-F5344CB8AC3E}">
        <p14:creationId xmlns:p14="http://schemas.microsoft.com/office/powerpoint/2010/main" val="1555040783"/>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56F864-5E47-CBE7-BC2B-D8DF0EA753A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F3CBBC6-6702-8542-F713-8331F35B8B0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0589DBE-B6C5-EEDF-EE0B-870A19BE50F1}"/>
              </a:ext>
            </a:extLst>
          </p:cNvPr>
          <p:cNvSpPr>
            <a:spLocks noGrp="1"/>
          </p:cNvSpPr>
          <p:nvPr>
            <p:ph type="dt" sz="half" idx="10"/>
          </p:nvPr>
        </p:nvSpPr>
        <p:spPr/>
        <p:txBody>
          <a:bodyPr/>
          <a:lstStyle/>
          <a:p>
            <a:fld id="{30E7CB6E-7B6F-4FAD-BDD4-9D0CE79861DD}" type="datetimeFigureOut">
              <a:rPr lang="en-US" smtClean="0"/>
              <a:t>12/27/2023</a:t>
            </a:fld>
            <a:endParaRPr lang="en-US"/>
          </a:p>
        </p:txBody>
      </p:sp>
      <p:sp>
        <p:nvSpPr>
          <p:cNvPr id="5" name="Footer Placeholder 4">
            <a:extLst>
              <a:ext uri="{FF2B5EF4-FFF2-40B4-BE49-F238E27FC236}">
                <a16:creationId xmlns:a16="http://schemas.microsoft.com/office/drawing/2014/main" id="{0C4CC655-528A-B4CD-B231-2CFF5AF1B91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DD85087-E3A0-AACE-58BF-82ACBA8D7610}"/>
              </a:ext>
            </a:extLst>
          </p:cNvPr>
          <p:cNvSpPr>
            <a:spLocks noGrp="1"/>
          </p:cNvSpPr>
          <p:nvPr>
            <p:ph type="sldNum" sz="quarter" idx="12"/>
          </p:nvPr>
        </p:nvSpPr>
        <p:spPr/>
        <p:txBody>
          <a:bodyPr/>
          <a:lstStyle/>
          <a:p>
            <a:fld id="{8E875563-B00C-4814-AE8E-CF56921A0DE6}" type="slidenum">
              <a:rPr lang="en-US" smtClean="0"/>
              <a:t>‹#›</a:t>
            </a:fld>
            <a:endParaRPr lang="en-US"/>
          </a:p>
        </p:txBody>
      </p:sp>
    </p:spTree>
    <p:extLst>
      <p:ext uri="{BB962C8B-B14F-4D97-AF65-F5344CB8AC3E}">
        <p14:creationId xmlns:p14="http://schemas.microsoft.com/office/powerpoint/2010/main" val="116432826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4FAC29-1205-BF56-2123-7CA231CC36C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31CE3DE-0568-1424-72DE-789324F6D4E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035EB76-5625-5842-BD96-2502419E37CC}"/>
              </a:ext>
            </a:extLst>
          </p:cNvPr>
          <p:cNvSpPr>
            <a:spLocks noGrp="1"/>
          </p:cNvSpPr>
          <p:nvPr>
            <p:ph type="dt" sz="half" idx="10"/>
          </p:nvPr>
        </p:nvSpPr>
        <p:spPr/>
        <p:txBody>
          <a:bodyPr/>
          <a:lstStyle/>
          <a:p>
            <a:fld id="{30E7CB6E-7B6F-4FAD-BDD4-9D0CE79861DD}" type="datetimeFigureOut">
              <a:rPr lang="en-US" smtClean="0"/>
              <a:t>12/27/2023</a:t>
            </a:fld>
            <a:endParaRPr lang="en-US"/>
          </a:p>
        </p:txBody>
      </p:sp>
      <p:sp>
        <p:nvSpPr>
          <p:cNvPr id="5" name="Footer Placeholder 4">
            <a:extLst>
              <a:ext uri="{FF2B5EF4-FFF2-40B4-BE49-F238E27FC236}">
                <a16:creationId xmlns:a16="http://schemas.microsoft.com/office/drawing/2014/main" id="{D7402CFB-EE67-E4D7-335B-E3A2A21BF48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95AC425-08F2-53BE-11E2-E85528AB9386}"/>
              </a:ext>
            </a:extLst>
          </p:cNvPr>
          <p:cNvSpPr>
            <a:spLocks noGrp="1"/>
          </p:cNvSpPr>
          <p:nvPr>
            <p:ph type="sldNum" sz="quarter" idx="12"/>
          </p:nvPr>
        </p:nvSpPr>
        <p:spPr/>
        <p:txBody>
          <a:bodyPr/>
          <a:lstStyle/>
          <a:p>
            <a:fld id="{8E875563-B00C-4814-AE8E-CF56921A0DE6}" type="slidenum">
              <a:rPr lang="en-US" smtClean="0"/>
              <a:t>‹#›</a:t>
            </a:fld>
            <a:endParaRPr lang="en-US"/>
          </a:p>
        </p:txBody>
      </p:sp>
    </p:spTree>
    <p:extLst>
      <p:ext uri="{BB962C8B-B14F-4D97-AF65-F5344CB8AC3E}">
        <p14:creationId xmlns:p14="http://schemas.microsoft.com/office/powerpoint/2010/main" val="816636556"/>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5EBDC2-BDC8-DD13-576A-5AEBF41B895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1852A7A-9F5D-C71F-5866-CC450BE7653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5819F44-6C0F-69B4-BE94-2713E0AEE268}"/>
              </a:ext>
            </a:extLst>
          </p:cNvPr>
          <p:cNvSpPr>
            <a:spLocks noGrp="1"/>
          </p:cNvSpPr>
          <p:nvPr>
            <p:ph type="dt" sz="half" idx="10"/>
          </p:nvPr>
        </p:nvSpPr>
        <p:spPr/>
        <p:txBody>
          <a:bodyPr/>
          <a:lstStyle/>
          <a:p>
            <a:fld id="{30E7CB6E-7B6F-4FAD-BDD4-9D0CE79861DD}" type="datetimeFigureOut">
              <a:rPr lang="en-US" smtClean="0"/>
              <a:t>12/27/2023</a:t>
            </a:fld>
            <a:endParaRPr lang="en-US"/>
          </a:p>
        </p:txBody>
      </p:sp>
      <p:sp>
        <p:nvSpPr>
          <p:cNvPr id="5" name="Footer Placeholder 4">
            <a:extLst>
              <a:ext uri="{FF2B5EF4-FFF2-40B4-BE49-F238E27FC236}">
                <a16:creationId xmlns:a16="http://schemas.microsoft.com/office/drawing/2014/main" id="{E857E62B-8FE6-F545-248D-2C985B04B2F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BF44CDC-1CB1-C93E-1C69-6EE1112116AE}"/>
              </a:ext>
            </a:extLst>
          </p:cNvPr>
          <p:cNvSpPr>
            <a:spLocks noGrp="1"/>
          </p:cNvSpPr>
          <p:nvPr>
            <p:ph type="sldNum" sz="quarter" idx="12"/>
          </p:nvPr>
        </p:nvSpPr>
        <p:spPr/>
        <p:txBody>
          <a:bodyPr/>
          <a:lstStyle/>
          <a:p>
            <a:fld id="{8E875563-B00C-4814-AE8E-CF56921A0DE6}" type="slidenum">
              <a:rPr lang="en-US" smtClean="0"/>
              <a:t>‹#›</a:t>
            </a:fld>
            <a:endParaRPr lang="en-US"/>
          </a:p>
        </p:txBody>
      </p:sp>
    </p:spTree>
    <p:extLst>
      <p:ext uri="{BB962C8B-B14F-4D97-AF65-F5344CB8AC3E}">
        <p14:creationId xmlns:p14="http://schemas.microsoft.com/office/powerpoint/2010/main" val="4107178227"/>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D3A8C5-0745-D355-9175-0B7390DAC2B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8AF0E70-3D5F-1D52-ACCD-410B855C4DE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C3235AB-5800-0D54-A980-11B16A389F6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65216A7-8E0F-2E45-5ACE-2F6A118C675A}"/>
              </a:ext>
            </a:extLst>
          </p:cNvPr>
          <p:cNvSpPr>
            <a:spLocks noGrp="1"/>
          </p:cNvSpPr>
          <p:nvPr>
            <p:ph type="dt" sz="half" idx="10"/>
          </p:nvPr>
        </p:nvSpPr>
        <p:spPr/>
        <p:txBody>
          <a:bodyPr/>
          <a:lstStyle/>
          <a:p>
            <a:fld id="{30E7CB6E-7B6F-4FAD-BDD4-9D0CE79861DD}" type="datetimeFigureOut">
              <a:rPr lang="en-US" smtClean="0"/>
              <a:t>12/27/2023</a:t>
            </a:fld>
            <a:endParaRPr lang="en-US"/>
          </a:p>
        </p:txBody>
      </p:sp>
      <p:sp>
        <p:nvSpPr>
          <p:cNvPr id="6" name="Footer Placeholder 5">
            <a:extLst>
              <a:ext uri="{FF2B5EF4-FFF2-40B4-BE49-F238E27FC236}">
                <a16:creationId xmlns:a16="http://schemas.microsoft.com/office/drawing/2014/main" id="{9468FA53-E88F-E9BA-D3D3-C5AAA1B1AD2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20C3C96-A0A7-954D-E717-D844E14C59AD}"/>
              </a:ext>
            </a:extLst>
          </p:cNvPr>
          <p:cNvSpPr>
            <a:spLocks noGrp="1"/>
          </p:cNvSpPr>
          <p:nvPr>
            <p:ph type="sldNum" sz="quarter" idx="12"/>
          </p:nvPr>
        </p:nvSpPr>
        <p:spPr/>
        <p:txBody>
          <a:bodyPr/>
          <a:lstStyle/>
          <a:p>
            <a:fld id="{8E875563-B00C-4814-AE8E-CF56921A0DE6}" type="slidenum">
              <a:rPr lang="en-US" smtClean="0"/>
              <a:t>‹#›</a:t>
            </a:fld>
            <a:endParaRPr lang="en-US"/>
          </a:p>
        </p:txBody>
      </p:sp>
    </p:spTree>
    <p:extLst>
      <p:ext uri="{BB962C8B-B14F-4D97-AF65-F5344CB8AC3E}">
        <p14:creationId xmlns:p14="http://schemas.microsoft.com/office/powerpoint/2010/main" val="2493332930"/>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1F2EAB-2A91-DA52-B898-D2199DA4C46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80A1F96-37F5-4177-FB5E-F3BA71A9CE5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9FCD7C3-9F67-61BE-6079-E6AAE9D62E4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216598F-2169-02EF-6EDD-D65DD1B3E26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CCC9AD2-BC37-4881-DECC-A2AD3554B89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1763B53-BA8E-56A1-7322-D6D07707CB5C}"/>
              </a:ext>
            </a:extLst>
          </p:cNvPr>
          <p:cNvSpPr>
            <a:spLocks noGrp="1"/>
          </p:cNvSpPr>
          <p:nvPr>
            <p:ph type="dt" sz="half" idx="10"/>
          </p:nvPr>
        </p:nvSpPr>
        <p:spPr/>
        <p:txBody>
          <a:bodyPr/>
          <a:lstStyle/>
          <a:p>
            <a:fld id="{30E7CB6E-7B6F-4FAD-BDD4-9D0CE79861DD}" type="datetimeFigureOut">
              <a:rPr lang="en-US" smtClean="0"/>
              <a:t>12/27/2023</a:t>
            </a:fld>
            <a:endParaRPr lang="en-US"/>
          </a:p>
        </p:txBody>
      </p:sp>
      <p:sp>
        <p:nvSpPr>
          <p:cNvPr id="8" name="Footer Placeholder 7">
            <a:extLst>
              <a:ext uri="{FF2B5EF4-FFF2-40B4-BE49-F238E27FC236}">
                <a16:creationId xmlns:a16="http://schemas.microsoft.com/office/drawing/2014/main" id="{B5909EB9-3309-D00A-589C-F8E5CCCC9BA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0C82FCC-91F4-6C0B-507F-52877A136493}"/>
              </a:ext>
            </a:extLst>
          </p:cNvPr>
          <p:cNvSpPr>
            <a:spLocks noGrp="1"/>
          </p:cNvSpPr>
          <p:nvPr>
            <p:ph type="sldNum" sz="quarter" idx="12"/>
          </p:nvPr>
        </p:nvSpPr>
        <p:spPr/>
        <p:txBody>
          <a:bodyPr/>
          <a:lstStyle/>
          <a:p>
            <a:fld id="{8E875563-B00C-4814-AE8E-CF56921A0DE6}" type="slidenum">
              <a:rPr lang="en-US" smtClean="0"/>
              <a:t>‹#›</a:t>
            </a:fld>
            <a:endParaRPr lang="en-US"/>
          </a:p>
        </p:txBody>
      </p:sp>
    </p:spTree>
    <p:extLst>
      <p:ext uri="{BB962C8B-B14F-4D97-AF65-F5344CB8AC3E}">
        <p14:creationId xmlns:p14="http://schemas.microsoft.com/office/powerpoint/2010/main" val="1095613209"/>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E909FE-8C3F-459B-3A02-F5943828FB6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BDFAF2D-3FA2-DAB0-256A-07473760DF3D}"/>
              </a:ext>
            </a:extLst>
          </p:cNvPr>
          <p:cNvSpPr>
            <a:spLocks noGrp="1"/>
          </p:cNvSpPr>
          <p:nvPr>
            <p:ph type="dt" sz="half" idx="10"/>
          </p:nvPr>
        </p:nvSpPr>
        <p:spPr/>
        <p:txBody>
          <a:bodyPr/>
          <a:lstStyle/>
          <a:p>
            <a:fld id="{30E7CB6E-7B6F-4FAD-BDD4-9D0CE79861DD}" type="datetimeFigureOut">
              <a:rPr lang="en-US" smtClean="0"/>
              <a:t>12/27/2023</a:t>
            </a:fld>
            <a:endParaRPr lang="en-US"/>
          </a:p>
        </p:txBody>
      </p:sp>
      <p:sp>
        <p:nvSpPr>
          <p:cNvPr id="4" name="Footer Placeholder 3">
            <a:extLst>
              <a:ext uri="{FF2B5EF4-FFF2-40B4-BE49-F238E27FC236}">
                <a16:creationId xmlns:a16="http://schemas.microsoft.com/office/drawing/2014/main" id="{BD02C9CA-C4A5-0A1E-3094-E11E6C55EEE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BE9E96D-7309-286B-9469-22C62AAE6A58}"/>
              </a:ext>
            </a:extLst>
          </p:cNvPr>
          <p:cNvSpPr>
            <a:spLocks noGrp="1"/>
          </p:cNvSpPr>
          <p:nvPr>
            <p:ph type="sldNum" sz="quarter" idx="12"/>
          </p:nvPr>
        </p:nvSpPr>
        <p:spPr/>
        <p:txBody>
          <a:bodyPr/>
          <a:lstStyle/>
          <a:p>
            <a:fld id="{8E875563-B00C-4814-AE8E-CF56921A0DE6}" type="slidenum">
              <a:rPr lang="en-US" smtClean="0"/>
              <a:t>‹#›</a:t>
            </a:fld>
            <a:endParaRPr lang="en-US"/>
          </a:p>
        </p:txBody>
      </p:sp>
    </p:spTree>
    <p:extLst>
      <p:ext uri="{BB962C8B-B14F-4D97-AF65-F5344CB8AC3E}">
        <p14:creationId xmlns:p14="http://schemas.microsoft.com/office/powerpoint/2010/main" val="3193712890"/>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057B0A3-081B-F016-AB51-CB6179C7943D}"/>
              </a:ext>
            </a:extLst>
          </p:cNvPr>
          <p:cNvSpPr>
            <a:spLocks noGrp="1"/>
          </p:cNvSpPr>
          <p:nvPr>
            <p:ph type="dt" sz="half" idx="10"/>
          </p:nvPr>
        </p:nvSpPr>
        <p:spPr/>
        <p:txBody>
          <a:bodyPr/>
          <a:lstStyle/>
          <a:p>
            <a:fld id="{30E7CB6E-7B6F-4FAD-BDD4-9D0CE79861DD}" type="datetimeFigureOut">
              <a:rPr lang="en-US" smtClean="0"/>
              <a:t>12/27/2023</a:t>
            </a:fld>
            <a:endParaRPr lang="en-US"/>
          </a:p>
        </p:txBody>
      </p:sp>
      <p:sp>
        <p:nvSpPr>
          <p:cNvPr id="3" name="Footer Placeholder 2">
            <a:extLst>
              <a:ext uri="{FF2B5EF4-FFF2-40B4-BE49-F238E27FC236}">
                <a16:creationId xmlns:a16="http://schemas.microsoft.com/office/drawing/2014/main" id="{CC2DF5CA-A85C-DE18-8321-946BBA06E76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8E4F835-4896-E0CA-A28D-E871FB4B998F}"/>
              </a:ext>
            </a:extLst>
          </p:cNvPr>
          <p:cNvSpPr>
            <a:spLocks noGrp="1"/>
          </p:cNvSpPr>
          <p:nvPr>
            <p:ph type="sldNum" sz="quarter" idx="12"/>
          </p:nvPr>
        </p:nvSpPr>
        <p:spPr/>
        <p:txBody>
          <a:bodyPr/>
          <a:lstStyle/>
          <a:p>
            <a:fld id="{8E875563-B00C-4814-AE8E-CF56921A0DE6}" type="slidenum">
              <a:rPr lang="en-US" smtClean="0"/>
              <a:t>‹#›</a:t>
            </a:fld>
            <a:endParaRPr lang="en-US"/>
          </a:p>
        </p:txBody>
      </p:sp>
    </p:spTree>
    <p:extLst>
      <p:ext uri="{BB962C8B-B14F-4D97-AF65-F5344CB8AC3E}">
        <p14:creationId xmlns:p14="http://schemas.microsoft.com/office/powerpoint/2010/main" val="1864151831"/>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7032A4-C094-4A6E-ACCE-11761B06D6E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87C87A6-43AB-D859-AE9F-D2E73348A7D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2214E0C-12B6-633B-33A5-F834545CFF1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4B11855-81AC-5B7B-0069-6310903A23AF}"/>
              </a:ext>
            </a:extLst>
          </p:cNvPr>
          <p:cNvSpPr>
            <a:spLocks noGrp="1"/>
          </p:cNvSpPr>
          <p:nvPr>
            <p:ph type="dt" sz="half" idx="10"/>
          </p:nvPr>
        </p:nvSpPr>
        <p:spPr/>
        <p:txBody>
          <a:bodyPr/>
          <a:lstStyle/>
          <a:p>
            <a:fld id="{30E7CB6E-7B6F-4FAD-BDD4-9D0CE79861DD}" type="datetimeFigureOut">
              <a:rPr lang="en-US" smtClean="0"/>
              <a:t>12/27/2023</a:t>
            </a:fld>
            <a:endParaRPr lang="en-US"/>
          </a:p>
        </p:txBody>
      </p:sp>
      <p:sp>
        <p:nvSpPr>
          <p:cNvPr id="6" name="Footer Placeholder 5">
            <a:extLst>
              <a:ext uri="{FF2B5EF4-FFF2-40B4-BE49-F238E27FC236}">
                <a16:creationId xmlns:a16="http://schemas.microsoft.com/office/drawing/2014/main" id="{38924365-B0DF-E909-5712-ECB7EA74A3E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E00EADC-AA67-4770-89E6-764FE2835E52}"/>
              </a:ext>
            </a:extLst>
          </p:cNvPr>
          <p:cNvSpPr>
            <a:spLocks noGrp="1"/>
          </p:cNvSpPr>
          <p:nvPr>
            <p:ph type="sldNum" sz="quarter" idx="12"/>
          </p:nvPr>
        </p:nvSpPr>
        <p:spPr/>
        <p:txBody>
          <a:bodyPr/>
          <a:lstStyle/>
          <a:p>
            <a:fld id="{8E875563-B00C-4814-AE8E-CF56921A0DE6}" type="slidenum">
              <a:rPr lang="en-US" smtClean="0"/>
              <a:t>‹#›</a:t>
            </a:fld>
            <a:endParaRPr lang="en-US"/>
          </a:p>
        </p:txBody>
      </p:sp>
    </p:spTree>
    <p:extLst>
      <p:ext uri="{BB962C8B-B14F-4D97-AF65-F5344CB8AC3E}">
        <p14:creationId xmlns:p14="http://schemas.microsoft.com/office/powerpoint/2010/main" val="4237247394"/>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81F970-9411-32EF-3FB0-2AC469E80A8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70AC4E2-A6A2-B622-4247-49D23C9AB45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049E7B4-CB3F-639C-BCAF-A87031E9B23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0D33439-B276-C04F-D0C2-6D76089BA1F2}"/>
              </a:ext>
            </a:extLst>
          </p:cNvPr>
          <p:cNvSpPr>
            <a:spLocks noGrp="1"/>
          </p:cNvSpPr>
          <p:nvPr>
            <p:ph type="dt" sz="half" idx="10"/>
          </p:nvPr>
        </p:nvSpPr>
        <p:spPr/>
        <p:txBody>
          <a:bodyPr/>
          <a:lstStyle/>
          <a:p>
            <a:fld id="{30E7CB6E-7B6F-4FAD-BDD4-9D0CE79861DD}" type="datetimeFigureOut">
              <a:rPr lang="en-US" smtClean="0"/>
              <a:t>12/27/2023</a:t>
            </a:fld>
            <a:endParaRPr lang="en-US"/>
          </a:p>
        </p:txBody>
      </p:sp>
      <p:sp>
        <p:nvSpPr>
          <p:cNvPr id="6" name="Footer Placeholder 5">
            <a:extLst>
              <a:ext uri="{FF2B5EF4-FFF2-40B4-BE49-F238E27FC236}">
                <a16:creationId xmlns:a16="http://schemas.microsoft.com/office/drawing/2014/main" id="{51D16CBB-BF67-CA6C-54A5-DA79854F1B8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FC58E6C-10DA-E9AD-5F18-2D095CE05006}"/>
              </a:ext>
            </a:extLst>
          </p:cNvPr>
          <p:cNvSpPr>
            <a:spLocks noGrp="1"/>
          </p:cNvSpPr>
          <p:nvPr>
            <p:ph type="sldNum" sz="quarter" idx="12"/>
          </p:nvPr>
        </p:nvSpPr>
        <p:spPr/>
        <p:txBody>
          <a:bodyPr/>
          <a:lstStyle/>
          <a:p>
            <a:fld id="{8E875563-B00C-4814-AE8E-CF56921A0DE6}" type="slidenum">
              <a:rPr lang="en-US" smtClean="0"/>
              <a:t>‹#›</a:t>
            </a:fld>
            <a:endParaRPr lang="en-US"/>
          </a:p>
        </p:txBody>
      </p:sp>
    </p:spTree>
    <p:extLst>
      <p:ext uri="{BB962C8B-B14F-4D97-AF65-F5344CB8AC3E}">
        <p14:creationId xmlns:p14="http://schemas.microsoft.com/office/powerpoint/2010/main" val="1836164171"/>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A33AC8-5EB8-5FF6-87EF-31ED4AD8BEF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BDD216E-0D54-53D1-58A5-23A1164103A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154AD10-4017-3EA5-A9FE-BA89B1AE686C}"/>
              </a:ext>
            </a:extLst>
          </p:cNvPr>
          <p:cNvSpPr>
            <a:spLocks noGrp="1"/>
          </p:cNvSpPr>
          <p:nvPr>
            <p:ph type="dt" sz="half" idx="10"/>
          </p:nvPr>
        </p:nvSpPr>
        <p:spPr/>
        <p:txBody>
          <a:bodyPr/>
          <a:lstStyle/>
          <a:p>
            <a:fld id="{30E7CB6E-7B6F-4FAD-BDD4-9D0CE79861DD}" type="datetimeFigureOut">
              <a:rPr lang="en-US" smtClean="0"/>
              <a:t>12/27/2023</a:t>
            </a:fld>
            <a:endParaRPr lang="en-US"/>
          </a:p>
        </p:txBody>
      </p:sp>
      <p:sp>
        <p:nvSpPr>
          <p:cNvPr id="5" name="Footer Placeholder 4">
            <a:extLst>
              <a:ext uri="{FF2B5EF4-FFF2-40B4-BE49-F238E27FC236}">
                <a16:creationId xmlns:a16="http://schemas.microsoft.com/office/drawing/2014/main" id="{D10EEF40-4745-FF38-3206-11D79D6EED9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257C770-EAB0-4C36-8BEA-6103B764FF7C}"/>
              </a:ext>
            </a:extLst>
          </p:cNvPr>
          <p:cNvSpPr>
            <a:spLocks noGrp="1"/>
          </p:cNvSpPr>
          <p:nvPr>
            <p:ph type="sldNum" sz="quarter" idx="12"/>
          </p:nvPr>
        </p:nvSpPr>
        <p:spPr/>
        <p:txBody>
          <a:bodyPr/>
          <a:lstStyle/>
          <a:p>
            <a:fld id="{8E875563-B00C-4814-AE8E-CF56921A0DE6}" type="slidenum">
              <a:rPr lang="en-US" smtClean="0"/>
              <a:t>‹#›</a:t>
            </a:fld>
            <a:endParaRPr lang="en-US"/>
          </a:p>
        </p:txBody>
      </p:sp>
    </p:spTree>
    <p:extLst>
      <p:ext uri="{BB962C8B-B14F-4D97-AF65-F5344CB8AC3E}">
        <p14:creationId xmlns:p14="http://schemas.microsoft.com/office/powerpoint/2010/main" val="2945162615"/>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D21AB39-F7C8-F4C7-166E-912656FBC90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D90A689-EC2A-E507-74E1-71CD0805A76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4B033C9-5992-4711-EDBA-A748E2F14FCB}"/>
              </a:ext>
            </a:extLst>
          </p:cNvPr>
          <p:cNvSpPr>
            <a:spLocks noGrp="1"/>
          </p:cNvSpPr>
          <p:nvPr>
            <p:ph type="dt" sz="half" idx="10"/>
          </p:nvPr>
        </p:nvSpPr>
        <p:spPr/>
        <p:txBody>
          <a:bodyPr/>
          <a:lstStyle/>
          <a:p>
            <a:fld id="{30E7CB6E-7B6F-4FAD-BDD4-9D0CE79861DD}" type="datetimeFigureOut">
              <a:rPr lang="en-US" smtClean="0"/>
              <a:t>12/27/2023</a:t>
            </a:fld>
            <a:endParaRPr lang="en-US"/>
          </a:p>
        </p:txBody>
      </p:sp>
      <p:sp>
        <p:nvSpPr>
          <p:cNvPr id="5" name="Footer Placeholder 4">
            <a:extLst>
              <a:ext uri="{FF2B5EF4-FFF2-40B4-BE49-F238E27FC236}">
                <a16:creationId xmlns:a16="http://schemas.microsoft.com/office/drawing/2014/main" id="{88DE4844-7F3C-1A50-562A-143A80D4CAA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8913717-791F-3853-A9A4-E2F8F80B2655}"/>
              </a:ext>
            </a:extLst>
          </p:cNvPr>
          <p:cNvSpPr>
            <a:spLocks noGrp="1"/>
          </p:cNvSpPr>
          <p:nvPr>
            <p:ph type="sldNum" sz="quarter" idx="12"/>
          </p:nvPr>
        </p:nvSpPr>
        <p:spPr/>
        <p:txBody>
          <a:bodyPr/>
          <a:lstStyle/>
          <a:p>
            <a:fld id="{8E875563-B00C-4814-AE8E-CF56921A0DE6}" type="slidenum">
              <a:rPr lang="en-US" smtClean="0"/>
              <a:t>‹#›</a:t>
            </a:fld>
            <a:endParaRPr lang="en-US"/>
          </a:p>
        </p:txBody>
      </p:sp>
    </p:spTree>
    <p:extLst>
      <p:ext uri="{BB962C8B-B14F-4D97-AF65-F5344CB8AC3E}">
        <p14:creationId xmlns:p14="http://schemas.microsoft.com/office/powerpoint/2010/main" val="1501333590"/>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tags" Target="../tags/tag2.xml"/><Relationship Id="rId50" Type="http://schemas.openxmlformats.org/officeDocument/2006/relationships/tags" Target="../tags/tag5.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54"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image" Target="../media/image1.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tags" Target="../tags/tag4.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tags" Target="../tags/tag7.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tags" Target="../tags/tag3.xml"/><Relationship Id="rId8" Type="http://schemas.openxmlformats.org/officeDocument/2006/relationships/slideLayout" Target="../slideLayouts/slideLayout8.xml"/><Relationship Id="rId51" Type="http://schemas.openxmlformats.org/officeDocument/2006/relationships/tags" Target="../tags/tag6.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53.xml"/><Relationship Id="rId3" Type="http://schemas.openxmlformats.org/officeDocument/2006/relationships/slideLayout" Target="../slideLayouts/slideLayout48.xml"/><Relationship Id="rId7" Type="http://schemas.openxmlformats.org/officeDocument/2006/relationships/slideLayout" Target="../slideLayouts/slideLayout52.xml"/><Relationship Id="rId12" Type="http://schemas.openxmlformats.org/officeDocument/2006/relationships/theme" Target="../theme/theme2.xml"/><Relationship Id="rId2" Type="http://schemas.openxmlformats.org/officeDocument/2006/relationships/slideLayout" Target="../slideLayouts/slideLayout47.xml"/><Relationship Id="rId1" Type="http://schemas.openxmlformats.org/officeDocument/2006/relationships/slideLayout" Target="../slideLayouts/slideLayout46.xml"/><Relationship Id="rId6" Type="http://schemas.openxmlformats.org/officeDocument/2006/relationships/slideLayout" Target="../slideLayouts/slideLayout51.xml"/><Relationship Id="rId11" Type="http://schemas.openxmlformats.org/officeDocument/2006/relationships/slideLayout" Target="../slideLayouts/slideLayout56.xml"/><Relationship Id="rId5" Type="http://schemas.openxmlformats.org/officeDocument/2006/relationships/slideLayout" Target="../slideLayouts/slideLayout50.xml"/><Relationship Id="rId10" Type="http://schemas.openxmlformats.org/officeDocument/2006/relationships/slideLayout" Target="../slideLayouts/slideLayout55.xml"/><Relationship Id="rId4" Type="http://schemas.openxmlformats.org/officeDocument/2006/relationships/slideLayout" Target="../slideLayouts/slideLayout49.xml"/><Relationship Id="rId9" Type="http://schemas.openxmlformats.org/officeDocument/2006/relationships/slideLayout" Target="../slideLayouts/slideLayout5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custDataLst>
              <p:tags r:id="rId47"/>
            </p:custDataLst>
          </p:nvPr>
        </p:nvSpPr>
        <p:spPr>
          <a:xfrm>
            <a:off x="457200" y="0"/>
            <a:ext cx="11277922" cy="1005840"/>
          </a:xfrm>
          <a:prstGeom prst="rect">
            <a:avLst/>
          </a:prstGeom>
        </p:spPr>
        <p:txBody>
          <a:bodyPr vert="horz" lIns="91440" tIns="45720" rIns="91440" bIns="45720" rtlCol="0" anchor="b">
            <a:normAutofit/>
          </a:bodyPr>
          <a:lstStyle/>
          <a:p>
            <a:r>
              <a:rPr lang="en-US"/>
              <a:t>Click to edit Master title style</a:t>
            </a:r>
            <a:endParaRPr/>
          </a:p>
        </p:txBody>
      </p:sp>
      <p:sp>
        <p:nvSpPr>
          <p:cNvPr id="3" name="Text Placeholder 2"/>
          <p:cNvSpPr>
            <a:spLocks noGrp="1"/>
          </p:cNvSpPr>
          <p:nvPr>
            <p:ph type="body" idx="1"/>
            <p:custDataLst>
              <p:tags r:id="rId48"/>
            </p:custDataLst>
          </p:nvPr>
        </p:nvSpPr>
        <p:spPr>
          <a:xfrm>
            <a:off x="456555" y="1554480"/>
            <a:ext cx="11278244" cy="4846320"/>
          </a:xfrm>
          <a:prstGeom prst="rect">
            <a:avLst/>
          </a:prstGeom>
        </p:spPr>
        <p:txBody>
          <a:bodyPr vert="horz" lIns="91440" tIns="45720" rIns="91440" bIns="45720" rtlCol="0">
            <a:noAutofit/>
          </a:bodyPr>
          <a:lstStyle/>
          <a:p>
            <a:pPr marL="288925" lvl="0" indent="-288925">
              <a:spcBef>
                <a:spcPts val="0"/>
              </a:spcBef>
              <a:spcAft>
                <a:spcPts val="600"/>
              </a:spcAft>
              <a:tabLst/>
            </a:pPr>
            <a:r>
              <a:t>Edit Master text styles</a:t>
            </a:r>
            <a:endParaRPr lang="en-US"/>
          </a:p>
          <a:p>
            <a:pPr marL="690563" lvl="1" indent="-327025">
              <a:tabLst/>
            </a:pPr>
            <a:r>
              <a:rPr lang="en-US"/>
              <a:t>Second level</a:t>
            </a:r>
          </a:p>
          <a:p>
            <a:pPr marL="914400" lvl="2" indent="-223838">
              <a:tabLst>
                <a:tab pos="736600" algn="l"/>
              </a:tabLst>
            </a:pPr>
            <a:r>
              <a:t>Third level</a:t>
            </a:r>
          </a:p>
          <a:p>
            <a:pPr lvl="3"/>
            <a:r>
              <a:t>Fourth level</a:t>
            </a:r>
          </a:p>
        </p:txBody>
      </p:sp>
      <p:sp>
        <p:nvSpPr>
          <p:cNvPr id="26" name="TaggedShape" hidden="1"/>
          <p:cNvSpPr/>
          <p:nvPr>
            <p:custDataLst>
              <p:tags r:id="rId49"/>
            </p:custDataLst>
          </p:nvPr>
        </p:nvSpPr>
        <p:spPr>
          <a:xfrm>
            <a:off x="0" y="0"/>
            <a:ext cx="127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4" name="Freeform: Shape 23">
            <a:extLst>
              <a:ext uri="{FF2B5EF4-FFF2-40B4-BE49-F238E27FC236}">
                <a16:creationId xmlns:a16="http://schemas.microsoft.com/office/drawing/2014/main" id="{82E1CD3D-0785-471B-BAE5-08555AEDFFE1}"/>
              </a:ext>
            </a:extLst>
          </p:cNvPr>
          <p:cNvSpPr/>
          <p:nvPr>
            <p:custDataLst>
              <p:tags r:id="rId50"/>
            </p:custDataLst>
          </p:nvPr>
        </p:nvSpPr>
        <p:spPr>
          <a:xfrm>
            <a:off x="-1588" y="6629402"/>
            <a:ext cx="458788" cy="228599"/>
          </a:xfrm>
          <a:custGeom>
            <a:avLst/>
            <a:gdLst>
              <a:gd name="connsiteX0" fmla="*/ 0 w 458788"/>
              <a:gd name="connsiteY0" fmla="*/ 0 h 228599"/>
              <a:gd name="connsiteX1" fmla="*/ 458788 w 458788"/>
              <a:gd name="connsiteY1" fmla="*/ 0 h 228599"/>
              <a:gd name="connsiteX2" fmla="*/ 375500 w 458788"/>
              <a:gd name="connsiteY2" fmla="*/ 228599 h 228599"/>
              <a:gd name="connsiteX3" fmla="*/ 0 w 458788"/>
              <a:gd name="connsiteY3" fmla="*/ 228599 h 228599"/>
              <a:gd name="connsiteX4" fmla="*/ 0 w 458788"/>
              <a:gd name="connsiteY4" fmla="*/ 0 h 2285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8788" h="228599">
                <a:moveTo>
                  <a:pt x="0" y="0"/>
                </a:moveTo>
                <a:lnTo>
                  <a:pt x="458788" y="0"/>
                </a:lnTo>
                <a:lnTo>
                  <a:pt x="375500" y="228599"/>
                </a:lnTo>
                <a:lnTo>
                  <a:pt x="0" y="228599"/>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5" name="TextBox 24">
            <a:extLst>
              <a:ext uri="{FF2B5EF4-FFF2-40B4-BE49-F238E27FC236}">
                <a16:creationId xmlns:a16="http://schemas.microsoft.com/office/drawing/2014/main" id="{B3A2F83E-0A95-4F8C-83F7-96DB28AE052D}"/>
              </a:ext>
            </a:extLst>
          </p:cNvPr>
          <p:cNvSpPr txBox="1"/>
          <p:nvPr userDrawn="1"/>
        </p:nvSpPr>
        <p:spPr>
          <a:xfrm>
            <a:off x="11734800" y="6546025"/>
            <a:ext cx="637769" cy="252862"/>
          </a:xfrm>
          <a:prstGeom prst="rect">
            <a:avLst/>
          </a:prstGeom>
          <a:noFill/>
        </p:spPr>
        <p:txBody>
          <a:bodyPr wrap="square" lIns="0" bIns="0" rtlCol="0" anchor="b"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fld id="{E25CA445-514E-4DFF-A2F5-DA1F4FE7C8A4}" type="slidenum">
              <a:rPr kumimoji="0" lang="en-US" sz="1600" b="1" i="0" u="none" strike="noStrike" kern="0" cap="none" spc="0" normalizeH="0" baseline="0" noProof="0" smtClean="0">
                <a:ln>
                  <a:noFill/>
                </a:ln>
                <a:solidFill>
                  <a:schemeClr val="tx1">
                    <a:lumMod val="50000"/>
                    <a:lumOff val="50000"/>
                  </a:schemeClr>
                </a:solidFill>
                <a:effectLst/>
                <a:uLnTx/>
                <a:uFillTx/>
              </a:rPr>
              <a:pPr marL="0" marR="0" lvl="0" indent="0" defTabSz="914400" eaLnBrk="1" fontAlgn="auto" latinLnBrk="0" hangingPunct="1">
                <a:lnSpc>
                  <a:spcPct val="100000"/>
                </a:lnSpc>
                <a:spcBef>
                  <a:spcPts val="0"/>
                </a:spcBef>
                <a:spcAft>
                  <a:spcPts val="0"/>
                </a:spcAft>
                <a:buClrTx/>
                <a:buSzTx/>
                <a:buFontTx/>
                <a:buNone/>
                <a:tabLst/>
                <a:defRPr/>
              </a:pPr>
              <a:t>‹#›</a:t>
            </a:fld>
            <a:endParaRPr kumimoji="0" lang="en-US" sz="1600" b="1" i="0" u="none" strike="noStrike" kern="0" cap="none" spc="0" normalizeH="0" baseline="0" noProof="0">
              <a:ln>
                <a:noFill/>
              </a:ln>
              <a:solidFill>
                <a:schemeClr val="tx1">
                  <a:lumMod val="50000"/>
                  <a:lumOff val="50000"/>
                </a:schemeClr>
              </a:solidFill>
              <a:effectLst/>
              <a:uLnTx/>
              <a:uFillTx/>
            </a:endParaRPr>
          </a:p>
        </p:txBody>
      </p:sp>
      <p:pic>
        <p:nvPicPr>
          <p:cNvPr id="5" name="Picture 4">
            <a:extLst>
              <a:ext uri="{FF2B5EF4-FFF2-40B4-BE49-F238E27FC236}">
                <a16:creationId xmlns:a16="http://schemas.microsoft.com/office/drawing/2014/main" id="{0E06A84C-8E1E-43BB-9946-7D7858A92078}"/>
              </a:ext>
            </a:extLst>
          </p:cNvPr>
          <p:cNvPicPr>
            <a:picLocks noChangeAspect="1"/>
          </p:cNvPicPr>
          <p:nvPr userDrawn="1"/>
        </p:nvPicPr>
        <p:blipFill>
          <a:blip r:embed="rId53"/>
          <a:stretch>
            <a:fillRect/>
          </a:stretch>
        </p:blipFill>
        <p:spPr>
          <a:xfrm>
            <a:off x="521037" y="6689589"/>
            <a:ext cx="634039" cy="134124"/>
          </a:xfrm>
          <a:prstGeom prst="rect">
            <a:avLst/>
          </a:prstGeom>
        </p:spPr>
      </p:pic>
      <p:sp>
        <p:nvSpPr>
          <p:cNvPr id="9" name="ConStatement">
            <a:extLst>
              <a:ext uri="{FF2B5EF4-FFF2-40B4-BE49-F238E27FC236}">
                <a16:creationId xmlns:a16="http://schemas.microsoft.com/office/drawing/2014/main" id="{B9E42BCE-96A2-4259-9F28-FB818DA0D285}"/>
              </a:ext>
            </a:extLst>
          </p:cNvPr>
          <p:cNvSpPr txBox="1"/>
          <p:nvPr userDrawn="1">
            <p:custDataLst>
              <p:tags r:id="rId51"/>
            </p:custDataLst>
          </p:nvPr>
        </p:nvSpPr>
        <p:spPr>
          <a:xfrm>
            <a:off x="5086350" y="6605464"/>
            <a:ext cx="2019300" cy="245794"/>
          </a:xfrm>
          <a:prstGeom prst="rect">
            <a:avLst/>
          </a:prstGeom>
          <a:noFill/>
        </p:spPr>
        <p:txBody>
          <a:bodyPr vert="horz" wrap="none" lIns="91440" tIns="45720" rIns="91440" bIns="45720" rtlCol="0" anchor="ctr">
            <a:noAutofit/>
          </a:bodyPr>
          <a:lstStyle/>
          <a:p>
            <a:pPr algn="ctr"/>
            <a:r>
              <a:rPr sz="800">
                <a:solidFill>
                  <a:schemeClr val="bg1">
                    <a:lumMod val="65000"/>
                  </a:schemeClr>
                </a:solidFill>
                <a:latin typeface="Arial"/>
              </a:rPr>
              <a:t>Synopsys </a:t>
            </a:r>
            <a:r>
              <a:rPr lang="en-US" sz="800">
                <a:solidFill>
                  <a:schemeClr val="bg1">
                    <a:lumMod val="65000"/>
                  </a:schemeClr>
                </a:solidFill>
                <a:latin typeface="Arial"/>
              </a:rPr>
              <a:t>University Courseware</a:t>
            </a:r>
            <a:br>
              <a:rPr lang="en-US" sz="800">
                <a:solidFill>
                  <a:schemeClr val="bg1">
                    <a:lumMod val="65000"/>
                  </a:schemeClr>
                </a:solidFill>
                <a:latin typeface="Arial"/>
              </a:rPr>
            </a:br>
            <a:r>
              <a:rPr lang="en-US" sz="800">
                <a:solidFill>
                  <a:schemeClr val="bg1">
                    <a:lumMod val="65000"/>
                  </a:schemeClr>
                </a:solidFill>
                <a:latin typeface="Arial"/>
              </a:rPr>
              <a:t>Developed by: </a:t>
            </a:r>
            <a:r>
              <a:rPr lang="en-US" sz="800" err="1">
                <a:solidFill>
                  <a:schemeClr val="bg1">
                    <a:lumMod val="65000"/>
                  </a:schemeClr>
                </a:solidFill>
                <a:latin typeface="Arial"/>
              </a:rPr>
              <a:t>Vazgen</a:t>
            </a:r>
            <a:r>
              <a:rPr lang="en-US" sz="800">
                <a:solidFill>
                  <a:schemeClr val="bg1">
                    <a:lumMod val="65000"/>
                  </a:schemeClr>
                </a:solidFill>
                <a:latin typeface="Arial"/>
              </a:rPr>
              <a:t> </a:t>
            </a:r>
            <a:r>
              <a:rPr lang="en-US" sz="800" err="1">
                <a:solidFill>
                  <a:schemeClr val="bg1">
                    <a:lumMod val="65000"/>
                  </a:schemeClr>
                </a:solidFill>
                <a:latin typeface="Arial"/>
              </a:rPr>
              <a:t>Melikyan</a:t>
            </a:r>
            <a:endParaRPr sz="800">
              <a:solidFill>
                <a:schemeClr val="bg1">
                  <a:lumMod val="65000"/>
                </a:schemeClr>
              </a:solidFill>
              <a:latin typeface="Arial"/>
            </a:endParaRPr>
          </a:p>
        </p:txBody>
      </p:sp>
      <p:sp>
        <p:nvSpPr>
          <p:cNvPr id="10" name="ConStatement">
            <a:extLst>
              <a:ext uri="{FF2B5EF4-FFF2-40B4-BE49-F238E27FC236}">
                <a16:creationId xmlns:a16="http://schemas.microsoft.com/office/drawing/2014/main" id="{0E3FE523-B587-4715-8B86-1BEC0FA2C878}"/>
              </a:ext>
            </a:extLst>
          </p:cNvPr>
          <p:cNvSpPr txBox="1"/>
          <p:nvPr userDrawn="1">
            <p:custDataLst>
              <p:tags r:id="rId52"/>
            </p:custDataLst>
          </p:nvPr>
        </p:nvSpPr>
        <p:spPr>
          <a:xfrm>
            <a:off x="9852658" y="6605463"/>
            <a:ext cx="1386842" cy="245794"/>
          </a:xfrm>
          <a:prstGeom prst="rect">
            <a:avLst/>
          </a:prstGeom>
          <a:noFill/>
        </p:spPr>
        <p:txBody>
          <a:bodyPr vert="horz" wrap="none" lIns="91440" tIns="45720" rIns="91440" bIns="45720" rtlCol="0" anchor="ctr">
            <a:noAutofit/>
          </a:bodyPr>
          <a:lstStyle/>
          <a:p>
            <a:pPr algn="ctr"/>
            <a:r>
              <a:rPr lang="en-US" sz="800">
                <a:solidFill>
                  <a:schemeClr val="bg1">
                    <a:lumMod val="65000"/>
                  </a:schemeClr>
                </a:solidFill>
              </a:rPr>
              <a:t>© 2023 All rights reserved..</a:t>
            </a:r>
          </a:p>
        </p:txBody>
      </p:sp>
      <p:pic>
        <p:nvPicPr>
          <p:cNvPr id="11" name="Picture 10">
            <a:extLst>
              <a:ext uri="{FF2B5EF4-FFF2-40B4-BE49-F238E27FC236}">
                <a16:creationId xmlns:a16="http://schemas.microsoft.com/office/drawing/2014/main" id="{AB9DE700-3DB5-446B-B590-7D6007F7DD5B}"/>
              </a:ext>
            </a:extLst>
          </p:cNvPr>
          <p:cNvPicPr/>
          <p:nvPr userDrawn="1"/>
        </p:nvPicPr>
        <p:blipFill>
          <a:blip r:embed="rId54">
            <a:extLst>
              <a:ext uri="{28A0092B-C50C-407E-A947-70E740481C1C}">
                <a14:useLocalDpi xmlns:a14="http://schemas.microsoft.com/office/drawing/2010/main" val="0"/>
              </a:ext>
            </a:extLst>
          </a:blip>
          <a:srcRect/>
          <a:stretch>
            <a:fillRect/>
          </a:stretch>
        </p:blipFill>
        <p:spPr bwMode="auto">
          <a:xfrm>
            <a:off x="1322704" y="6605463"/>
            <a:ext cx="508000" cy="197485"/>
          </a:xfrm>
          <a:prstGeom prst="rect">
            <a:avLst/>
          </a:prstGeom>
          <a:noFill/>
          <a:ln>
            <a:noFill/>
          </a:ln>
        </p:spPr>
      </p:pic>
      <p:cxnSp>
        <p:nvCxnSpPr>
          <p:cNvPr id="6" name="Straight Connector 5">
            <a:extLst>
              <a:ext uri="{FF2B5EF4-FFF2-40B4-BE49-F238E27FC236}">
                <a16:creationId xmlns:a16="http://schemas.microsoft.com/office/drawing/2014/main" id="{FFD62681-087E-4747-9D5B-1C2EE9038396}"/>
              </a:ext>
            </a:extLst>
          </p:cNvPr>
          <p:cNvCxnSpPr>
            <a:cxnSpLocks/>
          </p:cNvCxnSpPr>
          <p:nvPr userDrawn="1"/>
        </p:nvCxnSpPr>
        <p:spPr>
          <a:xfrm>
            <a:off x="1245327" y="6546025"/>
            <a:ext cx="0" cy="252862"/>
          </a:xfrm>
          <a:prstGeom prst="line">
            <a:avLst/>
          </a:prstGeom>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99936984"/>
      </p:ext>
    </p:extLst>
  </p:cSld>
  <p:clrMap bg1="lt1" tx1="dk1" bg2="lt2" tx2="dk2" accent1="accent1" accent2="accent2" accent3="accent3" accent4="accent4" accent5="accent5" accent6="accent6" hlink="hlink" folHlink="folHlink"/>
  <p:sldLayoutIdLst>
    <p:sldLayoutId id="2147483729" r:id="rId1"/>
    <p:sldLayoutId id="2147483730" r:id="rId2"/>
    <p:sldLayoutId id="2147483731" r:id="rId3"/>
    <p:sldLayoutId id="2147483732" r:id="rId4"/>
    <p:sldLayoutId id="2147483733" r:id="rId5"/>
    <p:sldLayoutId id="2147483734" r:id="rId6"/>
    <p:sldLayoutId id="2147483735" r:id="rId7"/>
    <p:sldLayoutId id="2147483736" r:id="rId8"/>
    <p:sldLayoutId id="2147483737" r:id="rId9"/>
    <p:sldLayoutId id="2147483738" r:id="rId10"/>
    <p:sldLayoutId id="2147483739" r:id="rId11"/>
    <p:sldLayoutId id="2147483740" r:id="rId12"/>
    <p:sldLayoutId id="2147483741" r:id="rId13"/>
    <p:sldLayoutId id="2147483742" r:id="rId14"/>
    <p:sldLayoutId id="2147483743" r:id="rId15"/>
    <p:sldLayoutId id="2147483744" r:id="rId16"/>
    <p:sldLayoutId id="2147483745" r:id="rId17"/>
    <p:sldLayoutId id="2147483746" r:id="rId18"/>
    <p:sldLayoutId id="2147483747" r:id="rId19"/>
    <p:sldLayoutId id="2147483748" r:id="rId20"/>
    <p:sldLayoutId id="2147483749" r:id="rId21"/>
    <p:sldLayoutId id="2147483750" r:id="rId22"/>
    <p:sldLayoutId id="2147483751" r:id="rId23"/>
    <p:sldLayoutId id="2147483752" r:id="rId24"/>
    <p:sldLayoutId id="2147483754" r:id="rId25"/>
    <p:sldLayoutId id="2147483756" r:id="rId26"/>
    <p:sldLayoutId id="2147483771" r:id="rId27"/>
    <p:sldLayoutId id="2147483772" r:id="rId28"/>
    <p:sldLayoutId id="2147483773" r:id="rId29"/>
    <p:sldLayoutId id="2147483774" r:id="rId30"/>
    <p:sldLayoutId id="2147483775" r:id="rId31"/>
    <p:sldLayoutId id="2147483776" r:id="rId32"/>
    <p:sldLayoutId id="2147483777" r:id="rId33"/>
    <p:sldLayoutId id="2147483778" r:id="rId34"/>
    <p:sldLayoutId id="2147483779" r:id="rId35"/>
    <p:sldLayoutId id="2147483780" r:id="rId36"/>
    <p:sldLayoutId id="2147483781" r:id="rId37"/>
    <p:sldLayoutId id="2147483784" r:id="rId38"/>
    <p:sldLayoutId id="2147483785" r:id="rId39"/>
    <p:sldLayoutId id="2147483786" r:id="rId40"/>
    <p:sldLayoutId id="2147483787" r:id="rId41"/>
    <p:sldLayoutId id="2147483788" r:id="rId42"/>
    <p:sldLayoutId id="2147483789" r:id="rId43"/>
    <p:sldLayoutId id="2147483790" r:id="rId44"/>
    <p:sldLayoutId id="2147483791" r:id="rId45"/>
  </p:sldLayoutIdLst>
  <p:txStyles>
    <p:titleStyle>
      <a:lvl1pPr algn="l" defTabSz="914400" rtl="0" eaLnBrk="1" latinLnBrk="0" hangingPunct="1">
        <a:lnSpc>
          <a:spcPct val="100000"/>
        </a:lnSpc>
        <a:spcBef>
          <a:spcPct val="0"/>
        </a:spcBef>
        <a:buNone/>
        <a:defRPr sz="3200" b="0" kern="1200">
          <a:solidFill>
            <a:schemeClr val="tx1"/>
          </a:solidFill>
          <a:latin typeface="+mj-lt"/>
          <a:ea typeface="+mj-ea"/>
          <a:cs typeface="+mj-cs"/>
        </a:defRPr>
      </a:lvl1pPr>
    </p:titleStyle>
    <p:bodyStyle>
      <a:lvl1pPr marL="365760" indent="-365760" algn="l" defTabSz="914400" rtl="0" eaLnBrk="1" latinLnBrk="0" hangingPunct="1">
        <a:lnSpc>
          <a:spcPct val="100000"/>
        </a:lnSpc>
        <a:spcBef>
          <a:spcPts val="600"/>
        </a:spcBef>
        <a:spcAft>
          <a:spcPts val="1200"/>
        </a:spcAft>
        <a:buClr>
          <a:schemeClr val="accent6"/>
        </a:buClr>
        <a:buSzPct val="75000"/>
        <a:buFont typeface="Wingdings" panose="05000000000000000000" pitchFamily="2" charset="2"/>
        <a:buChar char=""/>
        <a:defRPr sz="2400" kern="1200" baseline="0" dirty="0">
          <a:solidFill>
            <a:schemeClr val="tx1"/>
          </a:solidFill>
          <a:latin typeface="+mn-lt"/>
          <a:ea typeface="+mn-ea"/>
          <a:cs typeface="+mn-cs"/>
        </a:defRPr>
      </a:lvl1pPr>
      <a:lvl2pPr marL="706438" indent="-342900" algn="l" defTabSz="914400" rtl="0" eaLnBrk="1" latinLnBrk="0" hangingPunct="1">
        <a:lnSpc>
          <a:spcPct val="100000"/>
        </a:lnSpc>
        <a:spcBef>
          <a:spcPts val="0"/>
        </a:spcBef>
        <a:spcAft>
          <a:spcPts val="600"/>
        </a:spcAft>
        <a:buClr>
          <a:schemeClr val="tx1"/>
        </a:buClr>
        <a:buSzPct val="70000"/>
        <a:buFont typeface="Wingdings" panose="05000000000000000000" pitchFamily="2" charset="2"/>
        <a:buChar char=""/>
        <a:defRPr sz="2000" kern="1200" dirty="0">
          <a:solidFill>
            <a:schemeClr val="tx1"/>
          </a:solidFill>
          <a:latin typeface="+mn-lt"/>
          <a:ea typeface="+mn-ea"/>
          <a:cs typeface="+mn-cs"/>
        </a:defRPr>
      </a:lvl2pPr>
      <a:lvl3pPr marL="914400" indent="-274320" algn="l" defTabSz="914400" rtl="0" eaLnBrk="1" latinLnBrk="0" hangingPunct="1">
        <a:lnSpc>
          <a:spcPct val="100000"/>
        </a:lnSpc>
        <a:spcBef>
          <a:spcPts val="0"/>
        </a:spcBef>
        <a:spcAft>
          <a:spcPts val="600"/>
        </a:spcAft>
        <a:buClr>
          <a:schemeClr val="tx1"/>
        </a:buClr>
        <a:buSzPct val="60000"/>
        <a:buFont typeface="Wingdings" panose="05000000000000000000" pitchFamily="2" charset="2"/>
        <a:buChar char=""/>
        <a:defRPr sz="1800" kern="1200" dirty="0">
          <a:solidFill>
            <a:schemeClr val="tx1"/>
          </a:solidFill>
          <a:latin typeface="+mn-lt"/>
          <a:ea typeface="+mn-ea"/>
          <a:cs typeface="+mn-cs"/>
        </a:defRPr>
      </a:lvl3pPr>
      <a:lvl4pPr marL="1097280" indent="-274320" algn="l" defTabSz="914400" rtl="0" eaLnBrk="1" latinLnBrk="0" hangingPunct="1">
        <a:lnSpc>
          <a:spcPct val="100000"/>
        </a:lnSpc>
        <a:spcBef>
          <a:spcPts val="0"/>
        </a:spcBef>
        <a:spcAft>
          <a:spcPts val="600"/>
        </a:spcAft>
        <a:buClr>
          <a:schemeClr val="tx1"/>
        </a:buClr>
        <a:buFont typeface="Arial" panose="020B0604020202020204" pitchFamily="34" charset="0"/>
        <a:buChar char="–"/>
        <a:tabLst/>
        <a:defRPr sz="1600" kern="1200" dirty="0">
          <a:solidFill>
            <a:schemeClr val="tx1"/>
          </a:solidFill>
          <a:latin typeface="+mn-lt"/>
          <a:ea typeface="+mn-ea"/>
          <a:cs typeface="+mn-cs"/>
        </a:defRPr>
      </a:lvl4pPr>
      <a:lvl5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600" kern="1200" dirty="0">
          <a:solidFill>
            <a:schemeClr val="tx1"/>
          </a:solidFill>
          <a:latin typeface="+mn-lt"/>
          <a:ea typeface="+mn-ea"/>
          <a:cs typeface="+mn-cs"/>
        </a:defRPr>
      </a:lvl5pPr>
      <a:lvl6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400" kern="1200" dirty="0">
          <a:solidFill>
            <a:schemeClr val="tx1"/>
          </a:solidFill>
          <a:latin typeface="+mn-lt"/>
          <a:ea typeface="+mn-ea"/>
          <a:cs typeface="+mn-cs"/>
        </a:defRPr>
      </a:lvl6pPr>
      <a:lvl7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400" kern="1200" dirty="0">
          <a:solidFill>
            <a:schemeClr val="tx1"/>
          </a:solidFill>
          <a:latin typeface="+mn-lt"/>
          <a:ea typeface="+mn-ea"/>
          <a:cs typeface="+mn-cs"/>
        </a:defRPr>
      </a:lvl7pPr>
      <a:lvl8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400" kern="1200" dirty="0">
          <a:solidFill>
            <a:schemeClr val="tx1"/>
          </a:solidFill>
          <a:latin typeface="+mn-lt"/>
          <a:ea typeface="+mn-ea"/>
          <a:cs typeface="+mn-cs"/>
        </a:defRPr>
      </a:lvl8pPr>
      <a:lvl9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400" kern="1200" dirty="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A4A3A4"/>
          </p15:clr>
        </p15:guide>
        <p15:guide id="3" pos="3840">
          <p15:clr>
            <a:srgbClr val="A4A3A4"/>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1046FA1-A20F-2F07-D73A-B69B48D171F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7291EC3-C41A-E87B-D2E2-393D50812AA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D8559F0-5B42-7FDF-3F10-1A135A5DE3F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0E7CB6E-7B6F-4FAD-BDD4-9D0CE79861DD}" type="datetimeFigureOut">
              <a:rPr lang="en-US" smtClean="0"/>
              <a:t>12/27/2023</a:t>
            </a:fld>
            <a:endParaRPr lang="en-US"/>
          </a:p>
        </p:txBody>
      </p:sp>
      <p:sp>
        <p:nvSpPr>
          <p:cNvPr id="5" name="Footer Placeholder 4">
            <a:extLst>
              <a:ext uri="{FF2B5EF4-FFF2-40B4-BE49-F238E27FC236}">
                <a16:creationId xmlns:a16="http://schemas.microsoft.com/office/drawing/2014/main" id="{E724034B-01CB-5600-CA84-7B07976A58C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4D86DB71-E41A-D4BE-A634-C903E7D60D5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E875563-B00C-4814-AE8E-CF56921A0DE6}" type="slidenum">
              <a:rPr lang="en-US" smtClean="0"/>
              <a:t>‹#›</a:t>
            </a:fld>
            <a:endParaRPr lang="en-US"/>
          </a:p>
        </p:txBody>
      </p:sp>
    </p:spTree>
    <p:extLst>
      <p:ext uri="{BB962C8B-B14F-4D97-AF65-F5344CB8AC3E}">
        <p14:creationId xmlns:p14="http://schemas.microsoft.com/office/powerpoint/2010/main" val="3595432142"/>
      </p:ext>
    </p:extLst>
  </p:cSld>
  <p:clrMap bg1="lt1" tx1="dk1" bg2="lt2" tx2="dk2" accent1="accent1" accent2="accent2" accent3="accent3" accent4="accent4" accent5="accent5" accent6="accent6" hlink="hlink" folHlink="folHlink"/>
  <p:sldLayoutIdLst>
    <p:sldLayoutId id="2147483758" r:id="rId1"/>
    <p:sldLayoutId id="2147483759" r:id="rId2"/>
    <p:sldLayoutId id="2147483760" r:id="rId3"/>
    <p:sldLayoutId id="2147483761" r:id="rId4"/>
    <p:sldLayoutId id="2147483762" r:id="rId5"/>
    <p:sldLayoutId id="2147483763" r:id="rId6"/>
    <p:sldLayoutId id="2147483764" r:id="rId7"/>
    <p:sldLayoutId id="2147483765" r:id="rId8"/>
    <p:sldLayoutId id="2147483766" r:id="rId9"/>
    <p:sldLayoutId id="2147483767" r:id="rId10"/>
    <p:sldLayoutId id="2147483768"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E57029A5-06D2-3C49-B4AC-21E19BD240D1}"/>
              </a:ext>
            </a:extLst>
          </p:cNvPr>
          <p:cNvSpPr>
            <a:spLocks noGrp="1"/>
          </p:cNvSpPr>
          <p:nvPr>
            <p:ph type="body" sz="quarter" idx="10"/>
          </p:nvPr>
        </p:nvSpPr>
        <p:spPr/>
        <p:txBody>
          <a:bodyPr/>
          <a:lstStyle/>
          <a:p>
            <a:r>
              <a:rPr lang="en-US"/>
              <a:t>Synopsys Armenia Educational Department</a:t>
            </a:r>
          </a:p>
        </p:txBody>
      </p:sp>
      <p:sp>
        <p:nvSpPr>
          <p:cNvPr id="4" name="Title 3">
            <a:extLst>
              <a:ext uri="{FF2B5EF4-FFF2-40B4-BE49-F238E27FC236}">
                <a16:creationId xmlns:a16="http://schemas.microsoft.com/office/drawing/2014/main" id="{E4708717-478B-BB4E-8370-FD75D01999A2}"/>
              </a:ext>
            </a:extLst>
          </p:cNvPr>
          <p:cNvSpPr>
            <a:spLocks noGrp="1"/>
          </p:cNvSpPr>
          <p:nvPr>
            <p:ph type="ctrTitle"/>
          </p:nvPr>
        </p:nvSpPr>
        <p:spPr/>
        <p:txBody>
          <a:bodyPr/>
          <a:lstStyle/>
          <a:p>
            <a:r>
              <a:rPr lang="en-US" altLang="en-US" sz="4700" dirty="0"/>
              <a:t>Logic Design</a:t>
            </a:r>
            <a:endParaRPr lang="en-US" sz="4700" dirty="0"/>
          </a:p>
        </p:txBody>
      </p:sp>
      <p:sp>
        <p:nvSpPr>
          <p:cNvPr id="3" name="Subtitle 2">
            <a:extLst>
              <a:ext uri="{FF2B5EF4-FFF2-40B4-BE49-F238E27FC236}">
                <a16:creationId xmlns:a16="http://schemas.microsoft.com/office/drawing/2014/main" id="{7D6F7999-21FE-8ED6-CF90-D51899D36629}"/>
              </a:ext>
            </a:extLst>
          </p:cNvPr>
          <p:cNvSpPr>
            <a:spLocks noGrp="1"/>
          </p:cNvSpPr>
          <p:nvPr>
            <p:ph type="subTitle" idx="1"/>
          </p:nvPr>
        </p:nvSpPr>
        <p:spPr/>
        <p:txBody>
          <a:bodyPr>
            <a:normAutofit/>
          </a:bodyPr>
          <a:lstStyle/>
          <a:p>
            <a:r>
              <a:rPr lang="nb-NO"/>
              <a:t>Sci.D.Professor Vazgen Melikyan</a:t>
            </a:r>
          </a:p>
        </p:txBody>
      </p:sp>
    </p:spTree>
    <p:extLst>
      <p:ext uri="{BB962C8B-B14F-4D97-AF65-F5344CB8AC3E}">
        <p14:creationId xmlns:p14="http://schemas.microsoft.com/office/powerpoint/2010/main" val="41453019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5">
            <a:extLst>
              <a:ext uri="{FF2B5EF4-FFF2-40B4-BE49-F238E27FC236}">
                <a16:creationId xmlns:a16="http://schemas.microsoft.com/office/drawing/2014/main" id="{6BC15FEB-FFEE-72B8-2B95-390B2ABA8D75}"/>
              </a:ext>
            </a:extLst>
          </p:cNvPr>
          <p:cNvSpPr>
            <a:spLocks noGrp="1" noChangeArrowheads="1"/>
          </p:cNvSpPr>
          <p:nvPr>
            <p:ph type="title"/>
          </p:nvPr>
        </p:nvSpPr>
        <p:spPr/>
        <p:txBody>
          <a:bodyPr/>
          <a:lstStyle/>
          <a:p>
            <a:r>
              <a:rPr lang="en-US" altLang="en-US"/>
              <a:t>Course Overview</a:t>
            </a:r>
            <a:endParaRPr lang="ru-RU" altLang="en-US"/>
          </a:p>
        </p:txBody>
      </p:sp>
      <p:sp>
        <p:nvSpPr>
          <p:cNvPr id="7" name="Content Placeholder 3">
            <a:extLst>
              <a:ext uri="{FF2B5EF4-FFF2-40B4-BE49-F238E27FC236}">
                <a16:creationId xmlns:a16="http://schemas.microsoft.com/office/drawing/2014/main" id="{C7FE07B7-6903-19C5-FF63-BD2012C32DEC}"/>
              </a:ext>
            </a:extLst>
          </p:cNvPr>
          <p:cNvSpPr txBox="1">
            <a:spLocks noChangeArrowheads="1"/>
          </p:cNvSpPr>
          <p:nvPr/>
        </p:nvSpPr>
        <p:spPr>
          <a:xfrm>
            <a:off x="456876" y="2289721"/>
            <a:ext cx="5384800" cy="4211638"/>
          </a:xfrm>
          <a:prstGeom prst="rect">
            <a:avLst/>
          </a:prstGeom>
        </p:spPr>
        <p:txBody>
          <a:bodyPr vert="horz" lIns="91440" tIns="45720" rIns="91440" bIns="45720" rtlCol="0">
            <a:noAutofit/>
          </a:bodyPr>
          <a:lstStyle>
            <a:lvl1pPr marL="365760" indent="-365760" algn="l" defTabSz="914400" rtl="0" eaLnBrk="1" latinLnBrk="0" hangingPunct="1">
              <a:lnSpc>
                <a:spcPct val="100000"/>
              </a:lnSpc>
              <a:spcBef>
                <a:spcPts val="600"/>
              </a:spcBef>
              <a:spcAft>
                <a:spcPts val="1200"/>
              </a:spcAft>
              <a:buClr>
                <a:schemeClr val="accent6"/>
              </a:buClr>
              <a:buSzPct val="75000"/>
              <a:buFont typeface="Wingdings" panose="05000000000000000000" pitchFamily="2" charset="2"/>
              <a:buChar char=""/>
              <a:defRPr sz="2400" kern="1200" baseline="0" dirty="0">
                <a:solidFill>
                  <a:schemeClr val="tx1"/>
                </a:solidFill>
                <a:latin typeface="+mn-lt"/>
                <a:ea typeface="+mn-ea"/>
                <a:cs typeface="+mn-cs"/>
              </a:defRPr>
            </a:lvl1pPr>
            <a:lvl2pPr marL="706438" indent="-342900" algn="l" defTabSz="914400" rtl="0" eaLnBrk="1" latinLnBrk="0" hangingPunct="1">
              <a:lnSpc>
                <a:spcPct val="100000"/>
              </a:lnSpc>
              <a:spcBef>
                <a:spcPts val="0"/>
              </a:spcBef>
              <a:spcAft>
                <a:spcPts val="600"/>
              </a:spcAft>
              <a:buClr>
                <a:schemeClr val="tx1"/>
              </a:buClr>
              <a:buSzPct val="70000"/>
              <a:buFont typeface="Wingdings" panose="05000000000000000000" pitchFamily="2" charset="2"/>
              <a:buChar char=""/>
              <a:defRPr sz="2000" kern="1200" dirty="0">
                <a:solidFill>
                  <a:schemeClr val="tx1"/>
                </a:solidFill>
                <a:latin typeface="+mn-lt"/>
                <a:ea typeface="+mn-ea"/>
                <a:cs typeface="+mn-cs"/>
              </a:defRPr>
            </a:lvl2pPr>
            <a:lvl3pPr marL="914400" indent="-274320" algn="l" defTabSz="914400" rtl="0" eaLnBrk="1" latinLnBrk="0" hangingPunct="1">
              <a:lnSpc>
                <a:spcPct val="100000"/>
              </a:lnSpc>
              <a:spcBef>
                <a:spcPts val="0"/>
              </a:spcBef>
              <a:spcAft>
                <a:spcPts val="600"/>
              </a:spcAft>
              <a:buClr>
                <a:schemeClr val="tx1"/>
              </a:buClr>
              <a:buSzPct val="60000"/>
              <a:buFont typeface="Wingdings" panose="05000000000000000000" pitchFamily="2" charset="2"/>
              <a:buChar char=""/>
              <a:defRPr sz="1800" kern="1200" dirty="0">
                <a:solidFill>
                  <a:schemeClr val="tx1"/>
                </a:solidFill>
                <a:latin typeface="+mn-lt"/>
                <a:ea typeface="+mn-ea"/>
                <a:cs typeface="+mn-cs"/>
              </a:defRPr>
            </a:lvl3pPr>
            <a:lvl4pPr marL="1097280" indent="-274320" algn="l" defTabSz="914400" rtl="0" eaLnBrk="1" latinLnBrk="0" hangingPunct="1">
              <a:lnSpc>
                <a:spcPct val="100000"/>
              </a:lnSpc>
              <a:spcBef>
                <a:spcPts val="0"/>
              </a:spcBef>
              <a:spcAft>
                <a:spcPts val="600"/>
              </a:spcAft>
              <a:buClr>
                <a:schemeClr val="tx1"/>
              </a:buClr>
              <a:buFont typeface="Arial" panose="020B0604020202020204" pitchFamily="34" charset="0"/>
              <a:buChar char="–"/>
              <a:tabLst/>
              <a:defRPr sz="1600" kern="1200" dirty="0">
                <a:solidFill>
                  <a:schemeClr val="tx1"/>
                </a:solidFill>
                <a:latin typeface="+mn-lt"/>
                <a:ea typeface="+mn-ea"/>
                <a:cs typeface="+mn-cs"/>
              </a:defRPr>
            </a:lvl4pPr>
            <a:lvl5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600" kern="1200" dirty="0">
                <a:solidFill>
                  <a:schemeClr val="tx1"/>
                </a:solidFill>
                <a:latin typeface="+mn-lt"/>
                <a:ea typeface="+mn-ea"/>
                <a:cs typeface="+mn-cs"/>
              </a:defRPr>
            </a:lvl5pPr>
            <a:lvl6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400" kern="1200" dirty="0">
                <a:solidFill>
                  <a:schemeClr val="tx1"/>
                </a:solidFill>
                <a:latin typeface="+mn-lt"/>
                <a:ea typeface="+mn-ea"/>
                <a:cs typeface="+mn-cs"/>
              </a:defRPr>
            </a:lvl6pPr>
            <a:lvl7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400" kern="1200" dirty="0">
                <a:solidFill>
                  <a:schemeClr val="tx1"/>
                </a:solidFill>
                <a:latin typeface="+mn-lt"/>
                <a:ea typeface="+mn-ea"/>
                <a:cs typeface="+mn-cs"/>
              </a:defRPr>
            </a:lvl7pPr>
            <a:lvl8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400" kern="1200" dirty="0">
                <a:solidFill>
                  <a:schemeClr val="tx1"/>
                </a:solidFill>
                <a:latin typeface="+mn-lt"/>
                <a:ea typeface="+mn-ea"/>
                <a:cs typeface="+mn-cs"/>
              </a:defRPr>
            </a:lvl8pPr>
            <a:lvl9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400" kern="1200" dirty="0">
                <a:solidFill>
                  <a:schemeClr val="tx1"/>
                </a:solidFill>
                <a:latin typeface="+mn-lt"/>
                <a:ea typeface="+mn-ea"/>
                <a:cs typeface="+mn-cs"/>
              </a:defRPr>
            </a:lvl9pPr>
          </a:lstStyle>
          <a:p>
            <a:r>
              <a:rPr lang="en-US" altLang="en-US" sz="1400" dirty="0"/>
              <a:t>Boolean Functions</a:t>
            </a:r>
          </a:p>
          <a:p>
            <a:pPr lvl="1"/>
            <a:r>
              <a:rPr lang="en-US" altLang="en-US" sz="1130" dirty="0"/>
              <a:t>3 lectures</a:t>
            </a:r>
          </a:p>
          <a:p>
            <a:r>
              <a:rPr lang="en-US" altLang="en-US" sz="1400" dirty="0"/>
              <a:t>Boolean Functions Minimization.                         Combinational Logic  Design Principles</a:t>
            </a:r>
          </a:p>
          <a:p>
            <a:pPr lvl="1"/>
            <a:r>
              <a:rPr lang="en-US" altLang="en-US" sz="1130" dirty="0"/>
              <a:t>4 lectures</a:t>
            </a:r>
          </a:p>
          <a:p>
            <a:r>
              <a:rPr lang="en-US" altLang="en-US" sz="1600" dirty="0"/>
              <a:t> </a:t>
            </a:r>
            <a:r>
              <a:rPr lang="en-US" altLang="en-US" sz="1400" dirty="0"/>
              <a:t>Introduction to Verilog</a:t>
            </a:r>
          </a:p>
          <a:p>
            <a:pPr lvl="1"/>
            <a:r>
              <a:rPr lang="en-US" altLang="en-US" sz="1130" dirty="0"/>
              <a:t>3 lectures</a:t>
            </a:r>
          </a:p>
          <a:p>
            <a:r>
              <a:rPr lang="en-US" altLang="en-US" sz="1400" dirty="0"/>
              <a:t>Basic Combinational Circuits</a:t>
            </a:r>
          </a:p>
          <a:p>
            <a:pPr lvl="1"/>
            <a:r>
              <a:rPr lang="en-US" altLang="en-US" sz="1130" dirty="0"/>
              <a:t>4 lectures</a:t>
            </a:r>
          </a:p>
          <a:p>
            <a:r>
              <a:rPr lang="en-US" altLang="en-US" sz="1400" dirty="0"/>
              <a:t>Finite States Machines (FSM)</a:t>
            </a:r>
          </a:p>
          <a:p>
            <a:pPr lvl="1"/>
            <a:r>
              <a:rPr lang="en-US" altLang="en-US" sz="1130" dirty="0"/>
              <a:t>3 lectures</a:t>
            </a:r>
          </a:p>
          <a:p>
            <a:r>
              <a:rPr lang="en-US" altLang="en-US" sz="1400" dirty="0"/>
              <a:t>Synthesis of Synchronous FSM</a:t>
            </a:r>
          </a:p>
          <a:p>
            <a:pPr lvl="1"/>
            <a:r>
              <a:rPr lang="en-US" altLang="en-US" sz="1130" dirty="0"/>
              <a:t>5 lectures</a:t>
            </a:r>
          </a:p>
          <a:p>
            <a:endParaRPr lang="ru-RU" altLang="en-US" sz="1600" dirty="0"/>
          </a:p>
          <a:p>
            <a:endParaRPr lang="en-US" altLang="en-US" sz="1600" dirty="0"/>
          </a:p>
        </p:txBody>
      </p:sp>
      <p:sp>
        <p:nvSpPr>
          <p:cNvPr id="8" name="Content Placeholder 3">
            <a:extLst>
              <a:ext uri="{FF2B5EF4-FFF2-40B4-BE49-F238E27FC236}">
                <a16:creationId xmlns:a16="http://schemas.microsoft.com/office/drawing/2014/main" id="{CBA6F462-5FC2-D65E-853F-4D46D3E95DE1}"/>
              </a:ext>
            </a:extLst>
          </p:cNvPr>
          <p:cNvSpPr txBox="1">
            <a:spLocks noChangeArrowheads="1"/>
          </p:cNvSpPr>
          <p:nvPr/>
        </p:nvSpPr>
        <p:spPr>
          <a:xfrm>
            <a:off x="6807200" y="2289721"/>
            <a:ext cx="5384800" cy="4211638"/>
          </a:xfrm>
          <a:prstGeom prst="rect">
            <a:avLst/>
          </a:prstGeom>
        </p:spPr>
        <p:txBody>
          <a:bodyPr vert="horz" lIns="91440" tIns="45720" rIns="91440" bIns="45720" rtlCol="0">
            <a:noAutofit/>
          </a:bodyPr>
          <a:lstStyle>
            <a:lvl1pPr marL="365760" indent="-365760" algn="l" defTabSz="914400" rtl="0" eaLnBrk="1" latinLnBrk="0" hangingPunct="1">
              <a:lnSpc>
                <a:spcPct val="100000"/>
              </a:lnSpc>
              <a:spcBef>
                <a:spcPts val="600"/>
              </a:spcBef>
              <a:spcAft>
                <a:spcPts val="1200"/>
              </a:spcAft>
              <a:buClr>
                <a:schemeClr val="accent6"/>
              </a:buClr>
              <a:buSzPct val="75000"/>
              <a:buFont typeface="Wingdings" panose="05000000000000000000" pitchFamily="2" charset="2"/>
              <a:buChar char=""/>
              <a:defRPr sz="2400" kern="1200" baseline="0" dirty="0">
                <a:solidFill>
                  <a:schemeClr val="tx1"/>
                </a:solidFill>
                <a:latin typeface="+mn-lt"/>
                <a:ea typeface="+mn-ea"/>
                <a:cs typeface="+mn-cs"/>
              </a:defRPr>
            </a:lvl1pPr>
            <a:lvl2pPr marL="706438" indent="-342900" algn="l" defTabSz="914400" rtl="0" eaLnBrk="1" latinLnBrk="0" hangingPunct="1">
              <a:lnSpc>
                <a:spcPct val="100000"/>
              </a:lnSpc>
              <a:spcBef>
                <a:spcPts val="0"/>
              </a:spcBef>
              <a:spcAft>
                <a:spcPts val="600"/>
              </a:spcAft>
              <a:buClr>
                <a:schemeClr val="tx1"/>
              </a:buClr>
              <a:buSzPct val="70000"/>
              <a:buFont typeface="Wingdings" panose="05000000000000000000" pitchFamily="2" charset="2"/>
              <a:buChar char=""/>
              <a:defRPr sz="2000" kern="1200" dirty="0">
                <a:solidFill>
                  <a:schemeClr val="tx1"/>
                </a:solidFill>
                <a:latin typeface="+mn-lt"/>
                <a:ea typeface="+mn-ea"/>
                <a:cs typeface="+mn-cs"/>
              </a:defRPr>
            </a:lvl2pPr>
            <a:lvl3pPr marL="914400" indent="-274320" algn="l" defTabSz="914400" rtl="0" eaLnBrk="1" latinLnBrk="0" hangingPunct="1">
              <a:lnSpc>
                <a:spcPct val="100000"/>
              </a:lnSpc>
              <a:spcBef>
                <a:spcPts val="0"/>
              </a:spcBef>
              <a:spcAft>
                <a:spcPts val="600"/>
              </a:spcAft>
              <a:buClr>
                <a:schemeClr val="tx1"/>
              </a:buClr>
              <a:buSzPct val="60000"/>
              <a:buFont typeface="Wingdings" panose="05000000000000000000" pitchFamily="2" charset="2"/>
              <a:buChar char=""/>
              <a:defRPr sz="1800" kern="1200" dirty="0">
                <a:solidFill>
                  <a:schemeClr val="tx1"/>
                </a:solidFill>
                <a:latin typeface="+mn-lt"/>
                <a:ea typeface="+mn-ea"/>
                <a:cs typeface="+mn-cs"/>
              </a:defRPr>
            </a:lvl3pPr>
            <a:lvl4pPr marL="1097280" indent="-274320" algn="l" defTabSz="914400" rtl="0" eaLnBrk="1" latinLnBrk="0" hangingPunct="1">
              <a:lnSpc>
                <a:spcPct val="100000"/>
              </a:lnSpc>
              <a:spcBef>
                <a:spcPts val="0"/>
              </a:spcBef>
              <a:spcAft>
                <a:spcPts val="600"/>
              </a:spcAft>
              <a:buClr>
                <a:schemeClr val="tx1"/>
              </a:buClr>
              <a:buFont typeface="Arial" panose="020B0604020202020204" pitchFamily="34" charset="0"/>
              <a:buChar char="–"/>
              <a:tabLst/>
              <a:defRPr sz="1600" kern="1200" dirty="0">
                <a:solidFill>
                  <a:schemeClr val="tx1"/>
                </a:solidFill>
                <a:latin typeface="+mn-lt"/>
                <a:ea typeface="+mn-ea"/>
                <a:cs typeface="+mn-cs"/>
              </a:defRPr>
            </a:lvl4pPr>
            <a:lvl5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600" kern="1200" dirty="0">
                <a:solidFill>
                  <a:schemeClr val="tx1"/>
                </a:solidFill>
                <a:latin typeface="+mn-lt"/>
                <a:ea typeface="+mn-ea"/>
                <a:cs typeface="+mn-cs"/>
              </a:defRPr>
            </a:lvl5pPr>
            <a:lvl6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400" kern="1200" dirty="0">
                <a:solidFill>
                  <a:schemeClr val="tx1"/>
                </a:solidFill>
                <a:latin typeface="+mn-lt"/>
                <a:ea typeface="+mn-ea"/>
                <a:cs typeface="+mn-cs"/>
              </a:defRPr>
            </a:lvl6pPr>
            <a:lvl7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400" kern="1200" dirty="0">
                <a:solidFill>
                  <a:schemeClr val="tx1"/>
                </a:solidFill>
                <a:latin typeface="+mn-lt"/>
                <a:ea typeface="+mn-ea"/>
                <a:cs typeface="+mn-cs"/>
              </a:defRPr>
            </a:lvl7pPr>
            <a:lvl8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400" kern="1200" dirty="0">
                <a:solidFill>
                  <a:schemeClr val="tx1"/>
                </a:solidFill>
                <a:latin typeface="+mn-lt"/>
                <a:ea typeface="+mn-ea"/>
                <a:cs typeface="+mn-cs"/>
              </a:defRPr>
            </a:lvl8pPr>
            <a:lvl9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400" kern="1200" dirty="0">
                <a:solidFill>
                  <a:schemeClr val="tx1"/>
                </a:solidFill>
                <a:latin typeface="+mn-lt"/>
                <a:ea typeface="+mn-ea"/>
                <a:cs typeface="+mn-cs"/>
              </a:defRPr>
            </a:lvl9pPr>
          </a:lstStyle>
          <a:p>
            <a:r>
              <a:rPr lang="en-US" altLang="en-US" sz="1400" dirty="0">
                <a:solidFill>
                  <a:srgbClr val="0000FF"/>
                </a:solidFill>
              </a:rPr>
              <a:t>Basic Sequential Circuits</a:t>
            </a:r>
          </a:p>
          <a:p>
            <a:pPr lvl="1"/>
            <a:r>
              <a:rPr lang="en-US" altLang="en-US" sz="1130" dirty="0">
                <a:solidFill>
                  <a:srgbClr val="0000FF"/>
                </a:solidFill>
              </a:rPr>
              <a:t>3 lectures</a:t>
            </a:r>
          </a:p>
          <a:p>
            <a:r>
              <a:rPr lang="en-US" altLang="en-US" sz="1400" dirty="0"/>
              <a:t>Problems of Synchronous Design</a:t>
            </a:r>
          </a:p>
          <a:p>
            <a:pPr lvl="1"/>
            <a:r>
              <a:rPr lang="en-US" altLang="en-US" sz="1130" dirty="0"/>
              <a:t>3 lectures</a:t>
            </a:r>
          </a:p>
          <a:p>
            <a:r>
              <a:rPr lang="en-US" altLang="en-US" sz="1600" dirty="0"/>
              <a:t> </a:t>
            </a:r>
            <a:r>
              <a:rPr lang="en-US" altLang="en-US" sz="1400" dirty="0"/>
              <a:t> Asynchronous FSM. Self-Timed Circuits</a:t>
            </a:r>
          </a:p>
          <a:p>
            <a:pPr lvl="1"/>
            <a:r>
              <a:rPr lang="en-US" altLang="en-US" sz="1130" dirty="0"/>
              <a:t>3 lectures</a:t>
            </a:r>
          </a:p>
          <a:p>
            <a:r>
              <a:rPr lang="en-US" altLang="en-US" sz="1400" dirty="0"/>
              <a:t>Arithmetic Units</a:t>
            </a:r>
          </a:p>
          <a:p>
            <a:pPr lvl="1"/>
            <a:r>
              <a:rPr lang="en-US" altLang="en-US" sz="1130" dirty="0"/>
              <a:t>4 lectures</a:t>
            </a:r>
          </a:p>
          <a:p>
            <a:r>
              <a:rPr lang="en-US" altLang="en-US" sz="1400" dirty="0"/>
              <a:t>Programmable Logical Integrated Circuits (PLDs)</a:t>
            </a:r>
          </a:p>
          <a:p>
            <a:pPr lvl="1"/>
            <a:r>
              <a:rPr lang="en-US" altLang="en-US" sz="1130" dirty="0"/>
              <a:t>3 lectures</a:t>
            </a:r>
          </a:p>
          <a:p>
            <a:r>
              <a:rPr lang="en-US" altLang="en-US" sz="1400" dirty="0"/>
              <a:t>Memory Devices</a:t>
            </a:r>
          </a:p>
          <a:p>
            <a:pPr lvl="1"/>
            <a:r>
              <a:rPr lang="en-US" altLang="en-US" sz="1130" dirty="0"/>
              <a:t>3 lectures</a:t>
            </a:r>
          </a:p>
          <a:p>
            <a:endParaRPr lang="ru-RU" altLang="en-US" sz="1600" dirty="0"/>
          </a:p>
          <a:p>
            <a:endParaRPr lang="en-US" altLang="en-US" sz="1600" dirty="0"/>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3">
            <a:extLst>
              <a:ext uri="{FF2B5EF4-FFF2-40B4-BE49-F238E27FC236}">
                <a16:creationId xmlns:a16="http://schemas.microsoft.com/office/drawing/2014/main" id="{5610F08D-D4C4-ACC4-2A35-D3F2F363AA46}"/>
              </a:ext>
            </a:extLst>
          </p:cNvPr>
          <p:cNvSpPr>
            <a:spLocks noGrp="1" noChangeArrowheads="1"/>
          </p:cNvSpPr>
          <p:nvPr>
            <p:ph type="title"/>
          </p:nvPr>
        </p:nvSpPr>
        <p:spPr/>
        <p:txBody>
          <a:bodyPr/>
          <a:lstStyle/>
          <a:p>
            <a:r>
              <a:rPr lang="en-US" altLang="en-US" dirty="0"/>
              <a:t>Basic Sequential Circuits of Synchronous FSM</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a:extLst>
              <a:ext uri="{FF2B5EF4-FFF2-40B4-BE49-F238E27FC236}">
                <a16:creationId xmlns:a16="http://schemas.microsoft.com/office/drawing/2014/main" id="{0EA9111C-D555-69A8-BD0E-73475F7086D1}"/>
              </a:ext>
            </a:extLst>
          </p:cNvPr>
          <p:cNvSpPr>
            <a:spLocks noGrp="1" noChangeArrowheads="1"/>
          </p:cNvSpPr>
          <p:nvPr>
            <p:ph type="title"/>
          </p:nvPr>
        </p:nvSpPr>
        <p:spPr/>
        <p:txBody>
          <a:bodyPr/>
          <a:lstStyle/>
          <a:p>
            <a:r>
              <a:rPr lang="en-US" altLang="en-US"/>
              <a:t>Registers</a:t>
            </a:r>
          </a:p>
        </p:txBody>
      </p:sp>
      <p:sp>
        <p:nvSpPr>
          <p:cNvPr id="12291" name="Content Placeholder 2">
            <a:extLst>
              <a:ext uri="{FF2B5EF4-FFF2-40B4-BE49-F238E27FC236}">
                <a16:creationId xmlns:a16="http://schemas.microsoft.com/office/drawing/2014/main" id="{DF69DC47-667F-FA7F-1792-185FAF0271A1}"/>
              </a:ext>
            </a:extLst>
          </p:cNvPr>
          <p:cNvSpPr>
            <a:spLocks noGrp="1" noChangeArrowheads="1"/>
          </p:cNvSpPr>
          <p:nvPr>
            <p:ph type="body" sz="quarter" idx="13"/>
          </p:nvPr>
        </p:nvSpPr>
        <p:spPr>
          <a:xfrm>
            <a:off x="457200" y="1188720"/>
            <a:ext cx="7913438" cy="5238974"/>
          </a:xfrm>
        </p:spPr>
        <p:txBody>
          <a:bodyPr/>
          <a:lstStyle/>
          <a:p>
            <a:r>
              <a:rPr lang="en-US" altLang="en-US" dirty="0"/>
              <a:t>Register - a circuit that is used to store the data word.</a:t>
            </a:r>
            <a:r>
              <a:rPr lang="ru-RU" altLang="en-US" dirty="0"/>
              <a:t> </a:t>
            </a:r>
            <a:endParaRPr lang="en-US" altLang="en-US" dirty="0"/>
          </a:p>
          <a:p>
            <a:r>
              <a:rPr lang="en-US" altLang="en-US" dirty="0"/>
              <a:t>n-bit register consists of n flip-flops or latches with common control</a:t>
            </a:r>
            <a:r>
              <a:rPr lang="ru-RU" altLang="en-US" dirty="0"/>
              <a:t> </a:t>
            </a:r>
            <a:r>
              <a:rPr lang="en-US" altLang="en-US" dirty="0"/>
              <a:t>.</a:t>
            </a:r>
          </a:p>
        </p:txBody>
      </p:sp>
      <p:grpSp>
        <p:nvGrpSpPr>
          <p:cNvPr id="2" name="Group 111">
            <a:extLst>
              <a:ext uri="{FF2B5EF4-FFF2-40B4-BE49-F238E27FC236}">
                <a16:creationId xmlns:a16="http://schemas.microsoft.com/office/drawing/2014/main" id="{E9BADBEC-14A4-4D82-AC5F-B63EAA6BF162}"/>
              </a:ext>
            </a:extLst>
          </p:cNvPr>
          <p:cNvGrpSpPr>
            <a:grpSpLocks/>
          </p:cNvGrpSpPr>
          <p:nvPr/>
        </p:nvGrpSpPr>
        <p:grpSpPr bwMode="auto">
          <a:xfrm>
            <a:off x="2240471" y="3491359"/>
            <a:ext cx="2971800" cy="2743200"/>
            <a:chOff x="144" y="1776"/>
            <a:chExt cx="1872" cy="1728"/>
          </a:xfrm>
          <a:noFill/>
        </p:grpSpPr>
        <p:sp>
          <p:nvSpPr>
            <p:cNvPr id="5" name="Rectangle 109">
              <a:extLst>
                <a:ext uri="{FF2B5EF4-FFF2-40B4-BE49-F238E27FC236}">
                  <a16:creationId xmlns:a16="http://schemas.microsoft.com/office/drawing/2014/main" id="{BF64ECD5-606B-4BC1-877A-6CEC8C2D5309}"/>
                </a:ext>
              </a:extLst>
            </p:cNvPr>
            <p:cNvSpPr>
              <a:spLocks noChangeArrowheads="1"/>
            </p:cNvSpPr>
            <p:nvPr/>
          </p:nvSpPr>
          <p:spPr bwMode="auto">
            <a:xfrm>
              <a:off x="144" y="1776"/>
              <a:ext cx="1872" cy="1728"/>
            </a:xfrm>
            <a:prstGeom prst="rect">
              <a:avLst/>
            </a:prstGeom>
            <a:grpFill/>
            <a:ln>
              <a:noFill/>
            </a:ln>
            <a:effectLst/>
          </p:spPr>
          <p:txBody>
            <a:bodyPr wrap="none" anchor="ctr"/>
            <a:lstStyle/>
            <a:p>
              <a:pPr eaLnBrk="1" hangingPunct="1">
                <a:defRPr/>
              </a:pPr>
              <a:endParaRPr lang="en-US"/>
            </a:p>
          </p:txBody>
        </p:sp>
        <p:grpSp>
          <p:nvGrpSpPr>
            <p:cNvPr id="3" name="Group 6">
              <a:extLst>
                <a:ext uri="{FF2B5EF4-FFF2-40B4-BE49-F238E27FC236}">
                  <a16:creationId xmlns:a16="http://schemas.microsoft.com/office/drawing/2014/main" id="{171A8495-57ED-4171-B48F-B5A3C562AEC5}"/>
                </a:ext>
              </a:extLst>
            </p:cNvPr>
            <p:cNvGrpSpPr>
              <a:grpSpLocks/>
            </p:cNvGrpSpPr>
            <p:nvPr/>
          </p:nvGrpSpPr>
          <p:grpSpPr bwMode="auto">
            <a:xfrm>
              <a:off x="288" y="1878"/>
              <a:ext cx="1597" cy="1434"/>
              <a:chOff x="288" y="2004"/>
              <a:chExt cx="1597" cy="1434"/>
            </a:xfrm>
            <a:grpFill/>
          </p:grpSpPr>
          <p:sp>
            <p:nvSpPr>
              <p:cNvPr id="7" name="Rectangle 7">
                <a:extLst>
                  <a:ext uri="{FF2B5EF4-FFF2-40B4-BE49-F238E27FC236}">
                    <a16:creationId xmlns:a16="http://schemas.microsoft.com/office/drawing/2014/main" id="{642656A0-17A4-4CB3-9E6D-ACCE9EF3D28D}"/>
                  </a:ext>
                </a:extLst>
              </p:cNvPr>
              <p:cNvSpPr>
                <a:spLocks noChangeArrowheads="1"/>
              </p:cNvSpPr>
              <p:nvPr/>
            </p:nvSpPr>
            <p:spPr bwMode="auto">
              <a:xfrm>
                <a:off x="735" y="2004"/>
                <a:ext cx="705" cy="1434"/>
              </a:xfrm>
              <a:prstGeom prst="rect">
                <a:avLst/>
              </a:prstGeom>
              <a:solidFill>
                <a:schemeClr val="accent1">
                  <a:lumMod val="60000"/>
                  <a:lumOff val="40000"/>
                </a:schemeClr>
              </a:solidFill>
              <a:ln w="22225">
                <a:solidFill>
                  <a:schemeClr val="tx1"/>
                </a:solidFill>
                <a:miter lim="800000"/>
                <a:headEnd/>
                <a:tailEnd/>
              </a:ln>
              <a:effectLst/>
            </p:spPr>
            <p:txBody>
              <a:bodyPr wrap="none" anchor="ctr"/>
              <a:lstStyle/>
              <a:p>
                <a:pPr eaLnBrk="1" hangingPunct="1">
                  <a:defRPr/>
                </a:pPr>
                <a:endParaRPr lang="en-US"/>
              </a:p>
            </p:txBody>
          </p:sp>
          <p:sp>
            <p:nvSpPr>
              <p:cNvPr id="8" name="Line 8">
                <a:extLst>
                  <a:ext uri="{FF2B5EF4-FFF2-40B4-BE49-F238E27FC236}">
                    <a16:creationId xmlns:a16="http://schemas.microsoft.com/office/drawing/2014/main" id="{54184B6A-1C37-4AA1-89DD-74EFE606BC7C}"/>
                  </a:ext>
                </a:extLst>
              </p:cNvPr>
              <p:cNvSpPr>
                <a:spLocks noChangeShapeType="1"/>
              </p:cNvSpPr>
              <p:nvPr/>
            </p:nvSpPr>
            <p:spPr bwMode="auto">
              <a:xfrm>
                <a:off x="288" y="2196"/>
                <a:ext cx="435" cy="0"/>
              </a:xfrm>
              <a:prstGeom prst="line">
                <a:avLst/>
              </a:prstGeom>
              <a:grpFill/>
              <a:ln w="22225">
                <a:solidFill>
                  <a:schemeClr val="tx1"/>
                </a:solidFill>
                <a:round/>
                <a:headEnd/>
                <a:tailEnd/>
              </a:ln>
              <a:effectLst/>
            </p:spPr>
            <p:txBody>
              <a:bodyPr/>
              <a:lstStyle/>
              <a:p>
                <a:pPr eaLnBrk="1" hangingPunct="1">
                  <a:defRPr/>
                </a:pPr>
                <a:endParaRPr lang="en-US"/>
              </a:p>
            </p:txBody>
          </p:sp>
          <p:sp>
            <p:nvSpPr>
              <p:cNvPr id="9" name="Line 9">
                <a:extLst>
                  <a:ext uri="{FF2B5EF4-FFF2-40B4-BE49-F238E27FC236}">
                    <a16:creationId xmlns:a16="http://schemas.microsoft.com/office/drawing/2014/main" id="{DDB4690C-4227-44ED-AB27-2D414F9B613A}"/>
                  </a:ext>
                </a:extLst>
              </p:cNvPr>
              <p:cNvSpPr>
                <a:spLocks noChangeShapeType="1"/>
              </p:cNvSpPr>
              <p:nvPr/>
            </p:nvSpPr>
            <p:spPr bwMode="auto">
              <a:xfrm>
                <a:off x="297" y="2388"/>
                <a:ext cx="435" cy="0"/>
              </a:xfrm>
              <a:prstGeom prst="line">
                <a:avLst/>
              </a:prstGeom>
              <a:grpFill/>
              <a:ln w="22225">
                <a:solidFill>
                  <a:schemeClr val="tx1"/>
                </a:solidFill>
                <a:round/>
                <a:headEnd/>
                <a:tailEnd/>
              </a:ln>
              <a:effectLst/>
            </p:spPr>
            <p:txBody>
              <a:bodyPr/>
              <a:lstStyle/>
              <a:p>
                <a:pPr eaLnBrk="1" hangingPunct="1">
                  <a:defRPr/>
                </a:pPr>
                <a:endParaRPr lang="en-US"/>
              </a:p>
            </p:txBody>
          </p:sp>
          <p:sp>
            <p:nvSpPr>
              <p:cNvPr id="10" name="Line 10">
                <a:extLst>
                  <a:ext uri="{FF2B5EF4-FFF2-40B4-BE49-F238E27FC236}">
                    <a16:creationId xmlns:a16="http://schemas.microsoft.com/office/drawing/2014/main" id="{9AFAA73A-C596-4595-BCA2-E9D8683CEB5B}"/>
                  </a:ext>
                </a:extLst>
              </p:cNvPr>
              <p:cNvSpPr>
                <a:spLocks noChangeShapeType="1"/>
              </p:cNvSpPr>
              <p:nvPr/>
            </p:nvSpPr>
            <p:spPr bwMode="auto">
              <a:xfrm>
                <a:off x="288" y="2588"/>
                <a:ext cx="435" cy="0"/>
              </a:xfrm>
              <a:prstGeom prst="line">
                <a:avLst/>
              </a:prstGeom>
              <a:grpFill/>
              <a:ln w="22225">
                <a:solidFill>
                  <a:schemeClr val="tx1"/>
                </a:solidFill>
                <a:round/>
                <a:headEnd/>
                <a:tailEnd/>
              </a:ln>
              <a:effectLst/>
            </p:spPr>
            <p:txBody>
              <a:bodyPr/>
              <a:lstStyle/>
              <a:p>
                <a:pPr eaLnBrk="1" hangingPunct="1">
                  <a:defRPr/>
                </a:pPr>
                <a:endParaRPr lang="en-US"/>
              </a:p>
            </p:txBody>
          </p:sp>
          <p:sp>
            <p:nvSpPr>
              <p:cNvPr id="11" name="Line 11">
                <a:extLst>
                  <a:ext uri="{FF2B5EF4-FFF2-40B4-BE49-F238E27FC236}">
                    <a16:creationId xmlns:a16="http://schemas.microsoft.com/office/drawing/2014/main" id="{E9559AC3-9378-4542-AA52-F93A2FD3D29D}"/>
                  </a:ext>
                </a:extLst>
              </p:cNvPr>
              <p:cNvSpPr>
                <a:spLocks noChangeShapeType="1"/>
              </p:cNvSpPr>
              <p:nvPr/>
            </p:nvSpPr>
            <p:spPr bwMode="auto">
              <a:xfrm>
                <a:off x="297" y="2771"/>
                <a:ext cx="435" cy="0"/>
              </a:xfrm>
              <a:prstGeom prst="line">
                <a:avLst/>
              </a:prstGeom>
              <a:grpFill/>
              <a:ln w="22225">
                <a:solidFill>
                  <a:schemeClr val="tx1"/>
                </a:solidFill>
                <a:round/>
                <a:headEnd/>
                <a:tailEnd/>
              </a:ln>
              <a:effectLst/>
            </p:spPr>
            <p:txBody>
              <a:bodyPr/>
              <a:lstStyle/>
              <a:p>
                <a:pPr eaLnBrk="1" hangingPunct="1">
                  <a:defRPr/>
                </a:pPr>
                <a:endParaRPr lang="en-US"/>
              </a:p>
            </p:txBody>
          </p:sp>
          <p:sp>
            <p:nvSpPr>
              <p:cNvPr id="12" name="Freeform 12">
                <a:extLst>
                  <a:ext uri="{FF2B5EF4-FFF2-40B4-BE49-F238E27FC236}">
                    <a16:creationId xmlns:a16="http://schemas.microsoft.com/office/drawing/2014/main" id="{C7015AB0-28D8-47DE-BC42-0AF9C2851E02}"/>
                  </a:ext>
                </a:extLst>
              </p:cNvPr>
              <p:cNvSpPr>
                <a:spLocks/>
              </p:cNvSpPr>
              <p:nvPr/>
            </p:nvSpPr>
            <p:spPr bwMode="auto">
              <a:xfrm>
                <a:off x="738" y="2901"/>
                <a:ext cx="84" cy="111"/>
              </a:xfrm>
              <a:custGeom>
                <a:avLst/>
                <a:gdLst>
                  <a:gd name="T0" fmla="*/ 0 w 129"/>
                  <a:gd name="T1" fmla="*/ 133 h 133"/>
                  <a:gd name="T2" fmla="*/ 129 w 129"/>
                  <a:gd name="T3" fmla="*/ 66 h 133"/>
                  <a:gd name="T4" fmla="*/ 0 w 129"/>
                  <a:gd name="T5" fmla="*/ 0 h 133"/>
                </a:gdLst>
                <a:ahLst/>
                <a:cxnLst>
                  <a:cxn ang="0">
                    <a:pos x="T0" y="T1"/>
                  </a:cxn>
                  <a:cxn ang="0">
                    <a:pos x="T2" y="T3"/>
                  </a:cxn>
                  <a:cxn ang="0">
                    <a:pos x="T4" y="T5"/>
                  </a:cxn>
                </a:cxnLst>
                <a:rect l="0" t="0" r="r" b="b"/>
                <a:pathLst>
                  <a:path w="129" h="133">
                    <a:moveTo>
                      <a:pt x="0" y="133"/>
                    </a:moveTo>
                    <a:lnTo>
                      <a:pt x="129" y="66"/>
                    </a:lnTo>
                    <a:lnTo>
                      <a:pt x="0" y="0"/>
                    </a:lnTo>
                  </a:path>
                </a:pathLst>
              </a:custGeom>
              <a:grpFill/>
              <a:ln w="22225" cap="flat">
                <a:solidFill>
                  <a:schemeClr val="tx1"/>
                </a:solidFill>
                <a:prstDash val="solid"/>
                <a:miter lim="800000"/>
                <a:headEnd/>
                <a:tailEnd/>
              </a:ln>
            </p:spPr>
            <p:txBody>
              <a:bodyPr/>
              <a:lstStyle/>
              <a:p>
                <a:pPr eaLnBrk="1" hangingPunct="1">
                  <a:defRPr/>
                </a:pPr>
                <a:endParaRPr lang="en-US"/>
              </a:p>
            </p:txBody>
          </p:sp>
          <p:sp>
            <p:nvSpPr>
              <p:cNvPr id="13" name="Oval 13">
                <a:extLst>
                  <a:ext uri="{FF2B5EF4-FFF2-40B4-BE49-F238E27FC236}">
                    <a16:creationId xmlns:a16="http://schemas.microsoft.com/office/drawing/2014/main" id="{7F537B18-69E6-4707-8BE0-1DC0AB20002F}"/>
                  </a:ext>
                </a:extLst>
              </p:cNvPr>
              <p:cNvSpPr>
                <a:spLocks noChangeArrowheads="1"/>
              </p:cNvSpPr>
              <p:nvPr/>
            </p:nvSpPr>
            <p:spPr bwMode="auto">
              <a:xfrm>
                <a:off x="642" y="3117"/>
                <a:ext cx="91" cy="91"/>
              </a:xfrm>
              <a:prstGeom prst="ellipse">
                <a:avLst/>
              </a:prstGeom>
              <a:grpFill/>
              <a:ln w="22225">
                <a:solidFill>
                  <a:schemeClr val="tx1"/>
                </a:solidFill>
                <a:round/>
                <a:headEnd/>
                <a:tailEnd/>
              </a:ln>
              <a:effectLst/>
            </p:spPr>
            <p:txBody>
              <a:bodyPr wrap="none" anchor="ctr"/>
              <a:lstStyle/>
              <a:p>
                <a:pPr eaLnBrk="1" hangingPunct="1">
                  <a:defRPr/>
                </a:pPr>
                <a:endParaRPr lang="en-US"/>
              </a:p>
            </p:txBody>
          </p:sp>
          <p:sp>
            <p:nvSpPr>
              <p:cNvPr id="14" name="Line 14">
                <a:extLst>
                  <a:ext uri="{FF2B5EF4-FFF2-40B4-BE49-F238E27FC236}">
                    <a16:creationId xmlns:a16="http://schemas.microsoft.com/office/drawing/2014/main" id="{B3EACF18-F013-4D1B-ACD2-73919CC8A0D2}"/>
                  </a:ext>
                </a:extLst>
              </p:cNvPr>
              <p:cNvSpPr>
                <a:spLocks noChangeShapeType="1"/>
              </p:cNvSpPr>
              <p:nvPr/>
            </p:nvSpPr>
            <p:spPr bwMode="auto">
              <a:xfrm>
                <a:off x="289" y="2953"/>
                <a:ext cx="435" cy="0"/>
              </a:xfrm>
              <a:prstGeom prst="line">
                <a:avLst/>
              </a:prstGeom>
              <a:grpFill/>
              <a:ln w="22225">
                <a:solidFill>
                  <a:schemeClr val="tx1"/>
                </a:solidFill>
                <a:round/>
                <a:headEnd/>
                <a:tailEnd/>
              </a:ln>
              <a:effectLst/>
            </p:spPr>
            <p:txBody>
              <a:bodyPr/>
              <a:lstStyle/>
              <a:p>
                <a:pPr eaLnBrk="1" hangingPunct="1">
                  <a:defRPr/>
                </a:pPr>
                <a:endParaRPr lang="en-US"/>
              </a:p>
            </p:txBody>
          </p:sp>
          <p:sp>
            <p:nvSpPr>
              <p:cNvPr id="15" name="Line 15">
                <a:extLst>
                  <a:ext uri="{FF2B5EF4-FFF2-40B4-BE49-F238E27FC236}">
                    <a16:creationId xmlns:a16="http://schemas.microsoft.com/office/drawing/2014/main" id="{0468190E-E97C-4115-A6DC-86E2F94C5176}"/>
                  </a:ext>
                </a:extLst>
              </p:cNvPr>
              <p:cNvSpPr>
                <a:spLocks noChangeShapeType="1"/>
              </p:cNvSpPr>
              <p:nvPr/>
            </p:nvSpPr>
            <p:spPr bwMode="auto">
              <a:xfrm>
                <a:off x="1432" y="2178"/>
                <a:ext cx="435" cy="0"/>
              </a:xfrm>
              <a:prstGeom prst="line">
                <a:avLst/>
              </a:prstGeom>
              <a:grpFill/>
              <a:ln w="22225">
                <a:solidFill>
                  <a:schemeClr val="tx1"/>
                </a:solidFill>
                <a:round/>
                <a:headEnd/>
                <a:tailEnd/>
              </a:ln>
              <a:effectLst/>
            </p:spPr>
            <p:txBody>
              <a:bodyPr/>
              <a:lstStyle/>
              <a:p>
                <a:pPr eaLnBrk="1" hangingPunct="1">
                  <a:defRPr/>
                </a:pPr>
                <a:endParaRPr lang="en-US"/>
              </a:p>
            </p:txBody>
          </p:sp>
          <p:sp>
            <p:nvSpPr>
              <p:cNvPr id="16" name="Oval 16">
                <a:extLst>
                  <a:ext uri="{FF2B5EF4-FFF2-40B4-BE49-F238E27FC236}">
                    <a16:creationId xmlns:a16="http://schemas.microsoft.com/office/drawing/2014/main" id="{DACA57EC-8FCF-4470-9613-A7EB5DFFFEF9}"/>
                  </a:ext>
                </a:extLst>
              </p:cNvPr>
              <p:cNvSpPr>
                <a:spLocks noChangeArrowheads="1"/>
              </p:cNvSpPr>
              <p:nvPr/>
            </p:nvSpPr>
            <p:spPr bwMode="auto">
              <a:xfrm>
                <a:off x="1419" y="2294"/>
                <a:ext cx="91" cy="91"/>
              </a:xfrm>
              <a:prstGeom prst="ellipse">
                <a:avLst/>
              </a:prstGeom>
              <a:solidFill>
                <a:schemeClr val="accent1">
                  <a:lumMod val="60000"/>
                  <a:lumOff val="40000"/>
                </a:schemeClr>
              </a:solidFill>
              <a:ln w="22225">
                <a:solidFill>
                  <a:schemeClr val="tx1"/>
                </a:solidFill>
                <a:round/>
                <a:headEnd/>
                <a:tailEnd/>
              </a:ln>
              <a:effectLst/>
            </p:spPr>
            <p:txBody>
              <a:bodyPr wrap="none" anchor="ctr"/>
              <a:lstStyle/>
              <a:p>
                <a:pPr eaLnBrk="1" hangingPunct="1">
                  <a:defRPr/>
                </a:pPr>
                <a:endParaRPr lang="en-US"/>
              </a:p>
            </p:txBody>
          </p:sp>
          <p:sp>
            <p:nvSpPr>
              <p:cNvPr id="17" name="Line 17">
                <a:extLst>
                  <a:ext uri="{FF2B5EF4-FFF2-40B4-BE49-F238E27FC236}">
                    <a16:creationId xmlns:a16="http://schemas.microsoft.com/office/drawing/2014/main" id="{8BAFE37F-2D36-43FF-87A5-2247762DA28B}"/>
                  </a:ext>
                </a:extLst>
              </p:cNvPr>
              <p:cNvSpPr>
                <a:spLocks noChangeShapeType="1"/>
              </p:cNvSpPr>
              <p:nvPr/>
            </p:nvSpPr>
            <p:spPr bwMode="auto">
              <a:xfrm>
                <a:off x="1518" y="2340"/>
                <a:ext cx="345" cy="0"/>
              </a:xfrm>
              <a:prstGeom prst="line">
                <a:avLst/>
              </a:prstGeom>
              <a:grpFill/>
              <a:ln w="22225">
                <a:solidFill>
                  <a:schemeClr val="tx1"/>
                </a:solidFill>
                <a:round/>
                <a:headEnd/>
                <a:tailEnd/>
              </a:ln>
              <a:effectLst/>
            </p:spPr>
            <p:txBody>
              <a:bodyPr/>
              <a:lstStyle/>
              <a:p>
                <a:pPr eaLnBrk="1" hangingPunct="1">
                  <a:defRPr/>
                </a:pPr>
                <a:endParaRPr lang="en-US"/>
              </a:p>
            </p:txBody>
          </p:sp>
          <p:sp>
            <p:nvSpPr>
              <p:cNvPr id="18" name="Line 18">
                <a:extLst>
                  <a:ext uri="{FF2B5EF4-FFF2-40B4-BE49-F238E27FC236}">
                    <a16:creationId xmlns:a16="http://schemas.microsoft.com/office/drawing/2014/main" id="{8913A94E-A281-4734-9BF5-1E6FFD8B6C16}"/>
                  </a:ext>
                </a:extLst>
              </p:cNvPr>
              <p:cNvSpPr>
                <a:spLocks noChangeShapeType="1"/>
              </p:cNvSpPr>
              <p:nvPr/>
            </p:nvSpPr>
            <p:spPr bwMode="auto">
              <a:xfrm>
                <a:off x="1441" y="2489"/>
                <a:ext cx="435" cy="0"/>
              </a:xfrm>
              <a:prstGeom prst="line">
                <a:avLst/>
              </a:prstGeom>
              <a:grpFill/>
              <a:ln w="22225">
                <a:solidFill>
                  <a:schemeClr val="tx1"/>
                </a:solidFill>
                <a:round/>
                <a:headEnd/>
                <a:tailEnd/>
              </a:ln>
              <a:effectLst/>
            </p:spPr>
            <p:txBody>
              <a:bodyPr/>
              <a:lstStyle/>
              <a:p>
                <a:pPr eaLnBrk="1" hangingPunct="1">
                  <a:defRPr/>
                </a:pPr>
                <a:endParaRPr lang="en-US"/>
              </a:p>
            </p:txBody>
          </p:sp>
          <p:sp>
            <p:nvSpPr>
              <p:cNvPr id="19" name="Oval 19">
                <a:extLst>
                  <a:ext uri="{FF2B5EF4-FFF2-40B4-BE49-F238E27FC236}">
                    <a16:creationId xmlns:a16="http://schemas.microsoft.com/office/drawing/2014/main" id="{A75A32C1-4407-4BFA-9EA6-B6926F7F1FA5}"/>
                  </a:ext>
                </a:extLst>
              </p:cNvPr>
              <p:cNvSpPr>
                <a:spLocks noChangeArrowheads="1"/>
              </p:cNvSpPr>
              <p:nvPr/>
            </p:nvSpPr>
            <p:spPr bwMode="auto">
              <a:xfrm>
                <a:off x="1437" y="2596"/>
                <a:ext cx="91" cy="91"/>
              </a:xfrm>
              <a:prstGeom prst="ellipse">
                <a:avLst/>
              </a:prstGeom>
              <a:solidFill>
                <a:schemeClr val="accent1">
                  <a:lumMod val="60000"/>
                  <a:lumOff val="40000"/>
                </a:schemeClr>
              </a:solidFill>
              <a:ln w="22225">
                <a:solidFill>
                  <a:schemeClr val="tx1"/>
                </a:solidFill>
                <a:round/>
                <a:headEnd/>
                <a:tailEnd/>
              </a:ln>
              <a:effectLst/>
            </p:spPr>
            <p:txBody>
              <a:bodyPr wrap="none" anchor="ctr"/>
              <a:lstStyle/>
              <a:p>
                <a:pPr eaLnBrk="1" hangingPunct="1">
                  <a:defRPr/>
                </a:pPr>
                <a:endParaRPr lang="en-US"/>
              </a:p>
            </p:txBody>
          </p:sp>
          <p:sp>
            <p:nvSpPr>
              <p:cNvPr id="20" name="Line 20">
                <a:extLst>
                  <a:ext uri="{FF2B5EF4-FFF2-40B4-BE49-F238E27FC236}">
                    <a16:creationId xmlns:a16="http://schemas.microsoft.com/office/drawing/2014/main" id="{283B8F63-7957-4A8E-8A72-56E0788D7C14}"/>
                  </a:ext>
                </a:extLst>
              </p:cNvPr>
              <p:cNvSpPr>
                <a:spLocks noChangeShapeType="1"/>
              </p:cNvSpPr>
              <p:nvPr/>
            </p:nvSpPr>
            <p:spPr bwMode="auto">
              <a:xfrm>
                <a:off x="1536" y="2642"/>
                <a:ext cx="345" cy="0"/>
              </a:xfrm>
              <a:prstGeom prst="line">
                <a:avLst/>
              </a:prstGeom>
              <a:grpFill/>
              <a:ln w="22225">
                <a:solidFill>
                  <a:schemeClr val="tx1"/>
                </a:solidFill>
                <a:round/>
                <a:headEnd/>
                <a:tailEnd/>
              </a:ln>
              <a:effectLst/>
            </p:spPr>
            <p:txBody>
              <a:bodyPr/>
              <a:lstStyle/>
              <a:p>
                <a:pPr eaLnBrk="1" hangingPunct="1">
                  <a:defRPr/>
                </a:pPr>
                <a:endParaRPr lang="en-US"/>
              </a:p>
            </p:txBody>
          </p:sp>
          <p:sp>
            <p:nvSpPr>
              <p:cNvPr id="21" name="Line 21">
                <a:extLst>
                  <a:ext uri="{FF2B5EF4-FFF2-40B4-BE49-F238E27FC236}">
                    <a16:creationId xmlns:a16="http://schemas.microsoft.com/office/drawing/2014/main" id="{A13C3A12-C4CF-4BCF-A985-6F9AFBDD9C1C}"/>
                  </a:ext>
                </a:extLst>
              </p:cNvPr>
              <p:cNvSpPr>
                <a:spLocks noChangeShapeType="1"/>
              </p:cNvSpPr>
              <p:nvPr/>
            </p:nvSpPr>
            <p:spPr bwMode="auto">
              <a:xfrm>
                <a:off x="1450" y="2799"/>
                <a:ext cx="435" cy="0"/>
              </a:xfrm>
              <a:prstGeom prst="line">
                <a:avLst/>
              </a:prstGeom>
              <a:grpFill/>
              <a:ln w="22225">
                <a:solidFill>
                  <a:schemeClr val="tx1"/>
                </a:solidFill>
                <a:round/>
                <a:headEnd/>
                <a:tailEnd/>
              </a:ln>
              <a:effectLst/>
            </p:spPr>
            <p:txBody>
              <a:bodyPr/>
              <a:lstStyle/>
              <a:p>
                <a:pPr eaLnBrk="1" hangingPunct="1">
                  <a:defRPr/>
                </a:pPr>
                <a:endParaRPr lang="en-US"/>
              </a:p>
            </p:txBody>
          </p:sp>
          <p:sp>
            <p:nvSpPr>
              <p:cNvPr id="22" name="Oval 22">
                <a:extLst>
                  <a:ext uri="{FF2B5EF4-FFF2-40B4-BE49-F238E27FC236}">
                    <a16:creationId xmlns:a16="http://schemas.microsoft.com/office/drawing/2014/main" id="{16348D04-028D-42DD-AFA1-47C10E69663B}"/>
                  </a:ext>
                </a:extLst>
              </p:cNvPr>
              <p:cNvSpPr>
                <a:spLocks noChangeArrowheads="1"/>
              </p:cNvSpPr>
              <p:nvPr/>
            </p:nvSpPr>
            <p:spPr bwMode="auto">
              <a:xfrm>
                <a:off x="1437" y="2915"/>
                <a:ext cx="91" cy="91"/>
              </a:xfrm>
              <a:prstGeom prst="ellipse">
                <a:avLst/>
              </a:prstGeom>
              <a:solidFill>
                <a:schemeClr val="accent1">
                  <a:lumMod val="60000"/>
                  <a:lumOff val="40000"/>
                </a:schemeClr>
              </a:solidFill>
              <a:ln w="22225">
                <a:solidFill>
                  <a:schemeClr val="tx1"/>
                </a:solidFill>
                <a:round/>
                <a:headEnd/>
                <a:tailEnd/>
              </a:ln>
              <a:effectLst/>
            </p:spPr>
            <p:txBody>
              <a:bodyPr wrap="none" anchor="ctr"/>
              <a:lstStyle/>
              <a:p>
                <a:pPr eaLnBrk="1" hangingPunct="1">
                  <a:defRPr/>
                </a:pPr>
                <a:endParaRPr lang="en-US"/>
              </a:p>
            </p:txBody>
          </p:sp>
          <p:sp>
            <p:nvSpPr>
              <p:cNvPr id="23" name="Line 23">
                <a:extLst>
                  <a:ext uri="{FF2B5EF4-FFF2-40B4-BE49-F238E27FC236}">
                    <a16:creationId xmlns:a16="http://schemas.microsoft.com/office/drawing/2014/main" id="{1A7F5A5B-9954-47E7-976D-93B3206A65BA}"/>
                  </a:ext>
                </a:extLst>
              </p:cNvPr>
              <p:cNvSpPr>
                <a:spLocks noChangeShapeType="1"/>
              </p:cNvSpPr>
              <p:nvPr/>
            </p:nvSpPr>
            <p:spPr bwMode="auto">
              <a:xfrm>
                <a:off x="1536" y="2961"/>
                <a:ext cx="345" cy="0"/>
              </a:xfrm>
              <a:prstGeom prst="line">
                <a:avLst/>
              </a:prstGeom>
              <a:grpFill/>
              <a:ln w="22225">
                <a:solidFill>
                  <a:schemeClr val="tx1"/>
                </a:solidFill>
                <a:round/>
                <a:headEnd/>
                <a:tailEnd/>
              </a:ln>
              <a:effectLst/>
            </p:spPr>
            <p:txBody>
              <a:bodyPr/>
              <a:lstStyle/>
              <a:p>
                <a:pPr eaLnBrk="1" hangingPunct="1">
                  <a:defRPr/>
                </a:pPr>
                <a:endParaRPr lang="en-US"/>
              </a:p>
            </p:txBody>
          </p:sp>
          <p:sp>
            <p:nvSpPr>
              <p:cNvPr id="24" name="Line 24">
                <a:extLst>
                  <a:ext uri="{FF2B5EF4-FFF2-40B4-BE49-F238E27FC236}">
                    <a16:creationId xmlns:a16="http://schemas.microsoft.com/office/drawing/2014/main" id="{34704498-C788-4738-80AA-C9E89C675C84}"/>
                  </a:ext>
                </a:extLst>
              </p:cNvPr>
              <p:cNvSpPr>
                <a:spLocks noChangeShapeType="1"/>
              </p:cNvSpPr>
              <p:nvPr/>
            </p:nvSpPr>
            <p:spPr bwMode="auto">
              <a:xfrm>
                <a:off x="1432" y="3100"/>
                <a:ext cx="435" cy="0"/>
              </a:xfrm>
              <a:prstGeom prst="line">
                <a:avLst/>
              </a:prstGeom>
              <a:grpFill/>
              <a:ln w="22225">
                <a:solidFill>
                  <a:schemeClr val="tx1"/>
                </a:solidFill>
                <a:round/>
                <a:headEnd/>
                <a:tailEnd/>
              </a:ln>
              <a:effectLst/>
            </p:spPr>
            <p:txBody>
              <a:bodyPr/>
              <a:lstStyle/>
              <a:p>
                <a:pPr eaLnBrk="1" hangingPunct="1">
                  <a:defRPr/>
                </a:pPr>
                <a:endParaRPr lang="en-US"/>
              </a:p>
            </p:txBody>
          </p:sp>
          <p:sp>
            <p:nvSpPr>
              <p:cNvPr id="25" name="Oval 25">
                <a:extLst>
                  <a:ext uri="{FF2B5EF4-FFF2-40B4-BE49-F238E27FC236}">
                    <a16:creationId xmlns:a16="http://schemas.microsoft.com/office/drawing/2014/main" id="{8BB62AD4-4F3F-4FD5-B96C-AC1EAF3EC796}"/>
                  </a:ext>
                </a:extLst>
              </p:cNvPr>
              <p:cNvSpPr>
                <a:spLocks noChangeArrowheads="1"/>
              </p:cNvSpPr>
              <p:nvPr/>
            </p:nvSpPr>
            <p:spPr bwMode="auto">
              <a:xfrm>
                <a:off x="1428" y="3198"/>
                <a:ext cx="91" cy="91"/>
              </a:xfrm>
              <a:prstGeom prst="ellipse">
                <a:avLst/>
              </a:prstGeom>
              <a:solidFill>
                <a:schemeClr val="accent1">
                  <a:lumMod val="60000"/>
                  <a:lumOff val="40000"/>
                </a:schemeClr>
              </a:solidFill>
              <a:ln w="22225">
                <a:solidFill>
                  <a:schemeClr val="tx1"/>
                </a:solidFill>
                <a:round/>
                <a:headEnd/>
                <a:tailEnd/>
              </a:ln>
              <a:effectLst/>
            </p:spPr>
            <p:txBody>
              <a:bodyPr wrap="none" anchor="ctr"/>
              <a:lstStyle/>
              <a:p>
                <a:pPr eaLnBrk="1" hangingPunct="1">
                  <a:defRPr/>
                </a:pPr>
                <a:endParaRPr lang="en-US"/>
              </a:p>
            </p:txBody>
          </p:sp>
          <p:sp>
            <p:nvSpPr>
              <p:cNvPr id="26" name="Line 26">
                <a:extLst>
                  <a:ext uri="{FF2B5EF4-FFF2-40B4-BE49-F238E27FC236}">
                    <a16:creationId xmlns:a16="http://schemas.microsoft.com/office/drawing/2014/main" id="{5CC94691-C926-458A-A6F8-4D7ACA39E62B}"/>
                  </a:ext>
                </a:extLst>
              </p:cNvPr>
              <p:cNvSpPr>
                <a:spLocks noChangeShapeType="1"/>
              </p:cNvSpPr>
              <p:nvPr/>
            </p:nvSpPr>
            <p:spPr bwMode="auto">
              <a:xfrm>
                <a:off x="1527" y="3244"/>
                <a:ext cx="345" cy="0"/>
              </a:xfrm>
              <a:prstGeom prst="line">
                <a:avLst/>
              </a:prstGeom>
              <a:grpFill/>
              <a:ln w="22225">
                <a:solidFill>
                  <a:schemeClr val="tx1"/>
                </a:solidFill>
                <a:round/>
                <a:headEnd/>
                <a:tailEnd/>
              </a:ln>
              <a:effectLst/>
            </p:spPr>
            <p:txBody>
              <a:bodyPr/>
              <a:lstStyle/>
              <a:p>
                <a:pPr eaLnBrk="1" hangingPunct="1">
                  <a:defRPr/>
                </a:pPr>
                <a:endParaRPr lang="en-US"/>
              </a:p>
            </p:txBody>
          </p:sp>
          <p:sp>
            <p:nvSpPr>
              <p:cNvPr id="27" name="Line 27">
                <a:extLst>
                  <a:ext uri="{FF2B5EF4-FFF2-40B4-BE49-F238E27FC236}">
                    <a16:creationId xmlns:a16="http://schemas.microsoft.com/office/drawing/2014/main" id="{13CBC1E9-50CB-4F08-8F8C-63D56EC74104}"/>
                  </a:ext>
                </a:extLst>
              </p:cNvPr>
              <p:cNvSpPr>
                <a:spLocks noChangeShapeType="1"/>
              </p:cNvSpPr>
              <p:nvPr/>
            </p:nvSpPr>
            <p:spPr bwMode="auto">
              <a:xfrm>
                <a:off x="291" y="3165"/>
                <a:ext cx="345" cy="0"/>
              </a:xfrm>
              <a:prstGeom prst="line">
                <a:avLst/>
              </a:prstGeom>
              <a:grpFill/>
              <a:ln w="22225">
                <a:solidFill>
                  <a:schemeClr val="tx1"/>
                </a:solidFill>
                <a:round/>
                <a:headEnd/>
                <a:tailEnd/>
              </a:ln>
              <a:effectLst/>
            </p:spPr>
            <p:txBody>
              <a:bodyPr/>
              <a:lstStyle/>
              <a:p>
                <a:pPr eaLnBrk="1" hangingPunct="1">
                  <a:defRPr/>
                </a:pPr>
                <a:endParaRPr lang="en-US"/>
              </a:p>
            </p:txBody>
          </p:sp>
          <p:sp>
            <p:nvSpPr>
              <p:cNvPr id="28" name="Text Box 28">
                <a:extLst>
                  <a:ext uri="{FF2B5EF4-FFF2-40B4-BE49-F238E27FC236}">
                    <a16:creationId xmlns:a16="http://schemas.microsoft.com/office/drawing/2014/main" id="{B0E0BA1E-2ED3-4EA0-BABE-DDDEC073A138}"/>
                  </a:ext>
                </a:extLst>
              </p:cNvPr>
              <p:cNvSpPr txBox="1">
                <a:spLocks noChangeArrowheads="1"/>
              </p:cNvSpPr>
              <p:nvPr/>
            </p:nvSpPr>
            <p:spPr bwMode="auto">
              <a:xfrm>
                <a:off x="747" y="2094"/>
                <a:ext cx="336" cy="231"/>
              </a:xfrm>
              <a:prstGeom prst="rect">
                <a:avLst/>
              </a:prstGeom>
              <a:grpFill/>
              <a:ln>
                <a:noFill/>
              </a:ln>
              <a:effectLst/>
            </p:spPr>
            <p:txBody>
              <a:bodyPr>
                <a:spAutoFit/>
              </a:bodyPr>
              <a:lstStyle/>
              <a:p>
                <a:pPr eaLnBrk="1" hangingPunct="1">
                  <a:spcBef>
                    <a:spcPct val="50000"/>
                  </a:spcBef>
                  <a:defRPr/>
                </a:pPr>
                <a:r>
                  <a:rPr lang="en-US"/>
                  <a:t>D0</a:t>
                </a:r>
                <a:endParaRPr lang="ru-RU"/>
              </a:p>
            </p:txBody>
          </p:sp>
          <p:sp>
            <p:nvSpPr>
              <p:cNvPr id="29" name="Text Box 29">
                <a:extLst>
                  <a:ext uri="{FF2B5EF4-FFF2-40B4-BE49-F238E27FC236}">
                    <a16:creationId xmlns:a16="http://schemas.microsoft.com/office/drawing/2014/main" id="{CE85A46B-E3E7-4E7C-8997-25CCDAC7F1EA}"/>
                  </a:ext>
                </a:extLst>
              </p:cNvPr>
              <p:cNvSpPr txBox="1">
                <a:spLocks noChangeArrowheads="1"/>
              </p:cNvSpPr>
              <p:nvPr/>
            </p:nvSpPr>
            <p:spPr bwMode="auto">
              <a:xfrm>
                <a:off x="747" y="2258"/>
                <a:ext cx="336" cy="231"/>
              </a:xfrm>
              <a:prstGeom prst="rect">
                <a:avLst/>
              </a:prstGeom>
              <a:grpFill/>
              <a:ln>
                <a:noFill/>
              </a:ln>
              <a:effectLst/>
            </p:spPr>
            <p:txBody>
              <a:bodyPr>
                <a:spAutoFit/>
              </a:bodyPr>
              <a:lstStyle/>
              <a:p>
                <a:pPr eaLnBrk="1" hangingPunct="1">
                  <a:spcBef>
                    <a:spcPct val="50000"/>
                  </a:spcBef>
                  <a:defRPr/>
                </a:pPr>
                <a:r>
                  <a:rPr lang="en-US" dirty="0"/>
                  <a:t>D1</a:t>
                </a:r>
                <a:endParaRPr lang="ru-RU" dirty="0"/>
              </a:p>
            </p:txBody>
          </p:sp>
          <p:sp>
            <p:nvSpPr>
              <p:cNvPr id="30" name="Text Box 30">
                <a:extLst>
                  <a:ext uri="{FF2B5EF4-FFF2-40B4-BE49-F238E27FC236}">
                    <a16:creationId xmlns:a16="http://schemas.microsoft.com/office/drawing/2014/main" id="{20E3D332-D903-4E8D-900F-14E6A7CE3B5D}"/>
                  </a:ext>
                </a:extLst>
              </p:cNvPr>
              <p:cNvSpPr txBox="1">
                <a:spLocks noChangeArrowheads="1"/>
              </p:cNvSpPr>
              <p:nvPr/>
            </p:nvSpPr>
            <p:spPr bwMode="auto">
              <a:xfrm>
                <a:off x="738" y="2450"/>
                <a:ext cx="336" cy="231"/>
              </a:xfrm>
              <a:prstGeom prst="rect">
                <a:avLst/>
              </a:prstGeom>
              <a:grpFill/>
              <a:ln>
                <a:noFill/>
              </a:ln>
              <a:effectLst/>
            </p:spPr>
            <p:txBody>
              <a:bodyPr>
                <a:spAutoFit/>
              </a:bodyPr>
              <a:lstStyle/>
              <a:p>
                <a:pPr eaLnBrk="1" hangingPunct="1">
                  <a:spcBef>
                    <a:spcPct val="50000"/>
                  </a:spcBef>
                  <a:defRPr/>
                </a:pPr>
                <a:r>
                  <a:rPr lang="en-US"/>
                  <a:t>D2</a:t>
                </a:r>
                <a:endParaRPr lang="ru-RU"/>
              </a:p>
            </p:txBody>
          </p:sp>
          <p:sp>
            <p:nvSpPr>
              <p:cNvPr id="31" name="Text Box 31">
                <a:extLst>
                  <a:ext uri="{FF2B5EF4-FFF2-40B4-BE49-F238E27FC236}">
                    <a16:creationId xmlns:a16="http://schemas.microsoft.com/office/drawing/2014/main" id="{CF2D48FE-ADF5-49E7-A0C7-3876795ECA4D}"/>
                  </a:ext>
                </a:extLst>
              </p:cNvPr>
              <p:cNvSpPr txBox="1">
                <a:spLocks noChangeArrowheads="1"/>
              </p:cNvSpPr>
              <p:nvPr/>
            </p:nvSpPr>
            <p:spPr bwMode="auto">
              <a:xfrm>
                <a:off x="747" y="2660"/>
                <a:ext cx="336" cy="231"/>
              </a:xfrm>
              <a:prstGeom prst="rect">
                <a:avLst/>
              </a:prstGeom>
              <a:grpFill/>
              <a:ln>
                <a:noFill/>
              </a:ln>
              <a:effectLst/>
            </p:spPr>
            <p:txBody>
              <a:bodyPr>
                <a:spAutoFit/>
              </a:bodyPr>
              <a:lstStyle/>
              <a:p>
                <a:pPr eaLnBrk="1" hangingPunct="1">
                  <a:spcBef>
                    <a:spcPct val="50000"/>
                  </a:spcBef>
                  <a:defRPr/>
                </a:pPr>
                <a:r>
                  <a:rPr lang="en-US"/>
                  <a:t>D3</a:t>
                </a:r>
                <a:endParaRPr lang="ru-RU"/>
              </a:p>
            </p:txBody>
          </p:sp>
          <p:sp>
            <p:nvSpPr>
              <p:cNvPr id="32" name="Text Box 32">
                <a:extLst>
                  <a:ext uri="{FF2B5EF4-FFF2-40B4-BE49-F238E27FC236}">
                    <a16:creationId xmlns:a16="http://schemas.microsoft.com/office/drawing/2014/main" id="{7D4032C8-FFB3-424D-82E4-41732C9BE36B}"/>
                  </a:ext>
                </a:extLst>
              </p:cNvPr>
              <p:cNvSpPr txBox="1">
                <a:spLocks noChangeArrowheads="1"/>
              </p:cNvSpPr>
              <p:nvPr/>
            </p:nvSpPr>
            <p:spPr bwMode="auto">
              <a:xfrm>
                <a:off x="811" y="2853"/>
                <a:ext cx="485" cy="231"/>
              </a:xfrm>
              <a:prstGeom prst="rect">
                <a:avLst/>
              </a:prstGeom>
              <a:grpFill/>
              <a:ln>
                <a:noFill/>
              </a:ln>
              <a:effectLst/>
            </p:spPr>
            <p:txBody>
              <a:bodyPr>
                <a:spAutoFit/>
              </a:bodyPr>
              <a:lstStyle/>
              <a:p>
                <a:pPr eaLnBrk="1" hangingPunct="1">
                  <a:spcBef>
                    <a:spcPct val="50000"/>
                  </a:spcBef>
                  <a:defRPr/>
                </a:pPr>
                <a:r>
                  <a:rPr lang="en-US"/>
                  <a:t>CLK</a:t>
                </a:r>
                <a:endParaRPr lang="ru-RU"/>
              </a:p>
            </p:txBody>
          </p:sp>
          <p:sp>
            <p:nvSpPr>
              <p:cNvPr id="33" name="Text Box 33">
                <a:extLst>
                  <a:ext uri="{FF2B5EF4-FFF2-40B4-BE49-F238E27FC236}">
                    <a16:creationId xmlns:a16="http://schemas.microsoft.com/office/drawing/2014/main" id="{AE04A52E-0B08-4695-BF82-2CCEA043CE1F}"/>
                  </a:ext>
                </a:extLst>
              </p:cNvPr>
              <p:cNvSpPr txBox="1">
                <a:spLocks noChangeArrowheads="1"/>
              </p:cNvSpPr>
              <p:nvPr/>
            </p:nvSpPr>
            <p:spPr bwMode="auto">
              <a:xfrm>
                <a:off x="780" y="3081"/>
                <a:ext cx="485" cy="231"/>
              </a:xfrm>
              <a:prstGeom prst="rect">
                <a:avLst/>
              </a:prstGeom>
              <a:grpFill/>
              <a:ln>
                <a:noFill/>
              </a:ln>
              <a:effectLst/>
            </p:spPr>
            <p:txBody>
              <a:bodyPr>
                <a:spAutoFit/>
              </a:bodyPr>
              <a:lstStyle/>
              <a:p>
                <a:pPr eaLnBrk="1" hangingPunct="1">
                  <a:spcBef>
                    <a:spcPct val="50000"/>
                  </a:spcBef>
                  <a:defRPr/>
                </a:pPr>
                <a:r>
                  <a:rPr lang="en-US"/>
                  <a:t>CLR</a:t>
                </a:r>
                <a:endParaRPr lang="ru-RU"/>
              </a:p>
            </p:txBody>
          </p:sp>
          <p:sp>
            <p:nvSpPr>
              <p:cNvPr id="34" name="Text Box 34">
                <a:extLst>
                  <a:ext uri="{FF2B5EF4-FFF2-40B4-BE49-F238E27FC236}">
                    <a16:creationId xmlns:a16="http://schemas.microsoft.com/office/drawing/2014/main" id="{B43BE73E-9092-4E7F-BF7F-0D96FE59113E}"/>
                  </a:ext>
                </a:extLst>
              </p:cNvPr>
              <p:cNvSpPr txBox="1">
                <a:spLocks noChangeArrowheads="1"/>
              </p:cNvSpPr>
              <p:nvPr/>
            </p:nvSpPr>
            <p:spPr bwMode="auto">
              <a:xfrm>
                <a:off x="1146" y="2070"/>
                <a:ext cx="336" cy="231"/>
              </a:xfrm>
              <a:prstGeom prst="rect">
                <a:avLst/>
              </a:prstGeom>
              <a:grpFill/>
              <a:ln>
                <a:noFill/>
              </a:ln>
              <a:effectLst/>
            </p:spPr>
            <p:txBody>
              <a:bodyPr>
                <a:spAutoFit/>
              </a:bodyPr>
              <a:lstStyle/>
              <a:p>
                <a:pPr eaLnBrk="1" hangingPunct="1">
                  <a:spcBef>
                    <a:spcPct val="50000"/>
                  </a:spcBef>
                  <a:defRPr/>
                </a:pPr>
                <a:r>
                  <a:rPr lang="en-US"/>
                  <a:t>Q0</a:t>
                </a:r>
                <a:endParaRPr lang="ru-RU"/>
              </a:p>
            </p:txBody>
          </p:sp>
          <p:sp>
            <p:nvSpPr>
              <p:cNvPr id="35" name="Text Box 35">
                <a:extLst>
                  <a:ext uri="{FF2B5EF4-FFF2-40B4-BE49-F238E27FC236}">
                    <a16:creationId xmlns:a16="http://schemas.microsoft.com/office/drawing/2014/main" id="{86B3E883-A3B7-41BA-A029-7A49C65F33D7}"/>
                  </a:ext>
                </a:extLst>
              </p:cNvPr>
              <p:cNvSpPr txBox="1">
                <a:spLocks noChangeArrowheads="1"/>
              </p:cNvSpPr>
              <p:nvPr/>
            </p:nvSpPr>
            <p:spPr bwMode="auto">
              <a:xfrm>
                <a:off x="1152" y="2349"/>
                <a:ext cx="336" cy="231"/>
              </a:xfrm>
              <a:prstGeom prst="rect">
                <a:avLst/>
              </a:prstGeom>
              <a:grpFill/>
              <a:ln>
                <a:noFill/>
              </a:ln>
              <a:effectLst/>
            </p:spPr>
            <p:txBody>
              <a:bodyPr>
                <a:spAutoFit/>
              </a:bodyPr>
              <a:lstStyle/>
              <a:p>
                <a:pPr eaLnBrk="1" hangingPunct="1">
                  <a:spcBef>
                    <a:spcPct val="50000"/>
                  </a:spcBef>
                  <a:defRPr/>
                </a:pPr>
                <a:r>
                  <a:rPr lang="en-US"/>
                  <a:t>Q1</a:t>
                </a:r>
                <a:endParaRPr lang="ru-RU"/>
              </a:p>
            </p:txBody>
          </p:sp>
          <p:sp>
            <p:nvSpPr>
              <p:cNvPr id="36" name="Text Box 36">
                <a:extLst>
                  <a:ext uri="{FF2B5EF4-FFF2-40B4-BE49-F238E27FC236}">
                    <a16:creationId xmlns:a16="http://schemas.microsoft.com/office/drawing/2014/main" id="{ACC8A71A-8587-4782-9D63-3D469AB8384F}"/>
                  </a:ext>
                </a:extLst>
              </p:cNvPr>
              <p:cNvSpPr txBox="1">
                <a:spLocks noChangeArrowheads="1"/>
              </p:cNvSpPr>
              <p:nvPr/>
            </p:nvSpPr>
            <p:spPr bwMode="auto">
              <a:xfrm>
                <a:off x="1140" y="2676"/>
                <a:ext cx="336" cy="231"/>
              </a:xfrm>
              <a:prstGeom prst="rect">
                <a:avLst/>
              </a:prstGeom>
              <a:grpFill/>
              <a:ln>
                <a:noFill/>
              </a:ln>
              <a:effectLst/>
            </p:spPr>
            <p:txBody>
              <a:bodyPr>
                <a:spAutoFit/>
              </a:bodyPr>
              <a:lstStyle/>
              <a:p>
                <a:pPr eaLnBrk="1" hangingPunct="1">
                  <a:spcBef>
                    <a:spcPct val="50000"/>
                  </a:spcBef>
                  <a:defRPr/>
                </a:pPr>
                <a:r>
                  <a:rPr lang="en-US"/>
                  <a:t>Q2</a:t>
                </a:r>
                <a:endParaRPr lang="ru-RU"/>
              </a:p>
            </p:txBody>
          </p:sp>
          <p:sp>
            <p:nvSpPr>
              <p:cNvPr id="37" name="Text Box 37">
                <a:extLst>
                  <a:ext uri="{FF2B5EF4-FFF2-40B4-BE49-F238E27FC236}">
                    <a16:creationId xmlns:a16="http://schemas.microsoft.com/office/drawing/2014/main" id="{63741156-7153-4825-9247-60AFC32F606A}"/>
                  </a:ext>
                </a:extLst>
              </p:cNvPr>
              <p:cNvSpPr txBox="1">
                <a:spLocks noChangeArrowheads="1"/>
              </p:cNvSpPr>
              <p:nvPr/>
            </p:nvSpPr>
            <p:spPr bwMode="auto">
              <a:xfrm>
                <a:off x="1152" y="2973"/>
                <a:ext cx="336" cy="231"/>
              </a:xfrm>
              <a:prstGeom prst="rect">
                <a:avLst/>
              </a:prstGeom>
              <a:grpFill/>
              <a:ln>
                <a:noFill/>
              </a:ln>
              <a:effectLst/>
            </p:spPr>
            <p:txBody>
              <a:bodyPr>
                <a:spAutoFit/>
              </a:bodyPr>
              <a:lstStyle/>
              <a:p>
                <a:pPr eaLnBrk="1" hangingPunct="1">
                  <a:spcBef>
                    <a:spcPct val="50000"/>
                  </a:spcBef>
                  <a:defRPr/>
                </a:pPr>
                <a:r>
                  <a:rPr lang="en-US"/>
                  <a:t>Q3</a:t>
                </a:r>
                <a:endParaRPr lang="ru-RU"/>
              </a:p>
            </p:txBody>
          </p:sp>
        </p:grpSp>
      </p:grpSp>
      <p:grpSp>
        <p:nvGrpSpPr>
          <p:cNvPr id="4" name="Group 108">
            <a:extLst>
              <a:ext uri="{FF2B5EF4-FFF2-40B4-BE49-F238E27FC236}">
                <a16:creationId xmlns:a16="http://schemas.microsoft.com/office/drawing/2014/main" id="{ED8B329C-F41A-44FE-BB5C-602FC0744F5F}"/>
              </a:ext>
            </a:extLst>
          </p:cNvPr>
          <p:cNvGrpSpPr>
            <a:grpSpLocks/>
          </p:cNvGrpSpPr>
          <p:nvPr/>
        </p:nvGrpSpPr>
        <p:grpSpPr bwMode="auto">
          <a:xfrm>
            <a:off x="7826374" y="1045170"/>
            <a:ext cx="4038600" cy="5010547"/>
            <a:chOff x="2456" y="192"/>
            <a:chExt cx="3072" cy="3648"/>
          </a:xfrm>
          <a:noFill/>
        </p:grpSpPr>
        <p:sp>
          <p:nvSpPr>
            <p:cNvPr id="40" name="Rectangle 107">
              <a:extLst>
                <a:ext uri="{FF2B5EF4-FFF2-40B4-BE49-F238E27FC236}">
                  <a16:creationId xmlns:a16="http://schemas.microsoft.com/office/drawing/2014/main" id="{B48F748A-D3DE-4917-A329-D0B6BFF8389C}"/>
                </a:ext>
              </a:extLst>
            </p:cNvPr>
            <p:cNvSpPr>
              <a:spLocks noChangeArrowheads="1"/>
            </p:cNvSpPr>
            <p:nvPr/>
          </p:nvSpPr>
          <p:spPr bwMode="auto">
            <a:xfrm>
              <a:off x="2456" y="192"/>
              <a:ext cx="3072" cy="3648"/>
            </a:xfrm>
            <a:prstGeom prst="rect">
              <a:avLst/>
            </a:prstGeom>
            <a:grpFill/>
            <a:ln>
              <a:noFill/>
            </a:ln>
            <a:effectLst/>
          </p:spPr>
          <p:txBody>
            <a:bodyPr wrap="none" anchor="ctr"/>
            <a:lstStyle/>
            <a:p>
              <a:pPr eaLnBrk="1" hangingPunct="1">
                <a:defRPr/>
              </a:pPr>
              <a:endParaRPr lang="en-US"/>
            </a:p>
          </p:txBody>
        </p:sp>
        <p:sp>
          <p:nvSpPr>
            <p:cNvPr id="41" name="Text Box 97">
              <a:extLst>
                <a:ext uri="{FF2B5EF4-FFF2-40B4-BE49-F238E27FC236}">
                  <a16:creationId xmlns:a16="http://schemas.microsoft.com/office/drawing/2014/main" id="{5D77C50F-090E-4CD0-AFFA-C53A83DC2B53}"/>
                </a:ext>
              </a:extLst>
            </p:cNvPr>
            <p:cNvSpPr txBox="1">
              <a:spLocks noChangeArrowheads="1"/>
            </p:cNvSpPr>
            <p:nvPr/>
          </p:nvSpPr>
          <p:spPr bwMode="auto">
            <a:xfrm>
              <a:off x="4901" y="321"/>
              <a:ext cx="414" cy="269"/>
            </a:xfrm>
            <a:prstGeom prst="rect">
              <a:avLst/>
            </a:prstGeom>
            <a:grpFill/>
            <a:ln>
              <a:noFill/>
            </a:ln>
            <a:effectLst/>
          </p:spPr>
          <p:txBody>
            <a:bodyPr>
              <a:spAutoFit/>
            </a:bodyPr>
            <a:lstStyle/>
            <a:p>
              <a:pPr eaLnBrk="1" hangingPunct="1">
                <a:spcBef>
                  <a:spcPct val="50000"/>
                </a:spcBef>
                <a:defRPr/>
              </a:pPr>
              <a:r>
                <a:rPr lang="en-US" dirty="0"/>
                <a:t>Q0</a:t>
              </a:r>
              <a:endParaRPr lang="ru-RU" dirty="0"/>
            </a:p>
          </p:txBody>
        </p:sp>
        <p:sp>
          <p:nvSpPr>
            <p:cNvPr id="42" name="Text Box 98">
              <a:extLst>
                <a:ext uri="{FF2B5EF4-FFF2-40B4-BE49-F238E27FC236}">
                  <a16:creationId xmlns:a16="http://schemas.microsoft.com/office/drawing/2014/main" id="{4FEF60FA-CEEF-4DF5-90AB-6B1E8784ABCF}"/>
                </a:ext>
              </a:extLst>
            </p:cNvPr>
            <p:cNvSpPr txBox="1">
              <a:spLocks noChangeArrowheads="1"/>
            </p:cNvSpPr>
            <p:nvPr/>
          </p:nvSpPr>
          <p:spPr bwMode="auto">
            <a:xfrm>
              <a:off x="4920" y="1149"/>
              <a:ext cx="414" cy="269"/>
            </a:xfrm>
            <a:prstGeom prst="rect">
              <a:avLst/>
            </a:prstGeom>
            <a:grpFill/>
            <a:ln>
              <a:noFill/>
            </a:ln>
            <a:effectLst/>
          </p:spPr>
          <p:txBody>
            <a:bodyPr>
              <a:spAutoFit/>
            </a:bodyPr>
            <a:lstStyle/>
            <a:p>
              <a:pPr eaLnBrk="1" hangingPunct="1">
                <a:spcBef>
                  <a:spcPct val="50000"/>
                </a:spcBef>
                <a:defRPr/>
              </a:pPr>
              <a:r>
                <a:rPr lang="en-US" dirty="0"/>
                <a:t>Q1</a:t>
              </a:r>
              <a:endParaRPr lang="ru-RU" dirty="0"/>
            </a:p>
          </p:txBody>
        </p:sp>
        <p:sp>
          <p:nvSpPr>
            <p:cNvPr id="43" name="Text Box 99">
              <a:extLst>
                <a:ext uri="{FF2B5EF4-FFF2-40B4-BE49-F238E27FC236}">
                  <a16:creationId xmlns:a16="http://schemas.microsoft.com/office/drawing/2014/main" id="{9D7B6D9D-2E72-4BDA-A7A0-5A18289C94BA}"/>
                </a:ext>
              </a:extLst>
            </p:cNvPr>
            <p:cNvSpPr txBox="1">
              <a:spLocks noChangeArrowheads="1"/>
            </p:cNvSpPr>
            <p:nvPr/>
          </p:nvSpPr>
          <p:spPr bwMode="auto">
            <a:xfrm>
              <a:off x="4920" y="1980"/>
              <a:ext cx="414" cy="269"/>
            </a:xfrm>
            <a:prstGeom prst="rect">
              <a:avLst/>
            </a:prstGeom>
            <a:grpFill/>
            <a:ln>
              <a:noFill/>
            </a:ln>
            <a:effectLst/>
          </p:spPr>
          <p:txBody>
            <a:bodyPr>
              <a:spAutoFit/>
            </a:bodyPr>
            <a:lstStyle/>
            <a:p>
              <a:pPr eaLnBrk="1" hangingPunct="1">
                <a:spcBef>
                  <a:spcPct val="50000"/>
                </a:spcBef>
                <a:defRPr/>
              </a:pPr>
              <a:r>
                <a:rPr lang="en-US" dirty="0"/>
                <a:t>Q2</a:t>
              </a:r>
              <a:endParaRPr lang="ru-RU" dirty="0"/>
            </a:p>
          </p:txBody>
        </p:sp>
        <p:sp>
          <p:nvSpPr>
            <p:cNvPr id="44" name="Text Box 100">
              <a:extLst>
                <a:ext uri="{FF2B5EF4-FFF2-40B4-BE49-F238E27FC236}">
                  <a16:creationId xmlns:a16="http://schemas.microsoft.com/office/drawing/2014/main" id="{DA6E7838-9C6A-419D-AB4E-B261629ED2B0}"/>
                </a:ext>
              </a:extLst>
            </p:cNvPr>
            <p:cNvSpPr txBox="1">
              <a:spLocks noChangeArrowheads="1"/>
            </p:cNvSpPr>
            <p:nvPr/>
          </p:nvSpPr>
          <p:spPr bwMode="auto">
            <a:xfrm>
              <a:off x="4930" y="2824"/>
              <a:ext cx="414" cy="269"/>
            </a:xfrm>
            <a:prstGeom prst="rect">
              <a:avLst/>
            </a:prstGeom>
            <a:grpFill/>
            <a:ln>
              <a:noFill/>
            </a:ln>
            <a:effectLst/>
          </p:spPr>
          <p:txBody>
            <a:bodyPr>
              <a:spAutoFit/>
            </a:bodyPr>
            <a:lstStyle/>
            <a:p>
              <a:pPr eaLnBrk="1" hangingPunct="1">
                <a:spcBef>
                  <a:spcPct val="50000"/>
                </a:spcBef>
                <a:defRPr/>
              </a:pPr>
              <a:r>
                <a:rPr lang="en-US" dirty="0"/>
                <a:t>Q3</a:t>
              </a:r>
              <a:endParaRPr lang="ru-RU" dirty="0"/>
            </a:p>
          </p:txBody>
        </p:sp>
        <p:grpSp>
          <p:nvGrpSpPr>
            <p:cNvPr id="6" name="Group 106">
              <a:extLst>
                <a:ext uri="{FF2B5EF4-FFF2-40B4-BE49-F238E27FC236}">
                  <a16:creationId xmlns:a16="http://schemas.microsoft.com/office/drawing/2014/main" id="{6D7BE3BC-F7FE-4BD6-8418-8945B6CAAB63}"/>
                </a:ext>
              </a:extLst>
            </p:cNvPr>
            <p:cNvGrpSpPr>
              <a:grpSpLocks/>
            </p:cNvGrpSpPr>
            <p:nvPr/>
          </p:nvGrpSpPr>
          <p:grpSpPr bwMode="auto">
            <a:xfrm>
              <a:off x="2468" y="288"/>
              <a:ext cx="2382" cy="3467"/>
              <a:chOff x="2881" y="597"/>
              <a:chExt cx="2382" cy="3467"/>
            </a:xfrm>
            <a:grpFill/>
          </p:grpSpPr>
          <p:sp>
            <p:nvSpPr>
              <p:cNvPr id="46" name="Rectangle 38">
                <a:extLst>
                  <a:ext uri="{FF2B5EF4-FFF2-40B4-BE49-F238E27FC236}">
                    <a16:creationId xmlns:a16="http://schemas.microsoft.com/office/drawing/2014/main" id="{1E967D78-F516-455F-9F07-5B31202A4275}"/>
                  </a:ext>
                </a:extLst>
              </p:cNvPr>
              <p:cNvSpPr>
                <a:spLocks noChangeArrowheads="1"/>
              </p:cNvSpPr>
              <p:nvPr/>
            </p:nvSpPr>
            <p:spPr bwMode="auto">
              <a:xfrm>
                <a:off x="4521" y="1461"/>
                <a:ext cx="432" cy="576"/>
              </a:xfrm>
              <a:prstGeom prst="rect">
                <a:avLst/>
              </a:prstGeom>
              <a:solidFill>
                <a:schemeClr val="accent1">
                  <a:lumMod val="60000"/>
                  <a:lumOff val="40000"/>
                </a:schemeClr>
              </a:solidFill>
              <a:ln w="22225">
                <a:solidFill>
                  <a:schemeClr val="tx1"/>
                </a:solidFill>
                <a:miter lim="800000"/>
                <a:headEnd/>
                <a:tailEnd/>
              </a:ln>
              <a:effectLst/>
            </p:spPr>
            <p:txBody>
              <a:bodyPr wrap="none" anchor="ctr"/>
              <a:lstStyle/>
              <a:p>
                <a:pPr eaLnBrk="1" hangingPunct="1">
                  <a:defRPr/>
                </a:pPr>
                <a:endParaRPr lang="en-US"/>
              </a:p>
            </p:txBody>
          </p:sp>
          <p:sp>
            <p:nvSpPr>
              <p:cNvPr id="47" name="Rectangle 39">
                <a:extLst>
                  <a:ext uri="{FF2B5EF4-FFF2-40B4-BE49-F238E27FC236}">
                    <a16:creationId xmlns:a16="http://schemas.microsoft.com/office/drawing/2014/main" id="{017DA7EF-D2F7-403F-86F2-00A51CAE8F30}"/>
                  </a:ext>
                </a:extLst>
              </p:cNvPr>
              <p:cNvSpPr>
                <a:spLocks noChangeArrowheads="1"/>
              </p:cNvSpPr>
              <p:nvPr/>
            </p:nvSpPr>
            <p:spPr bwMode="auto">
              <a:xfrm>
                <a:off x="4521" y="2322"/>
                <a:ext cx="432" cy="576"/>
              </a:xfrm>
              <a:prstGeom prst="rect">
                <a:avLst/>
              </a:prstGeom>
              <a:solidFill>
                <a:schemeClr val="accent1">
                  <a:lumMod val="60000"/>
                  <a:lumOff val="40000"/>
                </a:schemeClr>
              </a:solidFill>
              <a:ln w="22225">
                <a:solidFill>
                  <a:schemeClr val="tx1"/>
                </a:solidFill>
                <a:miter lim="800000"/>
                <a:headEnd/>
                <a:tailEnd/>
              </a:ln>
              <a:effectLst/>
            </p:spPr>
            <p:txBody>
              <a:bodyPr wrap="none" anchor="ctr"/>
              <a:lstStyle/>
              <a:p>
                <a:pPr eaLnBrk="1" hangingPunct="1">
                  <a:defRPr/>
                </a:pPr>
                <a:endParaRPr lang="en-US"/>
              </a:p>
            </p:txBody>
          </p:sp>
          <p:sp>
            <p:nvSpPr>
              <p:cNvPr id="48" name="Rectangle 40">
                <a:extLst>
                  <a:ext uri="{FF2B5EF4-FFF2-40B4-BE49-F238E27FC236}">
                    <a16:creationId xmlns:a16="http://schemas.microsoft.com/office/drawing/2014/main" id="{D6A0E1FE-D9D3-41F0-8E0E-D6D489D614E6}"/>
                  </a:ext>
                </a:extLst>
              </p:cNvPr>
              <p:cNvSpPr>
                <a:spLocks noChangeArrowheads="1"/>
              </p:cNvSpPr>
              <p:nvPr/>
            </p:nvSpPr>
            <p:spPr bwMode="auto">
              <a:xfrm>
                <a:off x="4530" y="3156"/>
                <a:ext cx="432" cy="576"/>
              </a:xfrm>
              <a:prstGeom prst="rect">
                <a:avLst/>
              </a:prstGeom>
              <a:solidFill>
                <a:schemeClr val="accent1">
                  <a:lumMod val="60000"/>
                  <a:lumOff val="40000"/>
                </a:schemeClr>
              </a:solidFill>
              <a:ln w="22225">
                <a:solidFill>
                  <a:schemeClr val="tx1"/>
                </a:solidFill>
                <a:miter lim="800000"/>
                <a:headEnd/>
                <a:tailEnd/>
              </a:ln>
              <a:effectLst/>
            </p:spPr>
            <p:txBody>
              <a:bodyPr wrap="none" anchor="ctr"/>
              <a:lstStyle/>
              <a:p>
                <a:pPr eaLnBrk="1" hangingPunct="1">
                  <a:defRPr/>
                </a:pPr>
                <a:endParaRPr lang="en-US"/>
              </a:p>
            </p:txBody>
          </p:sp>
          <p:sp>
            <p:nvSpPr>
              <p:cNvPr id="49" name="Oval 41">
                <a:extLst>
                  <a:ext uri="{FF2B5EF4-FFF2-40B4-BE49-F238E27FC236}">
                    <a16:creationId xmlns:a16="http://schemas.microsoft.com/office/drawing/2014/main" id="{A77A10E4-7C68-4249-81FD-D8781D1847AA}"/>
                  </a:ext>
                </a:extLst>
              </p:cNvPr>
              <p:cNvSpPr>
                <a:spLocks noChangeArrowheads="1"/>
              </p:cNvSpPr>
              <p:nvPr/>
            </p:nvSpPr>
            <p:spPr bwMode="auto">
              <a:xfrm>
                <a:off x="4692" y="2037"/>
                <a:ext cx="91" cy="91"/>
              </a:xfrm>
              <a:prstGeom prst="ellipse">
                <a:avLst/>
              </a:prstGeom>
              <a:solidFill>
                <a:schemeClr val="accent1">
                  <a:lumMod val="60000"/>
                  <a:lumOff val="40000"/>
                </a:schemeClr>
              </a:solidFill>
              <a:ln w="22225">
                <a:solidFill>
                  <a:schemeClr val="tx1"/>
                </a:solidFill>
                <a:round/>
                <a:headEnd/>
                <a:tailEnd/>
              </a:ln>
              <a:effectLst/>
            </p:spPr>
            <p:txBody>
              <a:bodyPr wrap="none" anchor="ctr"/>
              <a:lstStyle/>
              <a:p>
                <a:pPr eaLnBrk="1" hangingPunct="1">
                  <a:defRPr/>
                </a:pPr>
                <a:endParaRPr lang="en-US"/>
              </a:p>
            </p:txBody>
          </p:sp>
          <p:sp>
            <p:nvSpPr>
              <p:cNvPr id="50" name="Rectangle 42">
                <a:extLst>
                  <a:ext uri="{FF2B5EF4-FFF2-40B4-BE49-F238E27FC236}">
                    <a16:creationId xmlns:a16="http://schemas.microsoft.com/office/drawing/2014/main" id="{3CC5A5E1-1C0C-456A-8C40-F50AF596002B}"/>
                  </a:ext>
                </a:extLst>
              </p:cNvPr>
              <p:cNvSpPr>
                <a:spLocks noChangeArrowheads="1"/>
              </p:cNvSpPr>
              <p:nvPr/>
            </p:nvSpPr>
            <p:spPr bwMode="auto">
              <a:xfrm>
                <a:off x="4512" y="597"/>
                <a:ext cx="432" cy="576"/>
              </a:xfrm>
              <a:prstGeom prst="rect">
                <a:avLst/>
              </a:prstGeom>
              <a:solidFill>
                <a:schemeClr val="accent1">
                  <a:lumMod val="60000"/>
                  <a:lumOff val="40000"/>
                </a:schemeClr>
              </a:solidFill>
              <a:ln w="22225">
                <a:solidFill>
                  <a:schemeClr val="tx1"/>
                </a:solidFill>
                <a:miter lim="800000"/>
                <a:headEnd/>
                <a:tailEnd/>
              </a:ln>
              <a:effectLst/>
            </p:spPr>
            <p:txBody>
              <a:bodyPr wrap="none" anchor="ctr"/>
              <a:lstStyle/>
              <a:p>
                <a:pPr eaLnBrk="1" hangingPunct="1">
                  <a:defRPr/>
                </a:pPr>
                <a:endParaRPr lang="en-US"/>
              </a:p>
            </p:txBody>
          </p:sp>
          <p:sp>
            <p:nvSpPr>
              <p:cNvPr id="51" name="Oval 43">
                <a:extLst>
                  <a:ext uri="{FF2B5EF4-FFF2-40B4-BE49-F238E27FC236}">
                    <a16:creationId xmlns:a16="http://schemas.microsoft.com/office/drawing/2014/main" id="{2CF822CE-D143-4BDB-9BAE-7FAE9BC03038}"/>
                  </a:ext>
                </a:extLst>
              </p:cNvPr>
              <p:cNvSpPr>
                <a:spLocks noChangeArrowheads="1"/>
              </p:cNvSpPr>
              <p:nvPr/>
            </p:nvSpPr>
            <p:spPr bwMode="auto">
              <a:xfrm>
                <a:off x="4665" y="1173"/>
                <a:ext cx="91" cy="91"/>
              </a:xfrm>
              <a:prstGeom prst="ellipse">
                <a:avLst/>
              </a:prstGeom>
              <a:solidFill>
                <a:schemeClr val="accent1">
                  <a:lumMod val="60000"/>
                  <a:lumOff val="40000"/>
                </a:schemeClr>
              </a:solidFill>
              <a:ln w="22225">
                <a:solidFill>
                  <a:schemeClr val="tx1"/>
                </a:solidFill>
                <a:round/>
                <a:headEnd/>
                <a:tailEnd/>
              </a:ln>
              <a:effectLst/>
            </p:spPr>
            <p:txBody>
              <a:bodyPr wrap="none" anchor="ctr"/>
              <a:lstStyle/>
              <a:p>
                <a:pPr eaLnBrk="1" hangingPunct="1">
                  <a:defRPr/>
                </a:pPr>
                <a:endParaRPr lang="en-US"/>
              </a:p>
            </p:txBody>
          </p:sp>
          <p:sp>
            <p:nvSpPr>
              <p:cNvPr id="52" name="Oval 44">
                <a:extLst>
                  <a:ext uri="{FF2B5EF4-FFF2-40B4-BE49-F238E27FC236}">
                    <a16:creationId xmlns:a16="http://schemas.microsoft.com/office/drawing/2014/main" id="{37DE4B2F-BF92-467C-A782-88CBA8219E52}"/>
                  </a:ext>
                </a:extLst>
              </p:cNvPr>
              <p:cNvSpPr>
                <a:spLocks noChangeArrowheads="1"/>
              </p:cNvSpPr>
              <p:nvPr/>
            </p:nvSpPr>
            <p:spPr bwMode="auto">
              <a:xfrm>
                <a:off x="4686" y="2898"/>
                <a:ext cx="91" cy="91"/>
              </a:xfrm>
              <a:prstGeom prst="ellipse">
                <a:avLst/>
              </a:prstGeom>
              <a:solidFill>
                <a:schemeClr val="accent1">
                  <a:lumMod val="60000"/>
                  <a:lumOff val="40000"/>
                </a:schemeClr>
              </a:solidFill>
              <a:ln w="22225">
                <a:solidFill>
                  <a:schemeClr val="tx1"/>
                </a:solidFill>
                <a:round/>
                <a:headEnd/>
                <a:tailEnd/>
              </a:ln>
              <a:effectLst/>
            </p:spPr>
            <p:txBody>
              <a:bodyPr wrap="none" anchor="ctr"/>
              <a:lstStyle/>
              <a:p>
                <a:pPr eaLnBrk="1" hangingPunct="1">
                  <a:defRPr/>
                </a:pPr>
                <a:endParaRPr lang="en-US"/>
              </a:p>
            </p:txBody>
          </p:sp>
          <p:sp>
            <p:nvSpPr>
              <p:cNvPr id="53" name="Oval 45">
                <a:extLst>
                  <a:ext uri="{FF2B5EF4-FFF2-40B4-BE49-F238E27FC236}">
                    <a16:creationId xmlns:a16="http://schemas.microsoft.com/office/drawing/2014/main" id="{88AA4AF9-C200-479B-88D7-41581E84F87D}"/>
                  </a:ext>
                </a:extLst>
              </p:cNvPr>
              <p:cNvSpPr>
                <a:spLocks noChangeArrowheads="1"/>
              </p:cNvSpPr>
              <p:nvPr/>
            </p:nvSpPr>
            <p:spPr bwMode="auto">
              <a:xfrm>
                <a:off x="4704" y="3735"/>
                <a:ext cx="91" cy="91"/>
              </a:xfrm>
              <a:prstGeom prst="ellipse">
                <a:avLst/>
              </a:prstGeom>
              <a:solidFill>
                <a:schemeClr val="accent1">
                  <a:lumMod val="60000"/>
                  <a:lumOff val="40000"/>
                </a:schemeClr>
              </a:solidFill>
              <a:ln w="22225">
                <a:solidFill>
                  <a:schemeClr val="tx1"/>
                </a:solidFill>
                <a:round/>
                <a:headEnd/>
                <a:tailEnd/>
              </a:ln>
              <a:effectLst/>
            </p:spPr>
            <p:txBody>
              <a:bodyPr wrap="none" anchor="ctr"/>
              <a:lstStyle/>
              <a:p>
                <a:pPr eaLnBrk="1" hangingPunct="1">
                  <a:defRPr/>
                </a:pPr>
                <a:endParaRPr lang="en-US"/>
              </a:p>
            </p:txBody>
          </p:sp>
          <p:sp>
            <p:nvSpPr>
              <p:cNvPr id="54" name="Line 46">
                <a:extLst>
                  <a:ext uri="{FF2B5EF4-FFF2-40B4-BE49-F238E27FC236}">
                    <a16:creationId xmlns:a16="http://schemas.microsoft.com/office/drawing/2014/main" id="{F2F75951-B53C-4800-AB4E-7670BD5E8D9B}"/>
                  </a:ext>
                </a:extLst>
              </p:cNvPr>
              <p:cNvSpPr>
                <a:spLocks noChangeShapeType="1"/>
              </p:cNvSpPr>
              <p:nvPr/>
            </p:nvSpPr>
            <p:spPr bwMode="auto">
              <a:xfrm>
                <a:off x="3901" y="741"/>
                <a:ext cx="608" cy="0"/>
              </a:xfrm>
              <a:prstGeom prst="line">
                <a:avLst/>
              </a:prstGeom>
              <a:grpFill/>
              <a:ln w="22225">
                <a:solidFill>
                  <a:schemeClr val="tx1"/>
                </a:solidFill>
                <a:round/>
                <a:headEnd/>
                <a:tailEnd/>
              </a:ln>
              <a:effectLst/>
            </p:spPr>
            <p:txBody>
              <a:bodyPr/>
              <a:lstStyle/>
              <a:p>
                <a:pPr eaLnBrk="1" hangingPunct="1">
                  <a:defRPr/>
                </a:pPr>
                <a:endParaRPr lang="en-US"/>
              </a:p>
            </p:txBody>
          </p:sp>
          <p:sp>
            <p:nvSpPr>
              <p:cNvPr id="55" name="Line 47">
                <a:extLst>
                  <a:ext uri="{FF2B5EF4-FFF2-40B4-BE49-F238E27FC236}">
                    <a16:creationId xmlns:a16="http://schemas.microsoft.com/office/drawing/2014/main" id="{DF571940-B82F-4371-AACB-C0A3800F11CE}"/>
                  </a:ext>
                </a:extLst>
              </p:cNvPr>
              <p:cNvSpPr>
                <a:spLocks noChangeShapeType="1"/>
              </p:cNvSpPr>
              <p:nvPr/>
            </p:nvSpPr>
            <p:spPr bwMode="auto">
              <a:xfrm>
                <a:off x="3909" y="1617"/>
                <a:ext cx="608" cy="0"/>
              </a:xfrm>
              <a:prstGeom prst="line">
                <a:avLst/>
              </a:prstGeom>
              <a:grpFill/>
              <a:ln w="22225">
                <a:solidFill>
                  <a:schemeClr val="tx1"/>
                </a:solidFill>
                <a:round/>
                <a:headEnd/>
                <a:tailEnd/>
              </a:ln>
              <a:effectLst/>
            </p:spPr>
            <p:txBody>
              <a:bodyPr/>
              <a:lstStyle/>
              <a:p>
                <a:pPr eaLnBrk="1" hangingPunct="1">
                  <a:defRPr/>
                </a:pPr>
                <a:endParaRPr lang="en-US"/>
              </a:p>
            </p:txBody>
          </p:sp>
          <p:sp>
            <p:nvSpPr>
              <p:cNvPr id="56" name="Line 48">
                <a:extLst>
                  <a:ext uri="{FF2B5EF4-FFF2-40B4-BE49-F238E27FC236}">
                    <a16:creationId xmlns:a16="http://schemas.microsoft.com/office/drawing/2014/main" id="{55562828-B550-409C-9AAD-51B85713F179}"/>
                  </a:ext>
                </a:extLst>
              </p:cNvPr>
              <p:cNvSpPr>
                <a:spLocks noChangeShapeType="1"/>
              </p:cNvSpPr>
              <p:nvPr/>
            </p:nvSpPr>
            <p:spPr bwMode="auto">
              <a:xfrm>
                <a:off x="3910" y="2458"/>
                <a:ext cx="608" cy="0"/>
              </a:xfrm>
              <a:prstGeom prst="line">
                <a:avLst/>
              </a:prstGeom>
              <a:grpFill/>
              <a:ln w="22225">
                <a:solidFill>
                  <a:schemeClr val="tx1"/>
                </a:solidFill>
                <a:round/>
                <a:headEnd/>
                <a:tailEnd/>
              </a:ln>
              <a:effectLst/>
            </p:spPr>
            <p:txBody>
              <a:bodyPr/>
              <a:lstStyle/>
              <a:p>
                <a:pPr eaLnBrk="1" hangingPunct="1">
                  <a:defRPr/>
                </a:pPr>
                <a:endParaRPr lang="en-US"/>
              </a:p>
            </p:txBody>
          </p:sp>
          <p:sp>
            <p:nvSpPr>
              <p:cNvPr id="57" name="Line 49">
                <a:extLst>
                  <a:ext uri="{FF2B5EF4-FFF2-40B4-BE49-F238E27FC236}">
                    <a16:creationId xmlns:a16="http://schemas.microsoft.com/office/drawing/2014/main" id="{C14DE104-CCB9-4B2B-8362-E635404AE015}"/>
                  </a:ext>
                </a:extLst>
              </p:cNvPr>
              <p:cNvSpPr>
                <a:spLocks noChangeShapeType="1"/>
              </p:cNvSpPr>
              <p:nvPr/>
            </p:nvSpPr>
            <p:spPr bwMode="auto">
              <a:xfrm>
                <a:off x="3920" y="3291"/>
                <a:ext cx="608" cy="0"/>
              </a:xfrm>
              <a:prstGeom prst="line">
                <a:avLst/>
              </a:prstGeom>
              <a:grpFill/>
              <a:ln w="22225">
                <a:solidFill>
                  <a:schemeClr val="tx1"/>
                </a:solidFill>
                <a:round/>
                <a:headEnd/>
                <a:tailEnd/>
              </a:ln>
              <a:effectLst/>
            </p:spPr>
            <p:txBody>
              <a:bodyPr/>
              <a:lstStyle/>
              <a:p>
                <a:pPr eaLnBrk="1" hangingPunct="1">
                  <a:defRPr/>
                </a:pPr>
                <a:endParaRPr lang="en-US"/>
              </a:p>
            </p:txBody>
          </p:sp>
          <p:sp>
            <p:nvSpPr>
              <p:cNvPr id="58" name="Freeform 50">
                <a:extLst>
                  <a:ext uri="{FF2B5EF4-FFF2-40B4-BE49-F238E27FC236}">
                    <a16:creationId xmlns:a16="http://schemas.microsoft.com/office/drawing/2014/main" id="{6DB56F5D-AADA-4FEF-9E91-4013335109FF}"/>
                  </a:ext>
                </a:extLst>
              </p:cNvPr>
              <p:cNvSpPr>
                <a:spLocks/>
              </p:cNvSpPr>
              <p:nvPr/>
            </p:nvSpPr>
            <p:spPr bwMode="auto">
              <a:xfrm>
                <a:off x="4524" y="896"/>
                <a:ext cx="84" cy="111"/>
              </a:xfrm>
              <a:custGeom>
                <a:avLst/>
                <a:gdLst>
                  <a:gd name="T0" fmla="*/ 0 w 129"/>
                  <a:gd name="T1" fmla="*/ 133 h 133"/>
                  <a:gd name="T2" fmla="*/ 129 w 129"/>
                  <a:gd name="T3" fmla="*/ 66 h 133"/>
                  <a:gd name="T4" fmla="*/ 0 w 129"/>
                  <a:gd name="T5" fmla="*/ 0 h 133"/>
                </a:gdLst>
                <a:ahLst/>
                <a:cxnLst>
                  <a:cxn ang="0">
                    <a:pos x="T0" y="T1"/>
                  </a:cxn>
                  <a:cxn ang="0">
                    <a:pos x="T2" y="T3"/>
                  </a:cxn>
                  <a:cxn ang="0">
                    <a:pos x="T4" y="T5"/>
                  </a:cxn>
                </a:cxnLst>
                <a:rect l="0" t="0" r="r" b="b"/>
                <a:pathLst>
                  <a:path w="129" h="133">
                    <a:moveTo>
                      <a:pt x="0" y="133"/>
                    </a:moveTo>
                    <a:lnTo>
                      <a:pt x="129" y="66"/>
                    </a:lnTo>
                    <a:lnTo>
                      <a:pt x="0" y="0"/>
                    </a:lnTo>
                  </a:path>
                </a:pathLst>
              </a:custGeom>
              <a:grpFill/>
              <a:ln w="22225" cap="flat">
                <a:solidFill>
                  <a:schemeClr val="tx1"/>
                </a:solidFill>
                <a:prstDash val="solid"/>
                <a:miter lim="800000"/>
                <a:headEnd/>
                <a:tailEnd/>
              </a:ln>
            </p:spPr>
            <p:txBody>
              <a:bodyPr/>
              <a:lstStyle/>
              <a:p>
                <a:pPr eaLnBrk="1" hangingPunct="1">
                  <a:defRPr/>
                </a:pPr>
                <a:endParaRPr lang="en-US"/>
              </a:p>
            </p:txBody>
          </p:sp>
          <p:sp>
            <p:nvSpPr>
              <p:cNvPr id="59" name="Freeform 51">
                <a:extLst>
                  <a:ext uri="{FF2B5EF4-FFF2-40B4-BE49-F238E27FC236}">
                    <a16:creationId xmlns:a16="http://schemas.microsoft.com/office/drawing/2014/main" id="{F5F516CD-15F8-4BC8-B34C-E050878AEA4D}"/>
                  </a:ext>
                </a:extLst>
              </p:cNvPr>
              <p:cNvSpPr>
                <a:spLocks/>
              </p:cNvSpPr>
              <p:nvPr/>
            </p:nvSpPr>
            <p:spPr bwMode="auto">
              <a:xfrm>
                <a:off x="4515" y="1764"/>
                <a:ext cx="84" cy="111"/>
              </a:xfrm>
              <a:custGeom>
                <a:avLst/>
                <a:gdLst>
                  <a:gd name="T0" fmla="*/ 0 w 129"/>
                  <a:gd name="T1" fmla="*/ 133 h 133"/>
                  <a:gd name="T2" fmla="*/ 129 w 129"/>
                  <a:gd name="T3" fmla="*/ 66 h 133"/>
                  <a:gd name="T4" fmla="*/ 0 w 129"/>
                  <a:gd name="T5" fmla="*/ 0 h 133"/>
                </a:gdLst>
                <a:ahLst/>
                <a:cxnLst>
                  <a:cxn ang="0">
                    <a:pos x="T0" y="T1"/>
                  </a:cxn>
                  <a:cxn ang="0">
                    <a:pos x="T2" y="T3"/>
                  </a:cxn>
                  <a:cxn ang="0">
                    <a:pos x="T4" y="T5"/>
                  </a:cxn>
                </a:cxnLst>
                <a:rect l="0" t="0" r="r" b="b"/>
                <a:pathLst>
                  <a:path w="129" h="133">
                    <a:moveTo>
                      <a:pt x="0" y="133"/>
                    </a:moveTo>
                    <a:lnTo>
                      <a:pt x="129" y="66"/>
                    </a:lnTo>
                    <a:lnTo>
                      <a:pt x="0" y="0"/>
                    </a:lnTo>
                  </a:path>
                </a:pathLst>
              </a:custGeom>
              <a:grpFill/>
              <a:ln w="22225" cap="flat">
                <a:solidFill>
                  <a:schemeClr val="tx1"/>
                </a:solidFill>
                <a:prstDash val="solid"/>
                <a:miter lim="800000"/>
                <a:headEnd/>
                <a:tailEnd/>
              </a:ln>
            </p:spPr>
            <p:txBody>
              <a:bodyPr/>
              <a:lstStyle/>
              <a:p>
                <a:pPr eaLnBrk="1" hangingPunct="1">
                  <a:defRPr/>
                </a:pPr>
                <a:endParaRPr lang="en-US"/>
              </a:p>
            </p:txBody>
          </p:sp>
          <p:sp>
            <p:nvSpPr>
              <p:cNvPr id="60" name="Freeform 52">
                <a:extLst>
                  <a:ext uri="{FF2B5EF4-FFF2-40B4-BE49-F238E27FC236}">
                    <a16:creationId xmlns:a16="http://schemas.microsoft.com/office/drawing/2014/main" id="{F52DFC1B-B51B-4F91-B2DE-CA6B59956D1F}"/>
                  </a:ext>
                </a:extLst>
              </p:cNvPr>
              <p:cNvSpPr>
                <a:spLocks/>
              </p:cNvSpPr>
              <p:nvPr/>
            </p:nvSpPr>
            <p:spPr bwMode="auto">
              <a:xfrm>
                <a:off x="4515" y="2587"/>
                <a:ext cx="84" cy="111"/>
              </a:xfrm>
              <a:custGeom>
                <a:avLst/>
                <a:gdLst>
                  <a:gd name="T0" fmla="*/ 0 w 129"/>
                  <a:gd name="T1" fmla="*/ 133 h 133"/>
                  <a:gd name="T2" fmla="*/ 129 w 129"/>
                  <a:gd name="T3" fmla="*/ 66 h 133"/>
                  <a:gd name="T4" fmla="*/ 0 w 129"/>
                  <a:gd name="T5" fmla="*/ 0 h 133"/>
                </a:gdLst>
                <a:ahLst/>
                <a:cxnLst>
                  <a:cxn ang="0">
                    <a:pos x="T0" y="T1"/>
                  </a:cxn>
                  <a:cxn ang="0">
                    <a:pos x="T2" y="T3"/>
                  </a:cxn>
                  <a:cxn ang="0">
                    <a:pos x="T4" y="T5"/>
                  </a:cxn>
                </a:cxnLst>
                <a:rect l="0" t="0" r="r" b="b"/>
                <a:pathLst>
                  <a:path w="129" h="133">
                    <a:moveTo>
                      <a:pt x="0" y="133"/>
                    </a:moveTo>
                    <a:lnTo>
                      <a:pt x="129" y="66"/>
                    </a:lnTo>
                    <a:lnTo>
                      <a:pt x="0" y="0"/>
                    </a:lnTo>
                  </a:path>
                </a:pathLst>
              </a:custGeom>
              <a:grpFill/>
              <a:ln w="22225" cap="flat">
                <a:solidFill>
                  <a:schemeClr val="tx1"/>
                </a:solidFill>
                <a:prstDash val="solid"/>
                <a:miter lim="800000"/>
                <a:headEnd/>
                <a:tailEnd/>
              </a:ln>
            </p:spPr>
            <p:txBody>
              <a:bodyPr/>
              <a:lstStyle/>
              <a:p>
                <a:pPr eaLnBrk="1" hangingPunct="1">
                  <a:defRPr/>
                </a:pPr>
                <a:endParaRPr lang="en-US"/>
              </a:p>
            </p:txBody>
          </p:sp>
          <p:sp>
            <p:nvSpPr>
              <p:cNvPr id="61" name="Freeform 53">
                <a:extLst>
                  <a:ext uri="{FF2B5EF4-FFF2-40B4-BE49-F238E27FC236}">
                    <a16:creationId xmlns:a16="http://schemas.microsoft.com/office/drawing/2014/main" id="{5216DF71-CDE9-4015-95D8-2D2D08273CB1}"/>
                  </a:ext>
                </a:extLst>
              </p:cNvPr>
              <p:cNvSpPr>
                <a:spLocks/>
              </p:cNvSpPr>
              <p:nvPr/>
            </p:nvSpPr>
            <p:spPr bwMode="auto">
              <a:xfrm>
                <a:off x="4533" y="3447"/>
                <a:ext cx="84" cy="111"/>
              </a:xfrm>
              <a:custGeom>
                <a:avLst/>
                <a:gdLst>
                  <a:gd name="T0" fmla="*/ 0 w 129"/>
                  <a:gd name="T1" fmla="*/ 133 h 133"/>
                  <a:gd name="T2" fmla="*/ 129 w 129"/>
                  <a:gd name="T3" fmla="*/ 66 h 133"/>
                  <a:gd name="T4" fmla="*/ 0 w 129"/>
                  <a:gd name="T5" fmla="*/ 0 h 133"/>
                </a:gdLst>
                <a:ahLst/>
                <a:cxnLst>
                  <a:cxn ang="0">
                    <a:pos x="T0" y="T1"/>
                  </a:cxn>
                  <a:cxn ang="0">
                    <a:pos x="T2" y="T3"/>
                  </a:cxn>
                  <a:cxn ang="0">
                    <a:pos x="T4" y="T5"/>
                  </a:cxn>
                </a:cxnLst>
                <a:rect l="0" t="0" r="r" b="b"/>
                <a:pathLst>
                  <a:path w="129" h="133">
                    <a:moveTo>
                      <a:pt x="0" y="133"/>
                    </a:moveTo>
                    <a:lnTo>
                      <a:pt x="129" y="66"/>
                    </a:lnTo>
                    <a:lnTo>
                      <a:pt x="0" y="0"/>
                    </a:lnTo>
                  </a:path>
                </a:pathLst>
              </a:custGeom>
              <a:grpFill/>
              <a:ln w="22225" cap="flat">
                <a:solidFill>
                  <a:schemeClr val="tx1"/>
                </a:solidFill>
                <a:prstDash val="solid"/>
                <a:miter lim="800000"/>
                <a:headEnd/>
                <a:tailEnd/>
              </a:ln>
            </p:spPr>
            <p:txBody>
              <a:bodyPr/>
              <a:lstStyle/>
              <a:p>
                <a:pPr eaLnBrk="1" hangingPunct="1">
                  <a:defRPr/>
                </a:pPr>
                <a:endParaRPr lang="en-US"/>
              </a:p>
            </p:txBody>
          </p:sp>
          <p:sp>
            <p:nvSpPr>
              <p:cNvPr id="62" name="Oval 54">
                <a:extLst>
                  <a:ext uri="{FF2B5EF4-FFF2-40B4-BE49-F238E27FC236}">
                    <a16:creationId xmlns:a16="http://schemas.microsoft.com/office/drawing/2014/main" id="{AEEF8B38-E97E-4BDA-B7EB-AD22773DD616}"/>
                  </a:ext>
                </a:extLst>
              </p:cNvPr>
              <p:cNvSpPr>
                <a:spLocks noChangeArrowheads="1"/>
              </p:cNvSpPr>
              <p:nvPr/>
            </p:nvSpPr>
            <p:spPr bwMode="auto">
              <a:xfrm>
                <a:off x="4418" y="907"/>
                <a:ext cx="91" cy="91"/>
              </a:xfrm>
              <a:prstGeom prst="ellipse">
                <a:avLst/>
              </a:prstGeom>
              <a:solidFill>
                <a:schemeClr val="accent1">
                  <a:lumMod val="60000"/>
                  <a:lumOff val="40000"/>
                </a:schemeClr>
              </a:solidFill>
              <a:ln w="22225">
                <a:solidFill>
                  <a:schemeClr val="tx1"/>
                </a:solidFill>
                <a:round/>
                <a:headEnd/>
                <a:tailEnd/>
              </a:ln>
              <a:effectLst/>
            </p:spPr>
            <p:txBody>
              <a:bodyPr wrap="none" anchor="ctr"/>
              <a:lstStyle/>
              <a:p>
                <a:pPr eaLnBrk="1" hangingPunct="1">
                  <a:defRPr/>
                </a:pPr>
                <a:endParaRPr lang="en-US"/>
              </a:p>
            </p:txBody>
          </p:sp>
          <p:sp>
            <p:nvSpPr>
              <p:cNvPr id="63" name="Oval 55">
                <a:extLst>
                  <a:ext uri="{FF2B5EF4-FFF2-40B4-BE49-F238E27FC236}">
                    <a16:creationId xmlns:a16="http://schemas.microsoft.com/office/drawing/2014/main" id="{6D7FBA14-11AF-4D99-B2FD-15FD5C9088AD}"/>
                  </a:ext>
                </a:extLst>
              </p:cNvPr>
              <p:cNvSpPr>
                <a:spLocks noChangeArrowheads="1"/>
              </p:cNvSpPr>
              <p:nvPr/>
            </p:nvSpPr>
            <p:spPr bwMode="auto">
              <a:xfrm>
                <a:off x="4418" y="1776"/>
                <a:ext cx="91" cy="91"/>
              </a:xfrm>
              <a:prstGeom prst="ellipse">
                <a:avLst/>
              </a:prstGeom>
              <a:solidFill>
                <a:schemeClr val="accent1">
                  <a:lumMod val="60000"/>
                  <a:lumOff val="40000"/>
                </a:schemeClr>
              </a:solidFill>
              <a:ln w="22225">
                <a:solidFill>
                  <a:schemeClr val="tx1"/>
                </a:solidFill>
                <a:round/>
                <a:headEnd/>
                <a:tailEnd/>
              </a:ln>
              <a:effectLst/>
            </p:spPr>
            <p:txBody>
              <a:bodyPr wrap="none" anchor="ctr"/>
              <a:lstStyle/>
              <a:p>
                <a:pPr eaLnBrk="1" hangingPunct="1">
                  <a:defRPr/>
                </a:pPr>
                <a:endParaRPr lang="en-US"/>
              </a:p>
            </p:txBody>
          </p:sp>
          <p:sp>
            <p:nvSpPr>
              <p:cNvPr id="64" name="Oval 56">
                <a:extLst>
                  <a:ext uri="{FF2B5EF4-FFF2-40B4-BE49-F238E27FC236}">
                    <a16:creationId xmlns:a16="http://schemas.microsoft.com/office/drawing/2014/main" id="{289BFBE8-DFFA-44AF-A558-2EF3D1B51BD2}"/>
                  </a:ext>
                </a:extLst>
              </p:cNvPr>
              <p:cNvSpPr>
                <a:spLocks noChangeArrowheads="1"/>
              </p:cNvSpPr>
              <p:nvPr/>
            </p:nvSpPr>
            <p:spPr bwMode="auto">
              <a:xfrm>
                <a:off x="4427" y="2598"/>
                <a:ext cx="91" cy="91"/>
              </a:xfrm>
              <a:prstGeom prst="ellipse">
                <a:avLst/>
              </a:prstGeom>
              <a:solidFill>
                <a:schemeClr val="accent1">
                  <a:lumMod val="60000"/>
                  <a:lumOff val="40000"/>
                </a:schemeClr>
              </a:solidFill>
              <a:ln w="22225">
                <a:solidFill>
                  <a:schemeClr val="tx1"/>
                </a:solidFill>
                <a:round/>
                <a:headEnd/>
                <a:tailEnd/>
              </a:ln>
              <a:effectLst/>
            </p:spPr>
            <p:txBody>
              <a:bodyPr wrap="none" anchor="ctr"/>
              <a:lstStyle/>
              <a:p>
                <a:pPr eaLnBrk="1" hangingPunct="1">
                  <a:defRPr/>
                </a:pPr>
                <a:endParaRPr lang="en-US"/>
              </a:p>
            </p:txBody>
          </p:sp>
          <p:sp>
            <p:nvSpPr>
              <p:cNvPr id="65" name="Oval 58">
                <a:extLst>
                  <a:ext uri="{FF2B5EF4-FFF2-40B4-BE49-F238E27FC236}">
                    <a16:creationId xmlns:a16="http://schemas.microsoft.com/office/drawing/2014/main" id="{7C7895B8-C341-4881-998C-6A1E330836D7}"/>
                  </a:ext>
                </a:extLst>
              </p:cNvPr>
              <p:cNvSpPr>
                <a:spLocks noChangeArrowheads="1"/>
              </p:cNvSpPr>
              <p:nvPr/>
            </p:nvSpPr>
            <p:spPr bwMode="auto">
              <a:xfrm>
                <a:off x="4434" y="3453"/>
                <a:ext cx="91" cy="91"/>
              </a:xfrm>
              <a:prstGeom prst="ellipse">
                <a:avLst/>
              </a:prstGeom>
              <a:solidFill>
                <a:schemeClr val="accent1">
                  <a:lumMod val="60000"/>
                  <a:lumOff val="40000"/>
                </a:schemeClr>
              </a:solidFill>
              <a:ln w="22225">
                <a:solidFill>
                  <a:schemeClr val="tx1"/>
                </a:solidFill>
                <a:round/>
                <a:headEnd/>
                <a:tailEnd/>
              </a:ln>
              <a:effectLst/>
            </p:spPr>
            <p:txBody>
              <a:bodyPr wrap="none" anchor="ctr"/>
              <a:lstStyle/>
              <a:p>
                <a:pPr eaLnBrk="1" hangingPunct="1">
                  <a:defRPr/>
                </a:pPr>
                <a:endParaRPr lang="en-US"/>
              </a:p>
            </p:txBody>
          </p:sp>
          <p:sp>
            <p:nvSpPr>
              <p:cNvPr id="66" name="Line 59">
                <a:extLst>
                  <a:ext uri="{FF2B5EF4-FFF2-40B4-BE49-F238E27FC236}">
                    <a16:creationId xmlns:a16="http://schemas.microsoft.com/office/drawing/2014/main" id="{B6467021-4444-4548-BD45-A2CCAB73BA36}"/>
                  </a:ext>
                </a:extLst>
              </p:cNvPr>
              <p:cNvSpPr>
                <a:spLocks noChangeShapeType="1"/>
              </p:cNvSpPr>
              <p:nvPr/>
            </p:nvSpPr>
            <p:spPr bwMode="auto">
              <a:xfrm>
                <a:off x="4101" y="951"/>
                <a:ext cx="326" cy="0"/>
              </a:xfrm>
              <a:prstGeom prst="line">
                <a:avLst/>
              </a:prstGeom>
              <a:grpFill/>
              <a:ln w="22225">
                <a:solidFill>
                  <a:schemeClr val="tx1"/>
                </a:solidFill>
                <a:round/>
                <a:headEnd/>
                <a:tailEnd/>
              </a:ln>
              <a:effectLst/>
            </p:spPr>
            <p:txBody>
              <a:bodyPr/>
              <a:lstStyle/>
              <a:p>
                <a:pPr eaLnBrk="1" hangingPunct="1">
                  <a:defRPr/>
                </a:pPr>
                <a:endParaRPr lang="en-US"/>
              </a:p>
            </p:txBody>
          </p:sp>
          <p:sp>
            <p:nvSpPr>
              <p:cNvPr id="67" name="Line 60">
                <a:extLst>
                  <a:ext uri="{FF2B5EF4-FFF2-40B4-BE49-F238E27FC236}">
                    <a16:creationId xmlns:a16="http://schemas.microsoft.com/office/drawing/2014/main" id="{37D550D9-A133-4DF8-A671-EE5E962F8FE4}"/>
                  </a:ext>
                </a:extLst>
              </p:cNvPr>
              <p:cNvSpPr>
                <a:spLocks noChangeShapeType="1"/>
              </p:cNvSpPr>
              <p:nvPr/>
            </p:nvSpPr>
            <p:spPr bwMode="auto">
              <a:xfrm>
                <a:off x="4092" y="1820"/>
                <a:ext cx="326" cy="0"/>
              </a:xfrm>
              <a:prstGeom prst="line">
                <a:avLst/>
              </a:prstGeom>
              <a:grpFill/>
              <a:ln w="22225">
                <a:solidFill>
                  <a:schemeClr val="tx1"/>
                </a:solidFill>
                <a:round/>
                <a:headEnd type="oval" w="med" len="med"/>
                <a:tailEnd/>
              </a:ln>
              <a:effectLst/>
            </p:spPr>
            <p:txBody>
              <a:bodyPr/>
              <a:lstStyle/>
              <a:p>
                <a:pPr eaLnBrk="1" hangingPunct="1">
                  <a:defRPr/>
                </a:pPr>
                <a:endParaRPr lang="en-US"/>
              </a:p>
            </p:txBody>
          </p:sp>
          <p:sp>
            <p:nvSpPr>
              <p:cNvPr id="68" name="Line 61">
                <a:extLst>
                  <a:ext uri="{FF2B5EF4-FFF2-40B4-BE49-F238E27FC236}">
                    <a16:creationId xmlns:a16="http://schemas.microsoft.com/office/drawing/2014/main" id="{F753FAA1-CB63-40DB-B60D-923A49AC06B5}"/>
                  </a:ext>
                </a:extLst>
              </p:cNvPr>
              <p:cNvSpPr>
                <a:spLocks noChangeShapeType="1"/>
              </p:cNvSpPr>
              <p:nvPr/>
            </p:nvSpPr>
            <p:spPr bwMode="auto">
              <a:xfrm>
                <a:off x="4101" y="2643"/>
                <a:ext cx="326" cy="0"/>
              </a:xfrm>
              <a:prstGeom prst="line">
                <a:avLst/>
              </a:prstGeom>
              <a:grpFill/>
              <a:ln w="22225">
                <a:solidFill>
                  <a:schemeClr val="tx1"/>
                </a:solidFill>
                <a:round/>
                <a:headEnd type="oval" w="med" len="med"/>
                <a:tailEnd/>
              </a:ln>
              <a:effectLst/>
            </p:spPr>
            <p:txBody>
              <a:bodyPr/>
              <a:lstStyle/>
              <a:p>
                <a:pPr eaLnBrk="1" hangingPunct="1">
                  <a:defRPr/>
                </a:pPr>
                <a:endParaRPr lang="en-US"/>
              </a:p>
            </p:txBody>
          </p:sp>
          <p:sp>
            <p:nvSpPr>
              <p:cNvPr id="69" name="Line 62">
                <a:extLst>
                  <a:ext uri="{FF2B5EF4-FFF2-40B4-BE49-F238E27FC236}">
                    <a16:creationId xmlns:a16="http://schemas.microsoft.com/office/drawing/2014/main" id="{97F6DD18-250C-4707-92B2-A6F4F174D6AB}"/>
                  </a:ext>
                </a:extLst>
              </p:cNvPr>
              <p:cNvSpPr>
                <a:spLocks noChangeShapeType="1"/>
              </p:cNvSpPr>
              <p:nvPr/>
            </p:nvSpPr>
            <p:spPr bwMode="auto">
              <a:xfrm>
                <a:off x="4002" y="3502"/>
                <a:ext cx="440" cy="0"/>
              </a:xfrm>
              <a:prstGeom prst="line">
                <a:avLst/>
              </a:prstGeom>
              <a:grpFill/>
              <a:ln w="22225">
                <a:solidFill>
                  <a:schemeClr val="tx1"/>
                </a:solidFill>
                <a:round/>
                <a:headEnd/>
                <a:tailEnd/>
              </a:ln>
              <a:effectLst/>
            </p:spPr>
            <p:txBody>
              <a:bodyPr/>
              <a:lstStyle/>
              <a:p>
                <a:pPr eaLnBrk="1" hangingPunct="1">
                  <a:defRPr/>
                </a:pPr>
                <a:endParaRPr lang="en-US"/>
              </a:p>
            </p:txBody>
          </p:sp>
          <p:sp>
            <p:nvSpPr>
              <p:cNvPr id="70" name="Line 63">
                <a:extLst>
                  <a:ext uri="{FF2B5EF4-FFF2-40B4-BE49-F238E27FC236}">
                    <a16:creationId xmlns:a16="http://schemas.microsoft.com/office/drawing/2014/main" id="{6C4A0AE1-1494-4650-A60E-61B0C4DFBE84}"/>
                  </a:ext>
                </a:extLst>
              </p:cNvPr>
              <p:cNvSpPr>
                <a:spLocks noChangeShapeType="1"/>
              </p:cNvSpPr>
              <p:nvPr/>
            </p:nvSpPr>
            <p:spPr bwMode="auto">
              <a:xfrm>
                <a:off x="3324" y="3945"/>
                <a:ext cx="336" cy="0"/>
              </a:xfrm>
              <a:prstGeom prst="line">
                <a:avLst/>
              </a:prstGeom>
              <a:grpFill/>
              <a:ln w="22225">
                <a:solidFill>
                  <a:schemeClr val="tx1"/>
                </a:solidFill>
                <a:round/>
                <a:headEnd/>
                <a:tailEnd/>
              </a:ln>
              <a:effectLst/>
            </p:spPr>
            <p:txBody>
              <a:bodyPr/>
              <a:lstStyle/>
              <a:p>
                <a:pPr eaLnBrk="1" hangingPunct="1">
                  <a:defRPr/>
                </a:pPr>
                <a:endParaRPr lang="en-US"/>
              </a:p>
            </p:txBody>
          </p:sp>
          <p:sp>
            <p:nvSpPr>
              <p:cNvPr id="71" name="AutoShape 64">
                <a:extLst>
                  <a:ext uri="{FF2B5EF4-FFF2-40B4-BE49-F238E27FC236}">
                    <a16:creationId xmlns:a16="http://schemas.microsoft.com/office/drawing/2014/main" id="{0BF2BB98-4E88-4D33-AE0B-78C36AD2BBE2}"/>
                  </a:ext>
                </a:extLst>
              </p:cNvPr>
              <p:cNvSpPr>
                <a:spLocks noChangeArrowheads="1"/>
              </p:cNvSpPr>
              <p:nvPr/>
            </p:nvSpPr>
            <p:spPr bwMode="auto">
              <a:xfrm rot="5400000">
                <a:off x="3665" y="3832"/>
                <a:ext cx="236" cy="227"/>
              </a:xfrm>
              <a:prstGeom prst="triangle">
                <a:avLst>
                  <a:gd name="adj" fmla="val 50000"/>
                </a:avLst>
              </a:prstGeom>
              <a:solidFill>
                <a:schemeClr val="accent1">
                  <a:lumMod val="60000"/>
                  <a:lumOff val="40000"/>
                </a:schemeClr>
              </a:solidFill>
              <a:ln w="22225">
                <a:solidFill>
                  <a:schemeClr val="tx1"/>
                </a:solidFill>
                <a:miter lim="800000"/>
                <a:headEnd/>
                <a:tailEnd/>
              </a:ln>
              <a:effectLst/>
            </p:spPr>
            <p:txBody>
              <a:bodyPr wrap="none" anchor="ctr"/>
              <a:lstStyle/>
              <a:p>
                <a:pPr eaLnBrk="1" hangingPunct="1">
                  <a:defRPr/>
                </a:pPr>
                <a:endParaRPr lang="en-US"/>
              </a:p>
            </p:txBody>
          </p:sp>
          <p:sp>
            <p:nvSpPr>
              <p:cNvPr id="72" name="AutoShape 65">
                <a:extLst>
                  <a:ext uri="{FF2B5EF4-FFF2-40B4-BE49-F238E27FC236}">
                    <a16:creationId xmlns:a16="http://schemas.microsoft.com/office/drawing/2014/main" id="{A5ECFCBA-1273-4390-8F28-768CE64E1EB0}"/>
                  </a:ext>
                </a:extLst>
              </p:cNvPr>
              <p:cNvSpPr>
                <a:spLocks noChangeArrowheads="1"/>
              </p:cNvSpPr>
              <p:nvPr/>
            </p:nvSpPr>
            <p:spPr bwMode="auto">
              <a:xfrm rot="5400000">
                <a:off x="3671" y="3385"/>
                <a:ext cx="236" cy="227"/>
              </a:xfrm>
              <a:prstGeom prst="triangle">
                <a:avLst>
                  <a:gd name="adj" fmla="val 50000"/>
                </a:avLst>
              </a:prstGeom>
              <a:solidFill>
                <a:schemeClr val="accent1">
                  <a:lumMod val="60000"/>
                  <a:lumOff val="40000"/>
                </a:schemeClr>
              </a:solidFill>
              <a:ln w="22225">
                <a:solidFill>
                  <a:schemeClr val="tx1"/>
                </a:solidFill>
                <a:miter lim="800000"/>
                <a:headEnd/>
                <a:tailEnd/>
              </a:ln>
              <a:effectLst/>
            </p:spPr>
            <p:txBody>
              <a:bodyPr wrap="none" anchor="ctr"/>
              <a:lstStyle/>
              <a:p>
                <a:pPr eaLnBrk="1" hangingPunct="1">
                  <a:defRPr/>
                </a:pPr>
                <a:endParaRPr lang="en-US"/>
              </a:p>
            </p:txBody>
          </p:sp>
          <p:sp>
            <p:nvSpPr>
              <p:cNvPr id="73" name="Oval 66">
                <a:extLst>
                  <a:ext uri="{FF2B5EF4-FFF2-40B4-BE49-F238E27FC236}">
                    <a16:creationId xmlns:a16="http://schemas.microsoft.com/office/drawing/2014/main" id="{C0039DD1-93BF-49DB-BE24-0FD422DB6E8B}"/>
                  </a:ext>
                </a:extLst>
              </p:cNvPr>
              <p:cNvSpPr>
                <a:spLocks noChangeArrowheads="1"/>
              </p:cNvSpPr>
              <p:nvPr/>
            </p:nvSpPr>
            <p:spPr bwMode="auto">
              <a:xfrm>
                <a:off x="3897" y="3456"/>
                <a:ext cx="91" cy="91"/>
              </a:xfrm>
              <a:prstGeom prst="ellipse">
                <a:avLst/>
              </a:prstGeom>
              <a:solidFill>
                <a:schemeClr val="accent1">
                  <a:lumMod val="60000"/>
                  <a:lumOff val="40000"/>
                </a:schemeClr>
              </a:solidFill>
              <a:ln w="22225">
                <a:solidFill>
                  <a:schemeClr val="tx1"/>
                </a:solidFill>
                <a:round/>
                <a:headEnd/>
                <a:tailEnd/>
              </a:ln>
              <a:effectLst/>
            </p:spPr>
            <p:txBody>
              <a:bodyPr wrap="none" anchor="ctr"/>
              <a:lstStyle/>
              <a:p>
                <a:pPr eaLnBrk="1" hangingPunct="1">
                  <a:defRPr/>
                </a:pPr>
                <a:endParaRPr lang="en-US"/>
              </a:p>
            </p:txBody>
          </p:sp>
          <p:sp>
            <p:nvSpPr>
              <p:cNvPr id="74" name="Oval 67">
                <a:extLst>
                  <a:ext uri="{FF2B5EF4-FFF2-40B4-BE49-F238E27FC236}">
                    <a16:creationId xmlns:a16="http://schemas.microsoft.com/office/drawing/2014/main" id="{82C5E803-E076-4AF0-8404-4BBB70E4277B}"/>
                  </a:ext>
                </a:extLst>
              </p:cNvPr>
              <p:cNvSpPr>
                <a:spLocks noChangeArrowheads="1"/>
              </p:cNvSpPr>
              <p:nvPr/>
            </p:nvSpPr>
            <p:spPr bwMode="auto">
              <a:xfrm>
                <a:off x="3902" y="3889"/>
                <a:ext cx="91" cy="91"/>
              </a:xfrm>
              <a:prstGeom prst="ellipse">
                <a:avLst/>
              </a:prstGeom>
              <a:solidFill>
                <a:schemeClr val="accent1">
                  <a:lumMod val="60000"/>
                  <a:lumOff val="40000"/>
                </a:schemeClr>
              </a:solidFill>
              <a:ln w="22225">
                <a:solidFill>
                  <a:schemeClr val="tx1"/>
                </a:solidFill>
                <a:round/>
                <a:headEnd/>
                <a:tailEnd/>
              </a:ln>
              <a:effectLst/>
            </p:spPr>
            <p:txBody>
              <a:bodyPr wrap="none" anchor="ctr"/>
              <a:lstStyle/>
              <a:p>
                <a:pPr eaLnBrk="1" hangingPunct="1">
                  <a:defRPr/>
                </a:pPr>
                <a:endParaRPr lang="en-US"/>
              </a:p>
            </p:txBody>
          </p:sp>
          <p:sp>
            <p:nvSpPr>
              <p:cNvPr id="75" name="Line 68">
                <a:extLst>
                  <a:ext uri="{FF2B5EF4-FFF2-40B4-BE49-F238E27FC236}">
                    <a16:creationId xmlns:a16="http://schemas.microsoft.com/office/drawing/2014/main" id="{67E5BE07-EEB3-40EE-9FE4-581010A3C5E3}"/>
                  </a:ext>
                </a:extLst>
              </p:cNvPr>
              <p:cNvSpPr>
                <a:spLocks noChangeShapeType="1"/>
              </p:cNvSpPr>
              <p:nvPr/>
            </p:nvSpPr>
            <p:spPr bwMode="auto">
              <a:xfrm>
                <a:off x="4004" y="3940"/>
                <a:ext cx="744" cy="0"/>
              </a:xfrm>
              <a:prstGeom prst="line">
                <a:avLst/>
              </a:prstGeom>
              <a:grpFill/>
              <a:ln w="22225">
                <a:solidFill>
                  <a:schemeClr val="tx1"/>
                </a:solidFill>
                <a:round/>
                <a:headEnd/>
                <a:tailEnd/>
              </a:ln>
              <a:effectLst/>
            </p:spPr>
            <p:txBody>
              <a:bodyPr/>
              <a:lstStyle/>
              <a:p>
                <a:pPr eaLnBrk="1" hangingPunct="1">
                  <a:defRPr/>
                </a:pPr>
                <a:endParaRPr lang="en-US"/>
              </a:p>
            </p:txBody>
          </p:sp>
          <p:sp>
            <p:nvSpPr>
              <p:cNvPr id="76" name="Line 69">
                <a:extLst>
                  <a:ext uri="{FF2B5EF4-FFF2-40B4-BE49-F238E27FC236}">
                    <a16:creationId xmlns:a16="http://schemas.microsoft.com/office/drawing/2014/main" id="{34D4E960-B542-4F52-871D-FD05EF577EDC}"/>
                  </a:ext>
                </a:extLst>
              </p:cNvPr>
              <p:cNvSpPr>
                <a:spLocks noChangeShapeType="1"/>
              </p:cNvSpPr>
              <p:nvPr/>
            </p:nvSpPr>
            <p:spPr bwMode="auto">
              <a:xfrm flipV="1">
                <a:off x="4752" y="3810"/>
                <a:ext cx="0" cy="143"/>
              </a:xfrm>
              <a:prstGeom prst="line">
                <a:avLst/>
              </a:prstGeom>
              <a:grpFill/>
              <a:ln w="22225">
                <a:solidFill>
                  <a:schemeClr val="tx1"/>
                </a:solidFill>
                <a:round/>
                <a:headEnd/>
                <a:tailEnd/>
              </a:ln>
              <a:effectLst/>
            </p:spPr>
            <p:txBody>
              <a:bodyPr/>
              <a:lstStyle/>
              <a:p>
                <a:pPr eaLnBrk="1" hangingPunct="1">
                  <a:defRPr/>
                </a:pPr>
                <a:endParaRPr lang="en-US"/>
              </a:p>
            </p:txBody>
          </p:sp>
          <p:sp>
            <p:nvSpPr>
              <p:cNvPr id="77" name="Line 70">
                <a:extLst>
                  <a:ext uri="{FF2B5EF4-FFF2-40B4-BE49-F238E27FC236}">
                    <a16:creationId xmlns:a16="http://schemas.microsoft.com/office/drawing/2014/main" id="{F98EA6C8-C1DF-424C-A121-B2A0E3603F7F}"/>
                  </a:ext>
                </a:extLst>
              </p:cNvPr>
              <p:cNvSpPr>
                <a:spLocks noChangeShapeType="1"/>
              </p:cNvSpPr>
              <p:nvPr/>
            </p:nvSpPr>
            <p:spPr bwMode="auto">
              <a:xfrm flipV="1">
                <a:off x="4733" y="2986"/>
                <a:ext cx="0" cy="100"/>
              </a:xfrm>
              <a:prstGeom prst="line">
                <a:avLst/>
              </a:prstGeom>
              <a:grpFill/>
              <a:ln w="22225">
                <a:solidFill>
                  <a:schemeClr val="tx1"/>
                </a:solidFill>
                <a:round/>
                <a:headEnd/>
                <a:tailEnd/>
              </a:ln>
              <a:effectLst/>
            </p:spPr>
            <p:txBody>
              <a:bodyPr/>
              <a:lstStyle/>
              <a:p>
                <a:pPr eaLnBrk="1" hangingPunct="1">
                  <a:defRPr/>
                </a:pPr>
                <a:endParaRPr lang="en-US"/>
              </a:p>
            </p:txBody>
          </p:sp>
          <p:sp>
            <p:nvSpPr>
              <p:cNvPr id="78" name="Line 71">
                <a:extLst>
                  <a:ext uri="{FF2B5EF4-FFF2-40B4-BE49-F238E27FC236}">
                    <a16:creationId xmlns:a16="http://schemas.microsoft.com/office/drawing/2014/main" id="{EFC9641B-5C35-44CC-967A-10D7A5B14F47}"/>
                  </a:ext>
                </a:extLst>
              </p:cNvPr>
              <p:cNvSpPr>
                <a:spLocks noChangeShapeType="1"/>
              </p:cNvSpPr>
              <p:nvPr/>
            </p:nvSpPr>
            <p:spPr bwMode="auto">
              <a:xfrm flipV="1">
                <a:off x="4733" y="2127"/>
                <a:ext cx="0" cy="100"/>
              </a:xfrm>
              <a:prstGeom prst="line">
                <a:avLst/>
              </a:prstGeom>
              <a:grpFill/>
              <a:ln w="22225">
                <a:solidFill>
                  <a:schemeClr val="tx1"/>
                </a:solidFill>
                <a:round/>
                <a:headEnd/>
                <a:tailEnd/>
              </a:ln>
              <a:effectLst/>
            </p:spPr>
            <p:txBody>
              <a:bodyPr/>
              <a:lstStyle/>
              <a:p>
                <a:pPr eaLnBrk="1" hangingPunct="1">
                  <a:defRPr/>
                </a:pPr>
                <a:endParaRPr lang="en-US"/>
              </a:p>
            </p:txBody>
          </p:sp>
          <p:sp>
            <p:nvSpPr>
              <p:cNvPr id="79" name="Line 72">
                <a:extLst>
                  <a:ext uri="{FF2B5EF4-FFF2-40B4-BE49-F238E27FC236}">
                    <a16:creationId xmlns:a16="http://schemas.microsoft.com/office/drawing/2014/main" id="{BE4D94CE-FC7F-4454-AA84-CB6105AE54AC}"/>
                  </a:ext>
                </a:extLst>
              </p:cNvPr>
              <p:cNvSpPr>
                <a:spLocks noChangeShapeType="1"/>
              </p:cNvSpPr>
              <p:nvPr/>
            </p:nvSpPr>
            <p:spPr bwMode="auto">
              <a:xfrm flipV="1">
                <a:off x="4706" y="1258"/>
                <a:ext cx="0" cy="100"/>
              </a:xfrm>
              <a:prstGeom prst="line">
                <a:avLst/>
              </a:prstGeom>
              <a:grpFill/>
              <a:ln w="22225">
                <a:solidFill>
                  <a:schemeClr val="tx1"/>
                </a:solidFill>
                <a:round/>
                <a:headEnd/>
                <a:tailEnd/>
              </a:ln>
              <a:effectLst/>
            </p:spPr>
            <p:txBody>
              <a:bodyPr/>
              <a:lstStyle/>
              <a:p>
                <a:pPr eaLnBrk="1" hangingPunct="1">
                  <a:defRPr/>
                </a:pPr>
                <a:endParaRPr lang="en-US"/>
              </a:p>
            </p:txBody>
          </p:sp>
          <p:sp>
            <p:nvSpPr>
              <p:cNvPr id="80" name="Line 73">
                <a:extLst>
                  <a:ext uri="{FF2B5EF4-FFF2-40B4-BE49-F238E27FC236}">
                    <a16:creationId xmlns:a16="http://schemas.microsoft.com/office/drawing/2014/main" id="{98246E79-6A05-463E-9C2C-EFD0947C354F}"/>
                  </a:ext>
                </a:extLst>
              </p:cNvPr>
              <p:cNvSpPr>
                <a:spLocks noChangeShapeType="1"/>
              </p:cNvSpPr>
              <p:nvPr/>
            </p:nvSpPr>
            <p:spPr bwMode="auto">
              <a:xfrm>
                <a:off x="4309" y="3079"/>
                <a:ext cx="426" cy="0"/>
              </a:xfrm>
              <a:prstGeom prst="line">
                <a:avLst/>
              </a:prstGeom>
              <a:grpFill/>
              <a:ln w="22225">
                <a:solidFill>
                  <a:schemeClr val="tx1"/>
                </a:solidFill>
                <a:round/>
                <a:headEnd type="oval" w="med" len="med"/>
                <a:tailEnd/>
              </a:ln>
              <a:effectLst/>
            </p:spPr>
            <p:txBody>
              <a:bodyPr/>
              <a:lstStyle/>
              <a:p>
                <a:pPr eaLnBrk="1" hangingPunct="1">
                  <a:defRPr/>
                </a:pPr>
                <a:endParaRPr lang="en-US"/>
              </a:p>
            </p:txBody>
          </p:sp>
          <p:sp>
            <p:nvSpPr>
              <p:cNvPr id="81" name="Line 74">
                <a:extLst>
                  <a:ext uri="{FF2B5EF4-FFF2-40B4-BE49-F238E27FC236}">
                    <a16:creationId xmlns:a16="http://schemas.microsoft.com/office/drawing/2014/main" id="{A73F5A37-42B2-49F5-A4BE-98238F71F8E3}"/>
                  </a:ext>
                </a:extLst>
              </p:cNvPr>
              <p:cNvSpPr>
                <a:spLocks noChangeShapeType="1"/>
              </p:cNvSpPr>
              <p:nvPr/>
            </p:nvSpPr>
            <p:spPr bwMode="auto">
              <a:xfrm>
                <a:off x="4309" y="2230"/>
                <a:ext cx="426" cy="0"/>
              </a:xfrm>
              <a:prstGeom prst="line">
                <a:avLst/>
              </a:prstGeom>
              <a:grpFill/>
              <a:ln w="22225">
                <a:solidFill>
                  <a:schemeClr val="tx1"/>
                </a:solidFill>
                <a:round/>
                <a:headEnd type="oval" w="med" len="med"/>
                <a:tailEnd/>
              </a:ln>
              <a:effectLst/>
            </p:spPr>
            <p:txBody>
              <a:bodyPr/>
              <a:lstStyle/>
              <a:p>
                <a:pPr eaLnBrk="1" hangingPunct="1">
                  <a:defRPr/>
                </a:pPr>
                <a:endParaRPr lang="en-US"/>
              </a:p>
            </p:txBody>
          </p:sp>
          <p:sp>
            <p:nvSpPr>
              <p:cNvPr id="82" name="Line 75">
                <a:extLst>
                  <a:ext uri="{FF2B5EF4-FFF2-40B4-BE49-F238E27FC236}">
                    <a16:creationId xmlns:a16="http://schemas.microsoft.com/office/drawing/2014/main" id="{B78884A0-C4D7-46DF-966C-385DD44C6C1B}"/>
                  </a:ext>
                </a:extLst>
              </p:cNvPr>
              <p:cNvSpPr>
                <a:spLocks noChangeShapeType="1"/>
              </p:cNvSpPr>
              <p:nvPr/>
            </p:nvSpPr>
            <p:spPr bwMode="auto">
              <a:xfrm>
                <a:off x="4299" y="1362"/>
                <a:ext cx="404" cy="0"/>
              </a:xfrm>
              <a:prstGeom prst="line">
                <a:avLst/>
              </a:prstGeom>
              <a:grpFill/>
              <a:ln w="22225">
                <a:solidFill>
                  <a:schemeClr val="tx1"/>
                </a:solidFill>
                <a:round/>
                <a:headEnd/>
                <a:tailEnd/>
              </a:ln>
              <a:effectLst/>
            </p:spPr>
            <p:txBody>
              <a:bodyPr/>
              <a:lstStyle/>
              <a:p>
                <a:pPr eaLnBrk="1" hangingPunct="1">
                  <a:defRPr/>
                </a:pPr>
                <a:endParaRPr lang="en-US"/>
              </a:p>
            </p:txBody>
          </p:sp>
          <p:sp>
            <p:nvSpPr>
              <p:cNvPr id="83" name="Line 76">
                <a:extLst>
                  <a:ext uri="{FF2B5EF4-FFF2-40B4-BE49-F238E27FC236}">
                    <a16:creationId xmlns:a16="http://schemas.microsoft.com/office/drawing/2014/main" id="{A6E80621-859B-464D-AE89-257FB9A42357}"/>
                  </a:ext>
                </a:extLst>
              </p:cNvPr>
              <p:cNvSpPr>
                <a:spLocks noChangeShapeType="1"/>
              </p:cNvSpPr>
              <p:nvPr/>
            </p:nvSpPr>
            <p:spPr bwMode="auto">
              <a:xfrm flipH="1" flipV="1">
                <a:off x="4305" y="1362"/>
                <a:ext cx="0" cy="2578"/>
              </a:xfrm>
              <a:prstGeom prst="line">
                <a:avLst/>
              </a:prstGeom>
              <a:grpFill/>
              <a:ln w="22225">
                <a:solidFill>
                  <a:schemeClr val="tx1"/>
                </a:solidFill>
                <a:round/>
                <a:headEnd type="oval" w="med" len="med"/>
                <a:tailEnd/>
              </a:ln>
              <a:effectLst/>
            </p:spPr>
            <p:txBody>
              <a:bodyPr/>
              <a:lstStyle/>
              <a:p>
                <a:pPr eaLnBrk="1" hangingPunct="1">
                  <a:defRPr/>
                </a:pPr>
                <a:endParaRPr lang="en-US"/>
              </a:p>
            </p:txBody>
          </p:sp>
          <p:sp>
            <p:nvSpPr>
              <p:cNvPr id="84" name="Line 77">
                <a:extLst>
                  <a:ext uri="{FF2B5EF4-FFF2-40B4-BE49-F238E27FC236}">
                    <a16:creationId xmlns:a16="http://schemas.microsoft.com/office/drawing/2014/main" id="{9A747C18-E750-455F-8067-4BC71856A518}"/>
                  </a:ext>
                </a:extLst>
              </p:cNvPr>
              <p:cNvSpPr>
                <a:spLocks noChangeShapeType="1"/>
              </p:cNvSpPr>
              <p:nvPr/>
            </p:nvSpPr>
            <p:spPr bwMode="auto">
              <a:xfrm flipV="1">
                <a:off x="4104" y="960"/>
                <a:ext cx="0" cy="2544"/>
              </a:xfrm>
              <a:prstGeom prst="line">
                <a:avLst/>
              </a:prstGeom>
              <a:grpFill/>
              <a:ln w="22225">
                <a:solidFill>
                  <a:schemeClr val="tx1"/>
                </a:solidFill>
                <a:round/>
                <a:headEnd type="oval" w="med" len="med"/>
                <a:tailEnd/>
              </a:ln>
              <a:effectLst/>
            </p:spPr>
            <p:txBody>
              <a:bodyPr/>
              <a:lstStyle/>
              <a:p>
                <a:pPr eaLnBrk="1" hangingPunct="1">
                  <a:defRPr/>
                </a:pPr>
                <a:endParaRPr lang="en-US"/>
              </a:p>
            </p:txBody>
          </p:sp>
          <p:sp>
            <p:nvSpPr>
              <p:cNvPr id="85" name="Line 78">
                <a:extLst>
                  <a:ext uri="{FF2B5EF4-FFF2-40B4-BE49-F238E27FC236}">
                    <a16:creationId xmlns:a16="http://schemas.microsoft.com/office/drawing/2014/main" id="{08EF313C-FD78-42C0-A0C8-00CF379C0766}"/>
                  </a:ext>
                </a:extLst>
              </p:cNvPr>
              <p:cNvSpPr>
                <a:spLocks noChangeShapeType="1"/>
              </p:cNvSpPr>
              <p:nvPr/>
            </p:nvSpPr>
            <p:spPr bwMode="auto">
              <a:xfrm>
                <a:off x="3321" y="3504"/>
                <a:ext cx="336" cy="0"/>
              </a:xfrm>
              <a:prstGeom prst="line">
                <a:avLst/>
              </a:prstGeom>
              <a:grpFill/>
              <a:ln w="22225">
                <a:solidFill>
                  <a:schemeClr val="tx1"/>
                </a:solidFill>
                <a:round/>
                <a:headEnd/>
                <a:tailEnd/>
              </a:ln>
              <a:effectLst/>
            </p:spPr>
            <p:txBody>
              <a:bodyPr/>
              <a:lstStyle/>
              <a:p>
                <a:pPr eaLnBrk="1" hangingPunct="1">
                  <a:defRPr/>
                </a:pPr>
                <a:endParaRPr lang="en-US"/>
              </a:p>
            </p:txBody>
          </p:sp>
          <p:sp>
            <p:nvSpPr>
              <p:cNvPr id="86" name="Text Box 79">
                <a:extLst>
                  <a:ext uri="{FF2B5EF4-FFF2-40B4-BE49-F238E27FC236}">
                    <a16:creationId xmlns:a16="http://schemas.microsoft.com/office/drawing/2014/main" id="{343D5870-DE46-467B-93C4-D72BB09268CA}"/>
                  </a:ext>
                </a:extLst>
              </p:cNvPr>
              <p:cNvSpPr txBox="1">
                <a:spLocks noChangeArrowheads="1"/>
              </p:cNvSpPr>
              <p:nvPr/>
            </p:nvSpPr>
            <p:spPr bwMode="auto">
              <a:xfrm>
                <a:off x="2881" y="3368"/>
                <a:ext cx="528" cy="269"/>
              </a:xfrm>
              <a:prstGeom prst="rect">
                <a:avLst/>
              </a:prstGeom>
              <a:grpFill/>
              <a:ln>
                <a:noFill/>
              </a:ln>
              <a:effectLst/>
            </p:spPr>
            <p:txBody>
              <a:bodyPr>
                <a:spAutoFit/>
              </a:bodyPr>
              <a:lstStyle/>
              <a:p>
                <a:pPr eaLnBrk="1" hangingPunct="1">
                  <a:spcBef>
                    <a:spcPct val="50000"/>
                  </a:spcBef>
                  <a:defRPr/>
                </a:pPr>
                <a:r>
                  <a:rPr lang="en-US" dirty="0"/>
                  <a:t>CLK</a:t>
                </a:r>
                <a:endParaRPr lang="ru-RU" dirty="0"/>
              </a:p>
            </p:txBody>
          </p:sp>
          <p:sp>
            <p:nvSpPr>
              <p:cNvPr id="87" name="Text Box 80">
                <a:extLst>
                  <a:ext uri="{FF2B5EF4-FFF2-40B4-BE49-F238E27FC236}">
                    <a16:creationId xmlns:a16="http://schemas.microsoft.com/office/drawing/2014/main" id="{A6129C8C-F414-4E5E-BBAC-70CB9952406E}"/>
                  </a:ext>
                </a:extLst>
              </p:cNvPr>
              <p:cNvSpPr txBox="1">
                <a:spLocks noChangeArrowheads="1"/>
              </p:cNvSpPr>
              <p:nvPr/>
            </p:nvSpPr>
            <p:spPr bwMode="auto">
              <a:xfrm>
                <a:off x="2890" y="3787"/>
                <a:ext cx="528" cy="269"/>
              </a:xfrm>
              <a:prstGeom prst="rect">
                <a:avLst/>
              </a:prstGeom>
              <a:grpFill/>
              <a:ln>
                <a:noFill/>
              </a:ln>
              <a:effectLst/>
            </p:spPr>
            <p:txBody>
              <a:bodyPr>
                <a:spAutoFit/>
              </a:bodyPr>
              <a:lstStyle/>
              <a:p>
                <a:pPr eaLnBrk="1" hangingPunct="1">
                  <a:spcBef>
                    <a:spcPct val="50000"/>
                  </a:spcBef>
                  <a:defRPr/>
                </a:pPr>
                <a:r>
                  <a:rPr lang="en-US" dirty="0"/>
                  <a:t>CLR</a:t>
                </a:r>
                <a:endParaRPr lang="ru-RU" dirty="0"/>
              </a:p>
            </p:txBody>
          </p:sp>
          <p:sp>
            <p:nvSpPr>
              <p:cNvPr id="88" name="Text Box 81">
                <a:extLst>
                  <a:ext uri="{FF2B5EF4-FFF2-40B4-BE49-F238E27FC236}">
                    <a16:creationId xmlns:a16="http://schemas.microsoft.com/office/drawing/2014/main" id="{3275AC85-272E-4C6E-A565-5C365CEE2545}"/>
                  </a:ext>
                </a:extLst>
              </p:cNvPr>
              <p:cNvSpPr txBox="1">
                <a:spLocks noChangeArrowheads="1"/>
              </p:cNvSpPr>
              <p:nvPr/>
            </p:nvSpPr>
            <p:spPr bwMode="auto">
              <a:xfrm>
                <a:off x="3570" y="627"/>
                <a:ext cx="414" cy="269"/>
              </a:xfrm>
              <a:prstGeom prst="rect">
                <a:avLst/>
              </a:prstGeom>
              <a:grpFill/>
              <a:ln>
                <a:noFill/>
              </a:ln>
              <a:effectLst/>
            </p:spPr>
            <p:txBody>
              <a:bodyPr>
                <a:spAutoFit/>
              </a:bodyPr>
              <a:lstStyle/>
              <a:p>
                <a:pPr eaLnBrk="1" hangingPunct="1">
                  <a:spcBef>
                    <a:spcPct val="50000"/>
                  </a:spcBef>
                  <a:defRPr/>
                </a:pPr>
                <a:r>
                  <a:rPr lang="en-US"/>
                  <a:t>D0</a:t>
                </a:r>
                <a:endParaRPr lang="ru-RU"/>
              </a:p>
            </p:txBody>
          </p:sp>
          <p:sp>
            <p:nvSpPr>
              <p:cNvPr id="89" name="Text Box 82">
                <a:extLst>
                  <a:ext uri="{FF2B5EF4-FFF2-40B4-BE49-F238E27FC236}">
                    <a16:creationId xmlns:a16="http://schemas.microsoft.com/office/drawing/2014/main" id="{9B12B855-3FB7-4906-993B-7AD77470517F}"/>
                  </a:ext>
                </a:extLst>
              </p:cNvPr>
              <p:cNvSpPr txBox="1">
                <a:spLocks noChangeArrowheads="1"/>
              </p:cNvSpPr>
              <p:nvPr/>
            </p:nvSpPr>
            <p:spPr bwMode="auto">
              <a:xfrm>
                <a:off x="3588" y="1514"/>
                <a:ext cx="414" cy="269"/>
              </a:xfrm>
              <a:prstGeom prst="rect">
                <a:avLst/>
              </a:prstGeom>
              <a:grpFill/>
              <a:ln>
                <a:noFill/>
              </a:ln>
              <a:effectLst/>
            </p:spPr>
            <p:txBody>
              <a:bodyPr>
                <a:spAutoFit/>
              </a:bodyPr>
              <a:lstStyle/>
              <a:p>
                <a:pPr eaLnBrk="1" hangingPunct="1">
                  <a:spcBef>
                    <a:spcPct val="50000"/>
                  </a:spcBef>
                  <a:defRPr/>
                </a:pPr>
                <a:r>
                  <a:rPr lang="en-US"/>
                  <a:t>D1</a:t>
                </a:r>
                <a:endParaRPr lang="ru-RU"/>
              </a:p>
            </p:txBody>
          </p:sp>
          <p:sp>
            <p:nvSpPr>
              <p:cNvPr id="90" name="Text Box 83">
                <a:extLst>
                  <a:ext uri="{FF2B5EF4-FFF2-40B4-BE49-F238E27FC236}">
                    <a16:creationId xmlns:a16="http://schemas.microsoft.com/office/drawing/2014/main" id="{748FC57F-D3C4-4EEB-A02F-2840B42CEF63}"/>
                  </a:ext>
                </a:extLst>
              </p:cNvPr>
              <p:cNvSpPr txBox="1">
                <a:spLocks noChangeArrowheads="1"/>
              </p:cNvSpPr>
              <p:nvPr/>
            </p:nvSpPr>
            <p:spPr bwMode="auto">
              <a:xfrm>
                <a:off x="3600" y="2352"/>
                <a:ext cx="414" cy="269"/>
              </a:xfrm>
              <a:prstGeom prst="rect">
                <a:avLst/>
              </a:prstGeom>
              <a:grpFill/>
              <a:ln>
                <a:noFill/>
              </a:ln>
              <a:effectLst/>
            </p:spPr>
            <p:txBody>
              <a:bodyPr>
                <a:spAutoFit/>
              </a:bodyPr>
              <a:lstStyle/>
              <a:p>
                <a:pPr eaLnBrk="1" hangingPunct="1">
                  <a:spcBef>
                    <a:spcPct val="50000"/>
                  </a:spcBef>
                  <a:defRPr/>
                </a:pPr>
                <a:r>
                  <a:rPr lang="en-US"/>
                  <a:t>D2</a:t>
                </a:r>
                <a:endParaRPr lang="ru-RU"/>
              </a:p>
            </p:txBody>
          </p:sp>
          <p:sp>
            <p:nvSpPr>
              <p:cNvPr id="91" name="Text Box 84">
                <a:extLst>
                  <a:ext uri="{FF2B5EF4-FFF2-40B4-BE49-F238E27FC236}">
                    <a16:creationId xmlns:a16="http://schemas.microsoft.com/office/drawing/2014/main" id="{F30C9384-40B6-4B4E-99D4-7DD75299C1A8}"/>
                  </a:ext>
                </a:extLst>
              </p:cNvPr>
              <p:cNvSpPr txBox="1">
                <a:spLocks noChangeArrowheads="1"/>
              </p:cNvSpPr>
              <p:nvPr/>
            </p:nvSpPr>
            <p:spPr bwMode="auto">
              <a:xfrm>
                <a:off x="3600" y="3120"/>
                <a:ext cx="414" cy="269"/>
              </a:xfrm>
              <a:prstGeom prst="rect">
                <a:avLst/>
              </a:prstGeom>
              <a:grpFill/>
              <a:ln>
                <a:noFill/>
              </a:ln>
              <a:effectLst/>
            </p:spPr>
            <p:txBody>
              <a:bodyPr>
                <a:spAutoFit/>
              </a:bodyPr>
              <a:lstStyle/>
              <a:p>
                <a:pPr eaLnBrk="1" hangingPunct="1">
                  <a:spcBef>
                    <a:spcPct val="50000"/>
                  </a:spcBef>
                  <a:defRPr/>
                </a:pPr>
                <a:r>
                  <a:rPr lang="en-US"/>
                  <a:t>D3</a:t>
                </a:r>
                <a:endParaRPr lang="ru-RU"/>
              </a:p>
            </p:txBody>
          </p:sp>
          <p:sp>
            <p:nvSpPr>
              <p:cNvPr id="92" name="Line 85">
                <a:extLst>
                  <a:ext uri="{FF2B5EF4-FFF2-40B4-BE49-F238E27FC236}">
                    <a16:creationId xmlns:a16="http://schemas.microsoft.com/office/drawing/2014/main" id="{EABB5BDD-5DAC-47BC-8E0E-26BEA1D80D65}"/>
                  </a:ext>
                </a:extLst>
              </p:cNvPr>
              <p:cNvSpPr>
                <a:spLocks noChangeShapeType="1"/>
              </p:cNvSpPr>
              <p:nvPr/>
            </p:nvSpPr>
            <p:spPr bwMode="auto">
              <a:xfrm>
                <a:off x="4944" y="720"/>
                <a:ext cx="290" cy="0"/>
              </a:xfrm>
              <a:prstGeom prst="line">
                <a:avLst/>
              </a:prstGeom>
              <a:grpFill/>
              <a:ln w="22225">
                <a:solidFill>
                  <a:schemeClr val="tx1"/>
                </a:solidFill>
                <a:round/>
                <a:headEnd/>
                <a:tailEnd/>
              </a:ln>
              <a:effectLst/>
            </p:spPr>
            <p:txBody>
              <a:bodyPr/>
              <a:lstStyle/>
              <a:p>
                <a:pPr eaLnBrk="1" hangingPunct="1">
                  <a:defRPr/>
                </a:pPr>
                <a:endParaRPr lang="en-US"/>
              </a:p>
            </p:txBody>
          </p:sp>
          <p:sp>
            <p:nvSpPr>
              <p:cNvPr id="93" name="Oval 86">
                <a:extLst>
                  <a:ext uri="{FF2B5EF4-FFF2-40B4-BE49-F238E27FC236}">
                    <a16:creationId xmlns:a16="http://schemas.microsoft.com/office/drawing/2014/main" id="{1E229FDD-82C9-4366-A08A-944C016D2A83}"/>
                  </a:ext>
                </a:extLst>
              </p:cNvPr>
              <p:cNvSpPr>
                <a:spLocks noChangeArrowheads="1"/>
              </p:cNvSpPr>
              <p:nvPr/>
            </p:nvSpPr>
            <p:spPr bwMode="auto">
              <a:xfrm>
                <a:off x="4940" y="972"/>
                <a:ext cx="91" cy="91"/>
              </a:xfrm>
              <a:prstGeom prst="ellipse">
                <a:avLst/>
              </a:prstGeom>
              <a:solidFill>
                <a:schemeClr val="accent1">
                  <a:lumMod val="60000"/>
                  <a:lumOff val="40000"/>
                </a:schemeClr>
              </a:solidFill>
              <a:ln w="22225">
                <a:solidFill>
                  <a:schemeClr val="tx1"/>
                </a:solidFill>
                <a:round/>
                <a:headEnd/>
                <a:tailEnd/>
              </a:ln>
              <a:effectLst/>
            </p:spPr>
            <p:txBody>
              <a:bodyPr wrap="none" anchor="ctr"/>
              <a:lstStyle/>
              <a:p>
                <a:pPr eaLnBrk="1" hangingPunct="1">
                  <a:defRPr/>
                </a:pPr>
                <a:endParaRPr lang="en-US"/>
              </a:p>
            </p:txBody>
          </p:sp>
          <p:sp>
            <p:nvSpPr>
              <p:cNvPr id="94" name="Line 87">
                <a:extLst>
                  <a:ext uri="{FF2B5EF4-FFF2-40B4-BE49-F238E27FC236}">
                    <a16:creationId xmlns:a16="http://schemas.microsoft.com/office/drawing/2014/main" id="{A70C70D8-F873-4C46-8AD0-FC3BAFC2DE9D}"/>
                  </a:ext>
                </a:extLst>
              </p:cNvPr>
              <p:cNvSpPr>
                <a:spLocks noChangeShapeType="1"/>
              </p:cNvSpPr>
              <p:nvPr/>
            </p:nvSpPr>
            <p:spPr bwMode="auto">
              <a:xfrm>
                <a:off x="5045" y="1013"/>
                <a:ext cx="199" cy="0"/>
              </a:xfrm>
              <a:prstGeom prst="line">
                <a:avLst/>
              </a:prstGeom>
              <a:grpFill/>
              <a:ln w="22225">
                <a:solidFill>
                  <a:schemeClr val="tx1"/>
                </a:solidFill>
                <a:round/>
                <a:headEnd/>
                <a:tailEnd/>
              </a:ln>
              <a:effectLst/>
            </p:spPr>
            <p:txBody>
              <a:bodyPr/>
              <a:lstStyle/>
              <a:p>
                <a:pPr eaLnBrk="1" hangingPunct="1">
                  <a:defRPr/>
                </a:pPr>
                <a:endParaRPr lang="en-US"/>
              </a:p>
            </p:txBody>
          </p:sp>
          <p:sp>
            <p:nvSpPr>
              <p:cNvPr id="95" name="Line 88">
                <a:extLst>
                  <a:ext uri="{FF2B5EF4-FFF2-40B4-BE49-F238E27FC236}">
                    <a16:creationId xmlns:a16="http://schemas.microsoft.com/office/drawing/2014/main" id="{0E02780F-6AA9-4378-BFBE-A32C00B0F675}"/>
                  </a:ext>
                </a:extLst>
              </p:cNvPr>
              <p:cNvSpPr>
                <a:spLocks noChangeShapeType="1"/>
              </p:cNvSpPr>
              <p:nvPr/>
            </p:nvSpPr>
            <p:spPr bwMode="auto">
              <a:xfrm>
                <a:off x="4963" y="1607"/>
                <a:ext cx="290" cy="0"/>
              </a:xfrm>
              <a:prstGeom prst="line">
                <a:avLst/>
              </a:prstGeom>
              <a:grpFill/>
              <a:ln w="22225">
                <a:solidFill>
                  <a:schemeClr val="tx1"/>
                </a:solidFill>
                <a:round/>
                <a:headEnd/>
                <a:tailEnd/>
              </a:ln>
              <a:effectLst/>
            </p:spPr>
            <p:txBody>
              <a:bodyPr/>
              <a:lstStyle/>
              <a:p>
                <a:pPr eaLnBrk="1" hangingPunct="1">
                  <a:defRPr/>
                </a:pPr>
                <a:endParaRPr lang="en-US"/>
              </a:p>
            </p:txBody>
          </p:sp>
          <p:sp>
            <p:nvSpPr>
              <p:cNvPr id="96" name="Oval 89">
                <a:extLst>
                  <a:ext uri="{FF2B5EF4-FFF2-40B4-BE49-F238E27FC236}">
                    <a16:creationId xmlns:a16="http://schemas.microsoft.com/office/drawing/2014/main" id="{62E6D412-FC1E-4303-ADBD-D9402015D5B7}"/>
                  </a:ext>
                </a:extLst>
              </p:cNvPr>
              <p:cNvSpPr>
                <a:spLocks noChangeArrowheads="1"/>
              </p:cNvSpPr>
              <p:nvPr/>
            </p:nvSpPr>
            <p:spPr bwMode="auto">
              <a:xfrm>
                <a:off x="4959" y="1859"/>
                <a:ext cx="91" cy="91"/>
              </a:xfrm>
              <a:prstGeom prst="ellipse">
                <a:avLst/>
              </a:prstGeom>
              <a:solidFill>
                <a:schemeClr val="accent1">
                  <a:lumMod val="60000"/>
                  <a:lumOff val="40000"/>
                </a:schemeClr>
              </a:solidFill>
              <a:ln w="22225">
                <a:solidFill>
                  <a:schemeClr val="tx1"/>
                </a:solidFill>
                <a:round/>
                <a:headEnd/>
                <a:tailEnd/>
              </a:ln>
              <a:effectLst/>
            </p:spPr>
            <p:txBody>
              <a:bodyPr wrap="none" anchor="ctr"/>
              <a:lstStyle/>
              <a:p>
                <a:pPr eaLnBrk="1" hangingPunct="1">
                  <a:defRPr/>
                </a:pPr>
                <a:endParaRPr lang="en-US"/>
              </a:p>
            </p:txBody>
          </p:sp>
          <p:sp>
            <p:nvSpPr>
              <p:cNvPr id="97" name="Line 90">
                <a:extLst>
                  <a:ext uri="{FF2B5EF4-FFF2-40B4-BE49-F238E27FC236}">
                    <a16:creationId xmlns:a16="http://schemas.microsoft.com/office/drawing/2014/main" id="{F12EB382-0A7B-4565-BE17-49D0B50128BB}"/>
                  </a:ext>
                </a:extLst>
              </p:cNvPr>
              <p:cNvSpPr>
                <a:spLocks noChangeShapeType="1"/>
              </p:cNvSpPr>
              <p:nvPr/>
            </p:nvSpPr>
            <p:spPr bwMode="auto">
              <a:xfrm>
                <a:off x="5064" y="1900"/>
                <a:ext cx="199" cy="0"/>
              </a:xfrm>
              <a:prstGeom prst="line">
                <a:avLst/>
              </a:prstGeom>
              <a:grpFill/>
              <a:ln w="22225">
                <a:solidFill>
                  <a:schemeClr val="tx1"/>
                </a:solidFill>
                <a:round/>
                <a:headEnd/>
                <a:tailEnd/>
              </a:ln>
              <a:effectLst/>
            </p:spPr>
            <p:txBody>
              <a:bodyPr/>
              <a:lstStyle/>
              <a:p>
                <a:pPr eaLnBrk="1" hangingPunct="1">
                  <a:defRPr/>
                </a:pPr>
                <a:endParaRPr lang="en-US"/>
              </a:p>
            </p:txBody>
          </p:sp>
          <p:sp>
            <p:nvSpPr>
              <p:cNvPr id="98" name="Line 91">
                <a:extLst>
                  <a:ext uri="{FF2B5EF4-FFF2-40B4-BE49-F238E27FC236}">
                    <a16:creationId xmlns:a16="http://schemas.microsoft.com/office/drawing/2014/main" id="{CAB53B39-BE9A-42B1-A476-B9FCE327EE8F}"/>
                  </a:ext>
                </a:extLst>
              </p:cNvPr>
              <p:cNvSpPr>
                <a:spLocks noChangeShapeType="1"/>
              </p:cNvSpPr>
              <p:nvPr/>
            </p:nvSpPr>
            <p:spPr bwMode="auto">
              <a:xfrm>
                <a:off x="4954" y="2448"/>
                <a:ext cx="290" cy="0"/>
              </a:xfrm>
              <a:prstGeom prst="line">
                <a:avLst/>
              </a:prstGeom>
              <a:grpFill/>
              <a:ln w="22225">
                <a:solidFill>
                  <a:schemeClr val="tx1"/>
                </a:solidFill>
                <a:round/>
                <a:headEnd/>
                <a:tailEnd/>
              </a:ln>
              <a:effectLst/>
            </p:spPr>
            <p:txBody>
              <a:bodyPr/>
              <a:lstStyle/>
              <a:p>
                <a:pPr eaLnBrk="1" hangingPunct="1">
                  <a:defRPr/>
                </a:pPr>
                <a:endParaRPr lang="en-US"/>
              </a:p>
            </p:txBody>
          </p:sp>
          <p:sp>
            <p:nvSpPr>
              <p:cNvPr id="99" name="Oval 92">
                <a:extLst>
                  <a:ext uri="{FF2B5EF4-FFF2-40B4-BE49-F238E27FC236}">
                    <a16:creationId xmlns:a16="http://schemas.microsoft.com/office/drawing/2014/main" id="{1C74538C-D697-4869-806A-121C71B8C230}"/>
                  </a:ext>
                </a:extLst>
              </p:cNvPr>
              <p:cNvSpPr>
                <a:spLocks noChangeArrowheads="1"/>
              </p:cNvSpPr>
              <p:nvPr/>
            </p:nvSpPr>
            <p:spPr bwMode="auto">
              <a:xfrm>
                <a:off x="4950" y="2700"/>
                <a:ext cx="91" cy="91"/>
              </a:xfrm>
              <a:prstGeom prst="ellipse">
                <a:avLst/>
              </a:prstGeom>
              <a:solidFill>
                <a:schemeClr val="accent1">
                  <a:lumMod val="60000"/>
                  <a:lumOff val="40000"/>
                </a:schemeClr>
              </a:solidFill>
              <a:ln w="22225">
                <a:solidFill>
                  <a:schemeClr val="tx1"/>
                </a:solidFill>
                <a:round/>
                <a:headEnd/>
                <a:tailEnd/>
              </a:ln>
              <a:effectLst/>
            </p:spPr>
            <p:txBody>
              <a:bodyPr wrap="none" anchor="ctr"/>
              <a:lstStyle/>
              <a:p>
                <a:pPr eaLnBrk="1" hangingPunct="1">
                  <a:defRPr/>
                </a:pPr>
                <a:endParaRPr lang="en-US"/>
              </a:p>
            </p:txBody>
          </p:sp>
          <p:sp>
            <p:nvSpPr>
              <p:cNvPr id="100" name="Line 93">
                <a:extLst>
                  <a:ext uri="{FF2B5EF4-FFF2-40B4-BE49-F238E27FC236}">
                    <a16:creationId xmlns:a16="http://schemas.microsoft.com/office/drawing/2014/main" id="{B49BC6CE-5ED5-4904-BE72-2E8CDE57E718}"/>
                  </a:ext>
                </a:extLst>
              </p:cNvPr>
              <p:cNvSpPr>
                <a:spLocks noChangeShapeType="1"/>
              </p:cNvSpPr>
              <p:nvPr/>
            </p:nvSpPr>
            <p:spPr bwMode="auto">
              <a:xfrm>
                <a:off x="5055" y="2741"/>
                <a:ext cx="199" cy="0"/>
              </a:xfrm>
              <a:prstGeom prst="line">
                <a:avLst/>
              </a:prstGeom>
              <a:grpFill/>
              <a:ln w="22225">
                <a:solidFill>
                  <a:schemeClr val="tx1"/>
                </a:solidFill>
                <a:round/>
                <a:headEnd/>
                <a:tailEnd/>
              </a:ln>
              <a:effectLst/>
            </p:spPr>
            <p:txBody>
              <a:bodyPr/>
              <a:lstStyle/>
              <a:p>
                <a:pPr eaLnBrk="1" hangingPunct="1">
                  <a:defRPr/>
                </a:pPr>
                <a:endParaRPr lang="en-US"/>
              </a:p>
            </p:txBody>
          </p:sp>
          <p:sp>
            <p:nvSpPr>
              <p:cNvPr id="101" name="Line 94">
                <a:extLst>
                  <a:ext uri="{FF2B5EF4-FFF2-40B4-BE49-F238E27FC236}">
                    <a16:creationId xmlns:a16="http://schemas.microsoft.com/office/drawing/2014/main" id="{83C0B523-E533-425A-A3C3-CE9C321649A8}"/>
                  </a:ext>
                </a:extLst>
              </p:cNvPr>
              <p:cNvSpPr>
                <a:spLocks noChangeShapeType="1"/>
              </p:cNvSpPr>
              <p:nvPr/>
            </p:nvSpPr>
            <p:spPr bwMode="auto">
              <a:xfrm>
                <a:off x="4954" y="3298"/>
                <a:ext cx="290" cy="0"/>
              </a:xfrm>
              <a:prstGeom prst="line">
                <a:avLst/>
              </a:prstGeom>
              <a:grpFill/>
              <a:ln w="22225">
                <a:solidFill>
                  <a:schemeClr val="tx1"/>
                </a:solidFill>
                <a:round/>
                <a:headEnd/>
                <a:tailEnd/>
              </a:ln>
              <a:effectLst/>
            </p:spPr>
            <p:txBody>
              <a:bodyPr/>
              <a:lstStyle/>
              <a:p>
                <a:pPr eaLnBrk="1" hangingPunct="1">
                  <a:defRPr/>
                </a:pPr>
                <a:endParaRPr lang="en-US"/>
              </a:p>
            </p:txBody>
          </p:sp>
          <p:sp>
            <p:nvSpPr>
              <p:cNvPr id="102" name="Oval 95">
                <a:extLst>
                  <a:ext uri="{FF2B5EF4-FFF2-40B4-BE49-F238E27FC236}">
                    <a16:creationId xmlns:a16="http://schemas.microsoft.com/office/drawing/2014/main" id="{301629DD-9AAE-4BBE-BE70-57F2B30C0CE9}"/>
                  </a:ext>
                </a:extLst>
              </p:cNvPr>
              <p:cNvSpPr>
                <a:spLocks noChangeArrowheads="1"/>
              </p:cNvSpPr>
              <p:nvPr/>
            </p:nvSpPr>
            <p:spPr bwMode="auto">
              <a:xfrm>
                <a:off x="4950" y="3550"/>
                <a:ext cx="91" cy="91"/>
              </a:xfrm>
              <a:prstGeom prst="ellipse">
                <a:avLst/>
              </a:prstGeom>
              <a:solidFill>
                <a:schemeClr val="accent1">
                  <a:lumMod val="60000"/>
                  <a:lumOff val="40000"/>
                </a:schemeClr>
              </a:solidFill>
              <a:ln w="22225">
                <a:solidFill>
                  <a:schemeClr val="tx1"/>
                </a:solidFill>
                <a:round/>
                <a:headEnd/>
                <a:tailEnd/>
              </a:ln>
              <a:effectLst/>
            </p:spPr>
            <p:txBody>
              <a:bodyPr wrap="none" anchor="ctr"/>
              <a:lstStyle/>
              <a:p>
                <a:pPr eaLnBrk="1" hangingPunct="1">
                  <a:defRPr/>
                </a:pPr>
                <a:endParaRPr lang="en-US"/>
              </a:p>
            </p:txBody>
          </p:sp>
          <p:sp>
            <p:nvSpPr>
              <p:cNvPr id="103" name="Line 96">
                <a:extLst>
                  <a:ext uri="{FF2B5EF4-FFF2-40B4-BE49-F238E27FC236}">
                    <a16:creationId xmlns:a16="http://schemas.microsoft.com/office/drawing/2014/main" id="{8C229CF2-349A-44FA-946A-990E0C41A354}"/>
                  </a:ext>
                </a:extLst>
              </p:cNvPr>
              <p:cNvSpPr>
                <a:spLocks noChangeShapeType="1"/>
              </p:cNvSpPr>
              <p:nvPr/>
            </p:nvSpPr>
            <p:spPr bwMode="auto">
              <a:xfrm>
                <a:off x="5055" y="3591"/>
                <a:ext cx="199" cy="0"/>
              </a:xfrm>
              <a:prstGeom prst="line">
                <a:avLst/>
              </a:prstGeom>
              <a:grpFill/>
              <a:ln w="22225">
                <a:solidFill>
                  <a:schemeClr val="tx1"/>
                </a:solidFill>
                <a:round/>
                <a:headEnd/>
                <a:tailEnd/>
              </a:ln>
              <a:effectLst/>
            </p:spPr>
            <p:txBody>
              <a:bodyPr/>
              <a:lstStyle/>
              <a:p>
                <a:pPr eaLnBrk="1" hangingPunct="1">
                  <a:defRPr/>
                </a:pPr>
                <a:endParaRPr lang="en-US"/>
              </a:p>
            </p:txBody>
          </p:sp>
          <p:sp>
            <p:nvSpPr>
              <p:cNvPr id="104" name="Text Box 101">
                <a:extLst>
                  <a:ext uri="{FF2B5EF4-FFF2-40B4-BE49-F238E27FC236}">
                    <a16:creationId xmlns:a16="http://schemas.microsoft.com/office/drawing/2014/main" id="{3725BF21-C626-4091-B90F-1955DD534517}"/>
                  </a:ext>
                </a:extLst>
              </p:cNvPr>
              <p:cNvSpPr txBox="1">
                <a:spLocks noChangeArrowheads="1"/>
              </p:cNvSpPr>
              <p:nvPr/>
            </p:nvSpPr>
            <p:spPr bwMode="auto">
              <a:xfrm>
                <a:off x="4491" y="633"/>
                <a:ext cx="240" cy="269"/>
              </a:xfrm>
              <a:prstGeom prst="rect">
                <a:avLst/>
              </a:prstGeom>
              <a:grpFill/>
              <a:ln>
                <a:noFill/>
              </a:ln>
              <a:effectLst/>
            </p:spPr>
            <p:txBody>
              <a:bodyPr>
                <a:spAutoFit/>
              </a:bodyPr>
              <a:lstStyle/>
              <a:p>
                <a:pPr eaLnBrk="1" hangingPunct="1">
                  <a:spcBef>
                    <a:spcPct val="50000"/>
                  </a:spcBef>
                  <a:defRPr/>
                </a:pPr>
                <a:r>
                  <a:rPr lang="en-US" dirty="0"/>
                  <a:t>D</a:t>
                </a:r>
                <a:endParaRPr lang="ru-RU" dirty="0"/>
              </a:p>
            </p:txBody>
          </p:sp>
          <p:sp>
            <p:nvSpPr>
              <p:cNvPr id="105" name="Text Box 102">
                <a:extLst>
                  <a:ext uri="{FF2B5EF4-FFF2-40B4-BE49-F238E27FC236}">
                    <a16:creationId xmlns:a16="http://schemas.microsoft.com/office/drawing/2014/main" id="{3FD87188-AC37-492C-A0C0-952C96D348D1}"/>
                  </a:ext>
                </a:extLst>
              </p:cNvPr>
              <p:cNvSpPr txBox="1">
                <a:spLocks noChangeArrowheads="1"/>
              </p:cNvSpPr>
              <p:nvPr/>
            </p:nvSpPr>
            <p:spPr bwMode="auto">
              <a:xfrm>
                <a:off x="4527" y="1493"/>
                <a:ext cx="240" cy="269"/>
              </a:xfrm>
              <a:prstGeom prst="rect">
                <a:avLst/>
              </a:prstGeom>
              <a:grpFill/>
              <a:ln>
                <a:noFill/>
              </a:ln>
              <a:effectLst/>
            </p:spPr>
            <p:txBody>
              <a:bodyPr>
                <a:spAutoFit/>
              </a:bodyPr>
              <a:lstStyle/>
              <a:p>
                <a:pPr eaLnBrk="1" hangingPunct="1">
                  <a:spcBef>
                    <a:spcPct val="50000"/>
                  </a:spcBef>
                  <a:defRPr/>
                </a:pPr>
                <a:r>
                  <a:rPr lang="en-US" dirty="0"/>
                  <a:t>D</a:t>
                </a:r>
                <a:endParaRPr lang="ru-RU" dirty="0"/>
              </a:p>
            </p:txBody>
          </p:sp>
          <p:sp>
            <p:nvSpPr>
              <p:cNvPr id="106" name="Text Box 103">
                <a:extLst>
                  <a:ext uri="{FF2B5EF4-FFF2-40B4-BE49-F238E27FC236}">
                    <a16:creationId xmlns:a16="http://schemas.microsoft.com/office/drawing/2014/main" id="{BD46C654-56DC-4522-ABDC-29F393DCEADC}"/>
                  </a:ext>
                </a:extLst>
              </p:cNvPr>
              <p:cNvSpPr txBox="1">
                <a:spLocks noChangeArrowheads="1"/>
              </p:cNvSpPr>
              <p:nvPr/>
            </p:nvSpPr>
            <p:spPr bwMode="auto">
              <a:xfrm>
                <a:off x="4536" y="2325"/>
                <a:ext cx="240" cy="269"/>
              </a:xfrm>
              <a:prstGeom prst="rect">
                <a:avLst/>
              </a:prstGeom>
              <a:grpFill/>
              <a:ln>
                <a:noFill/>
              </a:ln>
              <a:effectLst/>
            </p:spPr>
            <p:txBody>
              <a:bodyPr>
                <a:spAutoFit/>
              </a:bodyPr>
              <a:lstStyle/>
              <a:p>
                <a:pPr eaLnBrk="1" hangingPunct="1">
                  <a:spcBef>
                    <a:spcPct val="50000"/>
                  </a:spcBef>
                  <a:defRPr/>
                </a:pPr>
                <a:r>
                  <a:rPr lang="en-US"/>
                  <a:t>D</a:t>
                </a:r>
                <a:endParaRPr lang="ru-RU"/>
              </a:p>
            </p:txBody>
          </p:sp>
          <p:sp>
            <p:nvSpPr>
              <p:cNvPr id="107" name="Text Box 104">
                <a:extLst>
                  <a:ext uri="{FF2B5EF4-FFF2-40B4-BE49-F238E27FC236}">
                    <a16:creationId xmlns:a16="http://schemas.microsoft.com/office/drawing/2014/main" id="{8B5C00E4-6A98-4179-AC94-5D619CC25BE3}"/>
                  </a:ext>
                </a:extLst>
              </p:cNvPr>
              <p:cNvSpPr txBox="1">
                <a:spLocks noChangeArrowheads="1"/>
              </p:cNvSpPr>
              <p:nvPr/>
            </p:nvSpPr>
            <p:spPr bwMode="auto">
              <a:xfrm>
                <a:off x="4545" y="3166"/>
                <a:ext cx="240" cy="269"/>
              </a:xfrm>
              <a:prstGeom prst="rect">
                <a:avLst/>
              </a:prstGeom>
              <a:grpFill/>
              <a:ln>
                <a:noFill/>
              </a:ln>
              <a:effectLst/>
            </p:spPr>
            <p:txBody>
              <a:bodyPr>
                <a:spAutoFit/>
              </a:bodyPr>
              <a:lstStyle/>
              <a:p>
                <a:pPr eaLnBrk="1" hangingPunct="1">
                  <a:spcBef>
                    <a:spcPct val="50000"/>
                  </a:spcBef>
                  <a:defRPr/>
                </a:pPr>
                <a:r>
                  <a:rPr lang="en-US"/>
                  <a:t>D</a:t>
                </a:r>
                <a:endParaRPr lang="ru-RU"/>
              </a:p>
            </p:txBody>
          </p:sp>
        </p:gr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4">
            <a:extLst>
              <a:ext uri="{FF2B5EF4-FFF2-40B4-BE49-F238E27FC236}">
                <a16:creationId xmlns:a16="http://schemas.microsoft.com/office/drawing/2014/main" id="{4AED6E65-8685-3F66-7389-31BE1E470075}"/>
              </a:ext>
            </a:extLst>
          </p:cNvPr>
          <p:cNvSpPr>
            <a:spLocks noGrp="1" noChangeArrowheads="1"/>
          </p:cNvSpPr>
          <p:nvPr>
            <p:ph type="title"/>
          </p:nvPr>
        </p:nvSpPr>
        <p:spPr/>
        <p:txBody>
          <a:bodyPr/>
          <a:lstStyle/>
          <a:p>
            <a:r>
              <a:rPr lang="en-US" altLang="en-US"/>
              <a:t>Verilog Description for a Positive-Edge Triggered D Flip-flops</a:t>
            </a:r>
            <a:endParaRPr lang="ru-RU" altLang="en-US"/>
          </a:p>
        </p:txBody>
      </p:sp>
      <p:sp>
        <p:nvSpPr>
          <p:cNvPr id="3" name="Text Placeholder 2">
            <a:extLst>
              <a:ext uri="{FF2B5EF4-FFF2-40B4-BE49-F238E27FC236}">
                <a16:creationId xmlns:a16="http://schemas.microsoft.com/office/drawing/2014/main" id="{35ED44C3-A77B-D5FF-FCE8-FF47703CED77}"/>
              </a:ext>
            </a:extLst>
          </p:cNvPr>
          <p:cNvSpPr>
            <a:spLocks noGrp="1"/>
          </p:cNvSpPr>
          <p:nvPr>
            <p:ph type="body" sz="quarter" idx="10"/>
          </p:nvPr>
        </p:nvSpPr>
        <p:spPr/>
        <p:txBody>
          <a:bodyPr/>
          <a:lstStyle/>
          <a:p>
            <a:pPr eaLnBrk="1" hangingPunct="1"/>
            <a:r>
              <a:rPr lang="en-US" altLang="en-US" sz="2400" dirty="0">
                <a:solidFill>
                  <a:srgbClr val="0000FF"/>
                </a:solidFill>
              </a:rPr>
              <a:t>module</a:t>
            </a:r>
            <a:r>
              <a:rPr lang="en-US" altLang="en-US" sz="2400" dirty="0"/>
              <a:t>  register(</a:t>
            </a:r>
            <a:r>
              <a:rPr lang="en-US" altLang="en-US" sz="2400" dirty="0" err="1"/>
              <a:t>clk</a:t>
            </a:r>
            <a:r>
              <a:rPr lang="en-US" altLang="en-US" sz="2400" dirty="0"/>
              <a:t>, data, reset, q);</a:t>
            </a:r>
          </a:p>
          <a:p>
            <a:pPr eaLnBrk="1" hangingPunct="1"/>
            <a:r>
              <a:rPr lang="en-US" altLang="en-US" sz="2400" dirty="0"/>
              <a:t>	</a:t>
            </a:r>
            <a:r>
              <a:rPr lang="en-US" altLang="en-US" sz="2400" dirty="0">
                <a:solidFill>
                  <a:srgbClr val="0000FF"/>
                </a:solidFill>
              </a:rPr>
              <a:t>input</a:t>
            </a:r>
            <a:r>
              <a:rPr lang="en-US" altLang="en-US" sz="2400" dirty="0"/>
              <a:t> </a:t>
            </a:r>
            <a:r>
              <a:rPr lang="en-US" altLang="en-US" sz="2400" dirty="0" err="1"/>
              <a:t>clk</a:t>
            </a:r>
            <a:r>
              <a:rPr lang="en-US" altLang="en-US" sz="2400" dirty="0"/>
              <a:t>, reset;</a:t>
            </a:r>
          </a:p>
          <a:p>
            <a:pPr eaLnBrk="1" hangingPunct="1"/>
            <a:r>
              <a:rPr lang="en-US" altLang="en-US" sz="2400" dirty="0"/>
              <a:t>	</a:t>
            </a:r>
            <a:r>
              <a:rPr lang="en-US" altLang="en-US" sz="2400" dirty="0">
                <a:solidFill>
                  <a:srgbClr val="0000FF"/>
                </a:solidFill>
              </a:rPr>
              <a:t>input</a:t>
            </a:r>
            <a:r>
              <a:rPr lang="en-US" altLang="en-US" sz="2400" dirty="0"/>
              <a:t> [3:0] data;</a:t>
            </a:r>
          </a:p>
          <a:p>
            <a:pPr eaLnBrk="1" hangingPunct="1"/>
            <a:r>
              <a:rPr lang="en-US" altLang="en-US" sz="2400" dirty="0"/>
              <a:t>	</a:t>
            </a:r>
            <a:r>
              <a:rPr lang="en-US" altLang="en-US" sz="2400" dirty="0">
                <a:solidFill>
                  <a:srgbClr val="0000FF"/>
                </a:solidFill>
              </a:rPr>
              <a:t>output</a:t>
            </a:r>
            <a:r>
              <a:rPr lang="en-US" altLang="en-US" sz="2400" dirty="0"/>
              <a:t> reg [3:0] q;</a:t>
            </a:r>
          </a:p>
          <a:p>
            <a:pPr eaLnBrk="1" hangingPunct="1"/>
            <a:r>
              <a:rPr lang="en-US" altLang="en-US" sz="2400" dirty="0"/>
              <a:t>	</a:t>
            </a:r>
          </a:p>
          <a:p>
            <a:pPr eaLnBrk="1" hangingPunct="1"/>
            <a:r>
              <a:rPr lang="en-US" altLang="en-US" sz="2400" dirty="0">
                <a:solidFill>
                  <a:srgbClr val="0000FF"/>
                </a:solidFill>
              </a:rPr>
              <a:t>always</a:t>
            </a:r>
            <a:r>
              <a:rPr lang="en-US" altLang="en-US" sz="2400" dirty="0"/>
              <a:t> @(posedge </a:t>
            </a:r>
            <a:r>
              <a:rPr lang="en-US" altLang="en-US" sz="2400" dirty="0" err="1"/>
              <a:t>clk</a:t>
            </a:r>
            <a:r>
              <a:rPr lang="en-US" altLang="en-US" sz="2400" dirty="0"/>
              <a:t> or </a:t>
            </a:r>
            <a:r>
              <a:rPr lang="en-US" altLang="en-US" sz="2400" dirty="0" err="1"/>
              <a:t>negedge</a:t>
            </a:r>
            <a:r>
              <a:rPr lang="en-US" altLang="en-US" sz="2400" dirty="0"/>
              <a:t> reset)</a:t>
            </a:r>
          </a:p>
          <a:p>
            <a:pPr eaLnBrk="1" hangingPunct="1"/>
            <a:r>
              <a:rPr lang="en-US" altLang="en-US" sz="2400" dirty="0"/>
              <a:t>	</a:t>
            </a:r>
            <a:r>
              <a:rPr lang="en-US" altLang="en-US" sz="2400" dirty="0">
                <a:solidFill>
                  <a:srgbClr val="0000FF"/>
                </a:solidFill>
              </a:rPr>
              <a:t>if</a:t>
            </a:r>
            <a:r>
              <a:rPr lang="en-US" altLang="en-US" sz="2400" dirty="0"/>
              <a:t> (!reset) </a:t>
            </a:r>
          </a:p>
          <a:p>
            <a:pPr eaLnBrk="1" hangingPunct="1"/>
            <a:r>
              <a:rPr lang="en-US" altLang="en-US" sz="2400" dirty="0"/>
              <a:t>	q&lt;= 0;</a:t>
            </a:r>
          </a:p>
          <a:p>
            <a:pPr eaLnBrk="1" hangingPunct="1"/>
            <a:r>
              <a:rPr lang="en-US" altLang="en-US" sz="2400" dirty="0"/>
              <a:t>	</a:t>
            </a:r>
            <a:r>
              <a:rPr lang="en-US" altLang="en-US" sz="2400" dirty="0">
                <a:solidFill>
                  <a:srgbClr val="0000FF"/>
                </a:solidFill>
              </a:rPr>
              <a:t>else</a:t>
            </a:r>
            <a:r>
              <a:rPr lang="en-US" altLang="en-US" sz="2400" dirty="0"/>
              <a:t> q&lt;=data;</a:t>
            </a:r>
          </a:p>
          <a:p>
            <a:pPr eaLnBrk="1" hangingPunct="1"/>
            <a:r>
              <a:rPr lang="en-US" altLang="en-US" sz="2400" dirty="0" err="1">
                <a:solidFill>
                  <a:srgbClr val="0000FF"/>
                </a:solidFill>
              </a:rPr>
              <a:t>endmodule</a:t>
            </a:r>
            <a:endParaRPr lang="ru-RU" altLang="en-US" sz="2400" dirty="0">
              <a:solidFill>
                <a:srgbClr val="0000FF"/>
              </a:solidFill>
            </a:endParaRPr>
          </a:p>
          <a:p>
            <a:pPr eaLnBrk="1" hangingPunct="1">
              <a:spcBef>
                <a:spcPct val="50000"/>
              </a:spcBef>
            </a:pPr>
            <a:endParaRPr lang="ru-RU" altLang="en-US" sz="2400" dirty="0"/>
          </a:p>
          <a:p>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4">
            <a:extLst>
              <a:ext uri="{FF2B5EF4-FFF2-40B4-BE49-F238E27FC236}">
                <a16:creationId xmlns:a16="http://schemas.microsoft.com/office/drawing/2014/main" id="{158F04BB-FF26-EBD2-29DC-056B6353C0F5}"/>
              </a:ext>
            </a:extLst>
          </p:cNvPr>
          <p:cNvSpPr>
            <a:spLocks noGrp="1" noChangeArrowheads="1"/>
          </p:cNvSpPr>
          <p:nvPr>
            <p:ph type="title"/>
          </p:nvPr>
        </p:nvSpPr>
        <p:spPr/>
        <p:txBody>
          <a:bodyPr>
            <a:normAutofit/>
          </a:bodyPr>
          <a:lstStyle/>
          <a:p>
            <a:r>
              <a:rPr lang="en-US" altLang="en-US" dirty="0"/>
              <a:t>Edge-Triggered Register with Active-Low  Clock-Enable Input</a:t>
            </a:r>
            <a:endParaRPr lang="ru-RU" altLang="en-US" dirty="0"/>
          </a:p>
        </p:txBody>
      </p:sp>
      <p:grpSp>
        <p:nvGrpSpPr>
          <p:cNvPr id="3" name="Group 79">
            <a:extLst>
              <a:ext uri="{FF2B5EF4-FFF2-40B4-BE49-F238E27FC236}">
                <a16:creationId xmlns:a16="http://schemas.microsoft.com/office/drawing/2014/main" id="{B100D7B0-E1E4-4EA5-8317-3735D43EBFB4}"/>
              </a:ext>
            </a:extLst>
          </p:cNvPr>
          <p:cNvGrpSpPr>
            <a:grpSpLocks/>
          </p:cNvGrpSpPr>
          <p:nvPr/>
        </p:nvGrpSpPr>
        <p:grpSpPr bwMode="auto">
          <a:xfrm>
            <a:off x="1981200" y="1828800"/>
            <a:ext cx="2590800" cy="3505200"/>
            <a:chOff x="288" y="1152"/>
            <a:chExt cx="1632" cy="2208"/>
          </a:xfrm>
          <a:noFill/>
        </p:grpSpPr>
        <p:sp>
          <p:nvSpPr>
            <p:cNvPr id="58446" name="Rectangle 78">
              <a:extLst>
                <a:ext uri="{FF2B5EF4-FFF2-40B4-BE49-F238E27FC236}">
                  <a16:creationId xmlns:a16="http://schemas.microsoft.com/office/drawing/2014/main" id="{FE466732-E5BE-4C51-B951-B99E12AC7A9A}"/>
                </a:ext>
              </a:extLst>
            </p:cNvPr>
            <p:cNvSpPr>
              <a:spLocks noChangeArrowheads="1"/>
            </p:cNvSpPr>
            <p:nvPr/>
          </p:nvSpPr>
          <p:spPr bwMode="auto">
            <a:xfrm>
              <a:off x="288" y="1152"/>
              <a:ext cx="1632" cy="2208"/>
            </a:xfrm>
            <a:prstGeom prst="rect">
              <a:avLst/>
            </a:prstGeom>
            <a:grpFill/>
            <a:ln>
              <a:noFill/>
            </a:ln>
            <a:effectLst/>
          </p:spPr>
          <p:txBody>
            <a:bodyPr wrap="none" anchor="ctr"/>
            <a:lstStyle/>
            <a:p>
              <a:pPr eaLnBrk="1" hangingPunct="1">
                <a:defRPr/>
              </a:pPr>
              <a:endParaRPr lang="en-US"/>
            </a:p>
          </p:txBody>
        </p:sp>
        <p:grpSp>
          <p:nvGrpSpPr>
            <p:cNvPr id="4" name="Group 5">
              <a:extLst>
                <a:ext uri="{FF2B5EF4-FFF2-40B4-BE49-F238E27FC236}">
                  <a16:creationId xmlns:a16="http://schemas.microsoft.com/office/drawing/2014/main" id="{DC889A2D-8027-4D0B-95A2-32FA8AD96348}"/>
                </a:ext>
              </a:extLst>
            </p:cNvPr>
            <p:cNvGrpSpPr>
              <a:grpSpLocks/>
            </p:cNvGrpSpPr>
            <p:nvPr/>
          </p:nvGrpSpPr>
          <p:grpSpPr bwMode="auto">
            <a:xfrm>
              <a:off x="504" y="1347"/>
              <a:ext cx="1248" cy="1760"/>
              <a:chOff x="696" y="960"/>
              <a:chExt cx="1248" cy="1760"/>
            </a:xfrm>
            <a:grpFill/>
          </p:grpSpPr>
          <p:sp>
            <p:nvSpPr>
              <p:cNvPr id="58374" name="Rectangle 6">
                <a:extLst>
                  <a:ext uri="{FF2B5EF4-FFF2-40B4-BE49-F238E27FC236}">
                    <a16:creationId xmlns:a16="http://schemas.microsoft.com/office/drawing/2014/main" id="{31908CE2-16F3-41AF-AE6D-856B4663F9D9}"/>
                  </a:ext>
                </a:extLst>
              </p:cNvPr>
              <p:cNvSpPr>
                <a:spLocks noChangeArrowheads="1"/>
              </p:cNvSpPr>
              <p:nvPr/>
            </p:nvSpPr>
            <p:spPr bwMode="auto">
              <a:xfrm>
                <a:off x="936" y="960"/>
                <a:ext cx="768" cy="1760"/>
              </a:xfrm>
              <a:prstGeom prst="rect">
                <a:avLst/>
              </a:prstGeom>
              <a:solidFill>
                <a:schemeClr val="accent1">
                  <a:lumMod val="40000"/>
                  <a:lumOff val="60000"/>
                </a:schemeClr>
              </a:solidFill>
              <a:ln w="22225">
                <a:solidFill>
                  <a:schemeClr val="tx1"/>
                </a:solidFill>
                <a:miter lim="800000"/>
                <a:headEnd/>
                <a:tailEnd/>
              </a:ln>
              <a:effectLst/>
            </p:spPr>
            <p:txBody>
              <a:bodyPr wrap="none" anchor="ctr"/>
              <a:lstStyle/>
              <a:p>
                <a:pPr eaLnBrk="1" hangingPunct="1">
                  <a:defRPr/>
                </a:pPr>
                <a:endParaRPr lang="en-US"/>
              </a:p>
            </p:txBody>
          </p:sp>
          <p:sp>
            <p:nvSpPr>
              <p:cNvPr id="58375" name="Line 7">
                <a:extLst>
                  <a:ext uri="{FF2B5EF4-FFF2-40B4-BE49-F238E27FC236}">
                    <a16:creationId xmlns:a16="http://schemas.microsoft.com/office/drawing/2014/main" id="{FFB3B5B2-C7A7-4131-A839-49E22A00BC13}"/>
                  </a:ext>
                </a:extLst>
              </p:cNvPr>
              <p:cNvSpPr>
                <a:spLocks noChangeShapeType="1"/>
              </p:cNvSpPr>
              <p:nvPr/>
            </p:nvSpPr>
            <p:spPr bwMode="auto">
              <a:xfrm>
                <a:off x="696" y="1136"/>
                <a:ext cx="240" cy="0"/>
              </a:xfrm>
              <a:prstGeom prst="line">
                <a:avLst/>
              </a:prstGeom>
              <a:grpFill/>
              <a:ln w="22225">
                <a:solidFill>
                  <a:schemeClr val="tx1"/>
                </a:solidFill>
                <a:round/>
                <a:headEnd/>
                <a:tailEnd/>
              </a:ln>
              <a:effectLst/>
            </p:spPr>
            <p:txBody>
              <a:bodyPr/>
              <a:lstStyle/>
              <a:p>
                <a:pPr eaLnBrk="1" hangingPunct="1">
                  <a:defRPr/>
                </a:pPr>
                <a:endParaRPr lang="en-US"/>
              </a:p>
            </p:txBody>
          </p:sp>
          <p:sp>
            <p:nvSpPr>
              <p:cNvPr id="58376" name="Line 8">
                <a:extLst>
                  <a:ext uri="{FF2B5EF4-FFF2-40B4-BE49-F238E27FC236}">
                    <a16:creationId xmlns:a16="http://schemas.microsoft.com/office/drawing/2014/main" id="{C25AD579-6CE3-44E4-8BC4-02EFCF964406}"/>
                  </a:ext>
                </a:extLst>
              </p:cNvPr>
              <p:cNvSpPr>
                <a:spLocks noChangeShapeType="1"/>
              </p:cNvSpPr>
              <p:nvPr/>
            </p:nvSpPr>
            <p:spPr bwMode="auto">
              <a:xfrm>
                <a:off x="696" y="1280"/>
                <a:ext cx="240" cy="0"/>
              </a:xfrm>
              <a:prstGeom prst="line">
                <a:avLst/>
              </a:prstGeom>
              <a:grpFill/>
              <a:ln w="22225">
                <a:solidFill>
                  <a:schemeClr val="tx1"/>
                </a:solidFill>
                <a:round/>
                <a:headEnd/>
                <a:tailEnd/>
              </a:ln>
              <a:effectLst/>
            </p:spPr>
            <p:txBody>
              <a:bodyPr/>
              <a:lstStyle/>
              <a:p>
                <a:pPr eaLnBrk="1" hangingPunct="1">
                  <a:defRPr/>
                </a:pPr>
                <a:endParaRPr lang="en-US"/>
              </a:p>
            </p:txBody>
          </p:sp>
          <p:sp>
            <p:nvSpPr>
              <p:cNvPr id="58377" name="Line 9">
                <a:extLst>
                  <a:ext uri="{FF2B5EF4-FFF2-40B4-BE49-F238E27FC236}">
                    <a16:creationId xmlns:a16="http://schemas.microsoft.com/office/drawing/2014/main" id="{CBE30AA7-EC13-4E29-BC72-DFC672F19AB5}"/>
                  </a:ext>
                </a:extLst>
              </p:cNvPr>
              <p:cNvSpPr>
                <a:spLocks noChangeShapeType="1"/>
              </p:cNvSpPr>
              <p:nvPr/>
            </p:nvSpPr>
            <p:spPr bwMode="auto">
              <a:xfrm>
                <a:off x="696" y="1472"/>
                <a:ext cx="240" cy="0"/>
              </a:xfrm>
              <a:prstGeom prst="line">
                <a:avLst/>
              </a:prstGeom>
              <a:grpFill/>
              <a:ln w="22225">
                <a:solidFill>
                  <a:schemeClr val="tx1"/>
                </a:solidFill>
                <a:round/>
                <a:headEnd/>
                <a:tailEnd/>
              </a:ln>
              <a:effectLst/>
            </p:spPr>
            <p:txBody>
              <a:bodyPr/>
              <a:lstStyle/>
              <a:p>
                <a:pPr eaLnBrk="1" hangingPunct="1">
                  <a:defRPr/>
                </a:pPr>
                <a:endParaRPr lang="en-US"/>
              </a:p>
            </p:txBody>
          </p:sp>
          <p:sp>
            <p:nvSpPr>
              <p:cNvPr id="58378" name="Line 10">
                <a:extLst>
                  <a:ext uri="{FF2B5EF4-FFF2-40B4-BE49-F238E27FC236}">
                    <a16:creationId xmlns:a16="http://schemas.microsoft.com/office/drawing/2014/main" id="{9C67028C-0A99-47A7-84A9-1B7A6A7AADA4}"/>
                  </a:ext>
                </a:extLst>
              </p:cNvPr>
              <p:cNvSpPr>
                <a:spLocks noChangeShapeType="1"/>
              </p:cNvSpPr>
              <p:nvPr/>
            </p:nvSpPr>
            <p:spPr bwMode="auto">
              <a:xfrm>
                <a:off x="696" y="1616"/>
                <a:ext cx="240" cy="0"/>
              </a:xfrm>
              <a:prstGeom prst="line">
                <a:avLst/>
              </a:prstGeom>
              <a:grpFill/>
              <a:ln w="22225">
                <a:solidFill>
                  <a:schemeClr val="tx1"/>
                </a:solidFill>
                <a:round/>
                <a:headEnd/>
                <a:tailEnd/>
              </a:ln>
              <a:effectLst/>
            </p:spPr>
            <p:txBody>
              <a:bodyPr/>
              <a:lstStyle/>
              <a:p>
                <a:pPr eaLnBrk="1" hangingPunct="1">
                  <a:defRPr/>
                </a:pPr>
                <a:endParaRPr lang="en-US"/>
              </a:p>
            </p:txBody>
          </p:sp>
          <p:sp>
            <p:nvSpPr>
              <p:cNvPr id="58379" name="Line 11">
                <a:extLst>
                  <a:ext uri="{FF2B5EF4-FFF2-40B4-BE49-F238E27FC236}">
                    <a16:creationId xmlns:a16="http://schemas.microsoft.com/office/drawing/2014/main" id="{E1C464A0-6AAD-4420-B2DC-445D0527ED24}"/>
                  </a:ext>
                </a:extLst>
              </p:cNvPr>
              <p:cNvSpPr>
                <a:spLocks noChangeShapeType="1"/>
              </p:cNvSpPr>
              <p:nvPr/>
            </p:nvSpPr>
            <p:spPr bwMode="auto">
              <a:xfrm>
                <a:off x="696" y="1760"/>
                <a:ext cx="240" cy="0"/>
              </a:xfrm>
              <a:prstGeom prst="line">
                <a:avLst/>
              </a:prstGeom>
              <a:grpFill/>
              <a:ln w="22225">
                <a:solidFill>
                  <a:schemeClr val="tx1"/>
                </a:solidFill>
                <a:round/>
                <a:headEnd/>
                <a:tailEnd/>
              </a:ln>
              <a:effectLst/>
            </p:spPr>
            <p:txBody>
              <a:bodyPr/>
              <a:lstStyle/>
              <a:p>
                <a:pPr eaLnBrk="1" hangingPunct="1">
                  <a:defRPr/>
                </a:pPr>
                <a:endParaRPr lang="en-US"/>
              </a:p>
            </p:txBody>
          </p:sp>
          <p:sp>
            <p:nvSpPr>
              <p:cNvPr id="58380" name="Line 12">
                <a:extLst>
                  <a:ext uri="{FF2B5EF4-FFF2-40B4-BE49-F238E27FC236}">
                    <a16:creationId xmlns:a16="http://schemas.microsoft.com/office/drawing/2014/main" id="{5616E853-EBD2-48AF-B9A7-E408F25275EF}"/>
                  </a:ext>
                </a:extLst>
              </p:cNvPr>
              <p:cNvSpPr>
                <a:spLocks noChangeShapeType="1"/>
              </p:cNvSpPr>
              <p:nvPr/>
            </p:nvSpPr>
            <p:spPr bwMode="auto">
              <a:xfrm>
                <a:off x="696" y="1904"/>
                <a:ext cx="240" cy="0"/>
              </a:xfrm>
              <a:prstGeom prst="line">
                <a:avLst/>
              </a:prstGeom>
              <a:grpFill/>
              <a:ln w="22225">
                <a:solidFill>
                  <a:schemeClr val="tx1"/>
                </a:solidFill>
                <a:round/>
                <a:headEnd/>
                <a:tailEnd/>
              </a:ln>
              <a:effectLst/>
            </p:spPr>
            <p:txBody>
              <a:bodyPr/>
              <a:lstStyle/>
              <a:p>
                <a:pPr eaLnBrk="1" hangingPunct="1">
                  <a:defRPr/>
                </a:pPr>
                <a:endParaRPr lang="en-US"/>
              </a:p>
            </p:txBody>
          </p:sp>
          <p:sp>
            <p:nvSpPr>
              <p:cNvPr id="58381" name="Line 13">
                <a:extLst>
                  <a:ext uri="{FF2B5EF4-FFF2-40B4-BE49-F238E27FC236}">
                    <a16:creationId xmlns:a16="http://schemas.microsoft.com/office/drawing/2014/main" id="{4B72FB4A-ADD1-4F6F-A089-52F785888D59}"/>
                  </a:ext>
                </a:extLst>
              </p:cNvPr>
              <p:cNvSpPr>
                <a:spLocks noChangeShapeType="1"/>
              </p:cNvSpPr>
              <p:nvPr/>
            </p:nvSpPr>
            <p:spPr bwMode="auto">
              <a:xfrm>
                <a:off x="696" y="2048"/>
                <a:ext cx="240" cy="0"/>
              </a:xfrm>
              <a:prstGeom prst="line">
                <a:avLst/>
              </a:prstGeom>
              <a:grpFill/>
              <a:ln w="22225">
                <a:solidFill>
                  <a:schemeClr val="tx1"/>
                </a:solidFill>
                <a:round/>
                <a:headEnd/>
                <a:tailEnd/>
              </a:ln>
              <a:effectLst/>
            </p:spPr>
            <p:txBody>
              <a:bodyPr/>
              <a:lstStyle/>
              <a:p>
                <a:pPr eaLnBrk="1" hangingPunct="1">
                  <a:defRPr/>
                </a:pPr>
                <a:endParaRPr lang="en-US"/>
              </a:p>
            </p:txBody>
          </p:sp>
          <p:sp>
            <p:nvSpPr>
              <p:cNvPr id="58382" name="Line 14">
                <a:extLst>
                  <a:ext uri="{FF2B5EF4-FFF2-40B4-BE49-F238E27FC236}">
                    <a16:creationId xmlns:a16="http://schemas.microsoft.com/office/drawing/2014/main" id="{04E57018-19AA-418B-BFF9-EB2A0FB9F0D5}"/>
                  </a:ext>
                </a:extLst>
              </p:cNvPr>
              <p:cNvSpPr>
                <a:spLocks noChangeShapeType="1"/>
              </p:cNvSpPr>
              <p:nvPr/>
            </p:nvSpPr>
            <p:spPr bwMode="auto">
              <a:xfrm>
                <a:off x="696" y="2192"/>
                <a:ext cx="240" cy="0"/>
              </a:xfrm>
              <a:prstGeom prst="line">
                <a:avLst/>
              </a:prstGeom>
              <a:grpFill/>
              <a:ln w="22225">
                <a:solidFill>
                  <a:schemeClr val="tx1"/>
                </a:solidFill>
                <a:round/>
                <a:headEnd/>
                <a:tailEnd/>
              </a:ln>
              <a:effectLst/>
            </p:spPr>
            <p:txBody>
              <a:bodyPr/>
              <a:lstStyle/>
              <a:p>
                <a:pPr eaLnBrk="1" hangingPunct="1">
                  <a:defRPr/>
                </a:pPr>
                <a:endParaRPr lang="en-US"/>
              </a:p>
            </p:txBody>
          </p:sp>
          <p:sp>
            <p:nvSpPr>
              <p:cNvPr id="58383" name="Line 15">
                <a:extLst>
                  <a:ext uri="{FF2B5EF4-FFF2-40B4-BE49-F238E27FC236}">
                    <a16:creationId xmlns:a16="http://schemas.microsoft.com/office/drawing/2014/main" id="{4B390F44-CB62-4CCA-9F15-A78B8E707687}"/>
                  </a:ext>
                </a:extLst>
              </p:cNvPr>
              <p:cNvSpPr>
                <a:spLocks noChangeShapeType="1"/>
              </p:cNvSpPr>
              <p:nvPr/>
            </p:nvSpPr>
            <p:spPr bwMode="auto">
              <a:xfrm>
                <a:off x="696" y="2336"/>
                <a:ext cx="240" cy="0"/>
              </a:xfrm>
              <a:prstGeom prst="line">
                <a:avLst/>
              </a:prstGeom>
              <a:grpFill/>
              <a:ln w="22225">
                <a:solidFill>
                  <a:schemeClr val="tx1"/>
                </a:solidFill>
                <a:round/>
                <a:headEnd/>
                <a:tailEnd/>
              </a:ln>
              <a:effectLst/>
            </p:spPr>
            <p:txBody>
              <a:bodyPr/>
              <a:lstStyle/>
              <a:p>
                <a:pPr eaLnBrk="1" hangingPunct="1">
                  <a:defRPr/>
                </a:pPr>
                <a:endParaRPr lang="en-US"/>
              </a:p>
            </p:txBody>
          </p:sp>
          <p:sp>
            <p:nvSpPr>
              <p:cNvPr id="58384" name="Line 16">
                <a:extLst>
                  <a:ext uri="{FF2B5EF4-FFF2-40B4-BE49-F238E27FC236}">
                    <a16:creationId xmlns:a16="http://schemas.microsoft.com/office/drawing/2014/main" id="{D89F040E-B18E-4768-A79D-73E45C14E424}"/>
                  </a:ext>
                </a:extLst>
              </p:cNvPr>
              <p:cNvSpPr>
                <a:spLocks noChangeShapeType="1"/>
              </p:cNvSpPr>
              <p:nvPr/>
            </p:nvSpPr>
            <p:spPr bwMode="auto">
              <a:xfrm>
                <a:off x="696" y="2480"/>
                <a:ext cx="240" cy="0"/>
              </a:xfrm>
              <a:prstGeom prst="line">
                <a:avLst/>
              </a:prstGeom>
              <a:grpFill/>
              <a:ln w="22225">
                <a:solidFill>
                  <a:schemeClr val="tx1"/>
                </a:solidFill>
                <a:round/>
                <a:headEnd/>
                <a:tailEnd/>
              </a:ln>
              <a:effectLst/>
            </p:spPr>
            <p:txBody>
              <a:bodyPr/>
              <a:lstStyle/>
              <a:p>
                <a:pPr eaLnBrk="1" hangingPunct="1">
                  <a:defRPr/>
                </a:pPr>
                <a:endParaRPr lang="en-US"/>
              </a:p>
            </p:txBody>
          </p:sp>
          <p:sp>
            <p:nvSpPr>
              <p:cNvPr id="58385" name="Freeform 17">
                <a:extLst>
                  <a:ext uri="{FF2B5EF4-FFF2-40B4-BE49-F238E27FC236}">
                    <a16:creationId xmlns:a16="http://schemas.microsoft.com/office/drawing/2014/main" id="{6D844A71-24BE-4138-AADB-3883D7F413AC}"/>
                  </a:ext>
                </a:extLst>
              </p:cNvPr>
              <p:cNvSpPr>
                <a:spLocks/>
              </p:cNvSpPr>
              <p:nvPr/>
            </p:nvSpPr>
            <p:spPr bwMode="auto">
              <a:xfrm>
                <a:off x="944" y="1080"/>
                <a:ext cx="84" cy="111"/>
              </a:xfrm>
              <a:custGeom>
                <a:avLst/>
                <a:gdLst>
                  <a:gd name="T0" fmla="*/ 0 w 129"/>
                  <a:gd name="T1" fmla="*/ 133 h 133"/>
                  <a:gd name="T2" fmla="*/ 129 w 129"/>
                  <a:gd name="T3" fmla="*/ 66 h 133"/>
                  <a:gd name="T4" fmla="*/ 0 w 129"/>
                  <a:gd name="T5" fmla="*/ 0 h 133"/>
                </a:gdLst>
                <a:ahLst/>
                <a:cxnLst>
                  <a:cxn ang="0">
                    <a:pos x="T0" y="T1"/>
                  </a:cxn>
                  <a:cxn ang="0">
                    <a:pos x="T2" y="T3"/>
                  </a:cxn>
                  <a:cxn ang="0">
                    <a:pos x="T4" y="T5"/>
                  </a:cxn>
                </a:cxnLst>
                <a:rect l="0" t="0" r="r" b="b"/>
                <a:pathLst>
                  <a:path w="129" h="133">
                    <a:moveTo>
                      <a:pt x="0" y="133"/>
                    </a:moveTo>
                    <a:lnTo>
                      <a:pt x="129" y="66"/>
                    </a:lnTo>
                    <a:lnTo>
                      <a:pt x="0" y="0"/>
                    </a:lnTo>
                  </a:path>
                </a:pathLst>
              </a:custGeom>
              <a:grpFill/>
              <a:ln w="22225" cap="flat">
                <a:solidFill>
                  <a:schemeClr val="tx1"/>
                </a:solidFill>
                <a:prstDash val="solid"/>
                <a:miter lim="800000"/>
                <a:headEnd/>
                <a:tailEnd/>
              </a:ln>
            </p:spPr>
            <p:txBody>
              <a:bodyPr/>
              <a:lstStyle/>
              <a:p>
                <a:pPr eaLnBrk="1" hangingPunct="1">
                  <a:defRPr/>
                </a:pPr>
                <a:endParaRPr lang="en-US"/>
              </a:p>
            </p:txBody>
          </p:sp>
          <p:sp>
            <p:nvSpPr>
              <p:cNvPr id="58386" name="Oval 18">
                <a:extLst>
                  <a:ext uri="{FF2B5EF4-FFF2-40B4-BE49-F238E27FC236}">
                    <a16:creationId xmlns:a16="http://schemas.microsoft.com/office/drawing/2014/main" id="{581D6EBE-1CDB-49FB-92FB-AB565BEDB418}"/>
                  </a:ext>
                </a:extLst>
              </p:cNvPr>
              <p:cNvSpPr>
                <a:spLocks noChangeArrowheads="1"/>
              </p:cNvSpPr>
              <p:nvPr/>
            </p:nvSpPr>
            <p:spPr bwMode="auto">
              <a:xfrm>
                <a:off x="848" y="1240"/>
                <a:ext cx="91" cy="91"/>
              </a:xfrm>
              <a:prstGeom prst="ellipse">
                <a:avLst/>
              </a:prstGeom>
              <a:solidFill>
                <a:schemeClr val="accent1">
                  <a:lumMod val="40000"/>
                  <a:lumOff val="60000"/>
                </a:schemeClr>
              </a:solidFill>
              <a:ln w="22225">
                <a:solidFill>
                  <a:schemeClr val="tx1"/>
                </a:solidFill>
                <a:round/>
                <a:headEnd/>
                <a:tailEnd/>
              </a:ln>
              <a:effectLst/>
            </p:spPr>
            <p:txBody>
              <a:bodyPr wrap="none" anchor="ctr"/>
              <a:lstStyle/>
              <a:p>
                <a:pPr eaLnBrk="1" hangingPunct="1">
                  <a:defRPr/>
                </a:pPr>
                <a:endParaRPr lang="en-US"/>
              </a:p>
            </p:txBody>
          </p:sp>
          <p:sp>
            <p:nvSpPr>
              <p:cNvPr id="58387" name="Line 19">
                <a:extLst>
                  <a:ext uri="{FF2B5EF4-FFF2-40B4-BE49-F238E27FC236}">
                    <a16:creationId xmlns:a16="http://schemas.microsoft.com/office/drawing/2014/main" id="{BD55C523-F3EF-4B5F-89B7-B463D1B5D504}"/>
                  </a:ext>
                </a:extLst>
              </p:cNvPr>
              <p:cNvSpPr>
                <a:spLocks noChangeShapeType="1"/>
              </p:cNvSpPr>
              <p:nvPr/>
            </p:nvSpPr>
            <p:spPr bwMode="auto">
              <a:xfrm>
                <a:off x="1704" y="1464"/>
                <a:ext cx="240" cy="0"/>
              </a:xfrm>
              <a:prstGeom prst="line">
                <a:avLst/>
              </a:prstGeom>
              <a:grpFill/>
              <a:ln w="22225">
                <a:solidFill>
                  <a:schemeClr val="tx1"/>
                </a:solidFill>
                <a:round/>
                <a:headEnd/>
                <a:tailEnd/>
              </a:ln>
              <a:effectLst/>
            </p:spPr>
            <p:txBody>
              <a:bodyPr/>
              <a:lstStyle/>
              <a:p>
                <a:pPr eaLnBrk="1" hangingPunct="1">
                  <a:defRPr/>
                </a:pPr>
                <a:endParaRPr lang="en-US"/>
              </a:p>
            </p:txBody>
          </p:sp>
          <p:sp>
            <p:nvSpPr>
              <p:cNvPr id="58388" name="Line 20">
                <a:extLst>
                  <a:ext uri="{FF2B5EF4-FFF2-40B4-BE49-F238E27FC236}">
                    <a16:creationId xmlns:a16="http://schemas.microsoft.com/office/drawing/2014/main" id="{126FA3CD-8D00-4E51-B4F6-A4EF4AC81939}"/>
                  </a:ext>
                </a:extLst>
              </p:cNvPr>
              <p:cNvSpPr>
                <a:spLocks noChangeShapeType="1"/>
              </p:cNvSpPr>
              <p:nvPr/>
            </p:nvSpPr>
            <p:spPr bwMode="auto">
              <a:xfrm>
                <a:off x="1704" y="1624"/>
                <a:ext cx="240" cy="0"/>
              </a:xfrm>
              <a:prstGeom prst="line">
                <a:avLst/>
              </a:prstGeom>
              <a:grpFill/>
              <a:ln w="22225">
                <a:solidFill>
                  <a:schemeClr val="tx1"/>
                </a:solidFill>
                <a:round/>
                <a:headEnd/>
                <a:tailEnd/>
              </a:ln>
              <a:effectLst/>
            </p:spPr>
            <p:txBody>
              <a:bodyPr/>
              <a:lstStyle/>
              <a:p>
                <a:pPr eaLnBrk="1" hangingPunct="1">
                  <a:defRPr/>
                </a:pPr>
                <a:endParaRPr lang="en-US"/>
              </a:p>
            </p:txBody>
          </p:sp>
          <p:sp>
            <p:nvSpPr>
              <p:cNvPr id="58389" name="Line 21">
                <a:extLst>
                  <a:ext uri="{FF2B5EF4-FFF2-40B4-BE49-F238E27FC236}">
                    <a16:creationId xmlns:a16="http://schemas.microsoft.com/office/drawing/2014/main" id="{18E8B95B-3AB1-4A60-80FA-2FE77A498C02}"/>
                  </a:ext>
                </a:extLst>
              </p:cNvPr>
              <p:cNvSpPr>
                <a:spLocks noChangeShapeType="1"/>
              </p:cNvSpPr>
              <p:nvPr/>
            </p:nvSpPr>
            <p:spPr bwMode="auto">
              <a:xfrm>
                <a:off x="1704" y="1760"/>
                <a:ext cx="240" cy="0"/>
              </a:xfrm>
              <a:prstGeom prst="line">
                <a:avLst/>
              </a:prstGeom>
              <a:grpFill/>
              <a:ln w="22225">
                <a:solidFill>
                  <a:schemeClr val="tx1"/>
                </a:solidFill>
                <a:round/>
                <a:headEnd/>
                <a:tailEnd/>
              </a:ln>
              <a:effectLst/>
            </p:spPr>
            <p:txBody>
              <a:bodyPr/>
              <a:lstStyle/>
              <a:p>
                <a:pPr eaLnBrk="1" hangingPunct="1">
                  <a:defRPr/>
                </a:pPr>
                <a:endParaRPr lang="en-US"/>
              </a:p>
            </p:txBody>
          </p:sp>
          <p:sp>
            <p:nvSpPr>
              <p:cNvPr id="58390" name="Line 22">
                <a:extLst>
                  <a:ext uri="{FF2B5EF4-FFF2-40B4-BE49-F238E27FC236}">
                    <a16:creationId xmlns:a16="http://schemas.microsoft.com/office/drawing/2014/main" id="{F64DAAB2-1DD2-439F-A2CC-8E63392A81C1}"/>
                  </a:ext>
                </a:extLst>
              </p:cNvPr>
              <p:cNvSpPr>
                <a:spLocks noChangeShapeType="1"/>
              </p:cNvSpPr>
              <p:nvPr/>
            </p:nvSpPr>
            <p:spPr bwMode="auto">
              <a:xfrm>
                <a:off x="1704" y="1904"/>
                <a:ext cx="240" cy="0"/>
              </a:xfrm>
              <a:prstGeom prst="line">
                <a:avLst/>
              </a:prstGeom>
              <a:grpFill/>
              <a:ln w="22225">
                <a:solidFill>
                  <a:schemeClr val="tx1"/>
                </a:solidFill>
                <a:round/>
                <a:headEnd/>
                <a:tailEnd/>
              </a:ln>
              <a:effectLst/>
            </p:spPr>
            <p:txBody>
              <a:bodyPr/>
              <a:lstStyle/>
              <a:p>
                <a:pPr eaLnBrk="1" hangingPunct="1">
                  <a:defRPr/>
                </a:pPr>
                <a:endParaRPr lang="en-US"/>
              </a:p>
            </p:txBody>
          </p:sp>
          <p:sp>
            <p:nvSpPr>
              <p:cNvPr id="58391" name="Line 23">
                <a:extLst>
                  <a:ext uri="{FF2B5EF4-FFF2-40B4-BE49-F238E27FC236}">
                    <a16:creationId xmlns:a16="http://schemas.microsoft.com/office/drawing/2014/main" id="{445A2A04-D742-433B-9866-AFB1C673353E}"/>
                  </a:ext>
                </a:extLst>
              </p:cNvPr>
              <p:cNvSpPr>
                <a:spLocks noChangeShapeType="1"/>
              </p:cNvSpPr>
              <p:nvPr/>
            </p:nvSpPr>
            <p:spPr bwMode="auto">
              <a:xfrm>
                <a:off x="1704" y="2040"/>
                <a:ext cx="240" cy="0"/>
              </a:xfrm>
              <a:prstGeom prst="line">
                <a:avLst/>
              </a:prstGeom>
              <a:grpFill/>
              <a:ln w="22225">
                <a:solidFill>
                  <a:schemeClr val="tx1"/>
                </a:solidFill>
                <a:round/>
                <a:headEnd/>
                <a:tailEnd/>
              </a:ln>
              <a:effectLst/>
            </p:spPr>
            <p:txBody>
              <a:bodyPr/>
              <a:lstStyle/>
              <a:p>
                <a:pPr eaLnBrk="1" hangingPunct="1">
                  <a:defRPr/>
                </a:pPr>
                <a:endParaRPr lang="en-US"/>
              </a:p>
            </p:txBody>
          </p:sp>
          <p:sp>
            <p:nvSpPr>
              <p:cNvPr id="58392" name="Line 24">
                <a:extLst>
                  <a:ext uri="{FF2B5EF4-FFF2-40B4-BE49-F238E27FC236}">
                    <a16:creationId xmlns:a16="http://schemas.microsoft.com/office/drawing/2014/main" id="{D4A82632-A242-4934-BD4B-307C3FF5962E}"/>
                  </a:ext>
                </a:extLst>
              </p:cNvPr>
              <p:cNvSpPr>
                <a:spLocks noChangeShapeType="1"/>
              </p:cNvSpPr>
              <p:nvPr/>
            </p:nvSpPr>
            <p:spPr bwMode="auto">
              <a:xfrm>
                <a:off x="1704" y="2200"/>
                <a:ext cx="240" cy="0"/>
              </a:xfrm>
              <a:prstGeom prst="line">
                <a:avLst/>
              </a:prstGeom>
              <a:grpFill/>
              <a:ln w="22225">
                <a:solidFill>
                  <a:schemeClr val="tx1"/>
                </a:solidFill>
                <a:round/>
                <a:headEnd/>
                <a:tailEnd/>
              </a:ln>
              <a:effectLst/>
            </p:spPr>
            <p:txBody>
              <a:bodyPr/>
              <a:lstStyle/>
              <a:p>
                <a:pPr eaLnBrk="1" hangingPunct="1">
                  <a:defRPr/>
                </a:pPr>
                <a:endParaRPr lang="en-US"/>
              </a:p>
            </p:txBody>
          </p:sp>
          <p:sp>
            <p:nvSpPr>
              <p:cNvPr id="58393" name="Line 25">
                <a:extLst>
                  <a:ext uri="{FF2B5EF4-FFF2-40B4-BE49-F238E27FC236}">
                    <a16:creationId xmlns:a16="http://schemas.microsoft.com/office/drawing/2014/main" id="{EF3AFF27-7BCD-4B0B-814F-005866874A20}"/>
                  </a:ext>
                </a:extLst>
              </p:cNvPr>
              <p:cNvSpPr>
                <a:spLocks noChangeShapeType="1"/>
              </p:cNvSpPr>
              <p:nvPr/>
            </p:nvSpPr>
            <p:spPr bwMode="auto">
              <a:xfrm>
                <a:off x="1704" y="2336"/>
                <a:ext cx="240" cy="0"/>
              </a:xfrm>
              <a:prstGeom prst="line">
                <a:avLst/>
              </a:prstGeom>
              <a:grpFill/>
              <a:ln w="22225">
                <a:solidFill>
                  <a:schemeClr val="tx1"/>
                </a:solidFill>
                <a:round/>
                <a:headEnd/>
                <a:tailEnd/>
              </a:ln>
              <a:effectLst/>
            </p:spPr>
            <p:txBody>
              <a:bodyPr/>
              <a:lstStyle/>
              <a:p>
                <a:pPr eaLnBrk="1" hangingPunct="1">
                  <a:defRPr/>
                </a:pPr>
                <a:endParaRPr lang="en-US"/>
              </a:p>
            </p:txBody>
          </p:sp>
          <p:sp>
            <p:nvSpPr>
              <p:cNvPr id="58394" name="Line 26">
                <a:extLst>
                  <a:ext uri="{FF2B5EF4-FFF2-40B4-BE49-F238E27FC236}">
                    <a16:creationId xmlns:a16="http://schemas.microsoft.com/office/drawing/2014/main" id="{F0EC34C7-FB2F-4A66-98EC-42B315FAAE3B}"/>
                  </a:ext>
                </a:extLst>
              </p:cNvPr>
              <p:cNvSpPr>
                <a:spLocks noChangeShapeType="1"/>
              </p:cNvSpPr>
              <p:nvPr/>
            </p:nvSpPr>
            <p:spPr bwMode="auto">
              <a:xfrm>
                <a:off x="1704" y="2480"/>
                <a:ext cx="240" cy="0"/>
              </a:xfrm>
              <a:prstGeom prst="line">
                <a:avLst/>
              </a:prstGeom>
              <a:grpFill/>
              <a:ln w="22225">
                <a:solidFill>
                  <a:schemeClr val="tx1"/>
                </a:solidFill>
                <a:round/>
                <a:headEnd/>
                <a:tailEnd/>
              </a:ln>
              <a:effectLst/>
            </p:spPr>
            <p:txBody>
              <a:bodyPr/>
              <a:lstStyle/>
              <a:p>
                <a:pPr eaLnBrk="1" hangingPunct="1">
                  <a:defRPr/>
                </a:pPr>
                <a:endParaRPr lang="en-US"/>
              </a:p>
            </p:txBody>
          </p:sp>
          <p:sp>
            <p:nvSpPr>
              <p:cNvPr id="58395" name="Text Box 27">
                <a:extLst>
                  <a:ext uri="{FF2B5EF4-FFF2-40B4-BE49-F238E27FC236}">
                    <a16:creationId xmlns:a16="http://schemas.microsoft.com/office/drawing/2014/main" id="{1106E508-7FE7-4AA6-A309-889ED3D45A6F}"/>
                  </a:ext>
                </a:extLst>
              </p:cNvPr>
              <p:cNvSpPr txBox="1">
                <a:spLocks noChangeArrowheads="1"/>
              </p:cNvSpPr>
              <p:nvPr/>
            </p:nvSpPr>
            <p:spPr bwMode="auto">
              <a:xfrm>
                <a:off x="1000" y="1024"/>
                <a:ext cx="485" cy="231"/>
              </a:xfrm>
              <a:prstGeom prst="rect">
                <a:avLst/>
              </a:prstGeom>
              <a:grpFill/>
              <a:ln>
                <a:noFill/>
              </a:ln>
              <a:effectLst/>
            </p:spPr>
            <p:txBody>
              <a:bodyPr>
                <a:spAutoFit/>
              </a:bodyPr>
              <a:lstStyle/>
              <a:p>
                <a:pPr eaLnBrk="1" hangingPunct="1">
                  <a:spcBef>
                    <a:spcPct val="50000"/>
                  </a:spcBef>
                  <a:defRPr/>
                </a:pPr>
                <a:r>
                  <a:rPr lang="en-US"/>
                  <a:t>CLK</a:t>
                </a:r>
                <a:endParaRPr lang="ru-RU"/>
              </a:p>
            </p:txBody>
          </p:sp>
          <p:sp>
            <p:nvSpPr>
              <p:cNvPr id="58396" name="Text Box 28">
                <a:extLst>
                  <a:ext uri="{FF2B5EF4-FFF2-40B4-BE49-F238E27FC236}">
                    <a16:creationId xmlns:a16="http://schemas.microsoft.com/office/drawing/2014/main" id="{33EFCA48-6E09-454C-92F4-98591A5CCD87}"/>
                  </a:ext>
                </a:extLst>
              </p:cNvPr>
              <p:cNvSpPr txBox="1">
                <a:spLocks noChangeArrowheads="1"/>
              </p:cNvSpPr>
              <p:nvPr/>
            </p:nvSpPr>
            <p:spPr bwMode="auto">
              <a:xfrm>
                <a:off x="984" y="1176"/>
                <a:ext cx="336" cy="231"/>
              </a:xfrm>
              <a:prstGeom prst="rect">
                <a:avLst/>
              </a:prstGeom>
              <a:grpFill/>
              <a:ln>
                <a:noFill/>
              </a:ln>
              <a:effectLst/>
            </p:spPr>
            <p:txBody>
              <a:bodyPr>
                <a:spAutoFit/>
              </a:bodyPr>
              <a:lstStyle/>
              <a:p>
                <a:pPr eaLnBrk="1" hangingPunct="1">
                  <a:spcBef>
                    <a:spcPct val="50000"/>
                  </a:spcBef>
                  <a:defRPr/>
                </a:pPr>
                <a:r>
                  <a:rPr lang="en-US"/>
                  <a:t>EN</a:t>
                </a:r>
                <a:endParaRPr lang="ru-RU"/>
              </a:p>
            </p:txBody>
          </p:sp>
          <p:sp>
            <p:nvSpPr>
              <p:cNvPr id="58397" name="Text Box 29">
                <a:extLst>
                  <a:ext uri="{FF2B5EF4-FFF2-40B4-BE49-F238E27FC236}">
                    <a16:creationId xmlns:a16="http://schemas.microsoft.com/office/drawing/2014/main" id="{5B81B05A-B9BF-435B-AC48-CDDC4ED1C503}"/>
                  </a:ext>
                </a:extLst>
              </p:cNvPr>
              <p:cNvSpPr txBox="1">
                <a:spLocks noChangeArrowheads="1"/>
              </p:cNvSpPr>
              <p:nvPr/>
            </p:nvSpPr>
            <p:spPr bwMode="auto">
              <a:xfrm>
                <a:off x="984" y="1368"/>
                <a:ext cx="336" cy="231"/>
              </a:xfrm>
              <a:prstGeom prst="rect">
                <a:avLst/>
              </a:prstGeom>
              <a:grpFill/>
              <a:ln>
                <a:noFill/>
              </a:ln>
              <a:effectLst/>
            </p:spPr>
            <p:txBody>
              <a:bodyPr>
                <a:spAutoFit/>
              </a:bodyPr>
              <a:lstStyle/>
              <a:p>
                <a:pPr eaLnBrk="1" hangingPunct="1">
                  <a:spcBef>
                    <a:spcPct val="50000"/>
                  </a:spcBef>
                  <a:defRPr/>
                </a:pPr>
                <a:r>
                  <a:rPr lang="en-US"/>
                  <a:t>D0</a:t>
                </a:r>
                <a:endParaRPr lang="ru-RU"/>
              </a:p>
            </p:txBody>
          </p:sp>
          <p:sp>
            <p:nvSpPr>
              <p:cNvPr id="58398" name="Text Box 30">
                <a:extLst>
                  <a:ext uri="{FF2B5EF4-FFF2-40B4-BE49-F238E27FC236}">
                    <a16:creationId xmlns:a16="http://schemas.microsoft.com/office/drawing/2014/main" id="{AB2B5FF9-4218-49A6-B4E6-D26A1E5F5F58}"/>
                  </a:ext>
                </a:extLst>
              </p:cNvPr>
              <p:cNvSpPr txBox="1">
                <a:spLocks noChangeArrowheads="1"/>
              </p:cNvSpPr>
              <p:nvPr/>
            </p:nvSpPr>
            <p:spPr bwMode="auto">
              <a:xfrm>
                <a:off x="984" y="1512"/>
                <a:ext cx="336" cy="231"/>
              </a:xfrm>
              <a:prstGeom prst="rect">
                <a:avLst/>
              </a:prstGeom>
              <a:grpFill/>
              <a:ln>
                <a:noFill/>
              </a:ln>
              <a:effectLst/>
            </p:spPr>
            <p:txBody>
              <a:bodyPr>
                <a:spAutoFit/>
              </a:bodyPr>
              <a:lstStyle/>
              <a:p>
                <a:pPr eaLnBrk="1" hangingPunct="1">
                  <a:spcBef>
                    <a:spcPct val="50000"/>
                  </a:spcBef>
                  <a:defRPr/>
                </a:pPr>
                <a:r>
                  <a:rPr lang="en-US"/>
                  <a:t>D1</a:t>
                </a:r>
                <a:endParaRPr lang="ru-RU"/>
              </a:p>
            </p:txBody>
          </p:sp>
          <p:sp>
            <p:nvSpPr>
              <p:cNvPr id="58399" name="Text Box 31">
                <a:extLst>
                  <a:ext uri="{FF2B5EF4-FFF2-40B4-BE49-F238E27FC236}">
                    <a16:creationId xmlns:a16="http://schemas.microsoft.com/office/drawing/2014/main" id="{223388C2-13B3-408E-B1ED-F09A4EF6FC53}"/>
                  </a:ext>
                </a:extLst>
              </p:cNvPr>
              <p:cNvSpPr txBox="1">
                <a:spLocks noChangeArrowheads="1"/>
              </p:cNvSpPr>
              <p:nvPr/>
            </p:nvSpPr>
            <p:spPr bwMode="auto">
              <a:xfrm>
                <a:off x="984" y="1664"/>
                <a:ext cx="336" cy="231"/>
              </a:xfrm>
              <a:prstGeom prst="rect">
                <a:avLst/>
              </a:prstGeom>
              <a:grpFill/>
              <a:ln>
                <a:noFill/>
              </a:ln>
              <a:effectLst/>
            </p:spPr>
            <p:txBody>
              <a:bodyPr>
                <a:spAutoFit/>
              </a:bodyPr>
              <a:lstStyle/>
              <a:p>
                <a:pPr eaLnBrk="1" hangingPunct="1">
                  <a:spcBef>
                    <a:spcPct val="50000"/>
                  </a:spcBef>
                  <a:defRPr/>
                </a:pPr>
                <a:r>
                  <a:rPr lang="en-US"/>
                  <a:t>D2</a:t>
                </a:r>
                <a:endParaRPr lang="ru-RU"/>
              </a:p>
            </p:txBody>
          </p:sp>
          <p:sp>
            <p:nvSpPr>
              <p:cNvPr id="58400" name="Text Box 32">
                <a:extLst>
                  <a:ext uri="{FF2B5EF4-FFF2-40B4-BE49-F238E27FC236}">
                    <a16:creationId xmlns:a16="http://schemas.microsoft.com/office/drawing/2014/main" id="{4E4C1C1D-E614-4D50-ABDC-288B61B17F90}"/>
                  </a:ext>
                </a:extLst>
              </p:cNvPr>
              <p:cNvSpPr txBox="1">
                <a:spLocks noChangeArrowheads="1"/>
              </p:cNvSpPr>
              <p:nvPr/>
            </p:nvSpPr>
            <p:spPr bwMode="auto">
              <a:xfrm>
                <a:off x="984" y="1808"/>
                <a:ext cx="336" cy="231"/>
              </a:xfrm>
              <a:prstGeom prst="rect">
                <a:avLst/>
              </a:prstGeom>
              <a:grpFill/>
              <a:ln>
                <a:noFill/>
              </a:ln>
              <a:effectLst/>
            </p:spPr>
            <p:txBody>
              <a:bodyPr>
                <a:spAutoFit/>
              </a:bodyPr>
              <a:lstStyle/>
              <a:p>
                <a:pPr eaLnBrk="1" hangingPunct="1">
                  <a:spcBef>
                    <a:spcPct val="50000"/>
                  </a:spcBef>
                  <a:defRPr/>
                </a:pPr>
                <a:r>
                  <a:rPr lang="en-US"/>
                  <a:t>D3</a:t>
                </a:r>
                <a:endParaRPr lang="ru-RU"/>
              </a:p>
            </p:txBody>
          </p:sp>
          <p:sp>
            <p:nvSpPr>
              <p:cNvPr id="58401" name="Text Box 33">
                <a:extLst>
                  <a:ext uri="{FF2B5EF4-FFF2-40B4-BE49-F238E27FC236}">
                    <a16:creationId xmlns:a16="http://schemas.microsoft.com/office/drawing/2014/main" id="{79BBE1AB-E0C5-4565-93C1-A3D611BC7A9B}"/>
                  </a:ext>
                </a:extLst>
              </p:cNvPr>
              <p:cNvSpPr txBox="1">
                <a:spLocks noChangeArrowheads="1"/>
              </p:cNvSpPr>
              <p:nvPr/>
            </p:nvSpPr>
            <p:spPr bwMode="auto">
              <a:xfrm>
                <a:off x="984" y="1944"/>
                <a:ext cx="336" cy="231"/>
              </a:xfrm>
              <a:prstGeom prst="rect">
                <a:avLst/>
              </a:prstGeom>
              <a:grpFill/>
              <a:ln>
                <a:noFill/>
              </a:ln>
              <a:effectLst/>
            </p:spPr>
            <p:txBody>
              <a:bodyPr>
                <a:spAutoFit/>
              </a:bodyPr>
              <a:lstStyle/>
              <a:p>
                <a:pPr eaLnBrk="1" hangingPunct="1">
                  <a:spcBef>
                    <a:spcPct val="50000"/>
                  </a:spcBef>
                  <a:defRPr/>
                </a:pPr>
                <a:r>
                  <a:rPr lang="en-US"/>
                  <a:t>D4</a:t>
                </a:r>
                <a:endParaRPr lang="ru-RU"/>
              </a:p>
            </p:txBody>
          </p:sp>
          <p:sp>
            <p:nvSpPr>
              <p:cNvPr id="58402" name="Text Box 34">
                <a:extLst>
                  <a:ext uri="{FF2B5EF4-FFF2-40B4-BE49-F238E27FC236}">
                    <a16:creationId xmlns:a16="http://schemas.microsoft.com/office/drawing/2014/main" id="{7D9F7005-D3CB-4090-BAEC-A624A246BC2A}"/>
                  </a:ext>
                </a:extLst>
              </p:cNvPr>
              <p:cNvSpPr txBox="1">
                <a:spLocks noChangeArrowheads="1"/>
              </p:cNvSpPr>
              <p:nvPr/>
            </p:nvSpPr>
            <p:spPr bwMode="auto">
              <a:xfrm>
                <a:off x="984" y="2112"/>
                <a:ext cx="336" cy="231"/>
              </a:xfrm>
              <a:prstGeom prst="rect">
                <a:avLst/>
              </a:prstGeom>
              <a:grpFill/>
              <a:ln>
                <a:noFill/>
              </a:ln>
              <a:effectLst/>
            </p:spPr>
            <p:txBody>
              <a:bodyPr>
                <a:spAutoFit/>
              </a:bodyPr>
              <a:lstStyle/>
              <a:p>
                <a:pPr eaLnBrk="1" hangingPunct="1">
                  <a:spcBef>
                    <a:spcPct val="50000"/>
                  </a:spcBef>
                  <a:defRPr/>
                </a:pPr>
                <a:r>
                  <a:rPr lang="en-US"/>
                  <a:t>D5</a:t>
                </a:r>
                <a:endParaRPr lang="ru-RU"/>
              </a:p>
            </p:txBody>
          </p:sp>
          <p:sp>
            <p:nvSpPr>
              <p:cNvPr id="58403" name="Text Box 35">
                <a:extLst>
                  <a:ext uri="{FF2B5EF4-FFF2-40B4-BE49-F238E27FC236}">
                    <a16:creationId xmlns:a16="http://schemas.microsoft.com/office/drawing/2014/main" id="{54B02CC4-833B-4DA5-90BD-9C73EB563586}"/>
                  </a:ext>
                </a:extLst>
              </p:cNvPr>
              <p:cNvSpPr txBox="1">
                <a:spLocks noChangeArrowheads="1"/>
              </p:cNvSpPr>
              <p:nvPr/>
            </p:nvSpPr>
            <p:spPr bwMode="auto">
              <a:xfrm>
                <a:off x="984" y="2240"/>
                <a:ext cx="336" cy="231"/>
              </a:xfrm>
              <a:prstGeom prst="rect">
                <a:avLst/>
              </a:prstGeom>
              <a:grpFill/>
              <a:ln>
                <a:noFill/>
              </a:ln>
              <a:effectLst/>
            </p:spPr>
            <p:txBody>
              <a:bodyPr>
                <a:spAutoFit/>
              </a:bodyPr>
              <a:lstStyle/>
              <a:p>
                <a:pPr eaLnBrk="1" hangingPunct="1">
                  <a:spcBef>
                    <a:spcPct val="50000"/>
                  </a:spcBef>
                  <a:defRPr/>
                </a:pPr>
                <a:r>
                  <a:rPr lang="en-US"/>
                  <a:t>D6</a:t>
                </a:r>
                <a:endParaRPr lang="ru-RU"/>
              </a:p>
            </p:txBody>
          </p:sp>
          <p:sp>
            <p:nvSpPr>
              <p:cNvPr id="58404" name="Text Box 36">
                <a:extLst>
                  <a:ext uri="{FF2B5EF4-FFF2-40B4-BE49-F238E27FC236}">
                    <a16:creationId xmlns:a16="http://schemas.microsoft.com/office/drawing/2014/main" id="{DE2CAEA3-4E32-47F6-B30C-1DCC60EE6356}"/>
                  </a:ext>
                </a:extLst>
              </p:cNvPr>
              <p:cNvSpPr txBox="1">
                <a:spLocks noChangeArrowheads="1"/>
              </p:cNvSpPr>
              <p:nvPr/>
            </p:nvSpPr>
            <p:spPr bwMode="auto">
              <a:xfrm>
                <a:off x="984" y="2376"/>
                <a:ext cx="336" cy="231"/>
              </a:xfrm>
              <a:prstGeom prst="rect">
                <a:avLst/>
              </a:prstGeom>
              <a:grpFill/>
              <a:ln>
                <a:noFill/>
              </a:ln>
              <a:effectLst/>
            </p:spPr>
            <p:txBody>
              <a:bodyPr>
                <a:spAutoFit/>
              </a:bodyPr>
              <a:lstStyle/>
              <a:p>
                <a:pPr eaLnBrk="1" hangingPunct="1">
                  <a:spcBef>
                    <a:spcPct val="50000"/>
                  </a:spcBef>
                  <a:defRPr/>
                </a:pPr>
                <a:r>
                  <a:rPr lang="en-US"/>
                  <a:t>D7</a:t>
                </a:r>
                <a:endParaRPr lang="ru-RU"/>
              </a:p>
            </p:txBody>
          </p:sp>
          <p:sp>
            <p:nvSpPr>
              <p:cNvPr id="58405" name="Text Box 37">
                <a:extLst>
                  <a:ext uri="{FF2B5EF4-FFF2-40B4-BE49-F238E27FC236}">
                    <a16:creationId xmlns:a16="http://schemas.microsoft.com/office/drawing/2014/main" id="{C4B52361-D5C8-41F9-AE91-D3A6CA7DF802}"/>
                  </a:ext>
                </a:extLst>
              </p:cNvPr>
              <p:cNvSpPr txBox="1">
                <a:spLocks noChangeArrowheads="1"/>
              </p:cNvSpPr>
              <p:nvPr/>
            </p:nvSpPr>
            <p:spPr bwMode="auto">
              <a:xfrm>
                <a:off x="1408" y="1344"/>
                <a:ext cx="336" cy="231"/>
              </a:xfrm>
              <a:prstGeom prst="rect">
                <a:avLst/>
              </a:prstGeom>
              <a:grpFill/>
              <a:ln>
                <a:noFill/>
              </a:ln>
              <a:effectLst/>
            </p:spPr>
            <p:txBody>
              <a:bodyPr>
                <a:spAutoFit/>
              </a:bodyPr>
              <a:lstStyle/>
              <a:p>
                <a:pPr eaLnBrk="1" hangingPunct="1">
                  <a:spcBef>
                    <a:spcPct val="50000"/>
                  </a:spcBef>
                  <a:defRPr/>
                </a:pPr>
                <a:r>
                  <a:rPr lang="en-US"/>
                  <a:t>Q0</a:t>
                </a:r>
                <a:endParaRPr lang="ru-RU"/>
              </a:p>
            </p:txBody>
          </p:sp>
          <p:sp>
            <p:nvSpPr>
              <p:cNvPr id="58406" name="Text Box 38">
                <a:extLst>
                  <a:ext uri="{FF2B5EF4-FFF2-40B4-BE49-F238E27FC236}">
                    <a16:creationId xmlns:a16="http://schemas.microsoft.com/office/drawing/2014/main" id="{107B1DF0-EC7C-4B38-9648-91202509BAAB}"/>
                  </a:ext>
                </a:extLst>
              </p:cNvPr>
              <p:cNvSpPr txBox="1">
                <a:spLocks noChangeArrowheads="1"/>
              </p:cNvSpPr>
              <p:nvPr/>
            </p:nvSpPr>
            <p:spPr bwMode="auto">
              <a:xfrm>
                <a:off x="1408" y="1488"/>
                <a:ext cx="336" cy="231"/>
              </a:xfrm>
              <a:prstGeom prst="rect">
                <a:avLst/>
              </a:prstGeom>
              <a:grpFill/>
              <a:ln>
                <a:noFill/>
              </a:ln>
              <a:effectLst/>
            </p:spPr>
            <p:txBody>
              <a:bodyPr>
                <a:spAutoFit/>
              </a:bodyPr>
              <a:lstStyle/>
              <a:p>
                <a:pPr eaLnBrk="1" hangingPunct="1">
                  <a:spcBef>
                    <a:spcPct val="50000"/>
                  </a:spcBef>
                  <a:defRPr/>
                </a:pPr>
                <a:r>
                  <a:rPr lang="en-US"/>
                  <a:t>Q1</a:t>
                </a:r>
                <a:endParaRPr lang="ru-RU"/>
              </a:p>
            </p:txBody>
          </p:sp>
          <p:sp>
            <p:nvSpPr>
              <p:cNvPr id="58407" name="Text Box 39">
                <a:extLst>
                  <a:ext uri="{FF2B5EF4-FFF2-40B4-BE49-F238E27FC236}">
                    <a16:creationId xmlns:a16="http://schemas.microsoft.com/office/drawing/2014/main" id="{AD06A5B0-6F30-4B92-81E5-A4A2FFD4EA1F}"/>
                  </a:ext>
                </a:extLst>
              </p:cNvPr>
              <p:cNvSpPr txBox="1">
                <a:spLocks noChangeArrowheads="1"/>
              </p:cNvSpPr>
              <p:nvPr/>
            </p:nvSpPr>
            <p:spPr bwMode="auto">
              <a:xfrm>
                <a:off x="1408" y="1640"/>
                <a:ext cx="336" cy="231"/>
              </a:xfrm>
              <a:prstGeom prst="rect">
                <a:avLst/>
              </a:prstGeom>
              <a:grpFill/>
              <a:ln>
                <a:noFill/>
              </a:ln>
              <a:effectLst/>
            </p:spPr>
            <p:txBody>
              <a:bodyPr>
                <a:spAutoFit/>
              </a:bodyPr>
              <a:lstStyle/>
              <a:p>
                <a:pPr eaLnBrk="1" hangingPunct="1">
                  <a:spcBef>
                    <a:spcPct val="50000"/>
                  </a:spcBef>
                  <a:defRPr/>
                </a:pPr>
                <a:r>
                  <a:rPr lang="en-US"/>
                  <a:t>Q2</a:t>
                </a:r>
                <a:endParaRPr lang="ru-RU"/>
              </a:p>
            </p:txBody>
          </p:sp>
          <p:sp>
            <p:nvSpPr>
              <p:cNvPr id="58408" name="Text Box 40">
                <a:extLst>
                  <a:ext uri="{FF2B5EF4-FFF2-40B4-BE49-F238E27FC236}">
                    <a16:creationId xmlns:a16="http://schemas.microsoft.com/office/drawing/2014/main" id="{7059371F-2BFD-4960-A696-33AF8F7F4355}"/>
                  </a:ext>
                </a:extLst>
              </p:cNvPr>
              <p:cNvSpPr txBox="1">
                <a:spLocks noChangeArrowheads="1"/>
              </p:cNvSpPr>
              <p:nvPr/>
            </p:nvSpPr>
            <p:spPr bwMode="auto">
              <a:xfrm>
                <a:off x="1408" y="1776"/>
                <a:ext cx="336" cy="231"/>
              </a:xfrm>
              <a:prstGeom prst="rect">
                <a:avLst/>
              </a:prstGeom>
              <a:grpFill/>
              <a:ln>
                <a:noFill/>
              </a:ln>
              <a:effectLst/>
            </p:spPr>
            <p:txBody>
              <a:bodyPr>
                <a:spAutoFit/>
              </a:bodyPr>
              <a:lstStyle/>
              <a:p>
                <a:pPr eaLnBrk="1" hangingPunct="1">
                  <a:spcBef>
                    <a:spcPct val="50000"/>
                  </a:spcBef>
                  <a:defRPr/>
                </a:pPr>
                <a:r>
                  <a:rPr lang="en-US"/>
                  <a:t>Q3</a:t>
                </a:r>
                <a:endParaRPr lang="ru-RU"/>
              </a:p>
            </p:txBody>
          </p:sp>
          <p:sp>
            <p:nvSpPr>
              <p:cNvPr id="58409" name="Text Box 41">
                <a:extLst>
                  <a:ext uri="{FF2B5EF4-FFF2-40B4-BE49-F238E27FC236}">
                    <a16:creationId xmlns:a16="http://schemas.microsoft.com/office/drawing/2014/main" id="{DD2BC7D4-B6A1-4C7A-A525-C46FA458B4D3}"/>
                  </a:ext>
                </a:extLst>
              </p:cNvPr>
              <p:cNvSpPr txBox="1">
                <a:spLocks noChangeArrowheads="1"/>
              </p:cNvSpPr>
              <p:nvPr/>
            </p:nvSpPr>
            <p:spPr bwMode="auto">
              <a:xfrm>
                <a:off x="1416" y="1920"/>
                <a:ext cx="336" cy="231"/>
              </a:xfrm>
              <a:prstGeom prst="rect">
                <a:avLst/>
              </a:prstGeom>
              <a:grpFill/>
              <a:ln>
                <a:noFill/>
              </a:ln>
              <a:effectLst/>
            </p:spPr>
            <p:txBody>
              <a:bodyPr>
                <a:spAutoFit/>
              </a:bodyPr>
              <a:lstStyle/>
              <a:p>
                <a:pPr eaLnBrk="1" hangingPunct="1">
                  <a:spcBef>
                    <a:spcPct val="50000"/>
                  </a:spcBef>
                  <a:defRPr/>
                </a:pPr>
                <a:r>
                  <a:rPr lang="en-US"/>
                  <a:t>Q4</a:t>
                </a:r>
                <a:endParaRPr lang="ru-RU"/>
              </a:p>
            </p:txBody>
          </p:sp>
          <p:sp>
            <p:nvSpPr>
              <p:cNvPr id="58410" name="Text Box 42">
                <a:extLst>
                  <a:ext uri="{FF2B5EF4-FFF2-40B4-BE49-F238E27FC236}">
                    <a16:creationId xmlns:a16="http://schemas.microsoft.com/office/drawing/2014/main" id="{B677FF19-F518-4E47-84DA-675E85FE14C4}"/>
                  </a:ext>
                </a:extLst>
              </p:cNvPr>
              <p:cNvSpPr txBox="1">
                <a:spLocks noChangeArrowheads="1"/>
              </p:cNvSpPr>
              <p:nvPr/>
            </p:nvSpPr>
            <p:spPr bwMode="auto">
              <a:xfrm>
                <a:off x="1416" y="2064"/>
                <a:ext cx="336" cy="231"/>
              </a:xfrm>
              <a:prstGeom prst="rect">
                <a:avLst/>
              </a:prstGeom>
              <a:grpFill/>
              <a:ln>
                <a:noFill/>
              </a:ln>
              <a:effectLst/>
            </p:spPr>
            <p:txBody>
              <a:bodyPr>
                <a:spAutoFit/>
              </a:bodyPr>
              <a:lstStyle/>
              <a:p>
                <a:pPr eaLnBrk="1" hangingPunct="1">
                  <a:spcBef>
                    <a:spcPct val="50000"/>
                  </a:spcBef>
                  <a:defRPr/>
                </a:pPr>
                <a:r>
                  <a:rPr lang="en-US"/>
                  <a:t>Q5</a:t>
                </a:r>
                <a:endParaRPr lang="ru-RU"/>
              </a:p>
            </p:txBody>
          </p:sp>
          <p:sp>
            <p:nvSpPr>
              <p:cNvPr id="58411" name="Text Box 43">
                <a:extLst>
                  <a:ext uri="{FF2B5EF4-FFF2-40B4-BE49-F238E27FC236}">
                    <a16:creationId xmlns:a16="http://schemas.microsoft.com/office/drawing/2014/main" id="{A1DD37CF-1F88-48BE-B830-9CB3082FACA7}"/>
                  </a:ext>
                </a:extLst>
              </p:cNvPr>
              <p:cNvSpPr txBox="1">
                <a:spLocks noChangeArrowheads="1"/>
              </p:cNvSpPr>
              <p:nvPr/>
            </p:nvSpPr>
            <p:spPr bwMode="auto">
              <a:xfrm>
                <a:off x="1416" y="2208"/>
                <a:ext cx="336" cy="231"/>
              </a:xfrm>
              <a:prstGeom prst="rect">
                <a:avLst/>
              </a:prstGeom>
              <a:grpFill/>
              <a:ln>
                <a:noFill/>
              </a:ln>
              <a:effectLst/>
            </p:spPr>
            <p:txBody>
              <a:bodyPr>
                <a:spAutoFit/>
              </a:bodyPr>
              <a:lstStyle/>
              <a:p>
                <a:pPr eaLnBrk="1" hangingPunct="1">
                  <a:spcBef>
                    <a:spcPct val="50000"/>
                  </a:spcBef>
                  <a:defRPr/>
                </a:pPr>
                <a:r>
                  <a:rPr lang="en-US"/>
                  <a:t>Q6</a:t>
                </a:r>
                <a:endParaRPr lang="ru-RU"/>
              </a:p>
            </p:txBody>
          </p:sp>
          <p:sp>
            <p:nvSpPr>
              <p:cNvPr id="58412" name="Text Box 44">
                <a:extLst>
                  <a:ext uri="{FF2B5EF4-FFF2-40B4-BE49-F238E27FC236}">
                    <a16:creationId xmlns:a16="http://schemas.microsoft.com/office/drawing/2014/main" id="{97D5ADF4-50BC-45FE-8A74-82F6BAC661DF}"/>
                  </a:ext>
                </a:extLst>
              </p:cNvPr>
              <p:cNvSpPr txBox="1">
                <a:spLocks noChangeArrowheads="1"/>
              </p:cNvSpPr>
              <p:nvPr/>
            </p:nvSpPr>
            <p:spPr bwMode="auto">
              <a:xfrm>
                <a:off x="1416" y="2352"/>
                <a:ext cx="336" cy="231"/>
              </a:xfrm>
              <a:prstGeom prst="rect">
                <a:avLst/>
              </a:prstGeom>
              <a:grpFill/>
              <a:ln>
                <a:noFill/>
              </a:ln>
              <a:effectLst/>
            </p:spPr>
            <p:txBody>
              <a:bodyPr>
                <a:spAutoFit/>
              </a:bodyPr>
              <a:lstStyle/>
              <a:p>
                <a:pPr eaLnBrk="1" hangingPunct="1">
                  <a:spcBef>
                    <a:spcPct val="50000"/>
                  </a:spcBef>
                  <a:defRPr/>
                </a:pPr>
                <a:r>
                  <a:rPr lang="en-US"/>
                  <a:t>Q7</a:t>
                </a:r>
                <a:endParaRPr lang="ru-RU"/>
              </a:p>
            </p:txBody>
          </p:sp>
        </p:grpSp>
      </p:grpSp>
      <p:sp>
        <p:nvSpPr>
          <p:cNvPr id="14340" name="Text Box 77">
            <a:extLst>
              <a:ext uri="{FF2B5EF4-FFF2-40B4-BE49-F238E27FC236}">
                <a16:creationId xmlns:a16="http://schemas.microsoft.com/office/drawing/2014/main" id="{AC5511D0-5B8C-25D4-059C-50C5B965BE85}"/>
              </a:ext>
            </a:extLst>
          </p:cNvPr>
          <p:cNvSpPr txBox="1">
            <a:spLocks noChangeArrowheads="1"/>
          </p:cNvSpPr>
          <p:nvPr/>
        </p:nvSpPr>
        <p:spPr bwMode="auto">
          <a:xfrm>
            <a:off x="6096000" y="1925639"/>
            <a:ext cx="1828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pPr>
            <a:r>
              <a:rPr lang="en-US" altLang="en-US" sz="2000"/>
              <a:t>Truth Table</a:t>
            </a:r>
            <a:endParaRPr lang="ru-RU" altLang="en-US" sz="2000"/>
          </a:p>
        </p:txBody>
      </p:sp>
      <p:graphicFrame>
        <p:nvGraphicFramePr>
          <p:cNvPr id="8230" name="Group 38">
            <a:extLst>
              <a:ext uri="{FF2B5EF4-FFF2-40B4-BE49-F238E27FC236}">
                <a16:creationId xmlns:a16="http://schemas.microsoft.com/office/drawing/2014/main" id="{9EB95CD8-4D1E-49E6-8ECA-893D4241A5D1}"/>
              </a:ext>
            </a:extLst>
          </p:cNvPr>
          <p:cNvGraphicFramePr>
            <a:graphicFrameLocks noGrp="1"/>
          </p:cNvGraphicFramePr>
          <p:nvPr>
            <p:extLst>
              <p:ext uri="{D42A27DB-BD31-4B8C-83A1-F6EECF244321}">
                <p14:modId xmlns:p14="http://schemas.microsoft.com/office/powerpoint/2010/main" val="2964652409"/>
              </p:ext>
            </p:extLst>
          </p:nvPr>
        </p:nvGraphicFramePr>
        <p:xfrm>
          <a:off x="4724400" y="2346326"/>
          <a:ext cx="5334000" cy="1857375"/>
        </p:xfrm>
        <a:graphic>
          <a:graphicData uri="http://schemas.openxmlformats.org/drawingml/2006/table">
            <a:tbl>
              <a:tblPr/>
              <a:tblGrid>
                <a:gridCol w="1333500">
                  <a:extLst>
                    <a:ext uri="{9D8B030D-6E8A-4147-A177-3AD203B41FA5}">
                      <a16:colId xmlns:a16="http://schemas.microsoft.com/office/drawing/2014/main" val="20000"/>
                    </a:ext>
                  </a:extLst>
                </a:gridCol>
                <a:gridCol w="1333500">
                  <a:extLst>
                    <a:ext uri="{9D8B030D-6E8A-4147-A177-3AD203B41FA5}">
                      <a16:colId xmlns:a16="http://schemas.microsoft.com/office/drawing/2014/main" val="20001"/>
                    </a:ext>
                  </a:extLst>
                </a:gridCol>
                <a:gridCol w="1333500">
                  <a:extLst>
                    <a:ext uri="{9D8B030D-6E8A-4147-A177-3AD203B41FA5}">
                      <a16:colId xmlns:a16="http://schemas.microsoft.com/office/drawing/2014/main" val="20002"/>
                    </a:ext>
                  </a:extLst>
                </a:gridCol>
                <a:gridCol w="1333500">
                  <a:extLst>
                    <a:ext uri="{9D8B030D-6E8A-4147-A177-3AD203B41FA5}">
                      <a16:colId xmlns:a16="http://schemas.microsoft.com/office/drawing/2014/main" val="20003"/>
                    </a:ext>
                  </a:extLst>
                </a:gridCol>
              </a:tblGrid>
              <a:tr h="371475">
                <a:tc>
                  <a:txBody>
                    <a:bodyPr/>
                    <a:lstStyle/>
                    <a:p>
                      <a:pPr marL="0" marR="0" lvl="0" indent="0" algn="ctr" defTabSz="914400" rtl="0" eaLnBrk="0" fontAlgn="base" latinLnBrk="0" hangingPunct="0">
                        <a:lnSpc>
                          <a:spcPct val="100000"/>
                        </a:lnSpc>
                        <a:spcBef>
                          <a:spcPct val="20000"/>
                        </a:spcBef>
                        <a:spcAft>
                          <a:spcPct val="0"/>
                        </a:spcAft>
                        <a:buClr>
                          <a:srgbClr val="0000FF"/>
                        </a:buClr>
                        <a:buSzPct val="100000"/>
                        <a:buFont typeface="Arial" pitchFamily="34" charset="0"/>
                        <a:buNone/>
                        <a:tabLst/>
                      </a:pPr>
                      <a:r>
                        <a:rPr kumimoji="0" lang="en-US" sz="1800" b="0" i="0" u="none" strike="noStrike" cap="none" normalizeH="0" baseline="0" dirty="0">
                          <a:ln>
                            <a:noFill/>
                          </a:ln>
                          <a:solidFill>
                            <a:schemeClr val="bg2"/>
                          </a:solidFill>
                          <a:effectLst/>
                          <a:latin typeface="Arial" pitchFamily="34" charset="0"/>
                          <a:cs typeface="Arial" pitchFamily="34" charset="0"/>
                        </a:rPr>
                        <a:t>EN</a:t>
                      </a:r>
                      <a:endParaRPr kumimoji="0" lang="ru-RU" sz="1800" b="0" i="0" u="none" strike="noStrike" cap="none" normalizeH="0" baseline="0" dirty="0">
                        <a:ln>
                          <a:noFill/>
                        </a:ln>
                        <a:solidFill>
                          <a:schemeClr val="bg2"/>
                        </a:solidFill>
                        <a:effectLst/>
                        <a:latin typeface="Arial" pitchFamily="34" charset="0"/>
                        <a:cs typeface="Arial" pitchFamily="34" charset="0"/>
                      </a:endParaRPr>
                    </a:p>
                  </a:txBody>
                  <a:tcPr marL="90000" marR="90000" marT="46800" marB="468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
                          <a:srgbClr val="0000FF"/>
                        </a:buClr>
                        <a:buSzPct val="100000"/>
                        <a:buFont typeface="Arial" pitchFamily="34" charset="0"/>
                        <a:buNone/>
                        <a:tabLst/>
                      </a:pPr>
                      <a:r>
                        <a:rPr kumimoji="0" lang="en-US" sz="1800" b="0" i="0" u="none" strike="noStrike" cap="none" normalizeH="0" baseline="0">
                          <a:ln>
                            <a:noFill/>
                          </a:ln>
                          <a:solidFill>
                            <a:schemeClr val="bg2"/>
                          </a:solidFill>
                          <a:effectLst/>
                          <a:latin typeface="Arial" pitchFamily="34" charset="0"/>
                          <a:cs typeface="Arial" pitchFamily="34" charset="0"/>
                        </a:rPr>
                        <a:t>D0 … D7</a:t>
                      </a:r>
                      <a:endParaRPr kumimoji="0" lang="ru-RU" sz="1800" b="0" i="0" u="none" strike="noStrike" cap="none" normalizeH="0" baseline="0">
                        <a:ln>
                          <a:noFill/>
                        </a:ln>
                        <a:solidFill>
                          <a:schemeClr val="bg2"/>
                        </a:solidFill>
                        <a:effectLst/>
                        <a:latin typeface="Arial" pitchFamily="34" charset="0"/>
                        <a:cs typeface="Arial" pitchFamily="34" charset="0"/>
                      </a:endParaRPr>
                    </a:p>
                  </a:txBody>
                  <a:tcPr marL="90000" marR="90000" marT="46800" marB="468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
                          <a:srgbClr val="0000FF"/>
                        </a:buClr>
                        <a:buSzPct val="100000"/>
                        <a:buFont typeface="Arial" pitchFamily="34" charset="0"/>
                        <a:buNone/>
                        <a:tabLst/>
                      </a:pPr>
                      <a:r>
                        <a:rPr kumimoji="0" lang="en-US" sz="1800" b="0" i="0" u="none" strike="noStrike" cap="none" normalizeH="0" baseline="0">
                          <a:ln>
                            <a:noFill/>
                          </a:ln>
                          <a:solidFill>
                            <a:schemeClr val="bg2"/>
                          </a:solidFill>
                          <a:effectLst/>
                          <a:latin typeface="Arial" pitchFamily="34" charset="0"/>
                          <a:cs typeface="Arial" pitchFamily="34" charset="0"/>
                        </a:rPr>
                        <a:t>CLK</a:t>
                      </a:r>
                      <a:endParaRPr kumimoji="0" lang="ru-RU" sz="1800" b="0" i="0" u="none" strike="noStrike" cap="none" normalizeH="0" baseline="0">
                        <a:ln>
                          <a:noFill/>
                        </a:ln>
                        <a:solidFill>
                          <a:schemeClr val="bg2"/>
                        </a:solidFill>
                        <a:effectLst/>
                        <a:latin typeface="Arial" pitchFamily="34" charset="0"/>
                        <a:cs typeface="Arial" pitchFamily="34" charset="0"/>
                      </a:endParaRPr>
                    </a:p>
                  </a:txBody>
                  <a:tcPr marL="90000" marR="90000" marT="46800" marB="468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
                          <a:srgbClr val="0000FF"/>
                        </a:buClr>
                        <a:buSzPct val="100000"/>
                        <a:buFont typeface="Arial" pitchFamily="34" charset="0"/>
                        <a:buNone/>
                        <a:tabLst/>
                      </a:pPr>
                      <a:r>
                        <a:rPr kumimoji="0" lang="en-US" sz="1400" b="0" i="0" u="none" strike="noStrike" cap="none" normalizeH="0" baseline="0" dirty="0">
                          <a:ln>
                            <a:noFill/>
                          </a:ln>
                          <a:solidFill>
                            <a:schemeClr val="bg2"/>
                          </a:solidFill>
                          <a:effectLst/>
                          <a:latin typeface="Arial" pitchFamily="34" charset="0"/>
                          <a:cs typeface="Arial" pitchFamily="34" charset="0"/>
                        </a:rPr>
                        <a:t>Q0 …Q7</a:t>
                      </a:r>
                      <a:endParaRPr kumimoji="0" lang="ru-RU" sz="1400" b="0" i="0" u="none" strike="noStrike" cap="none" normalizeH="0" baseline="0" dirty="0">
                        <a:ln>
                          <a:noFill/>
                        </a:ln>
                        <a:solidFill>
                          <a:schemeClr val="bg2"/>
                        </a:solidFill>
                        <a:effectLst/>
                        <a:latin typeface="Arial" pitchFamily="34" charset="0"/>
                        <a:cs typeface="Arial" pitchFamily="34" charset="0"/>
                      </a:endParaRPr>
                    </a:p>
                  </a:txBody>
                  <a:tcPr marL="90000" marR="90000" marT="46800" marB="468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371475">
                <a:tc>
                  <a:txBody>
                    <a:bodyPr/>
                    <a:lstStyle/>
                    <a:p>
                      <a:pPr marL="0" marR="0" lvl="0" indent="0" algn="ctr" defTabSz="914400" rtl="0" eaLnBrk="0" fontAlgn="base" latinLnBrk="0" hangingPunct="0">
                        <a:lnSpc>
                          <a:spcPct val="100000"/>
                        </a:lnSpc>
                        <a:spcBef>
                          <a:spcPct val="20000"/>
                        </a:spcBef>
                        <a:spcAft>
                          <a:spcPct val="0"/>
                        </a:spcAft>
                        <a:buClr>
                          <a:srgbClr val="0000FF"/>
                        </a:buClr>
                        <a:buSzPct val="100000"/>
                        <a:buFont typeface="Arial" pitchFamily="34" charset="0"/>
                        <a:buNone/>
                        <a:tabLst/>
                      </a:pPr>
                      <a:r>
                        <a:rPr kumimoji="0" lang="en-US" sz="1800" b="0" i="0" u="none" strike="noStrike" cap="none" normalizeH="0" baseline="0">
                          <a:ln>
                            <a:noFill/>
                          </a:ln>
                          <a:solidFill>
                            <a:schemeClr val="tx1"/>
                          </a:solidFill>
                          <a:effectLst/>
                          <a:latin typeface="Arial" pitchFamily="34" charset="0"/>
                          <a:cs typeface="Arial" pitchFamily="34" charset="0"/>
                        </a:rPr>
                        <a:t>1</a:t>
                      </a:r>
                      <a:endParaRPr kumimoji="0" lang="ru-RU" sz="1800" b="0" i="0" u="none" strike="noStrike" cap="none" normalizeH="0" baseline="0">
                        <a:ln>
                          <a:noFill/>
                        </a:ln>
                        <a:solidFill>
                          <a:schemeClr val="tx1"/>
                        </a:solidFill>
                        <a:effectLst/>
                        <a:latin typeface="Arial" pitchFamily="34" charset="0"/>
                        <a:cs typeface="Arial" pitchFamily="34" charset="0"/>
                      </a:endParaRPr>
                    </a:p>
                  </a:txBody>
                  <a:tcPr marL="90000" marR="90000" marT="46800" marB="468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
                          <a:srgbClr val="0000FF"/>
                        </a:buClr>
                        <a:buSzPct val="100000"/>
                        <a:buFont typeface="Arial" pitchFamily="34" charset="0"/>
                        <a:buNone/>
                        <a:tabLst/>
                      </a:pPr>
                      <a:r>
                        <a:rPr kumimoji="0" lang="en-US" sz="1800" b="0" i="0" u="none" strike="noStrike" cap="none" normalizeH="0" baseline="0">
                          <a:ln>
                            <a:noFill/>
                          </a:ln>
                          <a:solidFill>
                            <a:schemeClr val="tx1"/>
                          </a:solidFill>
                          <a:effectLst/>
                          <a:latin typeface="Arial" pitchFamily="34" charset="0"/>
                          <a:cs typeface="Arial" pitchFamily="34" charset="0"/>
                        </a:rPr>
                        <a:t>x  x  … x </a:t>
                      </a:r>
                      <a:endParaRPr kumimoji="0" lang="ru-RU" sz="1800" b="0" i="0" u="none" strike="noStrike" cap="none" normalizeH="0" baseline="0">
                        <a:ln>
                          <a:noFill/>
                        </a:ln>
                        <a:solidFill>
                          <a:schemeClr val="tx1"/>
                        </a:solidFill>
                        <a:effectLst/>
                        <a:latin typeface="Arial" pitchFamily="34" charset="0"/>
                        <a:cs typeface="Arial" pitchFamily="34" charset="0"/>
                      </a:endParaRPr>
                    </a:p>
                  </a:txBody>
                  <a:tcPr marL="90000" marR="90000" marT="46800" marB="468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
                          <a:srgbClr val="0000FF"/>
                        </a:buClr>
                        <a:buSzPct val="100000"/>
                        <a:buFont typeface="Arial" pitchFamily="34" charset="0"/>
                        <a:buNone/>
                        <a:tabLst/>
                      </a:pPr>
                      <a:r>
                        <a:rPr kumimoji="0" lang="en-US" sz="1800" b="0" i="0" u="none" strike="noStrike" cap="none" normalizeH="0" baseline="0">
                          <a:ln>
                            <a:noFill/>
                          </a:ln>
                          <a:solidFill>
                            <a:schemeClr val="tx1"/>
                          </a:solidFill>
                          <a:effectLst/>
                          <a:latin typeface="Arial" pitchFamily="34" charset="0"/>
                          <a:cs typeface="Arial" pitchFamily="34" charset="0"/>
                        </a:rPr>
                        <a:t>x</a:t>
                      </a:r>
                      <a:endParaRPr kumimoji="0" lang="ru-RU" sz="1800" b="0" i="0" u="none" strike="noStrike" cap="none" normalizeH="0" baseline="0">
                        <a:ln>
                          <a:noFill/>
                        </a:ln>
                        <a:solidFill>
                          <a:schemeClr val="tx1"/>
                        </a:solidFill>
                        <a:effectLst/>
                        <a:latin typeface="Arial" pitchFamily="34" charset="0"/>
                        <a:cs typeface="Arial" pitchFamily="34" charset="0"/>
                      </a:endParaRPr>
                    </a:p>
                  </a:txBody>
                  <a:tcPr marL="90000" marR="90000" marT="46800" marB="468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
                          <a:srgbClr val="0000FF"/>
                        </a:buClr>
                        <a:buSzPct val="100000"/>
                        <a:buFont typeface="Arial" pitchFamily="34" charset="0"/>
                        <a:buNone/>
                        <a:tabLst/>
                      </a:pPr>
                      <a:r>
                        <a:rPr kumimoji="0" lang="en-US" sz="1400" b="0" i="0" u="none" strike="noStrike" cap="none" normalizeH="0" baseline="0">
                          <a:ln>
                            <a:noFill/>
                          </a:ln>
                          <a:solidFill>
                            <a:schemeClr val="tx1"/>
                          </a:solidFill>
                          <a:effectLst/>
                          <a:latin typeface="Arial" pitchFamily="34" charset="0"/>
                          <a:cs typeface="Arial" pitchFamily="34" charset="0"/>
                        </a:rPr>
                        <a:t>Q0</a:t>
                      </a:r>
                      <a:r>
                        <a:rPr kumimoji="0" lang="en-US" sz="1400" b="0" i="0" u="none" strike="noStrike" cap="none" normalizeH="0" baseline="-25000">
                          <a:ln>
                            <a:noFill/>
                          </a:ln>
                          <a:solidFill>
                            <a:schemeClr val="tx1"/>
                          </a:solidFill>
                          <a:effectLst/>
                          <a:latin typeface="Arial" pitchFamily="34" charset="0"/>
                          <a:cs typeface="Arial" pitchFamily="34" charset="0"/>
                        </a:rPr>
                        <a:t>last </a:t>
                      </a:r>
                      <a:r>
                        <a:rPr kumimoji="0" lang="en-US" sz="1400" b="0" i="0" u="none" strike="noStrike" cap="none" normalizeH="0" baseline="0">
                          <a:ln>
                            <a:noFill/>
                          </a:ln>
                          <a:solidFill>
                            <a:schemeClr val="tx1"/>
                          </a:solidFill>
                          <a:effectLst/>
                          <a:latin typeface="Arial" pitchFamily="34" charset="0"/>
                          <a:cs typeface="Arial" pitchFamily="34" charset="0"/>
                        </a:rPr>
                        <a:t>… Q7</a:t>
                      </a:r>
                      <a:r>
                        <a:rPr kumimoji="0" lang="en-US" sz="1400" b="0" i="0" u="none" strike="noStrike" cap="none" normalizeH="0" baseline="-25000">
                          <a:ln>
                            <a:noFill/>
                          </a:ln>
                          <a:solidFill>
                            <a:schemeClr val="tx1"/>
                          </a:solidFill>
                          <a:effectLst/>
                          <a:latin typeface="Arial" pitchFamily="34" charset="0"/>
                          <a:cs typeface="Arial" pitchFamily="34" charset="0"/>
                        </a:rPr>
                        <a:t>last</a:t>
                      </a:r>
                      <a:endParaRPr kumimoji="0" lang="ru-RU" sz="1400" b="0" i="0" u="none" strike="noStrike" cap="none" normalizeH="0" baseline="0">
                        <a:ln>
                          <a:noFill/>
                        </a:ln>
                        <a:solidFill>
                          <a:schemeClr val="tx1"/>
                        </a:solidFill>
                        <a:effectLst/>
                        <a:latin typeface="Arial" pitchFamily="34" charset="0"/>
                        <a:cs typeface="Arial" pitchFamily="34" charset="0"/>
                      </a:endParaRPr>
                    </a:p>
                  </a:txBody>
                  <a:tcPr marL="90000" marR="90000" marT="46800" marB="468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1"/>
                  </a:ext>
                </a:extLst>
              </a:tr>
              <a:tr h="371475">
                <a:tc>
                  <a:txBody>
                    <a:bodyPr/>
                    <a:lstStyle/>
                    <a:p>
                      <a:pPr marL="0" marR="0" lvl="0" indent="0" algn="ctr" defTabSz="914400" rtl="0" eaLnBrk="0" fontAlgn="base" latinLnBrk="0" hangingPunct="0">
                        <a:lnSpc>
                          <a:spcPct val="100000"/>
                        </a:lnSpc>
                        <a:spcBef>
                          <a:spcPct val="20000"/>
                        </a:spcBef>
                        <a:spcAft>
                          <a:spcPct val="0"/>
                        </a:spcAft>
                        <a:buClr>
                          <a:srgbClr val="0000FF"/>
                        </a:buClr>
                        <a:buSzPct val="100000"/>
                        <a:buFont typeface="Arial" pitchFamily="34" charset="0"/>
                        <a:buNone/>
                        <a:tabLst/>
                      </a:pPr>
                      <a:r>
                        <a:rPr kumimoji="0" lang="en-US" sz="1800" b="0" i="0" u="none" strike="noStrike" cap="none" normalizeH="0" baseline="0">
                          <a:ln>
                            <a:noFill/>
                          </a:ln>
                          <a:solidFill>
                            <a:schemeClr val="tx1"/>
                          </a:solidFill>
                          <a:effectLst/>
                          <a:latin typeface="Arial" pitchFamily="34" charset="0"/>
                          <a:cs typeface="Arial" pitchFamily="34" charset="0"/>
                        </a:rPr>
                        <a:t>0</a:t>
                      </a:r>
                      <a:endParaRPr kumimoji="0" lang="ru-RU" sz="1800" b="0" i="0" u="none" strike="noStrike" cap="none" normalizeH="0" baseline="0">
                        <a:ln>
                          <a:noFill/>
                        </a:ln>
                        <a:solidFill>
                          <a:schemeClr val="tx1"/>
                        </a:solidFill>
                        <a:effectLst/>
                        <a:latin typeface="Arial" pitchFamily="34" charset="0"/>
                        <a:cs typeface="Arial" pitchFamily="34" charset="0"/>
                      </a:endParaRPr>
                    </a:p>
                  </a:txBody>
                  <a:tcPr marL="90000" marR="90000" marT="46800" marB="468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
                          <a:srgbClr val="0000FF"/>
                        </a:buClr>
                        <a:buSzPct val="100000"/>
                        <a:buFont typeface="Arial" pitchFamily="34" charset="0"/>
                        <a:buNone/>
                        <a:tabLst/>
                      </a:pPr>
                      <a:r>
                        <a:rPr kumimoji="0" lang="en-US" sz="1800" b="0" i="0" u="none" strike="noStrike" cap="none" normalizeH="0" baseline="0">
                          <a:ln>
                            <a:noFill/>
                          </a:ln>
                          <a:solidFill>
                            <a:schemeClr val="tx1"/>
                          </a:solidFill>
                          <a:effectLst/>
                          <a:latin typeface="Arial" pitchFamily="34" charset="0"/>
                          <a:cs typeface="Arial" pitchFamily="34" charset="0"/>
                        </a:rPr>
                        <a:t>D0 … D7</a:t>
                      </a:r>
                      <a:endParaRPr kumimoji="0" lang="ru-RU" sz="1800" b="0" i="0" u="none" strike="noStrike" cap="none" normalizeH="0" baseline="0">
                        <a:ln>
                          <a:noFill/>
                        </a:ln>
                        <a:solidFill>
                          <a:schemeClr val="tx1"/>
                        </a:solidFill>
                        <a:effectLst/>
                        <a:latin typeface="Arial" pitchFamily="34" charset="0"/>
                        <a:cs typeface="Arial" pitchFamily="34" charset="0"/>
                      </a:endParaRPr>
                    </a:p>
                  </a:txBody>
                  <a:tcPr marL="90000" marR="90000" marT="46800" marB="468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
                          <a:srgbClr val="0000FF"/>
                        </a:buClr>
                        <a:buSzPct val="100000"/>
                        <a:buFont typeface="Arial" pitchFamily="34" charset="0"/>
                        <a:buNone/>
                        <a:tabLst/>
                      </a:pPr>
                      <a:r>
                        <a:rPr kumimoji="0" lang="ru-RU" sz="1800" b="0" i="0" u="none" strike="noStrike" cap="none" normalizeH="0" baseline="0">
                          <a:ln>
                            <a:noFill/>
                          </a:ln>
                          <a:solidFill>
                            <a:schemeClr val="tx1"/>
                          </a:solidFill>
                          <a:effectLst/>
                          <a:latin typeface="Arial" pitchFamily="34" charset="0"/>
                          <a:cs typeface="Arial" pitchFamily="34" charset="0"/>
                          <a:sym typeface="Symbol" pitchFamily="18" charset="2"/>
                        </a:rPr>
                        <a:t></a:t>
                      </a:r>
                    </a:p>
                  </a:txBody>
                  <a:tcPr marL="90000" marR="90000" marT="46800" marB="468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
                          <a:srgbClr val="0000FF"/>
                        </a:buClr>
                        <a:buSzPct val="100000"/>
                        <a:buFont typeface="Arial" pitchFamily="34" charset="0"/>
                        <a:buNone/>
                        <a:tabLst/>
                      </a:pPr>
                      <a:r>
                        <a:rPr kumimoji="0" lang="en-US" sz="1400" b="0" i="0" u="none" strike="noStrike" cap="none" normalizeH="0" baseline="0">
                          <a:ln>
                            <a:noFill/>
                          </a:ln>
                          <a:solidFill>
                            <a:schemeClr val="tx1"/>
                          </a:solidFill>
                          <a:effectLst/>
                          <a:latin typeface="Arial" pitchFamily="34" charset="0"/>
                          <a:cs typeface="Arial" pitchFamily="34" charset="0"/>
                        </a:rPr>
                        <a:t>D0 …D7</a:t>
                      </a:r>
                      <a:endParaRPr kumimoji="0" lang="ru-RU" sz="1400" b="0" i="0" u="none" strike="noStrike" cap="none" normalizeH="0" baseline="0">
                        <a:ln>
                          <a:noFill/>
                        </a:ln>
                        <a:solidFill>
                          <a:schemeClr val="tx1"/>
                        </a:solidFill>
                        <a:effectLst/>
                        <a:latin typeface="Arial" pitchFamily="34" charset="0"/>
                        <a:cs typeface="Arial" pitchFamily="34" charset="0"/>
                      </a:endParaRPr>
                    </a:p>
                  </a:txBody>
                  <a:tcPr marL="90000" marR="90000" marT="46800" marB="468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2"/>
                  </a:ext>
                </a:extLst>
              </a:tr>
              <a:tr h="371475">
                <a:tc>
                  <a:txBody>
                    <a:bodyPr/>
                    <a:lstStyle/>
                    <a:p>
                      <a:pPr marL="0" marR="0" lvl="0" indent="0" algn="ctr" defTabSz="914400" rtl="0" eaLnBrk="0" fontAlgn="base" latinLnBrk="0" hangingPunct="0">
                        <a:lnSpc>
                          <a:spcPct val="100000"/>
                        </a:lnSpc>
                        <a:spcBef>
                          <a:spcPct val="20000"/>
                        </a:spcBef>
                        <a:spcAft>
                          <a:spcPct val="0"/>
                        </a:spcAft>
                        <a:buClr>
                          <a:srgbClr val="0000FF"/>
                        </a:buClr>
                        <a:buSzPct val="100000"/>
                        <a:buFont typeface="Arial" pitchFamily="34" charset="0"/>
                        <a:buNone/>
                        <a:tabLst/>
                      </a:pPr>
                      <a:r>
                        <a:rPr kumimoji="0" lang="en-US" sz="1800" b="0" i="0" u="none" strike="noStrike" cap="none" normalizeH="0" baseline="0">
                          <a:ln>
                            <a:noFill/>
                          </a:ln>
                          <a:solidFill>
                            <a:schemeClr val="tx1"/>
                          </a:solidFill>
                          <a:effectLst/>
                          <a:latin typeface="Arial" pitchFamily="34" charset="0"/>
                          <a:cs typeface="Arial" pitchFamily="34" charset="0"/>
                        </a:rPr>
                        <a:t>0</a:t>
                      </a:r>
                      <a:endParaRPr kumimoji="0" lang="ru-RU" sz="1800" b="0" i="0" u="none" strike="noStrike" cap="none" normalizeH="0" baseline="0">
                        <a:ln>
                          <a:noFill/>
                        </a:ln>
                        <a:solidFill>
                          <a:schemeClr val="tx1"/>
                        </a:solidFill>
                        <a:effectLst/>
                        <a:latin typeface="Arial" pitchFamily="34" charset="0"/>
                        <a:cs typeface="Arial" pitchFamily="34" charset="0"/>
                      </a:endParaRPr>
                    </a:p>
                  </a:txBody>
                  <a:tcPr marL="90000" marR="90000" marT="46800" marB="468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
                          <a:srgbClr val="0000FF"/>
                        </a:buClr>
                        <a:buSzPct val="100000"/>
                        <a:buFont typeface="Arial" pitchFamily="34" charset="0"/>
                        <a:buNone/>
                        <a:tabLst/>
                      </a:pPr>
                      <a:r>
                        <a:rPr kumimoji="0" lang="en-US" sz="1800" b="0" i="0" u="none" strike="noStrike" cap="none" normalizeH="0" baseline="0">
                          <a:ln>
                            <a:noFill/>
                          </a:ln>
                          <a:solidFill>
                            <a:schemeClr val="tx1"/>
                          </a:solidFill>
                          <a:effectLst/>
                          <a:latin typeface="Arial" pitchFamily="34" charset="0"/>
                          <a:cs typeface="Arial" pitchFamily="34" charset="0"/>
                        </a:rPr>
                        <a:t>x  x ...  x</a:t>
                      </a:r>
                      <a:endParaRPr kumimoji="0" lang="ru-RU" sz="1800" b="0" i="0" u="none" strike="noStrike" cap="none" normalizeH="0" baseline="0">
                        <a:ln>
                          <a:noFill/>
                        </a:ln>
                        <a:solidFill>
                          <a:schemeClr val="tx1"/>
                        </a:solidFill>
                        <a:effectLst/>
                        <a:latin typeface="Arial" pitchFamily="34" charset="0"/>
                        <a:cs typeface="Arial" pitchFamily="34" charset="0"/>
                      </a:endParaRPr>
                    </a:p>
                  </a:txBody>
                  <a:tcPr marL="90000" marR="90000" marT="46800" marB="468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
                          <a:srgbClr val="0000FF"/>
                        </a:buClr>
                        <a:buSzPct val="100000"/>
                        <a:buFont typeface="Arial" pitchFamily="34" charset="0"/>
                        <a:buNone/>
                        <a:tabLst/>
                      </a:pPr>
                      <a:r>
                        <a:rPr kumimoji="0" lang="en-US" sz="1800" b="0" i="0" u="none" strike="noStrike" cap="none" normalizeH="0" baseline="0">
                          <a:ln>
                            <a:noFill/>
                          </a:ln>
                          <a:solidFill>
                            <a:schemeClr val="tx1"/>
                          </a:solidFill>
                          <a:effectLst/>
                          <a:latin typeface="Arial" pitchFamily="34" charset="0"/>
                          <a:cs typeface="Arial" pitchFamily="34" charset="0"/>
                        </a:rPr>
                        <a:t>0</a:t>
                      </a:r>
                      <a:endParaRPr kumimoji="0" lang="ru-RU" sz="1800" b="0" i="0" u="none" strike="noStrike" cap="none" normalizeH="0" baseline="0">
                        <a:ln>
                          <a:noFill/>
                        </a:ln>
                        <a:solidFill>
                          <a:schemeClr val="tx1"/>
                        </a:solidFill>
                        <a:effectLst/>
                        <a:latin typeface="Arial" pitchFamily="34" charset="0"/>
                        <a:cs typeface="Arial" pitchFamily="34" charset="0"/>
                      </a:endParaRPr>
                    </a:p>
                  </a:txBody>
                  <a:tcPr marL="90000" marR="90000" marT="46800" marB="468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
                          <a:srgbClr val="0000FF"/>
                        </a:buClr>
                        <a:buSzPct val="100000"/>
                        <a:buFont typeface="Arial" pitchFamily="34" charset="0"/>
                        <a:buNone/>
                        <a:tabLst/>
                      </a:pPr>
                      <a:r>
                        <a:rPr kumimoji="0" lang="en-US" sz="1400" b="0" i="0" u="none" strike="noStrike" cap="none" normalizeH="0" baseline="0">
                          <a:ln>
                            <a:noFill/>
                          </a:ln>
                          <a:solidFill>
                            <a:schemeClr val="tx1"/>
                          </a:solidFill>
                          <a:effectLst/>
                          <a:latin typeface="Arial" pitchFamily="34" charset="0"/>
                          <a:cs typeface="Arial" pitchFamily="34" charset="0"/>
                        </a:rPr>
                        <a:t>Q0</a:t>
                      </a:r>
                      <a:r>
                        <a:rPr kumimoji="0" lang="en-US" sz="1400" b="0" i="0" u="none" strike="noStrike" cap="none" normalizeH="0" baseline="-25000">
                          <a:ln>
                            <a:noFill/>
                          </a:ln>
                          <a:solidFill>
                            <a:schemeClr val="tx1"/>
                          </a:solidFill>
                          <a:effectLst/>
                          <a:latin typeface="Arial" pitchFamily="34" charset="0"/>
                          <a:cs typeface="Arial" pitchFamily="34" charset="0"/>
                        </a:rPr>
                        <a:t>last </a:t>
                      </a:r>
                      <a:r>
                        <a:rPr kumimoji="0" lang="en-US" sz="1400" b="0" i="0" u="none" strike="noStrike" cap="none" normalizeH="0" baseline="0">
                          <a:ln>
                            <a:noFill/>
                          </a:ln>
                          <a:solidFill>
                            <a:schemeClr val="tx1"/>
                          </a:solidFill>
                          <a:effectLst/>
                          <a:latin typeface="Arial" pitchFamily="34" charset="0"/>
                          <a:cs typeface="Arial" pitchFamily="34" charset="0"/>
                        </a:rPr>
                        <a:t>… Q7</a:t>
                      </a:r>
                      <a:r>
                        <a:rPr kumimoji="0" lang="en-US" sz="1400" b="0" i="0" u="none" strike="noStrike" cap="none" normalizeH="0" baseline="-25000">
                          <a:ln>
                            <a:noFill/>
                          </a:ln>
                          <a:solidFill>
                            <a:schemeClr val="tx1"/>
                          </a:solidFill>
                          <a:effectLst/>
                          <a:latin typeface="Arial" pitchFamily="34" charset="0"/>
                          <a:cs typeface="Arial" pitchFamily="34" charset="0"/>
                        </a:rPr>
                        <a:t>last</a:t>
                      </a:r>
                      <a:endParaRPr kumimoji="0" lang="ru-RU" sz="1400" b="0" i="0" u="none" strike="noStrike" cap="none" normalizeH="0" baseline="-25000">
                        <a:ln>
                          <a:noFill/>
                        </a:ln>
                        <a:solidFill>
                          <a:schemeClr val="tx1"/>
                        </a:solidFill>
                        <a:effectLst/>
                        <a:latin typeface="Arial" pitchFamily="34" charset="0"/>
                        <a:cs typeface="Arial" pitchFamily="34" charset="0"/>
                      </a:endParaRPr>
                    </a:p>
                  </a:txBody>
                  <a:tcPr marL="90000" marR="90000" marT="46800" marB="468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3"/>
                  </a:ext>
                </a:extLst>
              </a:tr>
              <a:tr h="371475">
                <a:tc>
                  <a:txBody>
                    <a:bodyPr/>
                    <a:lstStyle/>
                    <a:p>
                      <a:pPr marL="0" marR="0" lvl="0" indent="0" algn="ctr" defTabSz="914400" rtl="0" eaLnBrk="0" fontAlgn="base" latinLnBrk="0" hangingPunct="0">
                        <a:lnSpc>
                          <a:spcPct val="100000"/>
                        </a:lnSpc>
                        <a:spcBef>
                          <a:spcPct val="20000"/>
                        </a:spcBef>
                        <a:spcAft>
                          <a:spcPct val="0"/>
                        </a:spcAft>
                        <a:buClr>
                          <a:srgbClr val="0000FF"/>
                        </a:buClr>
                        <a:buSzPct val="100000"/>
                        <a:buFont typeface="Arial" pitchFamily="34" charset="0"/>
                        <a:buNone/>
                        <a:tabLst/>
                      </a:pPr>
                      <a:r>
                        <a:rPr kumimoji="0" lang="en-US" sz="1800" b="0" i="0" u="none" strike="noStrike" cap="none" normalizeH="0" baseline="0" dirty="0">
                          <a:ln>
                            <a:noFill/>
                          </a:ln>
                          <a:solidFill>
                            <a:schemeClr val="tx1"/>
                          </a:solidFill>
                          <a:effectLst/>
                          <a:latin typeface="Arial" pitchFamily="34" charset="0"/>
                          <a:cs typeface="Arial" pitchFamily="34" charset="0"/>
                        </a:rPr>
                        <a:t>0</a:t>
                      </a:r>
                      <a:endParaRPr kumimoji="0" lang="ru-RU" sz="1800" b="0" i="0" u="none" strike="noStrike" cap="none" normalizeH="0" baseline="0" dirty="0">
                        <a:ln>
                          <a:noFill/>
                        </a:ln>
                        <a:solidFill>
                          <a:schemeClr val="tx1"/>
                        </a:solidFill>
                        <a:effectLst/>
                        <a:latin typeface="Arial" pitchFamily="34" charset="0"/>
                        <a:cs typeface="Arial" pitchFamily="34" charset="0"/>
                      </a:endParaRPr>
                    </a:p>
                  </a:txBody>
                  <a:tcPr marL="90000" marR="90000" marT="46800" marB="468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
                          <a:srgbClr val="0000FF"/>
                        </a:buClr>
                        <a:buSzPct val="100000"/>
                        <a:buFont typeface="Arial" pitchFamily="34" charset="0"/>
                        <a:buNone/>
                        <a:tabLst/>
                      </a:pPr>
                      <a:r>
                        <a:rPr kumimoji="0" lang="en-US" sz="1800" b="0" i="0" u="none" strike="noStrike" cap="none" normalizeH="0" baseline="0">
                          <a:ln>
                            <a:noFill/>
                          </a:ln>
                          <a:solidFill>
                            <a:schemeClr val="tx1"/>
                          </a:solidFill>
                          <a:effectLst/>
                          <a:latin typeface="Arial" pitchFamily="34" charset="0"/>
                          <a:cs typeface="Arial" pitchFamily="34" charset="0"/>
                        </a:rPr>
                        <a:t>x  x ...  x</a:t>
                      </a:r>
                      <a:endParaRPr kumimoji="0" lang="ru-RU" sz="1800" b="0" i="0" u="none" strike="noStrike" cap="none" normalizeH="0" baseline="0">
                        <a:ln>
                          <a:noFill/>
                        </a:ln>
                        <a:solidFill>
                          <a:schemeClr val="tx1"/>
                        </a:solidFill>
                        <a:effectLst/>
                        <a:latin typeface="Arial" pitchFamily="34" charset="0"/>
                        <a:cs typeface="Arial" pitchFamily="34" charset="0"/>
                      </a:endParaRPr>
                    </a:p>
                  </a:txBody>
                  <a:tcPr marL="90000" marR="90000" marT="46800" marB="468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
                          <a:srgbClr val="0000FF"/>
                        </a:buClr>
                        <a:buSzPct val="100000"/>
                        <a:buFont typeface="Arial" pitchFamily="34" charset="0"/>
                        <a:buNone/>
                        <a:tabLst/>
                      </a:pPr>
                      <a:r>
                        <a:rPr kumimoji="0" lang="en-US" sz="1800" b="0" i="0" u="none" strike="noStrike" cap="none" normalizeH="0" baseline="0">
                          <a:ln>
                            <a:noFill/>
                          </a:ln>
                          <a:solidFill>
                            <a:schemeClr val="tx1"/>
                          </a:solidFill>
                          <a:effectLst/>
                          <a:latin typeface="Arial" pitchFamily="34" charset="0"/>
                          <a:cs typeface="Arial" pitchFamily="34" charset="0"/>
                        </a:rPr>
                        <a:t>1</a:t>
                      </a:r>
                      <a:endParaRPr kumimoji="0" lang="ru-RU" sz="1800" b="0" i="0" u="none" strike="noStrike" cap="none" normalizeH="0" baseline="0">
                        <a:ln>
                          <a:noFill/>
                        </a:ln>
                        <a:solidFill>
                          <a:schemeClr val="tx1"/>
                        </a:solidFill>
                        <a:effectLst/>
                        <a:latin typeface="Arial" pitchFamily="34" charset="0"/>
                        <a:cs typeface="Arial" pitchFamily="34" charset="0"/>
                      </a:endParaRPr>
                    </a:p>
                  </a:txBody>
                  <a:tcPr marL="90000" marR="90000" marT="46800" marB="468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
                          <a:srgbClr val="0000FF"/>
                        </a:buClr>
                        <a:buSzPct val="100000"/>
                        <a:buFont typeface="Arial" pitchFamily="34" charset="0"/>
                        <a:buNone/>
                        <a:tabLst/>
                      </a:pPr>
                      <a:r>
                        <a:rPr kumimoji="0" lang="en-US" sz="1400" b="0" i="0" u="none" strike="noStrike" cap="none" normalizeH="0" baseline="0" dirty="0">
                          <a:ln>
                            <a:noFill/>
                          </a:ln>
                          <a:solidFill>
                            <a:schemeClr val="tx1"/>
                          </a:solidFill>
                          <a:effectLst/>
                          <a:latin typeface="Arial" pitchFamily="34" charset="0"/>
                          <a:cs typeface="Arial" pitchFamily="34" charset="0"/>
                        </a:rPr>
                        <a:t>Q0</a:t>
                      </a:r>
                      <a:r>
                        <a:rPr kumimoji="0" lang="en-US" sz="1400" b="0" i="0" u="none" strike="noStrike" cap="none" normalizeH="0" baseline="-25000" dirty="0">
                          <a:ln>
                            <a:noFill/>
                          </a:ln>
                          <a:solidFill>
                            <a:schemeClr val="tx1"/>
                          </a:solidFill>
                          <a:effectLst/>
                          <a:latin typeface="Arial" pitchFamily="34" charset="0"/>
                          <a:cs typeface="Arial" pitchFamily="34" charset="0"/>
                        </a:rPr>
                        <a:t>last </a:t>
                      </a:r>
                      <a:r>
                        <a:rPr kumimoji="0" lang="en-US" sz="1400" b="0" i="0" u="none" strike="noStrike" cap="none" normalizeH="0" baseline="0" dirty="0">
                          <a:ln>
                            <a:noFill/>
                          </a:ln>
                          <a:solidFill>
                            <a:schemeClr val="tx1"/>
                          </a:solidFill>
                          <a:effectLst/>
                          <a:latin typeface="Arial" pitchFamily="34" charset="0"/>
                          <a:cs typeface="Arial" pitchFamily="34" charset="0"/>
                        </a:rPr>
                        <a:t>… Q7</a:t>
                      </a:r>
                      <a:r>
                        <a:rPr kumimoji="0" lang="en-US" sz="1400" b="0" i="0" u="none" strike="noStrike" cap="none" normalizeH="0" baseline="-25000" dirty="0">
                          <a:ln>
                            <a:noFill/>
                          </a:ln>
                          <a:solidFill>
                            <a:schemeClr val="tx1"/>
                          </a:solidFill>
                          <a:effectLst/>
                          <a:latin typeface="Arial" pitchFamily="34" charset="0"/>
                          <a:cs typeface="Arial" pitchFamily="34" charset="0"/>
                        </a:rPr>
                        <a:t>last</a:t>
                      </a:r>
                      <a:endParaRPr kumimoji="0" lang="ru-RU" sz="1400" b="0" i="0" u="none" strike="noStrike" cap="none" normalizeH="0" baseline="-25000" dirty="0">
                        <a:ln>
                          <a:noFill/>
                        </a:ln>
                        <a:solidFill>
                          <a:schemeClr val="tx1"/>
                        </a:solidFill>
                        <a:effectLst/>
                        <a:latin typeface="Arial" pitchFamily="34" charset="0"/>
                        <a:cs typeface="Arial" pitchFamily="34" charset="0"/>
                      </a:endParaRPr>
                    </a:p>
                  </a:txBody>
                  <a:tcPr marL="90000" marR="90000" marT="46800" marB="4680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4">
            <a:extLst>
              <a:ext uri="{FF2B5EF4-FFF2-40B4-BE49-F238E27FC236}">
                <a16:creationId xmlns:a16="http://schemas.microsoft.com/office/drawing/2014/main" id="{7C831249-C845-E414-DF5F-C25A8A557E67}"/>
              </a:ext>
            </a:extLst>
          </p:cNvPr>
          <p:cNvSpPr>
            <a:spLocks noGrp="1" noChangeArrowheads="1"/>
          </p:cNvSpPr>
          <p:nvPr>
            <p:ph type="title"/>
          </p:nvPr>
        </p:nvSpPr>
        <p:spPr/>
        <p:txBody>
          <a:bodyPr>
            <a:normAutofit fontScale="90000"/>
          </a:bodyPr>
          <a:lstStyle/>
          <a:p>
            <a:r>
              <a:rPr lang="en-US" altLang="en-US" dirty="0"/>
              <a:t>Verilog Description of Register with Active-low Clock-Enable Input</a:t>
            </a:r>
            <a:endParaRPr lang="ru-RU" altLang="en-US" dirty="0"/>
          </a:p>
        </p:txBody>
      </p:sp>
      <p:sp>
        <p:nvSpPr>
          <p:cNvPr id="3" name="Text Placeholder 2">
            <a:extLst>
              <a:ext uri="{FF2B5EF4-FFF2-40B4-BE49-F238E27FC236}">
                <a16:creationId xmlns:a16="http://schemas.microsoft.com/office/drawing/2014/main" id="{8FB685BE-8278-C56A-0064-B31D786F8434}"/>
              </a:ext>
            </a:extLst>
          </p:cNvPr>
          <p:cNvSpPr>
            <a:spLocks noGrp="1"/>
          </p:cNvSpPr>
          <p:nvPr>
            <p:ph type="body" sz="quarter" idx="10"/>
          </p:nvPr>
        </p:nvSpPr>
        <p:spPr/>
        <p:txBody>
          <a:bodyPr/>
          <a:lstStyle/>
          <a:p>
            <a:pPr eaLnBrk="1" hangingPunct="1"/>
            <a:r>
              <a:rPr lang="it-IT" altLang="en-US" sz="2400" dirty="0">
                <a:solidFill>
                  <a:srgbClr val="0000FF"/>
                </a:solidFill>
              </a:rPr>
              <a:t>module</a:t>
            </a:r>
            <a:r>
              <a:rPr lang="ru-RU" altLang="en-US" sz="2400" dirty="0"/>
              <a:t>  </a:t>
            </a:r>
            <a:r>
              <a:rPr lang="it-IT" altLang="en-US" sz="2400" dirty="0"/>
              <a:t>register</a:t>
            </a:r>
            <a:r>
              <a:rPr lang="ru-RU" altLang="en-US" sz="2400" dirty="0"/>
              <a:t>(</a:t>
            </a:r>
            <a:r>
              <a:rPr lang="it-IT" altLang="en-US" sz="2400" dirty="0"/>
              <a:t>clk</a:t>
            </a:r>
            <a:r>
              <a:rPr lang="ru-RU" altLang="en-US" sz="2400" dirty="0"/>
              <a:t>, </a:t>
            </a:r>
            <a:r>
              <a:rPr lang="it-IT" altLang="en-US" sz="2400" dirty="0"/>
              <a:t>data</a:t>
            </a:r>
            <a:r>
              <a:rPr lang="ru-RU" altLang="en-US" sz="2400" dirty="0"/>
              <a:t>, </a:t>
            </a:r>
            <a:r>
              <a:rPr lang="it-IT" altLang="en-US" sz="2400" dirty="0"/>
              <a:t>en</a:t>
            </a:r>
            <a:r>
              <a:rPr lang="ru-RU" altLang="en-US" sz="2400" dirty="0"/>
              <a:t>, </a:t>
            </a:r>
            <a:r>
              <a:rPr lang="it-IT" altLang="en-US" sz="2400" dirty="0"/>
              <a:t>q</a:t>
            </a:r>
            <a:r>
              <a:rPr lang="ru-RU" altLang="en-US" sz="2400" dirty="0"/>
              <a:t>);</a:t>
            </a:r>
          </a:p>
          <a:p>
            <a:pPr eaLnBrk="1" hangingPunct="1"/>
            <a:r>
              <a:rPr lang="ru-RU" altLang="en-US" sz="2400" dirty="0"/>
              <a:t>	</a:t>
            </a:r>
            <a:r>
              <a:rPr lang="en-US" altLang="en-US" sz="2400" dirty="0">
                <a:solidFill>
                  <a:srgbClr val="0000FF"/>
                </a:solidFill>
              </a:rPr>
              <a:t>input</a:t>
            </a:r>
            <a:r>
              <a:rPr lang="en-US" altLang="en-US" sz="2400" dirty="0"/>
              <a:t> </a:t>
            </a:r>
            <a:r>
              <a:rPr lang="en-US" altLang="en-US" sz="2400" dirty="0" err="1"/>
              <a:t>clk,en</a:t>
            </a:r>
            <a:r>
              <a:rPr lang="ru-RU" altLang="en-US" sz="2400" dirty="0"/>
              <a:t>;</a:t>
            </a:r>
            <a:endParaRPr lang="ru-RU" altLang="en-US" sz="2400" b="1" dirty="0"/>
          </a:p>
          <a:p>
            <a:pPr eaLnBrk="1" hangingPunct="1"/>
            <a:r>
              <a:rPr lang="ru-RU" altLang="en-US" sz="2400" b="1" dirty="0"/>
              <a:t>    </a:t>
            </a:r>
            <a:r>
              <a:rPr lang="en-US" altLang="en-US" sz="2400" b="1" dirty="0"/>
              <a:t>	</a:t>
            </a:r>
            <a:r>
              <a:rPr lang="en-US" altLang="en-US" sz="2400" dirty="0">
                <a:solidFill>
                  <a:srgbClr val="0000FF"/>
                </a:solidFill>
              </a:rPr>
              <a:t>input</a:t>
            </a:r>
            <a:r>
              <a:rPr lang="ru-RU" altLang="en-US" sz="2400" dirty="0"/>
              <a:t> [7:0] </a:t>
            </a:r>
            <a:r>
              <a:rPr lang="en-US" altLang="en-US" sz="2400" dirty="0"/>
              <a:t>data</a:t>
            </a:r>
            <a:r>
              <a:rPr lang="ru-RU" altLang="en-US" sz="2400" dirty="0"/>
              <a:t>;</a:t>
            </a:r>
          </a:p>
          <a:p>
            <a:pPr eaLnBrk="1" hangingPunct="1"/>
            <a:r>
              <a:rPr lang="ru-RU" altLang="en-US" sz="2400" dirty="0"/>
              <a:t>	</a:t>
            </a:r>
            <a:r>
              <a:rPr lang="en-US" altLang="en-US" sz="2400" dirty="0">
                <a:solidFill>
                  <a:srgbClr val="0000FF"/>
                </a:solidFill>
              </a:rPr>
              <a:t>output</a:t>
            </a:r>
            <a:r>
              <a:rPr lang="en-US" altLang="en-US" sz="2400" dirty="0"/>
              <a:t> reg </a:t>
            </a:r>
            <a:r>
              <a:rPr lang="ru-RU" altLang="en-US" sz="2400" dirty="0"/>
              <a:t>[7:0] </a:t>
            </a:r>
            <a:r>
              <a:rPr lang="en-US" altLang="en-US" sz="2400" dirty="0"/>
              <a:t>q</a:t>
            </a:r>
            <a:r>
              <a:rPr lang="ru-RU" altLang="en-US" sz="2400" dirty="0"/>
              <a:t>;</a:t>
            </a:r>
          </a:p>
          <a:p>
            <a:pPr>
              <a:spcAft>
                <a:spcPts val="600"/>
              </a:spcAft>
            </a:pPr>
            <a:r>
              <a:rPr lang="ru-RU" altLang="en-US" sz="2400" dirty="0"/>
              <a:t>	</a:t>
            </a:r>
            <a:r>
              <a:rPr lang="en-US" altLang="en-US" sz="2400" dirty="0">
                <a:solidFill>
                  <a:srgbClr val="0000FF"/>
                </a:solidFill>
              </a:rPr>
              <a:t>always</a:t>
            </a:r>
            <a:r>
              <a:rPr lang="en-US" altLang="en-US" sz="2400" dirty="0"/>
              <a:t> @(posedge </a:t>
            </a:r>
            <a:r>
              <a:rPr lang="en-US" altLang="en-US" sz="2400" dirty="0" err="1"/>
              <a:t>clk</a:t>
            </a:r>
            <a:r>
              <a:rPr lang="en-US" altLang="en-US" sz="2400" dirty="0"/>
              <a:t> )</a:t>
            </a:r>
          </a:p>
          <a:p>
            <a:pPr eaLnBrk="1" hangingPunct="1"/>
            <a:r>
              <a:rPr lang="en-US" altLang="en-US" sz="2400" dirty="0"/>
              <a:t>	</a:t>
            </a:r>
            <a:r>
              <a:rPr lang="da-DK" altLang="en-US" sz="2400" dirty="0">
                <a:solidFill>
                  <a:srgbClr val="0000FF"/>
                </a:solidFill>
              </a:rPr>
              <a:t>if</a:t>
            </a:r>
            <a:r>
              <a:rPr lang="da-DK" altLang="en-US" sz="2400" dirty="0"/>
              <a:t> (!en) </a:t>
            </a:r>
          </a:p>
          <a:p>
            <a:pPr eaLnBrk="1" hangingPunct="1"/>
            <a:r>
              <a:rPr lang="da-DK" altLang="en-US" sz="2400" dirty="0"/>
              <a:t>	q&lt;= data;</a:t>
            </a:r>
          </a:p>
          <a:p>
            <a:pPr eaLnBrk="1" hangingPunct="1"/>
            <a:r>
              <a:rPr lang="da-DK" altLang="en-US" sz="2400" dirty="0"/>
              <a:t>	</a:t>
            </a:r>
            <a:r>
              <a:rPr lang="da-DK" altLang="en-US" sz="2400" dirty="0">
                <a:solidFill>
                  <a:srgbClr val="0000FF"/>
                </a:solidFill>
              </a:rPr>
              <a:t>else</a:t>
            </a:r>
            <a:r>
              <a:rPr lang="da-DK" altLang="en-US" sz="2400" b="1" dirty="0"/>
              <a:t> </a:t>
            </a:r>
            <a:r>
              <a:rPr lang="da-DK" altLang="en-US" sz="2400" dirty="0"/>
              <a:t>q&lt;=q;</a:t>
            </a:r>
            <a:endParaRPr lang="en-US" altLang="en-US" sz="2400" b="1" dirty="0"/>
          </a:p>
          <a:p>
            <a:pPr eaLnBrk="1" hangingPunct="1"/>
            <a:r>
              <a:rPr lang="en-US" altLang="en-US" sz="2400" dirty="0" err="1">
                <a:solidFill>
                  <a:srgbClr val="0000FF"/>
                </a:solidFill>
              </a:rPr>
              <a:t>endmodule</a:t>
            </a:r>
            <a:endParaRPr lang="ru-RU" altLang="en-US" sz="2400" dirty="0">
              <a:solidFill>
                <a:srgbClr val="0000FF"/>
              </a:solidFill>
            </a:endParaRPr>
          </a:p>
          <a:p>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Заголовок 1">
            <a:extLst>
              <a:ext uri="{FF2B5EF4-FFF2-40B4-BE49-F238E27FC236}">
                <a16:creationId xmlns:a16="http://schemas.microsoft.com/office/drawing/2014/main" id="{69919868-52E9-C640-A023-76C577AD3C42}"/>
              </a:ext>
            </a:extLst>
          </p:cNvPr>
          <p:cNvSpPr>
            <a:spLocks noGrp="1" noChangeArrowheads="1"/>
          </p:cNvSpPr>
          <p:nvPr>
            <p:ph type="title"/>
          </p:nvPr>
        </p:nvSpPr>
        <p:spPr/>
        <p:txBody>
          <a:bodyPr>
            <a:normAutofit/>
          </a:bodyPr>
          <a:lstStyle/>
          <a:p>
            <a:r>
              <a:rPr lang="en-US" altLang="en-US"/>
              <a:t>16-bit Register with Clock-Enable and Output-Enable</a:t>
            </a:r>
            <a:endParaRPr lang="ru-RU" altLang="en-US"/>
          </a:p>
        </p:txBody>
      </p:sp>
      <p:grpSp>
        <p:nvGrpSpPr>
          <p:cNvPr id="16387" name="Group 15">
            <a:extLst>
              <a:ext uri="{FF2B5EF4-FFF2-40B4-BE49-F238E27FC236}">
                <a16:creationId xmlns:a16="http://schemas.microsoft.com/office/drawing/2014/main" id="{3C5CDD57-AF7F-3E08-5E1D-71EE5690E538}"/>
              </a:ext>
            </a:extLst>
          </p:cNvPr>
          <p:cNvGrpSpPr>
            <a:grpSpLocks/>
          </p:cNvGrpSpPr>
          <p:nvPr/>
        </p:nvGrpSpPr>
        <p:grpSpPr bwMode="auto">
          <a:xfrm>
            <a:off x="2252664" y="1223964"/>
            <a:ext cx="8034337" cy="4461279"/>
            <a:chOff x="728663" y="1223962"/>
            <a:chExt cx="8034337" cy="4461280"/>
          </a:xfrm>
        </p:grpSpPr>
        <p:grpSp>
          <p:nvGrpSpPr>
            <p:cNvPr id="16388" name="Group 109">
              <a:extLst>
                <a:ext uri="{FF2B5EF4-FFF2-40B4-BE49-F238E27FC236}">
                  <a16:creationId xmlns:a16="http://schemas.microsoft.com/office/drawing/2014/main" id="{8FCAA93A-A3D3-BE85-754E-8E056CDA55D5}"/>
                </a:ext>
              </a:extLst>
            </p:cNvPr>
            <p:cNvGrpSpPr>
              <a:grpSpLocks/>
            </p:cNvGrpSpPr>
            <p:nvPr/>
          </p:nvGrpSpPr>
          <p:grpSpPr bwMode="auto">
            <a:xfrm>
              <a:off x="728663" y="2006600"/>
              <a:ext cx="1981200" cy="2835275"/>
              <a:chOff x="696" y="1440"/>
              <a:chExt cx="1248" cy="1786"/>
            </a:xfrm>
          </p:grpSpPr>
          <p:sp>
            <p:nvSpPr>
              <p:cNvPr id="11269" name="Rectangle 71">
                <a:extLst>
                  <a:ext uri="{FF2B5EF4-FFF2-40B4-BE49-F238E27FC236}">
                    <a16:creationId xmlns:a16="http://schemas.microsoft.com/office/drawing/2014/main" id="{CEC7B43D-F8F5-4C34-93FB-7E8C66093654}"/>
                  </a:ext>
                </a:extLst>
              </p:cNvPr>
              <p:cNvSpPr>
                <a:spLocks noChangeArrowheads="1"/>
              </p:cNvSpPr>
              <p:nvPr/>
            </p:nvSpPr>
            <p:spPr bwMode="auto">
              <a:xfrm>
                <a:off x="936" y="1440"/>
                <a:ext cx="768" cy="1786"/>
              </a:xfrm>
              <a:prstGeom prst="rect">
                <a:avLst/>
              </a:prstGeom>
              <a:solidFill>
                <a:schemeClr val="accent1">
                  <a:lumMod val="40000"/>
                  <a:lumOff val="60000"/>
                </a:schemeClr>
              </a:solidFill>
              <a:ln w="22225">
                <a:solidFill>
                  <a:schemeClr val="tx1"/>
                </a:solidFill>
                <a:miter lim="800000"/>
                <a:headEnd/>
                <a:tailEnd/>
              </a:ln>
            </p:spPr>
            <p:txBody>
              <a:bodyPr wrap="none" anchor="ctr"/>
              <a:lstStyle/>
              <a:p>
                <a:pPr eaLnBrk="1" hangingPunct="1">
                  <a:defRPr/>
                </a:pPr>
                <a:endParaRPr lang="ru-RU"/>
              </a:p>
            </p:txBody>
          </p:sp>
          <p:sp>
            <p:nvSpPr>
              <p:cNvPr id="16395" name="Line 72">
                <a:extLst>
                  <a:ext uri="{FF2B5EF4-FFF2-40B4-BE49-F238E27FC236}">
                    <a16:creationId xmlns:a16="http://schemas.microsoft.com/office/drawing/2014/main" id="{ED1F5209-02D0-2B6E-3294-417C2C158135}"/>
                  </a:ext>
                </a:extLst>
              </p:cNvPr>
              <p:cNvSpPr>
                <a:spLocks noChangeShapeType="1"/>
              </p:cNvSpPr>
              <p:nvPr/>
            </p:nvSpPr>
            <p:spPr bwMode="auto">
              <a:xfrm>
                <a:off x="696" y="1616"/>
                <a:ext cx="24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396" name="Line 73">
                <a:extLst>
                  <a:ext uri="{FF2B5EF4-FFF2-40B4-BE49-F238E27FC236}">
                    <a16:creationId xmlns:a16="http://schemas.microsoft.com/office/drawing/2014/main" id="{F3A122AC-70B9-F5E6-36BE-9C387F06C470}"/>
                  </a:ext>
                </a:extLst>
              </p:cNvPr>
              <p:cNvSpPr>
                <a:spLocks noChangeShapeType="1"/>
              </p:cNvSpPr>
              <p:nvPr/>
            </p:nvSpPr>
            <p:spPr bwMode="auto">
              <a:xfrm>
                <a:off x="696" y="1760"/>
                <a:ext cx="24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397" name="Line 74">
                <a:extLst>
                  <a:ext uri="{FF2B5EF4-FFF2-40B4-BE49-F238E27FC236}">
                    <a16:creationId xmlns:a16="http://schemas.microsoft.com/office/drawing/2014/main" id="{7C1E7BB6-5B15-AC2C-2434-EE3CC4AD91B0}"/>
                  </a:ext>
                </a:extLst>
              </p:cNvPr>
              <p:cNvSpPr>
                <a:spLocks noChangeShapeType="1"/>
              </p:cNvSpPr>
              <p:nvPr/>
            </p:nvSpPr>
            <p:spPr bwMode="auto">
              <a:xfrm>
                <a:off x="696" y="1952"/>
                <a:ext cx="24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398" name="Line 75">
                <a:extLst>
                  <a:ext uri="{FF2B5EF4-FFF2-40B4-BE49-F238E27FC236}">
                    <a16:creationId xmlns:a16="http://schemas.microsoft.com/office/drawing/2014/main" id="{BAEB42BC-0DF3-6E68-D86D-8F82497580CD}"/>
                  </a:ext>
                </a:extLst>
              </p:cNvPr>
              <p:cNvSpPr>
                <a:spLocks noChangeShapeType="1"/>
              </p:cNvSpPr>
              <p:nvPr/>
            </p:nvSpPr>
            <p:spPr bwMode="auto">
              <a:xfrm>
                <a:off x="696" y="2096"/>
                <a:ext cx="24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399" name="Line 76">
                <a:extLst>
                  <a:ext uri="{FF2B5EF4-FFF2-40B4-BE49-F238E27FC236}">
                    <a16:creationId xmlns:a16="http://schemas.microsoft.com/office/drawing/2014/main" id="{CA2E321A-3F49-DC5D-F3E2-30353328F5EB}"/>
                  </a:ext>
                </a:extLst>
              </p:cNvPr>
              <p:cNvSpPr>
                <a:spLocks noChangeShapeType="1"/>
              </p:cNvSpPr>
              <p:nvPr/>
            </p:nvSpPr>
            <p:spPr bwMode="auto">
              <a:xfrm>
                <a:off x="696" y="2240"/>
                <a:ext cx="24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400" name="Line 77">
                <a:extLst>
                  <a:ext uri="{FF2B5EF4-FFF2-40B4-BE49-F238E27FC236}">
                    <a16:creationId xmlns:a16="http://schemas.microsoft.com/office/drawing/2014/main" id="{63C47AEC-11CC-EA89-72CC-1560B1F9BE45}"/>
                  </a:ext>
                </a:extLst>
              </p:cNvPr>
              <p:cNvSpPr>
                <a:spLocks noChangeShapeType="1"/>
              </p:cNvSpPr>
              <p:nvPr/>
            </p:nvSpPr>
            <p:spPr bwMode="auto">
              <a:xfrm>
                <a:off x="696" y="2384"/>
                <a:ext cx="24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401" name="Line 78">
                <a:extLst>
                  <a:ext uri="{FF2B5EF4-FFF2-40B4-BE49-F238E27FC236}">
                    <a16:creationId xmlns:a16="http://schemas.microsoft.com/office/drawing/2014/main" id="{93498D4F-B260-320E-67A1-A2FC2753D638}"/>
                  </a:ext>
                </a:extLst>
              </p:cNvPr>
              <p:cNvSpPr>
                <a:spLocks noChangeShapeType="1"/>
              </p:cNvSpPr>
              <p:nvPr/>
            </p:nvSpPr>
            <p:spPr bwMode="auto">
              <a:xfrm>
                <a:off x="696" y="2528"/>
                <a:ext cx="24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402" name="Line 79">
                <a:extLst>
                  <a:ext uri="{FF2B5EF4-FFF2-40B4-BE49-F238E27FC236}">
                    <a16:creationId xmlns:a16="http://schemas.microsoft.com/office/drawing/2014/main" id="{82504A8C-4301-8FCF-0512-09CF9D941BBE}"/>
                  </a:ext>
                </a:extLst>
              </p:cNvPr>
              <p:cNvSpPr>
                <a:spLocks noChangeShapeType="1"/>
              </p:cNvSpPr>
              <p:nvPr/>
            </p:nvSpPr>
            <p:spPr bwMode="auto">
              <a:xfrm>
                <a:off x="696" y="2672"/>
                <a:ext cx="24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403" name="Line 80">
                <a:extLst>
                  <a:ext uri="{FF2B5EF4-FFF2-40B4-BE49-F238E27FC236}">
                    <a16:creationId xmlns:a16="http://schemas.microsoft.com/office/drawing/2014/main" id="{6CB4F16C-E634-5E36-1031-FBCD5EF52B78}"/>
                  </a:ext>
                </a:extLst>
              </p:cNvPr>
              <p:cNvSpPr>
                <a:spLocks noChangeShapeType="1"/>
              </p:cNvSpPr>
              <p:nvPr/>
            </p:nvSpPr>
            <p:spPr bwMode="auto">
              <a:xfrm>
                <a:off x="696" y="2816"/>
                <a:ext cx="24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404" name="Line 81">
                <a:extLst>
                  <a:ext uri="{FF2B5EF4-FFF2-40B4-BE49-F238E27FC236}">
                    <a16:creationId xmlns:a16="http://schemas.microsoft.com/office/drawing/2014/main" id="{D1040725-94ED-CD36-68AD-46A8A0C28AFC}"/>
                  </a:ext>
                </a:extLst>
              </p:cNvPr>
              <p:cNvSpPr>
                <a:spLocks noChangeShapeType="1"/>
              </p:cNvSpPr>
              <p:nvPr/>
            </p:nvSpPr>
            <p:spPr bwMode="auto">
              <a:xfrm>
                <a:off x="696" y="2960"/>
                <a:ext cx="24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280" name="Oval 82">
                <a:extLst>
                  <a:ext uri="{FF2B5EF4-FFF2-40B4-BE49-F238E27FC236}">
                    <a16:creationId xmlns:a16="http://schemas.microsoft.com/office/drawing/2014/main" id="{A13E2ECA-BDEE-4E16-8B39-F0C955275A21}"/>
                  </a:ext>
                </a:extLst>
              </p:cNvPr>
              <p:cNvSpPr>
                <a:spLocks noChangeArrowheads="1"/>
              </p:cNvSpPr>
              <p:nvPr/>
            </p:nvSpPr>
            <p:spPr bwMode="auto">
              <a:xfrm>
                <a:off x="848" y="1720"/>
                <a:ext cx="91" cy="91"/>
              </a:xfrm>
              <a:prstGeom prst="ellipse">
                <a:avLst/>
              </a:prstGeom>
              <a:solidFill>
                <a:schemeClr val="accent1">
                  <a:lumMod val="40000"/>
                  <a:lumOff val="60000"/>
                </a:schemeClr>
              </a:solidFill>
              <a:ln w="22225">
                <a:solidFill>
                  <a:schemeClr val="tx1"/>
                </a:solidFill>
                <a:round/>
                <a:headEnd/>
                <a:tailEnd/>
              </a:ln>
            </p:spPr>
            <p:txBody>
              <a:bodyPr wrap="none" anchor="ctr"/>
              <a:lstStyle/>
              <a:p>
                <a:pPr eaLnBrk="1" hangingPunct="1">
                  <a:defRPr/>
                </a:pPr>
                <a:endParaRPr lang="ru-RU"/>
              </a:p>
            </p:txBody>
          </p:sp>
          <p:sp>
            <p:nvSpPr>
              <p:cNvPr id="16406" name="Line 83">
                <a:extLst>
                  <a:ext uri="{FF2B5EF4-FFF2-40B4-BE49-F238E27FC236}">
                    <a16:creationId xmlns:a16="http://schemas.microsoft.com/office/drawing/2014/main" id="{90DD627B-D56A-86B4-9894-4810F82A1DA7}"/>
                  </a:ext>
                </a:extLst>
              </p:cNvPr>
              <p:cNvSpPr>
                <a:spLocks noChangeShapeType="1"/>
              </p:cNvSpPr>
              <p:nvPr/>
            </p:nvSpPr>
            <p:spPr bwMode="auto">
              <a:xfrm>
                <a:off x="1704" y="1944"/>
                <a:ext cx="24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407" name="Line 84">
                <a:extLst>
                  <a:ext uri="{FF2B5EF4-FFF2-40B4-BE49-F238E27FC236}">
                    <a16:creationId xmlns:a16="http://schemas.microsoft.com/office/drawing/2014/main" id="{DF94541E-F03D-6866-5358-ADAB256A3E48}"/>
                  </a:ext>
                </a:extLst>
              </p:cNvPr>
              <p:cNvSpPr>
                <a:spLocks noChangeShapeType="1"/>
              </p:cNvSpPr>
              <p:nvPr/>
            </p:nvSpPr>
            <p:spPr bwMode="auto">
              <a:xfrm>
                <a:off x="1704" y="2104"/>
                <a:ext cx="24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408" name="Line 85">
                <a:extLst>
                  <a:ext uri="{FF2B5EF4-FFF2-40B4-BE49-F238E27FC236}">
                    <a16:creationId xmlns:a16="http://schemas.microsoft.com/office/drawing/2014/main" id="{5F21820D-F696-5DCE-37D9-20DEB87B2251}"/>
                  </a:ext>
                </a:extLst>
              </p:cNvPr>
              <p:cNvSpPr>
                <a:spLocks noChangeShapeType="1"/>
              </p:cNvSpPr>
              <p:nvPr/>
            </p:nvSpPr>
            <p:spPr bwMode="auto">
              <a:xfrm>
                <a:off x="1704" y="2240"/>
                <a:ext cx="24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409" name="Line 86">
                <a:extLst>
                  <a:ext uri="{FF2B5EF4-FFF2-40B4-BE49-F238E27FC236}">
                    <a16:creationId xmlns:a16="http://schemas.microsoft.com/office/drawing/2014/main" id="{18C2764F-BA27-82F1-A297-E220334FBDA4}"/>
                  </a:ext>
                </a:extLst>
              </p:cNvPr>
              <p:cNvSpPr>
                <a:spLocks noChangeShapeType="1"/>
              </p:cNvSpPr>
              <p:nvPr/>
            </p:nvSpPr>
            <p:spPr bwMode="auto">
              <a:xfrm>
                <a:off x="1704" y="2384"/>
                <a:ext cx="24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410" name="Line 87">
                <a:extLst>
                  <a:ext uri="{FF2B5EF4-FFF2-40B4-BE49-F238E27FC236}">
                    <a16:creationId xmlns:a16="http://schemas.microsoft.com/office/drawing/2014/main" id="{9E90FC86-5B0F-771D-5801-3594F457D6C8}"/>
                  </a:ext>
                </a:extLst>
              </p:cNvPr>
              <p:cNvSpPr>
                <a:spLocks noChangeShapeType="1"/>
              </p:cNvSpPr>
              <p:nvPr/>
            </p:nvSpPr>
            <p:spPr bwMode="auto">
              <a:xfrm>
                <a:off x="1704" y="2520"/>
                <a:ext cx="24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411" name="Line 88">
                <a:extLst>
                  <a:ext uri="{FF2B5EF4-FFF2-40B4-BE49-F238E27FC236}">
                    <a16:creationId xmlns:a16="http://schemas.microsoft.com/office/drawing/2014/main" id="{EF0257D7-7B02-59FF-E762-BEF9B8A1AA94}"/>
                  </a:ext>
                </a:extLst>
              </p:cNvPr>
              <p:cNvSpPr>
                <a:spLocks noChangeShapeType="1"/>
              </p:cNvSpPr>
              <p:nvPr/>
            </p:nvSpPr>
            <p:spPr bwMode="auto">
              <a:xfrm>
                <a:off x="1704" y="2680"/>
                <a:ext cx="24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412" name="Line 89">
                <a:extLst>
                  <a:ext uri="{FF2B5EF4-FFF2-40B4-BE49-F238E27FC236}">
                    <a16:creationId xmlns:a16="http://schemas.microsoft.com/office/drawing/2014/main" id="{8358729B-0D45-C4BC-825D-3A009E9D7390}"/>
                  </a:ext>
                </a:extLst>
              </p:cNvPr>
              <p:cNvSpPr>
                <a:spLocks noChangeShapeType="1"/>
              </p:cNvSpPr>
              <p:nvPr/>
            </p:nvSpPr>
            <p:spPr bwMode="auto">
              <a:xfrm>
                <a:off x="1704" y="2816"/>
                <a:ext cx="24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413" name="Line 90">
                <a:extLst>
                  <a:ext uri="{FF2B5EF4-FFF2-40B4-BE49-F238E27FC236}">
                    <a16:creationId xmlns:a16="http://schemas.microsoft.com/office/drawing/2014/main" id="{FC976827-7414-5301-5C1F-1CF7EB217DD6}"/>
                  </a:ext>
                </a:extLst>
              </p:cNvPr>
              <p:cNvSpPr>
                <a:spLocks noChangeShapeType="1"/>
              </p:cNvSpPr>
              <p:nvPr/>
            </p:nvSpPr>
            <p:spPr bwMode="auto">
              <a:xfrm>
                <a:off x="1704" y="2960"/>
                <a:ext cx="24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414" name="Text Box 91">
                <a:extLst>
                  <a:ext uri="{FF2B5EF4-FFF2-40B4-BE49-F238E27FC236}">
                    <a16:creationId xmlns:a16="http://schemas.microsoft.com/office/drawing/2014/main" id="{837822AF-E051-FE20-EECE-D613F534FB38}"/>
                  </a:ext>
                </a:extLst>
              </p:cNvPr>
              <p:cNvSpPr txBox="1">
                <a:spLocks noChangeArrowheads="1"/>
              </p:cNvSpPr>
              <p:nvPr/>
            </p:nvSpPr>
            <p:spPr bwMode="auto">
              <a:xfrm>
                <a:off x="980" y="1504"/>
                <a:ext cx="48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CE</a:t>
                </a:r>
                <a:endParaRPr lang="ru-RU" altLang="en-US"/>
              </a:p>
            </p:txBody>
          </p:sp>
          <p:sp>
            <p:nvSpPr>
              <p:cNvPr id="16415" name="Text Box 92">
                <a:extLst>
                  <a:ext uri="{FF2B5EF4-FFF2-40B4-BE49-F238E27FC236}">
                    <a16:creationId xmlns:a16="http://schemas.microsoft.com/office/drawing/2014/main" id="{A3C17520-D3C1-19B2-E038-DA4C8A3AB38F}"/>
                  </a:ext>
                </a:extLst>
              </p:cNvPr>
              <p:cNvSpPr txBox="1">
                <a:spLocks noChangeArrowheads="1"/>
              </p:cNvSpPr>
              <p:nvPr/>
            </p:nvSpPr>
            <p:spPr bwMode="auto">
              <a:xfrm>
                <a:off x="984" y="1656"/>
                <a:ext cx="33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OE</a:t>
                </a:r>
                <a:endParaRPr lang="ru-RU" altLang="en-US"/>
              </a:p>
            </p:txBody>
          </p:sp>
          <p:sp>
            <p:nvSpPr>
              <p:cNvPr id="16416" name="Text Box 93">
                <a:extLst>
                  <a:ext uri="{FF2B5EF4-FFF2-40B4-BE49-F238E27FC236}">
                    <a16:creationId xmlns:a16="http://schemas.microsoft.com/office/drawing/2014/main" id="{3C755692-6A4D-5DF2-3116-373D9CEAAA47}"/>
                  </a:ext>
                </a:extLst>
              </p:cNvPr>
              <p:cNvSpPr txBox="1">
                <a:spLocks noChangeArrowheads="1"/>
              </p:cNvSpPr>
              <p:nvPr/>
            </p:nvSpPr>
            <p:spPr bwMode="auto">
              <a:xfrm>
                <a:off x="984" y="1848"/>
                <a:ext cx="33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D0</a:t>
                </a:r>
                <a:endParaRPr lang="ru-RU" altLang="en-US"/>
              </a:p>
            </p:txBody>
          </p:sp>
          <p:sp>
            <p:nvSpPr>
              <p:cNvPr id="16417" name="Text Box 94">
                <a:extLst>
                  <a:ext uri="{FF2B5EF4-FFF2-40B4-BE49-F238E27FC236}">
                    <a16:creationId xmlns:a16="http://schemas.microsoft.com/office/drawing/2014/main" id="{43F85397-F851-C5B9-F2A6-EF5AA53DF63A}"/>
                  </a:ext>
                </a:extLst>
              </p:cNvPr>
              <p:cNvSpPr txBox="1">
                <a:spLocks noChangeArrowheads="1"/>
              </p:cNvSpPr>
              <p:nvPr/>
            </p:nvSpPr>
            <p:spPr bwMode="auto">
              <a:xfrm>
                <a:off x="984" y="1992"/>
                <a:ext cx="33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D1</a:t>
                </a:r>
                <a:endParaRPr lang="ru-RU" altLang="en-US"/>
              </a:p>
            </p:txBody>
          </p:sp>
          <p:sp>
            <p:nvSpPr>
              <p:cNvPr id="16418" name="Text Box 95">
                <a:extLst>
                  <a:ext uri="{FF2B5EF4-FFF2-40B4-BE49-F238E27FC236}">
                    <a16:creationId xmlns:a16="http://schemas.microsoft.com/office/drawing/2014/main" id="{B398FD63-96EE-C8B5-3FA3-1A7A5E2C5463}"/>
                  </a:ext>
                </a:extLst>
              </p:cNvPr>
              <p:cNvSpPr txBox="1">
                <a:spLocks noChangeArrowheads="1"/>
              </p:cNvSpPr>
              <p:nvPr/>
            </p:nvSpPr>
            <p:spPr bwMode="auto">
              <a:xfrm>
                <a:off x="984" y="2144"/>
                <a:ext cx="33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D2</a:t>
                </a:r>
                <a:endParaRPr lang="ru-RU" altLang="en-US"/>
              </a:p>
            </p:txBody>
          </p:sp>
          <p:sp>
            <p:nvSpPr>
              <p:cNvPr id="16419" name="Text Box 96">
                <a:extLst>
                  <a:ext uri="{FF2B5EF4-FFF2-40B4-BE49-F238E27FC236}">
                    <a16:creationId xmlns:a16="http://schemas.microsoft.com/office/drawing/2014/main" id="{042F4181-B0B3-4C33-4111-0E81BD9B7340}"/>
                  </a:ext>
                </a:extLst>
              </p:cNvPr>
              <p:cNvSpPr txBox="1">
                <a:spLocks noChangeArrowheads="1"/>
              </p:cNvSpPr>
              <p:nvPr/>
            </p:nvSpPr>
            <p:spPr bwMode="auto">
              <a:xfrm>
                <a:off x="984" y="2288"/>
                <a:ext cx="33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D3</a:t>
                </a:r>
                <a:endParaRPr lang="ru-RU" altLang="en-US"/>
              </a:p>
            </p:txBody>
          </p:sp>
          <p:sp>
            <p:nvSpPr>
              <p:cNvPr id="16420" name="Text Box 97">
                <a:extLst>
                  <a:ext uri="{FF2B5EF4-FFF2-40B4-BE49-F238E27FC236}">
                    <a16:creationId xmlns:a16="http://schemas.microsoft.com/office/drawing/2014/main" id="{63A0692A-5ED7-2130-DFA1-B371B0B9380A}"/>
                  </a:ext>
                </a:extLst>
              </p:cNvPr>
              <p:cNvSpPr txBox="1">
                <a:spLocks noChangeArrowheads="1"/>
              </p:cNvSpPr>
              <p:nvPr/>
            </p:nvSpPr>
            <p:spPr bwMode="auto">
              <a:xfrm>
                <a:off x="984" y="2424"/>
                <a:ext cx="33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D4</a:t>
                </a:r>
                <a:endParaRPr lang="ru-RU" altLang="en-US"/>
              </a:p>
            </p:txBody>
          </p:sp>
          <p:sp>
            <p:nvSpPr>
              <p:cNvPr id="16421" name="Text Box 98">
                <a:extLst>
                  <a:ext uri="{FF2B5EF4-FFF2-40B4-BE49-F238E27FC236}">
                    <a16:creationId xmlns:a16="http://schemas.microsoft.com/office/drawing/2014/main" id="{186CC747-1C68-EA74-ACB3-2413384DE415}"/>
                  </a:ext>
                </a:extLst>
              </p:cNvPr>
              <p:cNvSpPr txBox="1">
                <a:spLocks noChangeArrowheads="1"/>
              </p:cNvSpPr>
              <p:nvPr/>
            </p:nvSpPr>
            <p:spPr bwMode="auto">
              <a:xfrm>
                <a:off x="984" y="2592"/>
                <a:ext cx="33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D5</a:t>
                </a:r>
                <a:endParaRPr lang="ru-RU" altLang="en-US"/>
              </a:p>
            </p:txBody>
          </p:sp>
          <p:sp>
            <p:nvSpPr>
              <p:cNvPr id="16422" name="Text Box 99">
                <a:extLst>
                  <a:ext uri="{FF2B5EF4-FFF2-40B4-BE49-F238E27FC236}">
                    <a16:creationId xmlns:a16="http://schemas.microsoft.com/office/drawing/2014/main" id="{5118ED7D-72A9-2F5B-6F12-4E437FDE6018}"/>
                  </a:ext>
                </a:extLst>
              </p:cNvPr>
              <p:cNvSpPr txBox="1">
                <a:spLocks noChangeArrowheads="1"/>
              </p:cNvSpPr>
              <p:nvPr/>
            </p:nvSpPr>
            <p:spPr bwMode="auto">
              <a:xfrm>
                <a:off x="984" y="2720"/>
                <a:ext cx="33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D6</a:t>
                </a:r>
                <a:endParaRPr lang="ru-RU" altLang="en-US"/>
              </a:p>
            </p:txBody>
          </p:sp>
          <p:sp>
            <p:nvSpPr>
              <p:cNvPr id="16423" name="Text Box 100">
                <a:extLst>
                  <a:ext uri="{FF2B5EF4-FFF2-40B4-BE49-F238E27FC236}">
                    <a16:creationId xmlns:a16="http://schemas.microsoft.com/office/drawing/2014/main" id="{2B3C511B-FD56-555C-749E-729C9D1DCA9A}"/>
                  </a:ext>
                </a:extLst>
              </p:cNvPr>
              <p:cNvSpPr txBox="1">
                <a:spLocks noChangeArrowheads="1"/>
              </p:cNvSpPr>
              <p:nvPr/>
            </p:nvSpPr>
            <p:spPr bwMode="auto">
              <a:xfrm>
                <a:off x="984" y="2856"/>
                <a:ext cx="33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D7</a:t>
                </a:r>
                <a:endParaRPr lang="ru-RU" altLang="en-US"/>
              </a:p>
            </p:txBody>
          </p:sp>
          <p:sp>
            <p:nvSpPr>
              <p:cNvPr id="16424" name="Text Box 101">
                <a:extLst>
                  <a:ext uri="{FF2B5EF4-FFF2-40B4-BE49-F238E27FC236}">
                    <a16:creationId xmlns:a16="http://schemas.microsoft.com/office/drawing/2014/main" id="{BA7004C9-2C9A-6F9A-DB89-5B2C7A8768A1}"/>
                  </a:ext>
                </a:extLst>
              </p:cNvPr>
              <p:cNvSpPr txBox="1">
                <a:spLocks noChangeArrowheads="1"/>
              </p:cNvSpPr>
              <p:nvPr/>
            </p:nvSpPr>
            <p:spPr bwMode="auto">
              <a:xfrm>
                <a:off x="1408" y="1824"/>
                <a:ext cx="33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Q0</a:t>
                </a:r>
                <a:endParaRPr lang="ru-RU" altLang="en-US"/>
              </a:p>
            </p:txBody>
          </p:sp>
          <p:sp>
            <p:nvSpPr>
              <p:cNvPr id="16425" name="Text Box 102">
                <a:extLst>
                  <a:ext uri="{FF2B5EF4-FFF2-40B4-BE49-F238E27FC236}">
                    <a16:creationId xmlns:a16="http://schemas.microsoft.com/office/drawing/2014/main" id="{415A01C0-25BD-9A98-0793-A6C89E56CF4E}"/>
                  </a:ext>
                </a:extLst>
              </p:cNvPr>
              <p:cNvSpPr txBox="1">
                <a:spLocks noChangeArrowheads="1"/>
              </p:cNvSpPr>
              <p:nvPr/>
            </p:nvSpPr>
            <p:spPr bwMode="auto">
              <a:xfrm>
                <a:off x="1408" y="1968"/>
                <a:ext cx="33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Q1</a:t>
                </a:r>
                <a:endParaRPr lang="ru-RU" altLang="en-US"/>
              </a:p>
            </p:txBody>
          </p:sp>
          <p:sp>
            <p:nvSpPr>
              <p:cNvPr id="16426" name="Text Box 103">
                <a:extLst>
                  <a:ext uri="{FF2B5EF4-FFF2-40B4-BE49-F238E27FC236}">
                    <a16:creationId xmlns:a16="http://schemas.microsoft.com/office/drawing/2014/main" id="{770CADB7-BE3B-027B-1558-D20BCFBBAA46}"/>
                  </a:ext>
                </a:extLst>
              </p:cNvPr>
              <p:cNvSpPr txBox="1">
                <a:spLocks noChangeArrowheads="1"/>
              </p:cNvSpPr>
              <p:nvPr/>
            </p:nvSpPr>
            <p:spPr bwMode="auto">
              <a:xfrm>
                <a:off x="1408" y="2120"/>
                <a:ext cx="33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Q2</a:t>
                </a:r>
                <a:endParaRPr lang="ru-RU" altLang="en-US"/>
              </a:p>
            </p:txBody>
          </p:sp>
          <p:sp>
            <p:nvSpPr>
              <p:cNvPr id="16427" name="Text Box 104">
                <a:extLst>
                  <a:ext uri="{FF2B5EF4-FFF2-40B4-BE49-F238E27FC236}">
                    <a16:creationId xmlns:a16="http://schemas.microsoft.com/office/drawing/2014/main" id="{D1E6B39D-95D6-D67C-7563-A1DA93A4769E}"/>
                  </a:ext>
                </a:extLst>
              </p:cNvPr>
              <p:cNvSpPr txBox="1">
                <a:spLocks noChangeArrowheads="1"/>
              </p:cNvSpPr>
              <p:nvPr/>
            </p:nvSpPr>
            <p:spPr bwMode="auto">
              <a:xfrm>
                <a:off x="1408" y="2256"/>
                <a:ext cx="33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Q3</a:t>
                </a:r>
                <a:endParaRPr lang="ru-RU" altLang="en-US"/>
              </a:p>
            </p:txBody>
          </p:sp>
          <p:sp>
            <p:nvSpPr>
              <p:cNvPr id="16428" name="Text Box 105">
                <a:extLst>
                  <a:ext uri="{FF2B5EF4-FFF2-40B4-BE49-F238E27FC236}">
                    <a16:creationId xmlns:a16="http://schemas.microsoft.com/office/drawing/2014/main" id="{0C7E5D8A-97F2-E8BC-FE74-700CA0B2AD2A}"/>
                  </a:ext>
                </a:extLst>
              </p:cNvPr>
              <p:cNvSpPr txBox="1">
                <a:spLocks noChangeArrowheads="1"/>
              </p:cNvSpPr>
              <p:nvPr/>
            </p:nvSpPr>
            <p:spPr bwMode="auto">
              <a:xfrm>
                <a:off x="1416" y="2400"/>
                <a:ext cx="33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Q4</a:t>
                </a:r>
                <a:endParaRPr lang="ru-RU" altLang="en-US"/>
              </a:p>
            </p:txBody>
          </p:sp>
          <p:sp>
            <p:nvSpPr>
              <p:cNvPr id="16429" name="Text Box 106">
                <a:extLst>
                  <a:ext uri="{FF2B5EF4-FFF2-40B4-BE49-F238E27FC236}">
                    <a16:creationId xmlns:a16="http://schemas.microsoft.com/office/drawing/2014/main" id="{79CC5D1D-9D7D-F122-7FCE-1E4AD426B81D}"/>
                  </a:ext>
                </a:extLst>
              </p:cNvPr>
              <p:cNvSpPr txBox="1">
                <a:spLocks noChangeArrowheads="1"/>
              </p:cNvSpPr>
              <p:nvPr/>
            </p:nvSpPr>
            <p:spPr bwMode="auto">
              <a:xfrm>
                <a:off x="1416" y="2544"/>
                <a:ext cx="33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Q5</a:t>
                </a:r>
                <a:endParaRPr lang="ru-RU" altLang="en-US"/>
              </a:p>
            </p:txBody>
          </p:sp>
          <p:sp>
            <p:nvSpPr>
              <p:cNvPr id="16430" name="Text Box 107">
                <a:extLst>
                  <a:ext uri="{FF2B5EF4-FFF2-40B4-BE49-F238E27FC236}">
                    <a16:creationId xmlns:a16="http://schemas.microsoft.com/office/drawing/2014/main" id="{84745123-22AC-0E81-7AD2-CE43DFC6B076}"/>
                  </a:ext>
                </a:extLst>
              </p:cNvPr>
              <p:cNvSpPr txBox="1">
                <a:spLocks noChangeArrowheads="1"/>
              </p:cNvSpPr>
              <p:nvPr/>
            </p:nvSpPr>
            <p:spPr bwMode="auto">
              <a:xfrm>
                <a:off x="1416" y="2688"/>
                <a:ext cx="33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Q6</a:t>
                </a:r>
                <a:endParaRPr lang="ru-RU" altLang="en-US"/>
              </a:p>
            </p:txBody>
          </p:sp>
          <p:sp>
            <p:nvSpPr>
              <p:cNvPr id="16431" name="Text Box 108">
                <a:extLst>
                  <a:ext uri="{FF2B5EF4-FFF2-40B4-BE49-F238E27FC236}">
                    <a16:creationId xmlns:a16="http://schemas.microsoft.com/office/drawing/2014/main" id="{5628C2D1-A30B-E857-1A85-93464AA9E41C}"/>
                  </a:ext>
                </a:extLst>
              </p:cNvPr>
              <p:cNvSpPr txBox="1">
                <a:spLocks noChangeArrowheads="1"/>
              </p:cNvSpPr>
              <p:nvPr/>
            </p:nvSpPr>
            <p:spPr bwMode="auto">
              <a:xfrm>
                <a:off x="1416" y="2832"/>
                <a:ext cx="33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Q7</a:t>
                </a:r>
                <a:endParaRPr lang="ru-RU" altLang="en-US"/>
              </a:p>
            </p:txBody>
          </p:sp>
          <p:sp>
            <p:nvSpPr>
              <p:cNvPr id="16432" name="Line 81">
                <a:extLst>
                  <a:ext uri="{FF2B5EF4-FFF2-40B4-BE49-F238E27FC236}">
                    <a16:creationId xmlns:a16="http://schemas.microsoft.com/office/drawing/2014/main" id="{6F883F28-2CAB-884C-CC7C-8141CC002FBA}"/>
                  </a:ext>
                </a:extLst>
              </p:cNvPr>
              <p:cNvSpPr>
                <a:spLocks noChangeShapeType="1"/>
              </p:cNvSpPr>
              <p:nvPr/>
            </p:nvSpPr>
            <p:spPr bwMode="auto">
              <a:xfrm>
                <a:off x="696" y="3087"/>
                <a:ext cx="24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3" name="Группа 42">
              <a:extLst>
                <a:ext uri="{FF2B5EF4-FFF2-40B4-BE49-F238E27FC236}">
                  <a16:creationId xmlns:a16="http://schemas.microsoft.com/office/drawing/2014/main" id="{3CF2D4A7-2CEF-4815-B6C7-9E67E3BA178E}"/>
                </a:ext>
              </a:extLst>
            </p:cNvPr>
            <p:cNvGrpSpPr/>
            <p:nvPr/>
          </p:nvGrpSpPr>
          <p:grpSpPr>
            <a:xfrm>
              <a:off x="1042537" y="1223962"/>
              <a:ext cx="7720463" cy="4461280"/>
              <a:chOff x="520151" y="762000"/>
              <a:chExt cx="8554400" cy="5053892"/>
            </a:xfrm>
            <a:solidFill>
              <a:schemeClr val="accent1"/>
            </a:solidFill>
          </p:grpSpPr>
          <p:sp>
            <p:nvSpPr>
              <p:cNvPr id="44" name="Text Box 6">
                <a:extLst>
                  <a:ext uri="{FF2B5EF4-FFF2-40B4-BE49-F238E27FC236}">
                    <a16:creationId xmlns:a16="http://schemas.microsoft.com/office/drawing/2014/main" id="{79FE28CF-3654-4A30-880D-077694C6A770}"/>
                  </a:ext>
                </a:extLst>
              </p:cNvPr>
              <p:cNvSpPr txBox="1">
                <a:spLocks noChangeArrowheads="1"/>
              </p:cNvSpPr>
              <p:nvPr/>
            </p:nvSpPr>
            <p:spPr bwMode="auto">
              <a:xfrm>
                <a:off x="8334375" y="1765300"/>
                <a:ext cx="657225" cy="418392"/>
              </a:xfrm>
              <a:prstGeom prst="rect">
                <a:avLst/>
              </a:prstGeom>
              <a:noFill/>
              <a:ln>
                <a:noFill/>
              </a:ln>
              <a:effectLst/>
            </p:spPr>
            <p:txBody>
              <a:bodyPr>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spcBef>
                    <a:spcPct val="50000"/>
                  </a:spcBef>
                  <a:defRPr/>
                </a:pPr>
                <a:r>
                  <a:rPr lang="en-US" dirty="0"/>
                  <a:t>Q0</a:t>
                </a:r>
                <a:endParaRPr lang="ru-RU" dirty="0"/>
              </a:p>
            </p:txBody>
          </p:sp>
          <p:sp>
            <p:nvSpPr>
              <p:cNvPr id="45" name="Text Box 7">
                <a:extLst>
                  <a:ext uri="{FF2B5EF4-FFF2-40B4-BE49-F238E27FC236}">
                    <a16:creationId xmlns:a16="http://schemas.microsoft.com/office/drawing/2014/main" id="{F512A7A3-784E-4848-808E-24810430C509}"/>
                  </a:ext>
                </a:extLst>
              </p:cNvPr>
              <p:cNvSpPr txBox="1">
                <a:spLocks noChangeArrowheads="1"/>
              </p:cNvSpPr>
              <p:nvPr/>
            </p:nvSpPr>
            <p:spPr bwMode="auto">
              <a:xfrm>
                <a:off x="8321675" y="2971799"/>
                <a:ext cx="657225" cy="418392"/>
              </a:xfrm>
              <a:prstGeom prst="rect">
                <a:avLst/>
              </a:prstGeom>
              <a:noFill/>
              <a:ln>
                <a:noFill/>
              </a:ln>
              <a:effectLst/>
            </p:spPr>
            <p:txBody>
              <a:bodyPr>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spcBef>
                    <a:spcPct val="50000"/>
                  </a:spcBef>
                  <a:defRPr/>
                </a:pPr>
                <a:r>
                  <a:rPr lang="en-US" dirty="0"/>
                  <a:t>Q1</a:t>
                </a:r>
                <a:endParaRPr lang="ru-RU" dirty="0"/>
              </a:p>
            </p:txBody>
          </p:sp>
          <p:sp>
            <p:nvSpPr>
              <p:cNvPr id="46" name="Text Box 8">
                <a:extLst>
                  <a:ext uri="{FF2B5EF4-FFF2-40B4-BE49-F238E27FC236}">
                    <a16:creationId xmlns:a16="http://schemas.microsoft.com/office/drawing/2014/main" id="{992462F6-01CE-44C8-A21E-A7C1DD92A6DD}"/>
                  </a:ext>
                </a:extLst>
              </p:cNvPr>
              <p:cNvSpPr txBox="1">
                <a:spLocks noChangeArrowheads="1"/>
              </p:cNvSpPr>
              <p:nvPr/>
            </p:nvSpPr>
            <p:spPr bwMode="auto">
              <a:xfrm>
                <a:off x="8334375" y="5283200"/>
                <a:ext cx="740176" cy="418392"/>
              </a:xfrm>
              <a:prstGeom prst="rect">
                <a:avLst/>
              </a:prstGeom>
              <a:noFill/>
              <a:ln>
                <a:noFill/>
              </a:ln>
              <a:effectLst/>
            </p:spPr>
            <p:txBody>
              <a:bodyPr>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spcBef>
                    <a:spcPct val="50000"/>
                  </a:spcBef>
                  <a:defRPr/>
                </a:pPr>
                <a:r>
                  <a:rPr lang="en-US" dirty="0"/>
                  <a:t>Q15</a:t>
                </a:r>
                <a:endParaRPr lang="ru-RU" dirty="0"/>
              </a:p>
            </p:txBody>
          </p:sp>
          <p:sp>
            <p:nvSpPr>
              <p:cNvPr id="47" name="Rectangle 10">
                <a:extLst>
                  <a:ext uri="{FF2B5EF4-FFF2-40B4-BE49-F238E27FC236}">
                    <a16:creationId xmlns:a16="http://schemas.microsoft.com/office/drawing/2014/main" id="{66AB4F78-C53C-4236-83A5-0BAA5AC24B43}"/>
                  </a:ext>
                </a:extLst>
              </p:cNvPr>
              <p:cNvSpPr>
                <a:spLocks noChangeArrowheads="1"/>
              </p:cNvSpPr>
              <p:nvPr/>
            </p:nvSpPr>
            <p:spPr bwMode="auto">
              <a:xfrm>
                <a:off x="5934076" y="4656723"/>
                <a:ext cx="685800" cy="1035864"/>
              </a:xfrm>
              <a:prstGeom prst="rect">
                <a:avLst/>
              </a:prstGeom>
              <a:solidFill>
                <a:schemeClr val="accent1">
                  <a:lumMod val="40000"/>
                  <a:lumOff val="60000"/>
                </a:schemeClr>
              </a:solidFill>
              <a:ln w="22225">
                <a:solidFill>
                  <a:schemeClr val="tx1"/>
                </a:solidFill>
                <a:miter lim="800000"/>
                <a:headEnd/>
                <a:tailEnd/>
              </a:ln>
              <a:effectLst/>
            </p:spPr>
            <p:txBody>
              <a:bodyPr wrap="none" anchor="ctr"/>
              <a:lstStyle/>
              <a:p>
                <a:pPr eaLnBrk="1" hangingPunct="1">
                  <a:defRPr/>
                </a:pPr>
                <a:endParaRPr lang="ru-RU"/>
              </a:p>
            </p:txBody>
          </p:sp>
          <p:sp>
            <p:nvSpPr>
              <p:cNvPr id="48" name="Rectangle 11">
                <a:extLst>
                  <a:ext uri="{FF2B5EF4-FFF2-40B4-BE49-F238E27FC236}">
                    <a16:creationId xmlns:a16="http://schemas.microsoft.com/office/drawing/2014/main" id="{A0A20C6E-6999-417A-A334-78FC47526AFD}"/>
                  </a:ext>
                </a:extLst>
              </p:cNvPr>
              <p:cNvSpPr>
                <a:spLocks noChangeArrowheads="1"/>
              </p:cNvSpPr>
              <p:nvPr/>
            </p:nvSpPr>
            <p:spPr bwMode="auto">
              <a:xfrm>
                <a:off x="5905500" y="1162703"/>
                <a:ext cx="685800" cy="1035864"/>
              </a:xfrm>
              <a:prstGeom prst="rect">
                <a:avLst/>
              </a:prstGeom>
              <a:solidFill>
                <a:schemeClr val="accent1">
                  <a:lumMod val="40000"/>
                  <a:lumOff val="60000"/>
                </a:schemeClr>
              </a:solidFill>
              <a:ln w="22225">
                <a:solidFill>
                  <a:schemeClr val="tx1"/>
                </a:solidFill>
                <a:miter lim="800000"/>
                <a:headEnd/>
                <a:tailEnd/>
              </a:ln>
              <a:effectLst/>
            </p:spPr>
            <p:txBody>
              <a:bodyPr wrap="none" anchor="ctr"/>
              <a:lstStyle/>
              <a:p>
                <a:pPr eaLnBrk="1" hangingPunct="1">
                  <a:defRPr/>
                </a:pPr>
                <a:endParaRPr lang="ru-RU"/>
              </a:p>
            </p:txBody>
          </p:sp>
          <p:sp>
            <p:nvSpPr>
              <p:cNvPr id="49" name="Line 12">
                <a:extLst>
                  <a:ext uri="{FF2B5EF4-FFF2-40B4-BE49-F238E27FC236}">
                    <a16:creationId xmlns:a16="http://schemas.microsoft.com/office/drawing/2014/main" id="{A20A7D16-0E56-481C-B6D5-3C924FCF0E74}"/>
                  </a:ext>
                </a:extLst>
              </p:cNvPr>
              <p:cNvSpPr>
                <a:spLocks noChangeShapeType="1"/>
              </p:cNvSpPr>
              <p:nvPr/>
            </p:nvSpPr>
            <p:spPr bwMode="auto">
              <a:xfrm>
                <a:off x="4297363" y="1583139"/>
                <a:ext cx="1612900" cy="0"/>
              </a:xfrm>
              <a:prstGeom prst="line">
                <a:avLst/>
              </a:prstGeom>
              <a:grpFill/>
              <a:ln w="22225">
                <a:solidFill>
                  <a:schemeClr val="tx1"/>
                </a:solidFill>
                <a:round/>
                <a:headEnd/>
                <a:tailEnd/>
              </a:ln>
              <a:effectLst/>
            </p:spPr>
            <p:txBody>
              <a:bodyPr/>
              <a:lstStyle/>
              <a:p>
                <a:pPr eaLnBrk="1" hangingPunct="1">
                  <a:defRPr/>
                </a:pPr>
                <a:endParaRPr lang="ru-RU"/>
              </a:p>
            </p:txBody>
          </p:sp>
          <p:sp>
            <p:nvSpPr>
              <p:cNvPr id="50" name="Line 13">
                <a:extLst>
                  <a:ext uri="{FF2B5EF4-FFF2-40B4-BE49-F238E27FC236}">
                    <a16:creationId xmlns:a16="http://schemas.microsoft.com/office/drawing/2014/main" id="{AC9F3D4C-6167-487A-8B2C-54EBEE60F241}"/>
                  </a:ext>
                </a:extLst>
              </p:cNvPr>
              <p:cNvSpPr>
                <a:spLocks noChangeShapeType="1"/>
              </p:cNvSpPr>
              <p:nvPr/>
            </p:nvSpPr>
            <p:spPr bwMode="auto">
              <a:xfrm>
                <a:off x="4318001" y="5101238"/>
                <a:ext cx="1612901" cy="0"/>
              </a:xfrm>
              <a:prstGeom prst="line">
                <a:avLst/>
              </a:prstGeom>
              <a:grpFill/>
              <a:ln w="22225">
                <a:solidFill>
                  <a:schemeClr val="tx1"/>
                </a:solidFill>
                <a:round/>
                <a:headEnd/>
                <a:tailEnd/>
              </a:ln>
              <a:effectLst/>
            </p:spPr>
            <p:txBody>
              <a:bodyPr/>
              <a:lstStyle/>
              <a:p>
                <a:pPr eaLnBrk="1" hangingPunct="1">
                  <a:defRPr/>
                </a:pPr>
                <a:endParaRPr lang="ru-RU"/>
              </a:p>
            </p:txBody>
          </p:sp>
          <p:sp>
            <p:nvSpPr>
              <p:cNvPr id="51" name="Oval 14">
                <a:extLst>
                  <a:ext uri="{FF2B5EF4-FFF2-40B4-BE49-F238E27FC236}">
                    <a16:creationId xmlns:a16="http://schemas.microsoft.com/office/drawing/2014/main" id="{C7AB510B-6009-4580-8A08-ACF41E155A95}"/>
                  </a:ext>
                </a:extLst>
              </p:cNvPr>
              <p:cNvSpPr>
                <a:spLocks noChangeArrowheads="1"/>
              </p:cNvSpPr>
              <p:nvPr/>
            </p:nvSpPr>
            <p:spPr bwMode="auto">
              <a:xfrm>
                <a:off x="5756275" y="1789113"/>
                <a:ext cx="144463" cy="144462"/>
              </a:xfrm>
              <a:prstGeom prst="ellipse">
                <a:avLst/>
              </a:prstGeom>
              <a:solidFill>
                <a:schemeClr val="accent1">
                  <a:lumMod val="40000"/>
                  <a:lumOff val="60000"/>
                </a:schemeClr>
              </a:solidFill>
              <a:ln w="22225">
                <a:solidFill>
                  <a:schemeClr val="tx1"/>
                </a:solidFill>
                <a:round/>
                <a:headEnd/>
                <a:tailEnd/>
              </a:ln>
              <a:effectLst/>
            </p:spPr>
            <p:txBody>
              <a:bodyPr wrap="none" anchor="ctr"/>
              <a:lstStyle/>
              <a:p>
                <a:pPr eaLnBrk="1" hangingPunct="1">
                  <a:defRPr/>
                </a:pPr>
                <a:endParaRPr lang="ru-RU"/>
              </a:p>
            </p:txBody>
          </p:sp>
          <p:sp>
            <p:nvSpPr>
              <p:cNvPr id="52" name="Oval 15">
                <a:extLst>
                  <a:ext uri="{FF2B5EF4-FFF2-40B4-BE49-F238E27FC236}">
                    <a16:creationId xmlns:a16="http://schemas.microsoft.com/office/drawing/2014/main" id="{3BEE3500-5AA9-4441-96B2-49FCA74BA8B8}"/>
                  </a:ext>
                </a:extLst>
              </p:cNvPr>
              <p:cNvSpPr>
                <a:spLocks noChangeArrowheads="1"/>
              </p:cNvSpPr>
              <p:nvPr/>
            </p:nvSpPr>
            <p:spPr bwMode="auto">
              <a:xfrm>
                <a:off x="5781675" y="5272088"/>
                <a:ext cx="144463" cy="144462"/>
              </a:xfrm>
              <a:prstGeom prst="ellipse">
                <a:avLst/>
              </a:prstGeom>
              <a:solidFill>
                <a:schemeClr val="accent1">
                  <a:lumMod val="40000"/>
                  <a:lumOff val="60000"/>
                </a:schemeClr>
              </a:solidFill>
              <a:ln w="22225">
                <a:solidFill>
                  <a:schemeClr val="tx1"/>
                </a:solidFill>
                <a:round/>
                <a:headEnd/>
                <a:tailEnd/>
              </a:ln>
              <a:effectLst/>
            </p:spPr>
            <p:txBody>
              <a:bodyPr wrap="none" anchor="ctr"/>
              <a:lstStyle/>
              <a:p>
                <a:pPr eaLnBrk="1" hangingPunct="1">
                  <a:defRPr/>
                </a:pPr>
                <a:endParaRPr lang="ru-RU"/>
              </a:p>
            </p:txBody>
          </p:sp>
          <p:sp>
            <p:nvSpPr>
              <p:cNvPr id="53" name="Line 16">
                <a:extLst>
                  <a:ext uri="{FF2B5EF4-FFF2-40B4-BE49-F238E27FC236}">
                    <a16:creationId xmlns:a16="http://schemas.microsoft.com/office/drawing/2014/main" id="{518FB42C-8090-4D1D-9676-996A6043DD28}"/>
                  </a:ext>
                </a:extLst>
              </p:cNvPr>
              <p:cNvSpPr>
                <a:spLocks noChangeShapeType="1"/>
              </p:cNvSpPr>
              <p:nvPr/>
            </p:nvSpPr>
            <p:spPr bwMode="auto">
              <a:xfrm>
                <a:off x="5519738" y="1858963"/>
                <a:ext cx="230187" cy="0"/>
              </a:xfrm>
              <a:prstGeom prst="line">
                <a:avLst/>
              </a:prstGeom>
              <a:grpFill/>
              <a:ln w="22225">
                <a:solidFill>
                  <a:schemeClr val="tx1"/>
                </a:solidFill>
                <a:round/>
                <a:headEnd/>
                <a:tailEnd/>
              </a:ln>
              <a:effectLst/>
            </p:spPr>
            <p:txBody>
              <a:bodyPr/>
              <a:lstStyle/>
              <a:p>
                <a:pPr eaLnBrk="1" hangingPunct="1">
                  <a:defRPr/>
                </a:pPr>
                <a:endParaRPr lang="ru-RU"/>
              </a:p>
            </p:txBody>
          </p:sp>
          <p:sp>
            <p:nvSpPr>
              <p:cNvPr id="54" name="Line 17">
                <a:extLst>
                  <a:ext uri="{FF2B5EF4-FFF2-40B4-BE49-F238E27FC236}">
                    <a16:creationId xmlns:a16="http://schemas.microsoft.com/office/drawing/2014/main" id="{FCF43E29-27FA-41E8-A7B7-DBFD459FA72D}"/>
                  </a:ext>
                </a:extLst>
              </p:cNvPr>
              <p:cNvSpPr>
                <a:spLocks noChangeShapeType="1"/>
              </p:cNvSpPr>
              <p:nvPr/>
            </p:nvSpPr>
            <p:spPr bwMode="auto">
              <a:xfrm>
                <a:off x="5514975" y="5337175"/>
                <a:ext cx="266700" cy="0"/>
              </a:xfrm>
              <a:prstGeom prst="line">
                <a:avLst/>
              </a:prstGeom>
              <a:grpFill/>
              <a:ln w="22225">
                <a:solidFill>
                  <a:schemeClr val="tx1"/>
                </a:solidFill>
                <a:round/>
                <a:headEnd type="oval" w="med" len="med"/>
                <a:tailEnd/>
              </a:ln>
              <a:effectLst/>
            </p:spPr>
            <p:txBody>
              <a:bodyPr/>
              <a:lstStyle/>
              <a:p>
                <a:pPr eaLnBrk="1" hangingPunct="1">
                  <a:defRPr/>
                </a:pPr>
                <a:endParaRPr lang="ru-RU"/>
              </a:p>
            </p:txBody>
          </p:sp>
          <p:sp>
            <p:nvSpPr>
              <p:cNvPr id="55" name="AutoShape 18">
                <a:extLst>
                  <a:ext uri="{FF2B5EF4-FFF2-40B4-BE49-F238E27FC236}">
                    <a16:creationId xmlns:a16="http://schemas.microsoft.com/office/drawing/2014/main" id="{FFD42F58-5690-4F03-8D9A-6A641027225B}"/>
                  </a:ext>
                </a:extLst>
              </p:cNvPr>
              <p:cNvSpPr>
                <a:spLocks noChangeArrowheads="1"/>
              </p:cNvSpPr>
              <p:nvPr/>
            </p:nvSpPr>
            <p:spPr bwMode="auto">
              <a:xfrm rot="5400000">
                <a:off x="4760119" y="5444332"/>
                <a:ext cx="374650" cy="360362"/>
              </a:xfrm>
              <a:prstGeom prst="triangle">
                <a:avLst>
                  <a:gd name="adj" fmla="val 50000"/>
                </a:avLst>
              </a:prstGeom>
              <a:solidFill>
                <a:schemeClr val="accent1">
                  <a:lumMod val="40000"/>
                  <a:lumOff val="60000"/>
                </a:schemeClr>
              </a:solidFill>
              <a:ln w="22225">
                <a:solidFill>
                  <a:schemeClr val="tx1"/>
                </a:solidFill>
                <a:miter lim="800000"/>
                <a:headEnd/>
                <a:tailEnd/>
              </a:ln>
              <a:effectLst/>
            </p:spPr>
            <p:txBody>
              <a:bodyPr wrap="none" anchor="ctr"/>
              <a:lstStyle/>
              <a:p>
                <a:pPr eaLnBrk="1" hangingPunct="1">
                  <a:defRPr/>
                </a:pPr>
                <a:endParaRPr lang="ru-RU"/>
              </a:p>
            </p:txBody>
          </p:sp>
          <p:sp>
            <p:nvSpPr>
              <p:cNvPr id="56" name="Oval 19">
                <a:extLst>
                  <a:ext uri="{FF2B5EF4-FFF2-40B4-BE49-F238E27FC236}">
                    <a16:creationId xmlns:a16="http://schemas.microsoft.com/office/drawing/2014/main" id="{F177B572-DB84-487F-8702-C65E1EFAC7C9}"/>
                  </a:ext>
                </a:extLst>
              </p:cNvPr>
              <p:cNvSpPr>
                <a:spLocks noChangeArrowheads="1"/>
              </p:cNvSpPr>
              <p:nvPr/>
            </p:nvSpPr>
            <p:spPr bwMode="auto">
              <a:xfrm>
                <a:off x="5119688" y="5556250"/>
                <a:ext cx="144462" cy="144463"/>
              </a:xfrm>
              <a:prstGeom prst="ellipse">
                <a:avLst/>
              </a:prstGeom>
              <a:solidFill>
                <a:schemeClr val="accent1">
                  <a:lumMod val="40000"/>
                  <a:lumOff val="60000"/>
                </a:schemeClr>
              </a:solidFill>
              <a:ln w="22225">
                <a:solidFill>
                  <a:schemeClr val="tx1"/>
                </a:solidFill>
                <a:round/>
                <a:headEnd/>
                <a:tailEnd/>
              </a:ln>
              <a:effectLst/>
            </p:spPr>
            <p:txBody>
              <a:bodyPr wrap="none" anchor="ctr"/>
              <a:lstStyle/>
              <a:p>
                <a:pPr eaLnBrk="1" hangingPunct="1">
                  <a:defRPr/>
                </a:pPr>
                <a:endParaRPr lang="ru-RU"/>
              </a:p>
            </p:txBody>
          </p:sp>
          <p:sp>
            <p:nvSpPr>
              <p:cNvPr id="57" name="Line 20">
                <a:extLst>
                  <a:ext uri="{FF2B5EF4-FFF2-40B4-BE49-F238E27FC236}">
                    <a16:creationId xmlns:a16="http://schemas.microsoft.com/office/drawing/2014/main" id="{BF844DCA-0246-449C-A4CC-97E76FB39892}"/>
                  </a:ext>
                </a:extLst>
              </p:cNvPr>
              <p:cNvSpPr>
                <a:spLocks noChangeShapeType="1"/>
              </p:cNvSpPr>
              <p:nvPr/>
            </p:nvSpPr>
            <p:spPr bwMode="auto">
              <a:xfrm flipH="1" flipV="1">
                <a:off x="5511800" y="4559300"/>
                <a:ext cx="0" cy="1068388"/>
              </a:xfrm>
              <a:prstGeom prst="line">
                <a:avLst/>
              </a:prstGeom>
              <a:grpFill/>
              <a:ln w="22225">
                <a:solidFill>
                  <a:schemeClr val="tx1"/>
                </a:solidFill>
                <a:round/>
                <a:headEnd/>
                <a:tailEnd/>
              </a:ln>
              <a:effectLst/>
            </p:spPr>
            <p:txBody>
              <a:bodyPr/>
              <a:lstStyle/>
              <a:p>
                <a:pPr eaLnBrk="1" hangingPunct="1">
                  <a:defRPr/>
                </a:pPr>
                <a:endParaRPr lang="ru-RU"/>
              </a:p>
            </p:txBody>
          </p:sp>
          <p:sp>
            <p:nvSpPr>
              <p:cNvPr id="58" name="Text Box 21">
                <a:extLst>
                  <a:ext uri="{FF2B5EF4-FFF2-40B4-BE49-F238E27FC236}">
                    <a16:creationId xmlns:a16="http://schemas.microsoft.com/office/drawing/2014/main" id="{B2E84EC5-69E1-4F36-8B5D-1B0E49851FAA}"/>
                  </a:ext>
                </a:extLst>
              </p:cNvPr>
              <p:cNvSpPr txBox="1">
                <a:spLocks noChangeArrowheads="1"/>
              </p:cNvSpPr>
              <p:nvPr/>
            </p:nvSpPr>
            <p:spPr bwMode="auto">
              <a:xfrm>
                <a:off x="3813175" y="1450122"/>
                <a:ext cx="657225" cy="418392"/>
              </a:xfrm>
              <a:prstGeom prst="rect">
                <a:avLst/>
              </a:prstGeom>
              <a:noFill/>
              <a:ln>
                <a:noFill/>
              </a:ln>
              <a:effectLst/>
            </p:spPr>
            <p:txBody>
              <a:bodyPr>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spcBef>
                    <a:spcPct val="50000"/>
                  </a:spcBef>
                  <a:defRPr/>
                </a:pPr>
                <a:r>
                  <a:rPr lang="en-US" dirty="0"/>
                  <a:t>D0</a:t>
                </a:r>
                <a:endParaRPr lang="ru-RU" dirty="0"/>
              </a:p>
            </p:txBody>
          </p:sp>
          <p:sp>
            <p:nvSpPr>
              <p:cNvPr id="59" name="Text Box 22">
                <a:extLst>
                  <a:ext uri="{FF2B5EF4-FFF2-40B4-BE49-F238E27FC236}">
                    <a16:creationId xmlns:a16="http://schemas.microsoft.com/office/drawing/2014/main" id="{82C1784B-FDAA-4394-B6AB-453A29552A96}"/>
                  </a:ext>
                </a:extLst>
              </p:cNvPr>
              <p:cNvSpPr txBox="1">
                <a:spLocks noChangeArrowheads="1"/>
              </p:cNvSpPr>
              <p:nvPr/>
            </p:nvSpPr>
            <p:spPr bwMode="auto">
              <a:xfrm>
                <a:off x="3708499" y="4851400"/>
                <a:ext cx="762619" cy="418392"/>
              </a:xfrm>
              <a:prstGeom prst="rect">
                <a:avLst/>
              </a:prstGeom>
              <a:noFill/>
              <a:ln>
                <a:noFill/>
              </a:ln>
              <a:effectLst/>
            </p:spPr>
            <p:txBody>
              <a:bodyPr>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spcBef>
                    <a:spcPct val="50000"/>
                  </a:spcBef>
                  <a:defRPr/>
                </a:pPr>
                <a:r>
                  <a:rPr lang="en-US" dirty="0"/>
                  <a:t>D15</a:t>
                </a:r>
                <a:endParaRPr lang="ru-RU" dirty="0"/>
              </a:p>
            </p:txBody>
          </p:sp>
          <p:sp>
            <p:nvSpPr>
              <p:cNvPr id="60" name="Oval 23">
                <a:extLst>
                  <a:ext uri="{FF2B5EF4-FFF2-40B4-BE49-F238E27FC236}">
                    <a16:creationId xmlns:a16="http://schemas.microsoft.com/office/drawing/2014/main" id="{A3BD7466-D21D-463A-B08A-6FA293BC8E4D}"/>
                  </a:ext>
                </a:extLst>
              </p:cNvPr>
              <p:cNvSpPr>
                <a:spLocks noChangeArrowheads="1"/>
              </p:cNvSpPr>
              <p:nvPr/>
            </p:nvSpPr>
            <p:spPr bwMode="auto">
              <a:xfrm>
                <a:off x="6584950" y="1892300"/>
                <a:ext cx="144463" cy="144463"/>
              </a:xfrm>
              <a:prstGeom prst="ellipse">
                <a:avLst/>
              </a:prstGeom>
              <a:solidFill>
                <a:schemeClr val="accent1">
                  <a:lumMod val="40000"/>
                  <a:lumOff val="60000"/>
                </a:schemeClr>
              </a:solidFill>
              <a:ln w="22225">
                <a:solidFill>
                  <a:schemeClr val="tx1"/>
                </a:solidFill>
                <a:round/>
                <a:headEnd/>
                <a:tailEnd/>
              </a:ln>
              <a:effectLst/>
            </p:spPr>
            <p:txBody>
              <a:bodyPr wrap="none" anchor="ctr"/>
              <a:lstStyle/>
              <a:p>
                <a:pPr eaLnBrk="1" hangingPunct="1">
                  <a:defRPr/>
                </a:pPr>
                <a:endParaRPr lang="ru-RU"/>
              </a:p>
            </p:txBody>
          </p:sp>
          <p:sp>
            <p:nvSpPr>
              <p:cNvPr id="61" name="Line 24">
                <a:extLst>
                  <a:ext uri="{FF2B5EF4-FFF2-40B4-BE49-F238E27FC236}">
                    <a16:creationId xmlns:a16="http://schemas.microsoft.com/office/drawing/2014/main" id="{7CF00BFD-35FD-4E08-9B52-A63D3AFAB349}"/>
                  </a:ext>
                </a:extLst>
              </p:cNvPr>
              <p:cNvSpPr>
                <a:spLocks noChangeShapeType="1"/>
              </p:cNvSpPr>
              <p:nvPr/>
            </p:nvSpPr>
            <p:spPr bwMode="auto">
              <a:xfrm>
                <a:off x="6731771" y="1970088"/>
                <a:ext cx="718726" cy="0"/>
              </a:xfrm>
              <a:prstGeom prst="line">
                <a:avLst/>
              </a:prstGeom>
              <a:grpFill/>
              <a:ln w="22225">
                <a:solidFill>
                  <a:schemeClr val="tx1"/>
                </a:solidFill>
                <a:round/>
                <a:headEnd/>
                <a:tailEnd/>
              </a:ln>
              <a:effectLst/>
            </p:spPr>
            <p:txBody>
              <a:bodyPr/>
              <a:lstStyle/>
              <a:p>
                <a:pPr eaLnBrk="1" hangingPunct="1">
                  <a:defRPr/>
                </a:pPr>
                <a:endParaRPr lang="ru-RU"/>
              </a:p>
            </p:txBody>
          </p:sp>
          <p:sp>
            <p:nvSpPr>
              <p:cNvPr id="62" name="Oval 25">
                <a:extLst>
                  <a:ext uri="{FF2B5EF4-FFF2-40B4-BE49-F238E27FC236}">
                    <a16:creationId xmlns:a16="http://schemas.microsoft.com/office/drawing/2014/main" id="{6DB027FC-D2CE-4CF2-A96A-13CCAD174331}"/>
                  </a:ext>
                </a:extLst>
              </p:cNvPr>
              <p:cNvSpPr>
                <a:spLocks noChangeArrowheads="1"/>
              </p:cNvSpPr>
              <p:nvPr/>
            </p:nvSpPr>
            <p:spPr bwMode="auto">
              <a:xfrm>
                <a:off x="6600825" y="5426075"/>
                <a:ext cx="144463" cy="144463"/>
              </a:xfrm>
              <a:prstGeom prst="ellipse">
                <a:avLst/>
              </a:prstGeom>
              <a:solidFill>
                <a:schemeClr val="accent1">
                  <a:lumMod val="40000"/>
                  <a:lumOff val="60000"/>
                </a:schemeClr>
              </a:solidFill>
              <a:ln w="22225">
                <a:solidFill>
                  <a:schemeClr val="tx1"/>
                </a:solidFill>
                <a:round/>
                <a:headEnd/>
                <a:tailEnd/>
              </a:ln>
              <a:effectLst/>
            </p:spPr>
            <p:txBody>
              <a:bodyPr wrap="none" anchor="ctr"/>
              <a:lstStyle/>
              <a:p>
                <a:pPr eaLnBrk="1" hangingPunct="1">
                  <a:defRPr/>
                </a:pPr>
                <a:endParaRPr lang="ru-RU"/>
              </a:p>
            </p:txBody>
          </p:sp>
          <p:sp>
            <p:nvSpPr>
              <p:cNvPr id="63" name="Line 26">
                <a:extLst>
                  <a:ext uri="{FF2B5EF4-FFF2-40B4-BE49-F238E27FC236}">
                    <a16:creationId xmlns:a16="http://schemas.microsoft.com/office/drawing/2014/main" id="{973DABA6-09F6-4A06-8423-09E73BB71F45}"/>
                  </a:ext>
                </a:extLst>
              </p:cNvPr>
              <p:cNvSpPr>
                <a:spLocks noChangeShapeType="1"/>
              </p:cNvSpPr>
              <p:nvPr/>
            </p:nvSpPr>
            <p:spPr bwMode="auto">
              <a:xfrm>
                <a:off x="6754813" y="5503863"/>
                <a:ext cx="641350" cy="0"/>
              </a:xfrm>
              <a:prstGeom prst="line">
                <a:avLst/>
              </a:prstGeom>
              <a:grpFill/>
              <a:ln w="22225">
                <a:solidFill>
                  <a:schemeClr val="tx1"/>
                </a:solidFill>
                <a:round/>
                <a:headEnd/>
                <a:tailEnd/>
              </a:ln>
              <a:effectLst/>
            </p:spPr>
            <p:txBody>
              <a:bodyPr/>
              <a:lstStyle/>
              <a:p>
                <a:pPr eaLnBrk="1" hangingPunct="1">
                  <a:defRPr/>
                </a:pPr>
                <a:endParaRPr lang="ru-RU"/>
              </a:p>
            </p:txBody>
          </p:sp>
          <p:sp>
            <p:nvSpPr>
              <p:cNvPr id="64" name="Text Box 27">
                <a:extLst>
                  <a:ext uri="{FF2B5EF4-FFF2-40B4-BE49-F238E27FC236}">
                    <a16:creationId xmlns:a16="http://schemas.microsoft.com/office/drawing/2014/main" id="{21218154-4504-4C0E-9CB7-7B7093AA49F1}"/>
                  </a:ext>
                </a:extLst>
              </p:cNvPr>
              <p:cNvSpPr txBox="1">
                <a:spLocks noChangeArrowheads="1"/>
              </p:cNvSpPr>
              <p:nvPr/>
            </p:nvSpPr>
            <p:spPr bwMode="auto">
              <a:xfrm>
                <a:off x="5872163" y="1430872"/>
                <a:ext cx="381000" cy="418392"/>
              </a:xfrm>
              <a:prstGeom prst="rect">
                <a:avLst/>
              </a:prstGeom>
              <a:noFill/>
              <a:ln>
                <a:noFill/>
              </a:ln>
              <a:effectLst/>
            </p:spPr>
            <p:txBody>
              <a:bodyPr>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spcBef>
                    <a:spcPct val="50000"/>
                  </a:spcBef>
                  <a:defRPr/>
                </a:pPr>
                <a:r>
                  <a:rPr lang="en-US" dirty="0"/>
                  <a:t>D</a:t>
                </a:r>
                <a:endParaRPr lang="ru-RU" dirty="0"/>
              </a:p>
            </p:txBody>
          </p:sp>
          <p:sp>
            <p:nvSpPr>
              <p:cNvPr id="65" name="Text Box 28">
                <a:extLst>
                  <a:ext uri="{FF2B5EF4-FFF2-40B4-BE49-F238E27FC236}">
                    <a16:creationId xmlns:a16="http://schemas.microsoft.com/office/drawing/2014/main" id="{8C186FA6-E732-41A3-A39C-A161B2ECA5BE}"/>
                  </a:ext>
                </a:extLst>
              </p:cNvPr>
              <p:cNvSpPr txBox="1">
                <a:spLocks noChangeArrowheads="1"/>
              </p:cNvSpPr>
              <p:nvPr/>
            </p:nvSpPr>
            <p:spPr bwMode="auto">
              <a:xfrm>
                <a:off x="5901599" y="4893209"/>
                <a:ext cx="381000" cy="418392"/>
              </a:xfrm>
              <a:prstGeom prst="rect">
                <a:avLst/>
              </a:prstGeom>
              <a:noFill/>
              <a:ln>
                <a:noFill/>
              </a:ln>
              <a:effectLst/>
            </p:spPr>
            <p:txBody>
              <a:bodyPr>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spcBef>
                    <a:spcPct val="50000"/>
                  </a:spcBef>
                  <a:defRPr/>
                </a:pPr>
                <a:r>
                  <a:rPr lang="en-US" dirty="0"/>
                  <a:t>D</a:t>
                </a:r>
                <a:endParaRPr lang="ru-RU" dirty="0"/>
              </a:p>
            </p:txBody>
          </p:sp>
          <p:sp>
            <p:nvSpPr>
              <p:cNvPr id="66" name="Line 29">
                <a:extLst>
                  <a:ext uri="{FF2B5EF4-FFF2-40B4-BE49-F238E27FC236}">
                    <a16:creationId xmlns:a16="http://schemas.microsoft.com/office/drawing/2014/main" id="{B03D632C-A260-445B-8A61-9137A85BA921}"/>
                  </a:ext>
                </a:extLst>
              </p:cNvPr>
              <p:cNvSpPr>
                <a:spLocks noChangeShapeType="1"/>
              </p:cNvSpPr>
              <p:nvPr/>
            </p:nvSpPr>
            <p:spPr bwMode="auto">
              <a:xfrm>
                <a:off x="4368800" y="5607050"/>
                <a:ext cx="385763" cy="0"/>
              </a:xfrm>
              <a:prstGeom prst="line">
                <a:avLst/>
              </a:prstGeom>
              <a:grpFill/>
              <a:ln w="22225">
                <a:solidFill>
                  <a:schemeClr val="tx1"/>
                </a:solidFill>
                <a:round/>
                <a:headEnd/>
                <a:tailEnd/>
              </a:ln>
              <a:effectLst/>
            </p:spPr>
            <p:txBody>
              <a:bodyPr/>
              <a:lstStyle/>
              <a:p>
                <a:pPr eaLnBrk="1" hangingPunct="1">
                  <a:defRPr/>
                </a:pPr>
                <a:endParaRPr lang="ru-RU"/>
              </a:p>
            </p:txBody>
          </p:sp>
          <p:sp>
            <p:nvSpPr>
              <p:cNvPr id="67" name="Line 30">
                <a:extLst>
                  <a:ext uri="{FF2B5EF4-FFF2-40B4-BE49-F238E27FC236}">
                    <a16:creationId xmlns:a16="http://schemas.microsoft.com/office/drawing/2014/main" id="{C4A2B3B8-1FAC-4743-9319-1AAF7602B866}"/>
                  </a:ext>
                </a:extLst>
              </p:cNvPr>
              <p:cNvSpPr>
                <a:spLocks noChangeShapeType="1"/>
              </p:cNvSpPr>
              <p:nvPr/>
            </p:nvSpPr>
            <p:spPr bwMode="auto">
              <a:xfrm>
                <a:off x="5511800" y="1847850"/>
                <a:ext cx="0" cy="1604963"/>
              </a:xfrm>
              <a:prstGeom prst="line">
                <a:avLst/>
              </a:prstGeom>
              <a:grpFill/>
              <a:ln w="22225">
                <a:solidFill>
                  <a:schemeClr val="tx1"/>
                </a:solidFill>
                <a:round/>
                <a:headEnd/>
                <a:tailEnd/>
              </a:ln>
              <a:effectLst/>
            </p:spPr>
            <p:txBody>
              <a:bodyPr/>
              <a:lstStyle/>
              <a:p>
                <a:pPr eaLnBrk="1" hangingPunct="1">
                  <a:defRPr/>
                </a:pPr>
                <a:endParaRPr lang="ru-RU"/>
              </a:p>
            </p:txBody>
          </p:sp>
          <p:sp>
            <p:nvSpPr>
              <p:cNvPr id="68" name="Line 31">
                <a:extLst>
                  <a:ext uri="{FF2B5EF4-FFF2-40B4-BE49-F238E27FC236}">
                    <a16:creationId xmlns:a16="http://schemas.microsoft.com/office/drawing/2014/main" id="{B445254E-2EA6-4608-9829-9D1BD80A19C4}"/>
                  </a:ext>
                </a:extLst>
              </p:cNvPr>
              <p:cNvSpPr>
                <a:spLocks noChangeShapeType="1"/>
              </p:cNvSpPr>
              <p:nvPr/>
            </p:nvSpPr>
            <p:spPr bwMode="auto">
              <a:xfrm>
                <a:off x="5511800" y="3638550"/>
                <a:ext cx="0" cy="730250"/>
              </a:xfrm>
              <a:prstGeom prst="line">
                <a:avLst/>
              </a:prstGeom>
              <a:grpFill/>
              <a:ln w="22225">
                <a:solidFill>
                  <a:schemeClr val="tx1"/>
                </a:solidFill>
                <a:prstDash val="dash"/>
                <a:round/>
                <a:headEnd/>
                <a:tailEnd/>
              </a:ln>
              <a:effectLst/>
            </p:spPr>
            <p:txBody>
              <a:bodyPr/>
              <a:lstStyle/>
              <a:p>
                <a:pPr eaLnBrk="1" hangingPunct="1">
                  <a:defRPr/>
                </a:pPr>
                <a:endParaRPr lang="ru-RU"/>
              </a:p>
            </p:txBody>
          </p:sp>
          <p:sp>
            <p:nvSpPr>
              <p:cNvPr id="69" name="Rectangle 32">
                <a:extLst>
                  <a:ext uri="{FF2B5EF4-FFF2-40B4-BE49-F238E27FC236}">
                    <a16:creationId xmlns:a16="http://schemas.microsoft.com/office/drawing/2014/main" id="{0B493984-3BC7-4CEC-8AF9-192A594BC1F2}"/>
                  </a:ext>
                </a:extLst>
              </p:cNvPr>
              <p:cNvSpPr>
                <a:spLocks noChangeArrowheads="1"/>
              </p:cNvSpPr>
              <p:nvPr/>
            </p:nvSpPr>
            <p:spPr bwMode="auto">
              <a:xfrm>
                <a:off x="5918200" y="2361131"/>
                <a:ext cx="685800" cy="1035864"/>
              </a:xfrm>
              <a:prstGeom prst="rect">
                <a:avLst/>
              </a:prstGeom>
              <a:solidFill>
                <a:schemeClr val="accent1">
                  <a:lumMod val="40000"/>
                  <a:lumOff val="60000"/>
                </a:schemeClr>
              </a:solidFill>
              <a:ln w="22225">
                <a:solidFill>
                  <a:schemeClr val="tx1"/>
                </a:solidFill>
                <a:miter lim="800000"/>
                <a:headEnd/>
                <a:tailEnd/>
              </a:ln>
              <a:effectLst/>
            </p:spPr>
            <p:txBody>
              <a:bodyPr wrap="none" anchor="ctr"/>
              <a:lstStyle/>
              <a:p>
                <a:pPr eaLnBrk="1" hangingPunct="1">
                  <a:defRPr/>
                </a:pPr>
                <a:endParaRPr lang="ru-RU"/>
              </a:p>
            </p:txBody>
          </p:sp>
          <p:sp>
            <p:nvSpPr>
              <p:cNvPr id="70" name="Oval 33">
                <a:extLst>
                  <a:ext uri="{FF2B5EF4-FFF2-40B4-BE49-F238E27FC236}">
                    <a16:creationId xmlns:a16="http://schemas.microsoft.com/office/drawing/2014/main" id="{12F65EE3-0752-4794-833B-CAEAE4A0840C}"/>
                  </a:ext>
                </a:extLst>
              </p:cNvPr>
              <p:cNvSpPr>
                <a:spLocks noChangeArrowheads="1"/>
              </p:cNvSpPr>
              <p:nvPr/>
            </p:nvSpPr>
            <p:spPr bwMode="auto">
              <a:xfrm>
                <a:off x="5768975" y="3006725"/>
                <a:ext cx="144463" cy="144463"/>
              </a:xfrm>
              <a:prstGeom prst="ellipse">
                <a:avLst/>
              </a:prstGeom>
              <a:solidFill>
                <a:schemeClr val="accent1">
                  <a:lumMod val="40000"/>
                  <a:lumOff val="60000"/>
                </a:schemeClr>
              </a:solidFill>
              <a:ln w="22225">
                <a:solidFill>
                  <a:schemeClr val="tx1"/>
                </a:solidFill>
                <a:round/>
                <a:headEnd/>
                <a:tailEnd/>
              </a:ln>
              <a:effectLst/>
            </p:spPr>
            <p:txBody>
              <a:bodyPr wrap="none" anchor="ctr"/>
              <a:lstStyle/>
              <a:p>
                <a:pPr eaLnBrk="1" hangingPunct="1">
                  <a:defRPr/>
                </a:pPr>
                <a:endParaRPr lang="ru-RU"/>
              </a:p>
            </p:txBody>
          </p:sp>
          <p:sp>
            <p:nvSpPr>
              <p:cNvPr id="71" name="Line 34">
                <a:extLst>
                  <a:ext uri="{FF2B5EF4-FFF2-40B4-BE49-F238E27FC236}">
                    <a16:creationId xmlns:a16="http://schemas.microsoft.com/office/drawing/2014/main" id="{769D32A3-DA21-4827-9330-2D1B85F4CA67}"/>
                  </a:ext>
                </a:extLst>
              </p:cNvPr>
              <p:cNvSpPr>
                <a:spLocks noChangeShapeType="1"/>
              </p:cNvSpPr>
              <p:nvPr/>
            </p:nvSpPr>
            <p:spPr bwMode="auto">
              <a:xfrm>
                <a:off x="5507038" y="3076575"/>
                <a:ext cx="230187" cy="0"/>
              </a:xfrm>
              <a:prstGeom prst="line">
                <a:avLst/>
              </a:prstGeom>
              <a:grpFill/>
              <a:ln w="22225">
                <a:solidFill>
                  <a:schemeClr val="tx1"/>
                </a:solidFill>
                <a:round/>
                <a:headEnd type="oval" w="med" len="med"/>
                <a:tailEnd/>
              </a:ln>
              <a:effectLst/>
            </p:spPr>
            <p:txBody>
              <a:bodyPr/>
              <a:lstStyle/>
              <a:p>
                <a:pPr eaLnBrk="1" hangingPunct="1">
                  <a:defRPr/>
                </a:pPr>
                <a:endParaRPr lang="ru-RU"/>
              </a:p>
            </p:txBody>
          </p:sp>
          <p:sp>
            <p:nvSpPr>
              <p:cNvPr id="72" name="Oval 35">
                <a:extLst>
                  <a:ext uri="{FF2B5EF4-FFF2-40B4-BE49-F238E27FC236}">
                    <a16:creationId xmlns:a16="http://schemas.microsoft.com/office/drawing/2014/main" id="{ABA2A9E2-87A9-410B-8C28-B8C06065F623}"/>
                  </a:ext>
                </a:extLst>
              </p:cNvPr>
              <p:cNvSpPr>
                <a:spLocks noChangeArrowheads="1"/>
              </p:cNvSpPr>
              <p:nvPr/>
            </p:nvSpPr>
            <p:spPr bwMode="auto">
              <a:xfrm>
                <a:off x="6597650" y="3109913"/>
                <a:ext cx="144463" cy="144462"/>
              </a:xfrm>
              <a:prstGeom prst="ellipse">
                <a:avLst/>
              </a:prstGeom>
              <a:solidFill>
                <a:schemeClr val="accent1">
                  <a:lumMod val="40000"/>
                  <a:lumOff val="60000"/>
                </a:schemeClr>
              </a:solidFill>
              <a:ln w="22225">
                <a:solidFill>
                  <a:schemeClr val="tx1"/>
                </a:solidFill>
                <a:round/>
                <a:headEnd/>
                <a:tailEnd/>
              </a:ln>
              <a:effectLst/>
            </p:spPr>
            <p:txBody>
              <a:bodyPr wrap="none" anchor="ctr"/>
              <a:lstStyle/>
              <a:p>
                <a:pPr eaLnBrk="1" hangingPunct="1">
                  <a:defRPr/>
                </a:pPr>
                <a:endParaRPr lang="ru-RU"/>
              </a:p>
            </p:txBody>
          </p:sp>
          <p:sp>
            <p:nvSpPr>
              <p:cNvPr id="73" name="Line 36">
                <a:extLst>
                  <a:ext uri="{FF2B5EF4-FFF2-40B4-BE49-F238E27FC236}">
                    <a16:creationId xmlns:a16="http://schemas.microsoft.com/office/drawing/2014/main" id="{176FA271-0606-4514-9AFE-A939FC3933F9}"/>
                  </a:ext>
                </a:extLst>
              </p:cNvPr>
              <p:cNvSpPr>
                <a:spLocks noChangeShapeType="1"/>
              </p:cNvSpPr>
              <p:nvPr/>
            </p:nvSpPr>
            <p:spPr bwMode="auto">
              <a:xfrm>
                <a:off x="6764338" y="3187700"/>
                <a:ext cx="641350" cy="0"/>
              </a:xfrm>
              <a:prstGeom prst="line">
                <a:avLst/>
              </a:prstGeom>
              <a:grpFill/>
              <a:ln w="22225">
                <a:solidFill>
                  <a:schemeClr val="tx1"/>
                </a:solidFill>
                <a:round/>
                <a:headEnd/>
                <a:tailEnd/>
              </a:ln>
              <a:effectLst/>
            </p:spPr>
            <p:txBody>
              <a:bodyPr/>
              <a:lstStyle/>
              <a:p>
                <a:pPr eaLnBrk="1" hangingPunct="1">
                  <a:defRPr/>
                </a:pPr>
                <a:endParaRPr lang="ru-RU"/>
              </a:p>
            </p:txBody>
          </p:sp>
          <p:sp>
            <p:nvSpPr>
              <p:cNvPr id="74" name="Text Box 37">
                <a:extLst>
                  <a:ext uri="{FF2B5EF4-FFF2-40B4-BE49-F238E27FC236}">
                    <a16:creationId xmlns:a16="http://schemas.microsoft.com/office/drawing/2014/main" id="{77E59EBB-662B-42B6-A4D5-657242C80B45}"/>
                  </a:ext>
                </a:extLst>
              </p:cNvPr>
              <p:cNvSpPr txBox="1">
                <a:spLocks noChangeArrowheads="1"/>
              </p:cNvSpPr>
              <p:nvPr/>
            </p:nvSpPr>
            <p:spPr bwMode="auto">
              <a:xfrm>
                <a:off x="5884863" y="2629300"/>
                <a:ext cx="381000" cy="418392"/>
              </a:xfrm>
              <a:prstGeom prst="rect">
                <a:avLst/>
              </a:prstGeom>
              <a:noFill/>
              <a:ln>
                <a:noFill/>
              </a:ln>
              <a:effectLst/>
            </p:spPr>
            <p:txBody>
              <a:bodyPr>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spcBef>
                    <a:spcPct val="50000"/>
                  </a:spcBef>
                  <a:defRPr/>
                </a:pPr>
                <a:r>
                  <a:rPr lang="en-US" dirty="0"/>
                  <a:t>D</a:t>
                </a:r>
                <a:endParaRPr lang="ru-RU" dirty="0"/>
              </a:p>
            </p:txBody>
          </p:sp>
          <p:sp>
            <p:nvSpPr>
              <p:cNvPr id="75" name="Line 38">
                <a:extLst>
                  <a:ext uri="{FF2B5EF4-FFF2-40B4-BE49-F238E27FC236}">
                    <a16:creationId xmlns:a16="http://schemas.microsoft.com/office/drawing/2014/main" id="{4C1A35F2-42BC-4B01-9C6E-103D2BEF7307}"/>
                  </a:ext>
                </a:extLst>
              </p:cNvPr>
              <p:cNvSpPr>
                <a:spLocks noChangeShapeType="1"/>
              </p:cNvSpPr>
              <p:nvPr/>
            </p:nvSpPr>
            <p:spPr bwMode="auto">
              <a:xfrm>
                <a:off x="4305300" y="2800750"/>
                <a:ext cx="1612900" cy="0"/>
              </a:xfrm>
              <a:prstGeom prst="line">
                <a:avLst/>
              </a:prstGeom>
              <a:grpFill/>
              <a:ln w="22225">
                <a:solidFill>
                  <a:schemeClr val="tx1"/>
                </a:solidFill>
                <a:round/>
                <a:headEnd/>
                <a:tailEnd/>
              </a:ln>
              <a:effectLst/>
            </p:spPr>
            <p:txBody>
              <a:bodyPr/>
              <a:lstStyle/>
              <a:p>
                <a:pPr eaLnBrk="1" hangingPunct="1">
                  <a:defRPr/>
                </a:pPr>
                <a:endParaRPr lang="ru-RU"/>
              </a:p>
            </p:txBody>
          </p:sp>
          <p:sp>
            <p:nvSpPr>
              <p:cNvPr id="76" name="Text Box 39">
                <a:extLst>
                  <a:ext uri="{FF2B5EF4-FFF2-40B4-BE49-F238E27FC236}">
                    <a16:creationId xmlns:a16="http://schemas.microsoft.com/office/drawing/2014/main" id="{945E0331-9904-4F70-BC53-72F2A45E2956}"/>
                  </a:ext>
                </a:extLst>
              </p:cNvPr>
              <p:cNvSpPr txBox="1">
                <a:spLocks noChangeArrowheads="1"/>
              </p:cNvSpPr>
              <p:nvPr/>
            </p:nvSpPr>
            <p:spPr bwMode="auto">
              <a:xfrm>
                <a:off x="3835400" y="2632541"/>
                <a:ext cx="657225" cy="418392"/>
              </a:xfrm>
              <a:prstGeom prst="rect">
                <a:avLst/>
              </a:prstGeom>
              <a:noFill/>
              <a:ln>
                <a:noFill/>
              </a:ln>
              <a:effectLst/>
            </p:spPr>
            <p:txBody>
              <a:bodyPr>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spcBef>
                    <a:spcPct val="50000"/>
                  </a:spcBef>
                  <a:defRPr/>
                </a:pPr>
                <a:r>
                  <a:rPr lang="en-US" dirty="0"/>
                  <a:t>D1</a:t>
                </a:r>
                <a:endParaRPr lang="ru-RU" dirty="0"/>
              </a:p>
            </p:txBody>
          </p:sp>
          <p:sp>
            <p:nvSpPr>
              <p:cNvPr id="77" name="AutoShape 40">
                <a:extLst>
                  <a:ext uri="{FF2B5EF4-FFF2-40B4-BE49-F238E27FC236}">
                    <a16:creationId xmlns:a16="http://schemas.microsoft.com/office/drawing/2014/main" id="{CE39665E-1CEC-43B5-803B-962289E7BFC4}"/>
                  </a:ext>
                </a:extLst>
              </p:cNvPr>
              <p:cNvSpPr>
                <a:spLocks noChangeArrowheads="1"/>
              </p:cNvSpPr>
              <p:nvPr/>
            </p:nvSpPr>
            <p:spPr bwMode="auto">
              <a:xfrm rot="5400000">
                <a:off x="7542687" y="1772443"/>
                <a:ext cx="374650" cy="360363"/>
              </a:xfrm>
              <a:prstGeom prst="triangle">
                <a:avLst>
                  <a:gd name="adj" fmla="val 50000"/>
                </a:avLst>
              </a:prstGeom>
              <a:solidFill>
                <a:schemeClr val="accent1">
                  <a:lumMod val="40000"/>
                  <a:lumOff val="60000"/>
                </a:schemeClr>
              </a:solidFill>
              <a:ln w="22225">
                <a:solidFill>
                  <a:schemeClr val="tx1"/>
                </a:solidFill>
                <a:miter lim="800000"/>
                <a:headEnd/>
                <a:tailEnd/>
              </a:ln>
              <a:effectLst/>
            </p:spPr>
            <p:txBody>
              <a:bodyPr wrap="none" anchor="ctr"/>
              <a:lstStyle/>
              <a:p>
                <a:pPr eaLnBrk="1" hangingPunct="1">
                  <a:defRPr/>
                </a:pPr>
                <a:endParaRPr lang="ru-RU"/>
              </a:p>
            </p:txBody>
          </p:sp>
          <p:sp>
            <p:nvSpPr>
              <p:cNvPr id="78" name="Oval 41">
                <a:extLst>
                  <a:ext uri="{FF2B5EF4-FFF2-40B4-BE49-F238E27FC236}">
                    <a16:creationId xmlns:a16="http://schemas.microsoft.com/office/drawing/2014/main" id="{F35EB499-B048-4786-B0A3-DA91451E8785}"/>
                  </a:ext>
                </a:extLst>
              </p:cNvPr>
              <p:cNvSpPr>
                <a:spLocks noChangeArrowheads="1"/>
              </p:cNvSpPr>
              <p:nvPr/>
            </p:nvSpPr>
            <p:spPr bwMode="auto">
              <a:xfrm>
                <a:off x="7410042" y="1892300"/>
                <a:ext cx="144463" cy="144463"/>
              </a:xfrm>
              <a:prstGeom prst="ellipse">
                <a:avLst/>
              </a:prstGeom>
              <a:solidFill>
                <a:schemeClr val="accent1">
                  <a:lumMod val="40000"/>
                  <a:lumOff val="60000"/>
                </a:schemeClr>
              </a:solidFill>
              <a:ln w="22225">
                <a:solidFill>
                  <a:schemeClr val="tx1"/>
                </a:solidFill>
                <a:round/>
                <a:headEnd/>
                <a:tailEnd/>
              </a:ln>
              <a:effectLst/>
            </p:spPr>
            <p:txBody>
              <a:bodyPr wrap="none" anchor="ctr"/>
              <a:lstStyle/>
              <a:p>
                <a:pPr eaLnBrk="1" hangingPunct="1">
                  <a:defRPr/>
                </a:pPr>
                <a:endParaRPr lang="ru-RU"/>
              </a:p>
            </p:txBody>
          </p:sp>
          <p:sp>
            <p:nvSpPr>
              <p:cNvPr id="79" name="AutoShape 42">
                <a:extLst>
                  <a:ext uri="{FF2B5EF4-FFF2-40B4-BE49-F238E27FC236}">
                    <a16:creationId xmlns:a16="http://schemas.microsoft.com/office/drawing/2014/main" id="{BA795B3F-F787-4567-913D-27DA13E933E5}"/>
                  </a:ext>
                </a:extLst>
              </p:cNvPr>
              <p:cNvSpPr>
                <a:spLocks noChangeArrowheads="1"/>
              </p:cNvSpPr>
              <p:nvPr/>
            </p:nvSpPr>
            <p:spPr bwMode="auto">
              <a:xfrm rot="5400000">
                <a:off x="4996657" y="819943"/>
                <a:ext cx="374650" cy="360363"/>
              </a:xfrm>
              <a:prstGeom prst="triangle">
                <a:avLst>
                  <a:gd name="adj" fmla="val 50000"/>
                </a:avLst>
              </a:prstGeom>
              <a:solidFill>
                <a:schemeClr val="accent1">
                  <a:lumMod val="40000"/>
                  <a:lumOff val="60000"/>
                </a:schemeClr>
              </a:solidFill>
              <a:ln w="22225">
                <a:solidFill>
                  <a:schemeClr val="tx1"/>
                </a:solidFill>
                <a:miter lim="800000"/>
                <a:headEnd/>
                <a:tailEnd/>
              </a:ln>
              <a:effectLst/>
            </p:spPr>
            <p:txBody>
              <a:bodyPr wrap="none" anchor="ctr"/>
              <a:lstStyle/>
              <a:p>
                <a:pPr eaLnBrk="1" hangingPunct="1">
                  <a:defRPr/>
                </a:pPr>
                <a:endParaRPr lang="ru-RU"/>
              </a:p>
            </p:txBody>
          </p:sp>
          <p:sp>
            <p:nvSpPr>
              <p:cNvPr id="80" name="Oval 43">
                <a:extLst>
                  <a:ext uri="{FF2B5EF4-FFF2-40B4-BE49-F238E27FC236}">
                    <a16:creationId xmlns:a16="http://schemas.microsoft.com/office/drawing/2014/main" id="{CEC40E7C-25DE-4D6F-9192-9FD8EF983754}"/>
                  </a:ext>
                </a:extLst>
              </p:cNvPr>
              <p:cNvSpPr>
                <a:spLocks noChangeArrowheads="1"/>
              </p:cNvSpPr>
              <p:nvPr/>
            </p:nvSpPr>
            <p:spPr bwMode="auto">
              <a:xfrm>
                <a:off x="4858566" y="914400"/>
                <a:ext cx="144463" cy="144463"/>
              </a:xfrm>
              <a:prstGeom prst="ellipse">
                <a:avLst/>
              </a:prstGeom>
              <a:solidFill>
                <a:schemeClr val="accent1">
                  <a:lumMod val="40000"/>
                  <a:lumOff val="60000"/>
                </a:schemeClr>
              </a:solidFill>
              <a:ln w="22225">
                <a:solidFill>
                  <a:schemeClr val="tx1"/>
                </a:solidFill>
                <a:round/>
                <a:headEnd/>
                <a:tailEnd/>
              </a:ln>
              <a:effectLst/>
            </p:spPr>
            <p:txBody>
              <a:bodyPr wrap="none" anchor="ctr"/>
              <a:lstStyle/>
              <a:p>
                <a:pPr eaLnBrk="1" hangingPunct="1">
                  <a:defRPr/>
                </a:pPr>
                <a:endParaRPr lang="ru-RU"/>
              </a:p>
            </p:txBody>
          </p:sp>
          <p:sp>
            <p:nvSpPr>
              <p:cNvPr id="81" name="Line 44">
                <a:extLst>
                  <a:ext uri="{FF2B5EF4-FFF2-40B4-BE49-F238E27FC236}">
                    <a16:creationId xmlns:a16="http://schemas.microsoft.com/office/drawing/2014/main" id="{54EB5B4E-AC12-423E-95AD-F0CF8B0F4AC3}"/>
                  </a:ext>
                </a:extLst>
              </p:cNvPr>
              <p:cNvSpPr>
                <a:spLocks noChangeShapeType="1"/>
              </p:cNvSpPr>
              <p:nvPr/>
            </p:nvSpPr>
            <p:spPr bwMode="auto">
              <a:xfrm>
                <a:off x="5283200" y="5626100"/>
                <a:ext cx="228600" cy="0"/>
              </a:xfrm>
              <a:prstGeom prst="line">
                <a:avLst/>
              </a:prstGeom>
              <a:grpFill/>
              <a:ln w="22225">
                <a:solidFill>
                  <a:schemeClr val="tx1"/>
                </a:solidFill>
                <a:round/>
                <a:headEnd/>
                <a:tailEnd/>
              </a:ln>
              <a:effectLst/>
            </p:spPr>
            <p:txBody>
              <a:bodyPr/>
              <a:lstStyle/>
              <a:p>
                <a:pPr eaLnBrk="1" hangingPunct="1">
                  <a:defRPr/>
                </a:pPr>
                <a:endParaRPr lang="ru-RU"/>
              </a:p>
            </p:txBody>
          </p:sp>
          <p:sp>
            <p:nvSpPr>
              <p:cNvPr id="82" name="Text Box 45">
                <a:extLst>
                  <a:ext uri="{FF2B5EF4-FFF2-40B4-BE49-F238E27FC236}">
                    <a16:creationId xmlns:a16="http://schemas.microsoft.com/office/drawing/2014/main" id="{56C9FF6A-45E9-4A4B-A8D1-32106D92770F}"/>
                  </a:ext>
                </a:extLst>
              </p:cNvPr>
              <p:cNvSpPr txBox="1">
                <a:spLocks noChangeArrowheads="1"/>
              </p:cNvSpPr>
              <p:nvPr/>
            </p:nvSpPr>
            <p:spPr bwMode="auto">
              <a:xfrm>
                <a:off x="3886200" y="5397500"/>
                <a:ext cx="657225" cy="418392"/>
              </a:xfrm>
              <a:prstGeom prst="rect">
                <a:avLst/>
              </a:prstGeom>
              <a:noFill/>
              <a:ln>
                <a:noFill/>
              </a:ln>
              <a:effectLst/>
            </p:spPr>
            <p:txBody>
              <a:bodyPr>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spcBef>
                    <a:spcPct val="50000"/>
                  </a:spcBef>
                  <a:defRPr/>
                </a:pPr>
                <a:r>
                  <a:rPr lang="en-US"/>
                  <a:t>C</a:t>
                </a:r>
                <a:endParaRPr lang="ru-RU"/>
              </a:p>
            </p:txBody>
          </p:sp>
          <p:sp>
            <p:nvSpPr>
              <p:cNvPr id="83" name="Line 46">
                <a:extLst>
                  <a:ext uri="{FF2B5EF4-FFF2-40B4-BE49-F238E27FC236}">
                    <a16:creationId xmlns:a16="http://schemas.microsoft.com/office/drawing/2014/main" id="{8080DEC7-9A7E-4846-B061-9F0184E804BB}"/>
                  </a:ext>
                </a:extLst>
              </p:cNvPr>
              <p:cNvSpPr>
                <a:spLocks noChangeShapeType="1"/>
              </p:cNvSpPr>
              <p:nvPr/>
            </p:nvSpPr>
            <p:spPr bwMode="auto">
              <a:xfrm>
                <a:off x="4373200" y="977900"/>
                <a:ext cx="471488" cy="0"/>
              </a:xfrm>
              <a:prstGeom prst="line">
                <a:avLst/>
              </a:prstGeom>
              <a:grpFill/>
              <a:ln w="22225">
                <a:solidFill>
                  <a:schemeClr val="tx1"/>
                </a:solidFill>
                <a:round/>
                <a:headEnd/>
                <a:tailEnd/>
              </a:ln>
              <a:effectLst/>
            </p:spPr>
            <p:txBody>
              <a:bodyPr/>
              <a:lstStyle/>
              <a:p>
                <a:pPr eaLnBrk="1" hangingPunct="1">
                  <a:defRPr/>
                </a:pPr>
                <a:endParaRPr lang="ru-RU"/>
              </a:p>
            </p:txBody>
          </p:sp>
          <p:sp>
            <p:nvSpPr>
              <p:cNvPr id="84" name="AutoShape 47">
                <a:extLst>
                  <a:ext uri="{FF2B5EF4-FFF2-40B4-BE49-F238E27FC236}">
                    <a16:creationId xmlns:a16="http://schemas.microsoft.com/office/drawing/2014/main" id="{99118E28-AC88-4E92-A8D3-A380E3D05693}"/>
                  </a:ext>
                </a:extLst>
              </p:cNvPr>
              <p:cNvSpPr>
                <a:spLocks noChangeArrowheads="1"/>
              </p:cNvSpPr>
              <p:nvPr/>
            </p:nvSpPr>
            <p:spPr bwMode="auto">
              <a:xfrm rot="5400000">
                <a:off x="7558065" y="2991643"/>
                <a:ext cx="374650" cy="360363"/>
              </a:xfrm>
              <a:prstGeom prst="triangle">
                <a:avLst>
                  <a:gd name="adj" fmla="val 50000"/>
                </a:avLst>
              </a:prstGeom>
              <a:solidFill>
                <a:schemeClr val="accent1">
                  <a:lumMod val="40000"/>
                  <a:lumOff val="60000"/>
                </a:schemeClr>
              </a:solidFill>
              <a:ln w="22225">
                <a:solidFill>
                  <a:schemeClr val="tx1"/>
                </a:solidFill>
                <a:miter lim="800000"/>
                <a:headEnd/>
                <a:tailEnd/>
              </a:ln>
              <a:effectLst/>
            </p:spPr>
            <p:txBody>
              <a:bodyPr wrap="none" anchor="ctr"/>
              <a:lstStyle/>
              <a:p>
                <a:pPr eaLnBrk="1" hangingPunct="1">
                  <a:defRPr/>
                </a:pPr>
                <a:endParaRPr lang="ru-RU"/>
              </a:p>
            </p:txBody>
          </p:sp>
          <p:sp>
            <p:nvSpPr>
              <p:cNvPr id="85" name="Oval 48">
                <a:extLst>
                  <a:ext uri="{FF2B5EF4-FFF2-40B4-BE49-F238E27FC236}">
                    <a16:creationId xmlns:a16="http://schemas.microsoft.com/office/drawing/2014/main" id="{446B4332-0FD8-440F-BA46-864CB46310FD}"/>
                  </a:ext>
                </a:extLst>
              </p:cNvPr>
              <p:cNvSpPr>
                <a:spLocks noChangeArrowheads="1"/>
              </p:cNvSpPr>
              <p:nvPr/>
            </p:nvSpPr>
            <p:spPr bwMode="auto">
              <a:xfrm>
                <a:off x="7400109" y="3111500"/>
                <a:ext cx="144463" cy="144463"/>
              </a:xfrm>
              <a:prstGeom prst="ellipse">
                <a:avLst/>
              </a:prstGeom>
              <a:solidFill>
                <a:schemeClr val="accent1">
                  <a:lumMod val="40000"/>
                  <a:lumOff val="60000"/>
                </a:schemeClr>
              </a:solidFill>
              <a:ln w="22225">
                <a:solidFill>
                  <a:schemeClr val="tx1"/>
                </a:solidFill>
                <a:round/>
                <a:headEnd/>
                <a:tailEnd/>
              </a:ln>
              <a:effectLst/>
            </p:spPr>
            <p:txBody>
              <a:bodyPr wrap="none" anchor="ctr"/>
              <a:lstStyle/>
              <a:p>
                <a:pPr eaLnBrk="1" hangingPunct="1">
                  <a:defRPr/>
                </a:pPr>
                <a:endParaRPr lang="ru-RU"/>
              </a:p>
            </p:txBody>
          </p:sp>
          <p:sp>
            <p:nvSpPr>
              <p:cNvPr id="86" name="AutoShape 49">
                <a:extLst>
                  <a:ext uri="{FF2B5EF4-FFF2-40B4-BE49-F238E27FC236}">
                    <a16:creationId xmlns:a16="http://schemas.microsoft.com/office/drawing/2014/main" id="{12E16E3A-F561-46A5-8551-3A260A4BB0A6}"/>
                  </a:ext>
                </a:extLst>
              </p:cNvPr>
              <p:cNvSpPr>
                <a:spLocks noChangeArrowheads="1"/>
              </p:cNvSpPr>
              <p:nvPr/>
            </p:nvSpPr>
            <p:spPr bwMode="auto">
              <a:xfrm rot="5400000">
                <a:off x="7565232" y="5303043"/>
                <a:ext cx="374650" cy="360363"/>
              </a:xfrm>
              <a:prstGeom prst="triangle">
                <a:avLst>
                  <a:gd name="adj" fmla="val 50000"/>
                </a:avLst>
              </a:prstGeom>
              <a:solidFill>
                <a:schemeClr val="accent1">
                  <a:lumMod val="40000"/>
                  <a:lumOff val="60000"/>
                </a:schemeClr>
              </a:solidFill>
              <a:ln w="22225">
                <a:solidFill>
                  <a:schemeClr val="tx1"/>
                </a:solidFill>
                <a:miter lim="800000"/>
                <a:headEnd/>
                <a:tailEnd/>
              </a:ln>
              <a:effectLst/>
            </p:spPr>
            <p:txBody>
              <a:bodyPr wrap="none" anchor="ctr"/>
              <a:lstStyle/>
              <a:p>
                <a:pPr eaLnBrk="1" hangingPunct="1">
                  <a:defRPr/>
                </a:pPr>
                <a:endParaRPr lang="ru-RU"/>
              </a:p>
            </p:txBody>
          </p:sp>
          <p:sp>
            <p:nvSpPr>
              <p:cNvPr id="87" name="Oval 50">
                <a:extLst>
                  <a:ext uri="{FF2B5EF4-FFF2-40B4-BE49-F238E27FC236}">
                    <a16:creationId xmlns:a16="http://schemas.microsoft.com/office/drawing/2014/main" id="{46002606-69CF-49EA-ADC6-6BE175E5CBF6}"/>
                  </a:ext>
                </a:extLst>
              </p:cNvPr>
              <p:cNvSpPr>
                <a:spLocks noChangeArrowheads="1"/>
              </p:cNvSpPr>
              <p:nvPr/>
            </p:nvSpPr>
            <p:spPr bwMode="auto">
              <a:xfrm>
                <a:off x="7407275" y="5422900"/>
                <a:ext cx="144463" cy="144463"/>
              </a:xfrm>
              <a:prstGeom prst="ellipse">
                <a:avLst/>
              </a:prstGeom>
              <a:solidFill>
                <a:schemeClr val="accent1">
                  <a:lumMod val="40000"/>
                  <a:lumOff val="60000"/>
                </a:schemeClr>
              </a:solidFill>
              <a:ln w="22225">
                <a:solidFill>
                  <a:schemeClr val="tx1"/>
                </a:solidFill>
                <a:round/>
                <a:headEnd/>
                <a:tailEnd/>
              </a:ln>
              <a:effectLst/>
            </p:spPr>
            <p:txBody>
              <a:bodyPr wrap="none" anchor="ctr"/>
              <a:lstStyle/>
              <a:p>
                <a:pPr eaLnBrk="1" hangingPunct="1">
                  <a:defRPr/>
                </a:pPr>
                <a:endParaRPr lang="ru-RU"/>
              </a:p>
            </p:txBody>
          </p:sp>
          <p:sp>
            <p:nvSpPr>
              <p:cNvPr id="88" name="Line 51">
                <a:extLst>
                  <a:ext uri="{FF2B5EF4-FFF2-40B4-BE49-F238E27FC236}">
                    <a16:creationId xmlns:a16="http://schemas.microsoft.com/office/drawing/2014/main" id="{0B1B9567-E10D-4FFA-80C3-4D63B8F46686}"/>
                  </a:ext>
                </a:extLst>
              </p:cNvPr>
              <p:cNvSpPr>
                <a:spLocks noChangeShapeType="1"/>
              </p:cNvSpPr>
              <p:nvPr/>
            </p:nvSpPr>
            <p:spPr bwMode="auto">
              <a:xfrm>
                <a:off x="7892518" y="1955800"/>
                <a:ext cx="304800" cy="0"/>
              </a:xfrm>
              <a:prstGeom prst="line">
                <a:avLst/>
              </a:prstGeom>
              <a:grpFill/>
              <a:ln w="22225">
                <a:solidFill>
                  <a:schemeClr val="tx1"/>
                </a:solidFill>
                <a:round/>
                <a:headEnd/>
                <a:tailEnd/>
              </a:ln>
              <a:effectLst/>
            </p:spPr>
            <p:txBody>
              <a:bodyPr/>
              <a:lstStyle/>
              <a:p>
                <a:pPr eaLnBrk="1" hangingPunct="1">
                  <a:defRPr/>
                </a:pPr>
                <a:endParaRPr lang="ru-RU"/>
              </a:p>
            </p:txBody>
          </p:sp>
          <p:sp>
            <p:nvSpPr>
              <p:cNvPr id="89" name="Line 52">
                <a:extLst>
                  <a:ext uri="{FF2B5EF4-FFF2-40B4-BE49-F238E27FC236}">
                    <a16:creationId xmlns:a16="http://schemas.microsoft.com/office/drawing/2014/main" id="{DEEBCB1C-DDBA-4EB7-BB4E-646E9EF9ED3B}"/>
                  </a:ext>
                </a:extLst>
              </p:cNvPr>
              <p:cNvSpPr>
                <a:spLocks noChangeShapeType="1"/>
              </p:cNvSpPr>
              <p:nvPr/>
            </p:nvSpPr>
            <p:spPr bwMode="auto">
              <a:xfrm>
                <a:off x="7940675" y="3175000"/>
                <a:ext cx="304800" cy="0"/>
              </a:xfrm>
              <a:prstGeom prst="line">
                <a:avLst/>
              </a:prstGeom>
              <a:grpFill/>
              <a:ln w="22225">
                <a:solidFill>
                  <a:schemeClr val="tx1"/>
                </a:solidFill>
                <a:round/>
                <a:headEnd/>
                <a:tailEnd/>
              </a:ln>
              <a:effectLst/>
            </p:spPr>
            <p:txBody>
              <a:bodyPr/>
              <a:lstStyle/>
              <a:p>
                <a:pPr eaLnBrk="1" hangingPunct="1">
                  <a:defRPr/>
                </a:pPr>
                <a:endParaRPr lang="ru-RU"/>
              </a:p>
            </p:txBody>
          </p:sp>
          <p:sp>
            <p:nvSpPr>
              <p:cNvPr id="90" name="Line 53">
                <a:extLst>
                  <a:ext uri="{FF2B5EF4-FFF2-40B4-BE49-F238E27FC236}">
                    <a16:creationId xmlns:a16="http://schemas.microsoft.com/office/drawing/2014/main" id="{2440BB4F-63B6-49D9-A6CC-E60946AC2815}"/>
                  </a:ext>
                </a:extLst>
              </p:cNvPr>
              <p:cNvSpPr>
                <a:spLocks noChangeShapeType="1"/>
              </p:cNvSpPr>
              <p:nvPr/>
            </p:nvSpPr>
            <p:spPr bwMode="auto">
              <a:xfrm>
                <a:off x="7927975" y="5486400"/>
                <a:ext cx="304800" cy="0"/>
              </a:xfrm>
              <a:prstGeom prst="line">
                <a:avLst/>
              </a:prstGeom>
              <a:grpFill/>
              <a:ln w="22225">
                <a:solidFill>
                  <a:schemeClr val="tx1"/>
                </a:solidFill>
                <a:round/>
                <a:headEnd/>
                <a:tailEnd/>
              </a:ln>
              <a:effectLst/>
            </p:spPr>
            <p:txBody>
              <a:bodyPr/>
              <a:lstStyle/>
              <a:p>
                <a:pPr eaLnBrk="1" hangingPunct="1">
                  <a:defRPr/>
                </a:pPr>
                <a:endParaRPr lang="ru-RU"/>
              </a:p>
            </p:txBody>
          </p:sp>
          <p:sp>
            <p:nvSpPr>
              <p:cNvPr id="91" name="Line 54">
                <a:extLst>
                  <a:ext uri="{FF2B5EF4-FFF2-40B4-BE49-F238E27FC236}">
                    <a16:creationId xmlns:a16="http://schemas.microsoft.com/office/drawing/2014/main" id="{FF1F6F2F-6CC1-4CF3-B0F5-D77054418285}"/>
                  </a:ext>
                </a:extLst>
              </p:cNvPr>
              <p:cNvSpPr>
                <a:spLocks noChangeShapeType="1"/>
              </p:cNvSpPr>
              <p:nvPr/>
            </p:nvSpPr>
            <p:spPr bwMode="auto">
              <a:xfrm>
                <a:off x="5334000" y="990600"/>
                <a:ext cx="1925638" cy="0"/>
              </a:xfrm>
              <a:prstGeom prst="line">
                <a:avLst/>
              </a:prstGeom>
              <a:grpFill/>
              <a:ln w="22225">
                <a:solidFill>
                  <a:schemeClr val="tx1"/>
                </a:solidFill>
                <a:round/>
                <a:headEnd/>
                <a:tailEnd/>
              </a:ln>
              <a:effectLst/>
            </p:spPr>
            <p:txBody>
              <a:bodyPr/>
              <a:lstStyle/>
              <a:p>
                <a:pPr eaLnBrk="1" hangingPunct="1">
                  <a:defRPr/>
                </a:pPr>
                <a:endParaRPr lang="ru-RU"/>
              </a:p>
            </p:txBody>
          </p:sp>
          <p:sp>
            <p:nvSpPr>
              <p:cNvPr id="92" name="Line 55">
                <a:extLst>
                  <a:ext uri="{FF2B5EF4-FFF2-40B4-BE49-F238E27FC236}">
                    <a16:creationId xmlns:a16="http://schemas.microsoft.com/office/drawing/2014/main" id="{165A2C42-9CBF-4CBD-A0CF-2987D5485B03}"/>
                  </a:ext>
                </a:extLst>
              </p:cNvPr>
              <p:cNvSpPr>
                <a:spLocks noChangeShapeType="1"/>
              </p:cNvSpPr>
              <p:nvPr/>
            </p:nvSpPr>
            <p:spPr bwMode="auto">
              <a:xfrm>
                <a:off x="7254875" y="990600"/>
                <a:ext cx="0" cy="2505075"/>
              </a:xfrm>
              <a:prstGeom prst="line">
                <a:avLst/>
              </a:prstGeom>
              <a:grpFill/>
              <a:ln w="22225">
                <a:solidFill>
                  <a:schemeClr val="tx1"/>
                </a:solidFill>
                <a:round/>
                <a:headEnd/>
                <a:tailEnd/>
              </a:ln>
              <a:effectLst/>
            </p:spPr>
            <p:txBody>
              <a:bodyPr/>
              <a:lstStyle/>
              <a:p>
                <a:pPr eaLnBrk="1" hangingPunct="1">
                  <a:defRPr/>
                </a:pPr>
                <a:endParaRPr lang="ru-RU"/>
              </a:p>
            </p:txBody>
          </p:sp>
          <p:sp>
            <p:nvSpPr>
              <p:cNvPr id="93" name="Line 56">
                <a:extLst>
                  <a:ext uri="{FF2B5EF4-FFF2-40B4-BE49-F238E27FC236}">
                    <a16:creationId xmlns:a16="http://schemas.microsoft.com/office/drawing/2014/main" id="{AF335C3A-8392-4CB4-A4CB-72FF458787A3}"/>
                  </a:ext>
                </a:extLst>
              </p:cNvPr>
              <p:cNvSpPr>
                <a:spLocks noChangeShapeType="1"/>
              </p:cNvSpPr>
              <p:nvPr/>
            </p:nvSpPr>
            <p:spPr bwMode="auto">
              <a:xfrm>
                <a:off x="7254875" y="1524000"/>
                <a:ext cx="514350" cy="0"/>
              </a:xfrm>
              <a:prstGeom prst="line">
                <a:avLst/>
              </a:prstGeom>
              <a:grpFill/>
              <a:ln w="22225">
                <a:solidFill>
                  <a:schemeClr val="tx1"/>
                </a:solidFill>
                <a:round/>
                <a:headEnd type="oval" w="med" len="med"/>
                <a:tailEnd/>
              </a:ln>
              <a:effectLst/>
            </p:spPr>
            <p:txBody>
              <a:bodyPr/>
              <a:lstStyle/>
              <a:p>
                <a:pPr eaLnBrk="1" hangingPunct="1">
                  <a:defRPr/>
                </a:pPr>
                <a:endParaRPr lang="ru-RU"/>
              </a:p>
            </p:txBody>
          </p:sp>
          <p:sp>
            <p:nvSpPr>
              <p:cNvPr id="94" name="Line 57">
                <a:extLst>
                  <a:ext uri="{FF2B5EF4-FFF2-40B4-BE49-F238E27FC236}">
                    <a16:creationId xmlns:a16="http://schemas.microsoft.com/office/drawing/2014/main" id="{9F12E65B-0F30-4AD2-BF67-568C1F11DFF6}"/>
                  </a:ext>
                </a:extLst>
              </p:cNvPr>
              <p:cNvSpPr>
                <a:spLocks noChangeShapeType="1"/>
              </p:cNvSpPr>
              <p:nvPr/>
            </p:nvSpPr>
            <p:spPr bwMode="auto">
              <a:xfrm>
                <a:off x="7762875" y="1524000"/>
                <a:ext cx="0" cy="334963"/>
              </a:xfrm>
              <a:prstGeom prst="line">
                <a:avLst/>
              </a:prstGeom>
              <a:grpFill/>
              <a:ln w="22225">
                <a:solidFill>
                  <a:schemeClr val="tx1"/>
                </a:solidFill>
                <a:round/>
                <a:headEnd/>
                <a:tailEnd/>
              </a:ln>
              <a:effectLst/>
            </p:spPr>
            <p:txBody>
              <a:bodyPr/>
              <a:lstStyle/>
              <a:p>
                <a:pPr eaLnBrk="1" hangingPunct="1">
                  <a:defRPr/>
                </a:pPr>
                <a:endParaRPr lang="ru-RU"/>
              </a:p>
            </p:txBody>
          </p:sp>
          <p:sp>
            <p:nvSpPr>
              <p:cNvPr id="95" name="Line 58">
                <a:extLst>
                  <a:ext uri="{FF2B5EF4-FFF2-40B4-BE49-F238E27FC236}">
                    <a16:creationId xmlns:a16="http://schemas.microsoft.com/office/drawing/2014/main" id="{6FEF119A-220E-45FF-B3B4-74984B98A048}"/>
                  </a:ext>
                </a:extLst>
              </p:cNvPr>
              <p:cNvSpPr>
                <a:spLocks noChangeShapeType="1"/>
              </p:cNvSpPr>
              <p:nvPr/>
            </p:nvSpPr>
            <p:spPr bwMode="auto">
              <a:xfrm>
                <a:off x="7254875" y="2730500"/>
                <a:ext cx="514350" cy="0"/>
              </a:xfrm>
              <a:prstGeom prst="line">
                <a:avLst/>
              </a:prstGeom>
              <a:grpFill/>
              <a:ln w="22225">
                <a:solidFill>
                  <a:schemeClr val="tx1"/>
                </a:solidFill>
                <a:round/>
                <a:headEnd type="oval" w="med" len="med"/>
                <a:tailEnd/>
              </a:ln>
              <a:effectLst/>
            </p:spPr>
            <p:txBody>
              <a:bodyPr/>
              <a:lstStyle/>
              <a:p>
                <a:pPr eaLnBrk="1" hangingPunct="1">
                  <a:defRPr/>
                </a:pPr>
                <a:endParaRPr lang="ru-RU"/>
              </a:p>
            </p:txBody>
          </p:sp>
          <p:sp>
            <p:nvSpPr>
              <p:cNvPr id="96" name="Line 59">
                <a:extLst>
                  <a:ext uri="{FF2B5EF4-FFF2-40B4-BE49-F238E27FC236}">
                    <a16:creationId xmlns:a16="http://schemas.microsoft.com/office/drawing/2014/main" id="{CFB233DC-0BEB-4909-8288-9DEDF0AB75BD}"/>
                  </a:ext>
                </a:extLst>
              </p:cNvPr>
              <p:cNvSpPr>
                <a:spLocks noChangeShapeType="1"/>
              </p:cNvSpPr>
              <p:nvPr/>
            </p:nvSpPr>
            <p:spPr bwMode="auto">
              <a:xfrm>
                <a:off x="7762875" y="2730500"/>
                <a:ext cx="0" cy="334963"/>
              </a:xfrm>
              <a:prstGeom prst="line">
                <a:avLst/>
              </a:prstGeom>
              <a:grpFill/>
              <a:ln w="22225">
                <a:solidFill>
                  <a:schemeClr val="tx1"/>
                </a:solidFill>
                <a:round/>
                <a:headEnd/>
                <a:tailEnd/>
              </a:ln>
              <a:effectLst/>
            </p:spPr>
            <p:txBody>
              <a:bodyPr/>
              <a:lstStyle/>
              <a:p>
                <a:pPr eaLnBrk="1" hangingPunct="1">
                  <a:defRPr/>
                </a:pPr>
                <a:endParaRPr lang="ru-RU"/>
              </a:p>
            </p:txBody>
          </p:sp>
          <p:sp>
            <p:nvSpPr>
              <p:cNvPr id="97" name="Line 60">
                <a:extLst>
                  <a:ext uri="{FF2B5EF4-FFF2-40B4-BE49-F238E27FC236}">
                    <a16:creationId xmlns:a16="http://schemas.microsoft.com/office/drawing/2014/main" id="{88FFEA6E-A7A6-49A0-B492-7FC01DF221F5}"/>
                  </a:ext>
                </a:extLst>
              </p:cNvPr>
              <p:cNvSpPr>
                <a:spLocks noChangeShapeType="1"/>
              </p:cNvSpPr>
              <p:nvPr/>
            </p:nvSpPr>
            <p:spPr bwMode="auto">
              <a:xfrm>
                <a:off x="7242175" y="5054600"/>
                <a:ext cx="514350" cy="0"/>
              </a:xfrm>
              <a:prstGeom prst="line">
                <a:avLst/>
              </a:prstGeom>
              <a:grpFill/>
              <a:ln w="22225">
                <a:solidFill>
                  <a:schemeClr val="tx1"/>
                </a:solidFill>
                <a:round/>
                <a:headEnd/>
                <a:tailEnd/>
              </a:ln>
              <a:effectLst/>
            </p:spPr>
            <p:txBody>
              <a:bodyPr/>
              <a:lstStyle/>
              <a:p>
                <a:pPr eaLnBrk="1" hangingPunct="1">
                  <a:defRPr/>
                </a:pPr>
                <a:endParaRPr lang="ru-RU"/>
              </a:p>
            </p:txBody>
          </p:sp>
          <p:sp>
            <p:nvSpPr>
              <p:cNvPr id="98" name="Line 61">
                <a:extLst>
                  <a:ext uri="{FF2B5EF4-FFF2-40B4-BE49-F238E27FC236}">
                    <a16:creationId xmlns:a16="http://schemas.microsoft.com/office/drawing/2014/main" id="{1D9D42FC-9A44-42E9-B3CF-5487AD5A593A}"/>
                  </a:ext>
                </a:extLst>
              </p:cNvPr>
              <p:cNvSpPr>
                <a:spLocks noChangeShapeType="1"/>
              </p:cNvSpPr>
              <p:nvPr/>
            </p:nvSpPr>
            <p:spPr bwMode="auto">
              <a:xfrm>
                <a:off x="7750175" y="5054600"/>
                <a:ext cx="0" cy="334963"/>
              </a:xfrm>
              <a:prstGeom prst="line">
                <a:avLst/>
              </a:prstGeom>
              <a:grpFill/>
              <a:ln w="22225">
                <a:solidFill>
                  <a:schemeClr val="tx1"/>
                </a:solidFill>
                <a:round/>
                <a:headEnd/>
                <a:tailEnd/>
              </a:ln>
              <a:effectLst/>
            </p:spPr>
            <p:txBody>
              <a:bodyPr/>
              <a:lstStyle/>
              <a:p>
                <a:pPr eaLnBrk="1" hangingPunct="1">
                  <a:defRPr/>
                </a:pPr>
                <a:endParaRPr lang="ru-RU"/>
              </a:p>
            </p:txBody>
          </p:sp>
          <p:sp>
            <p:nvSpPr>
              <p:cNvPr id="99" name="Line 62">
                <a:extLst>
                  <a:ext uri="{FF2B5EF4-FFF2-40B4-BE49-F238E27FC236}">
                    <a16:creationId xmlns:a16="http://schemas.microsoft.com/office/drawing/2014/main" id="{7AAABC7B-5664-49F3-A6B5-E275486810BF}"/>
                  </a:ext>
                </a:extLst>
              </p:cNvPr>
              <p:cNvSpPr>
                <a:spLocks noChangeShapeType="1"/>
              </p:cNvSpPr>
              <p:nvPr/>
            </p:nvSpPr>
            <p:spPr bwMode="auto">
              <a:xfrm flipV="1">
                <a:off x="7242175" y="4584700"/>
                <a:ext cx="0" cy="479425"/>
              </a:xfrm>
              <a:prstGeom prst="line">
                <a:avLst/>
              </a:prstGeom>
              <a:grpFill/>
              <a:ln w="22225">
                <a:solidFill>
                  <a:schemeClr val="tx1"/>
                </a:solidFill>
                <a:round/>
                <a:headEnd/>
                <a:tailEnd/>
              </a:ln>
              <a:effectLst/>
            </p:spPr>
            <p:txBody>
              <a:bodyPr/>
              <a:lstStyle/>
              <a:p>
                <a:pPr eaLnBrk="1" hangingPunct="1">
                  <a:defRPr/>
                </a:pPr>
                <a:endParaRPr lang="ru-RU"/>
              </a:p>
            </p:txBody>
          </p:sp>
          <p:sp>
            <p:nvSpPr>
              <p:cNvPr id="100" name="Line 63">
                <a:extLst>
                  <a:ext uri="{FF2B5EF4-FFF2-40B4-BE49-F238E27FC236}">
                    <a16:creationId xmlns:a16="http://schemas.microsoft.com/office/drawing/2014/main" id="{3CC1C1E7-5550-4F8F-BDBA-DA3BCD997572}"/>
                  </a:ext>
                </a:extLst>
              </p:cNvPr>
              <p:cNvSpPr>
                <a:spLocks noChangeShapeType="1"/>
              </p:cNvSpPr>
              <p:nvPr/>
            </p:nvSpPr>
            <p:spPr bwMode="auto">
              <a:xfrm>
                <a:off x="7242175" y="3644900"/>
                <a:ext cx="0" cy="730250"/>
              </a:xfrm>
              <a:prstGeom prst="line">
                <a:avLst/>
              </a:prstGeom>
              <a:grpFill/>
              <a:ln w="22225">
                <a:solidFill>
                  <a:schemeClr val="tx1"/>
                </a:solidFill>
                <a:prstDash val="dash"/>
                <a:round/>
                <a:headEnd/>
                <a:tailEnd/>
              </a:ln>
              <a:effectLst/>
            </p:spPr>
            <p:txBody>
              <a:bodyPr/>
              <a:lstStyle/>
              <a:p>
                <a:pPr eaLnBrk="1" hangingPunct="1">
                  <a:defRPr/>
                </a:pPr>
                <a:endParaRPr lang="ru-RU"/>
              </a:p>
            </p:txBody>
          </p:sp>
          <p:sp>
            <p:nvSpPr>
              <p:cNvPr id="101" name="Text Box 64">
                <a:extLst>
                  <a:ext uri="{FF2B5EF4-FFF2-40B4-BE49-F238E27FC236}">
                    <a16:creationId xmlns:a16="http://schemas.microsoft.com/office/drawing/2014/main" id="{209AEB84-A1B7-493E-AC6E-267CB43FF3AD}"/>
                  </a:ext>
                </a:extLst>
              </p:cNvPr>
              <p:cNvSpPr txBox="1">
                <a:spLocks noChangeArrowheads="1"/>
              </p:cNvSpPr>
              <p:nvPr/>
            </p:nvSpPr>
            <p:spPr bwMode="auto">
              <a:xfrm>
                <a:off x="3835400" y="762000"/>
                <a:ext cx="657225" cy="418392"/>
              </a:xfrm>
              <a:prstGeom prst="rect">
                <a:avLst/>
              </a:prstGeom>
              <a:noFill/>
              <a:ln>
                <a:noFill/>
              </a:ln>
              <a:effectLst/>
            </p:spPr>
            <p:txBody>
              <a:bodyPr>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spcBef>
                    <a:spcPct val="50000"/>
                  </a:spcBef>
                  <a:defRPr/>
                </a:pPr>
                <a:r>
                  <a:rPr lang="en-US" dirty="0"/>
                  <a:t>OE</a:t>
                </a:r>
                <a:endParaRPr lang="ru-RU" dirty="0"/>
              </a:p>
            </p:txBody>
          </p:sp>
          <p:sp>
            <p:nvSpPr>
              <p:cNvPr id="102" name="Text Box 65">
                <a:extLst>
                  <a:ext uri="{FF2B5EF4-FFF2-40B4-BE49-F238E27FC236}">
                    <a16:creationId xmlns:a16="http://schemas.microsoft.com/office/drawing/2014/main" id="{0F0A73AC-DF75-4E0B-9668-51EB1FE9C83F}"/>
                  </a:ext>
                </a:extLst>
              </p:cNvPr>
              <p:cNvSpPr txBox="1">
                <a:spLocks noChangeArrowheads="1"/>
              </p:cNvSpPr>
              <p:nvPr/>
            </p:nvSpPr>
            <p:spPr bwMode="auto">
              <a:xfrm>
                <a:off x="5814429" y="1647625"/>
                <a:ext cx="381000" cy="418392"/>
              </a:xfrm>
              <a:prstGeom prst="rect">
                <a:avLst/>
              </a:prstGeom>
              <a:noFill/>
              <a:ln>
                <a:noFill/>
              </a:ln>
              <a:effectLst/>
            </p:spPr>
            <p:txBody>
              <a:bodyPr>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spcBef>
                    <a:spcPct val="50000"/>
                  </a:spcBef>
                  <a:defRPr/>
                </a:pPr>
                <a:r>
                  <a:rPr lang="en-US" dirty="0"/>
                  <a:t>&gt;</a:t>
                </a:r>
                <a:endParaRPr lang="ru-RU" dirty="0"/>
              </a:p>
            </p:txBody>
          </p:sp>
          <p:sp>
            <p:nvSpPr>
              <p:cNvPr id="105" name="Text Box 68">
                <a:extLst>
                  <a:ext uri="{FF2B5EF4-FFF2-40B4-BE49-F238E27FC236}">
                    <a16:creationId xmlns:a16="http://schemas.microsoft.com/office/drawing/2014/main" id="{5140E14C-8535-4E28-98CE-D01CFD070DB5}"/>
                  </a:ext>
                </a:extLst>
              </p:cNvPr>
              <p:cNvSpPr txBox="1">
                <a:spLocks noChangeArrowheads="1"/>
              </p:cNvSpPr>
              <p:nvPr/>
            </p:nvSpPr>
            <p:spPr bwMode="auto">
              <a:xfrm>
                <a:off x="6511830" y="1503277"/>
                <a:ext cx="889000" cy="418392"/>
              </a:xfrm>
              <a:prstGeom prst="rect">
                <a:avLst/>
              </a:prstGeom>
              <a:noFill/>
              <a:ln>
                <a:noFill/>
              </a:ln>
              <a:effectLst/>
            </p:spPr>
            <p:txBody>
              <a:bodyPr>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spcBef>
                    <a:spcPct val="50000"/>
                  </a:spcBef>
                  <a:defRPr/>
                </a:pPr>
                <a:r>
                  <a:rPr lang="en-US" dirty="0"/>
                  <a:t>!i_Q0</a:t>
                </a:r>
                <a:endParaRPr lang="ru-RU" dirty="0"/>
              </a:p>
            </p:txBody>
          </p:sp>
          <p:sp>
            <p:nvSpPr>
              <p:cNvPr id="106" name="Text Box 69">
                <a:extLst>
                  <a:ext uri="{FF2B5EF4-FFF2-40B4-BE49-F238E27FC236}">
                    <a16:creationId xmlns:a16="http://schemas.microsoft.com/office/drawing/2014/main" id="{88BAE7FE-8273-4026-9537-B46A9742F840}"/>
                  </a:ext>
                </a:extLst>
              </p:cNvPr>
              <p:cNvSpPr txBox="1">
                <a:spLocks noChangeArrowheads="1"/>
              </p:cNvSpPr>
              <p:nvPr/>
            </p:nvSpPr>
            <p:spPr bwMode="auto">
              <a:xfrm>
                <a:off x="6541624" y="2679810"/>
                <a:ext cx="889000" cy="418392"/>
              </a:xfrm>
              <a:prstGeom prst="rect">
                <a:avLst/>
              </a:prstGeom>
              <a:noFill/>
              <a:ln>
                <a:noFill/>
              </a:ln>
              <a:effectLst/>
            </p:spPr>
            <p:txBody>
              <a:bodyPr>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spcBef>
                    <a:spcPct val="50000"/>
                  </a:spcBef>
                  <a:defRPr/>
                </a:pPr>
                <a:r>
                  <a:rPr lang="en-US" dirty="0"/>
                  <a:t>!i_Q1</a:t>
                </a:r>
                <a:endParaRPr lang="ru-RU" dirty="0"/>
              </a:p>
            </p:txBody>
          </p:sp>
          <p:sp>
            <p:nvSpPr>
              <p:cNvPr id="107" name="Text Box 70">
                <a:extLst>
                  <a:ext uri="{FF2B5EF4-FFF2-40B4-BE49-F238E27FC236}">
                    <a16:creationId xmlns:a16="http://schemas.microsoft.com/office/drawing/2014/main" id="{78489765-E457-4B2C-899B-C5F60875267D}"/>
                  </a:ext>
                </a:extLst>
              </p:cNvPr>
              <p:cNvSpPr txBox="1">
                <a:spLocks noChangeArrowheads="1"/>
              </p:cNvSpPr>
              <p:nvPr/>
            </p:nvSpPr>
            <p:spPr bwMode="auto">
              <a:xfrm>
                <a:off x="6581363" y="5008951"/>
                <a:ext cx="991012" cy="418392"/>
              </a:xfrm>
              <a:prstGeom prst="rect">
                <a:avLst/>
              </a:prstGeom>
              <a:noFill/>
              <a:ln>
                <a:noFill/>
              </a:ln>
              <a:effectLst/>
            </p:spPr>
            <p:txBody>
              <a:bodyPr>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spcBef>
                    <a:spcPct val="50000"/>
                  </a:spcBef>
                  <a:defRPr/>
                </a:pPr>
                <a:r>
                  <a:rPr lang="en-US" dirty="0"/>
                  <a:t>!i_Q15</a:t>
                </a:r>
                <a:endParaRPr lang="ru-RU" dirty="0"/>
              </a:p>
            </p:txBody>
          </p:sp>
          <p:sp>
            <p:nvSpPr>
              <p:cNvPr id="110" name="Text Box 65">
                <a:extLst>
                  <a:ext uri="{FF2B5EF4-FFF2-40B4-BE49-F238E27FC236}">
                    <a16:creationId xmlns:a16="http://schemas.microsoft.com/office/drawing/2014/main" id="{C6D69F68-3FDD-4E89-9D6D-3FB56242CEDC}"/>
                  </a:ext>
                </a:extLst>
              </p:cNvPr>
              <p:cNvSpPr txBox="1">
                <a:spLocks noChangeArrowheads="1"/>
              </p:cNvSpPr>
              <p:nvPr/>
            </p:nvSpPr>
            <p:spPr bwMode="auto">
              <a:xfrm>
                <a:off x="5831385" y="2870367"/>
                <a:ext cx="381000" cy="418392"/>
              </a:xfrm>
              <a:prstGeom prst="rect">
                <a:avLst/>
              </a:prstGeom>
              <a:noFill/>
              <a:ln>
                <a:noFill/>
              </a:ln>
              <a:effectLst/>
            </p:spPr>
            <p:txBody>
              <a:bodyPr>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spcBef>
                    <a:spcPct val="50000"/>
                  </a:spcBef>
                  <a:defRPr/>
                </a:pPr>
                <a:r>
                  <a:rPr lang="en-US" dirty="0"/>
                  <a:t>&gt;</a:t>
                </a:r>
                <a:endParaRPr lang="ru-RU" dirty="0"/>
              </a:p>
            </p:txBody>
          </p:sp>
          <p:sp>
            <p:nvSpPr>
              <p:cNvPr id="111" name="Text Box 65">
                <a:extLst>
                  <a:ext uri="{FF2B5EF4-FFF2-40B4-BE49-F238E27FC236}">
                    <a16:creationId xmlns:a16="http://schemas.microsoft.com/office/drawing/2014/main" id="{EC97B85A-09CA-4A1E-B2E6-0B935CABBB69}"/>
                  </a:ext>
                </a:extLst>
              </p:cNvPr>
              <p:cNvSpPr txBox="1">
                <a:spLocks noChangeArrowheads="1"/>
              </p:cNvSpPr>
              <p:nvPr/>
            </p:nvSpPr>
            <p:spPr bwMode="auto">
              <a:xfrm>
                <a:off x="520151" y="4433008"/>
                <a:ext cx="1004876" cy="418392"/>
              </a:xfrm>
              <a:prstGeom prst="rect">
                <a:avLst/>
              </a:prstGeom>
              <a:noFill/>
              <a:ln>
                <a:noFill/>
              </a:ln>
              <a:effectLst/>
            </p:spPr>
            <p:txBody>
              <a:bodyPr>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spcBef>
                    <a:spcPct val="50000"/>
                  </a:spcBef>
                  <a:defRPr/>
                </a:pPr>
                <a:r>
                  <a:rPr lang="en-US" dirty="0"/>
                  <a:t>&gt; </a:t>
                </a:r>
                <a:r>
                  <a:rPr lang="en-US" dirty="0" err="1"/>
                  <a:t>Clk</a:t>
                </a:r>
                <a:endParaRPr lang="ru-RU" dirty="0"/>
              </a:p>
            </p:txBody>
          </p:sp>
          <p:sp>
            <p:nvSpPr>
              <p:cNvPr id="112" name="Text Box 65">
                <a:extLst>
                  <a:ext uri="{FF2B5EF4-FFF2-40B4-BE49-F238E27FC236}">
                    <a16:creationId xmlns:a16="http://schemas.microsoft.com/office/drawing/2014/main" id="{5835836B-22FC-4904-A793-4DE5300D98EE}"/>
                  </a:ext>
                </a:extLst>
              </p:cNvPr>
              <p:cNvSpPr txBox="1">
                <a:spLocks noChangeArrowheads="1"/>
              </p:cNvSpPr>
              <p:nvPr/>
            </p:nvSpPr>
            <p:spPr bwMode="auto">
              <a:xfrm>
                <a:off x="5816256" y="5124097"/>
                <a:ext cx="381000" cy="418392"/>
              </a:xfrm>
              <a:prstGeom prst="rect">
                <a:avLst/>
              </a:prstGeom>
              <a:noFill/>
              <a:ln>
                <a:noFill/>
              </a:ln>
              <a:effectLst/>
            </p:spPr>
            <p:txBody>
              <a:bodyPr>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spcBef>
                    <a:spcPct val="50000"/>
                  </a:spcBef>
                  <a:defRPr/>
                </a:pPr>
                <a:r>
                  <a:rPr lang="en-US" dirty="0"/>
                  <a:t>&gt;</a:t>
                </a:r>
                <a:endParaRPr lang="ru-RU" dirty="0"/>
              </a:p>
            </p:txBody>
          </p:sp>
          <p:sp>
            <p:nvSpPr>
              <p:cNvPr id="115" name="Text Box 64">
                <a:extLst>
                  <a:ext uri="{FF2B5EF4-FFF2-40B4-BE49-F238E27FC236}">
                    <a16:creationId xmlns:a16="http://schemas.microsoft.com/office/drawing/2014/main" id="{F7BE4AF3-2998-43B1-AD3F-976CAE9521EC}"/>
                  </a:ext>
                </a:extLst>
              </p:cNvPr>
              <p:cNvSpPr txBox="1">
                <a:spLocks noChangeArrowheads="1"/>
              </p:cNvSpPr>
              <p:nvPr/>
            </p:nvSpPr>
            <p:spPr bwMode="auto">
              <a:xfrm>
                <a:off x="3835400" y="1083409"/>
                <a:ext cx="657225" cy="418392"/>
              </a:xfrm>
              <a:prstGeom prst="rect">
                <a:avLst/>
              </a:prstGeom>
              <a:noFill/>
              <a:ln>
                <a:noFill/>
              </a:ln>
              <a:effectLst/>
            </p:spPr>
            <p:txBody>
              <a:bodyPr>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spcBef>
                    <a:spcPct val="50000"/>
                  </a:spcBef>
                  <a:defRPr/>
                </a:pPr>
                <a:r>
                  <a:rPr lang="en-US" dirty="0"/>
                  <a:t>CE</a:t>
                </a:r>
                <a:endParaRPr lang="ru-RU" dirty="0"/>
              </a:p>
            </p:txBody>
          </p:sp>
          <p:sp>
            <p:nvSpPr>
              <p:cNvPr id="123" name="Text Box 27">
                <a:extLst>
                  <a:ext uri="{FF2B5EF4-FFF2-40B4-BE49-F238E27FC236}">
                    <a16:creationId xmlns:a16="http://schemas.microsoft.com/office/drawing/2014/main" id="{20C4040E-C7B4-4E2E-B5CE-F2FF03D4162A}"/>
                  </a:ext>
                </a:extLst>
              </p:cNvPr>
              <p:cNvSpPr txBox="1">
                <a:spLocks noChangeArrowheads="1"/>
              </p:cNvSpPr>
              <p:nvPr/>
            </p:nvSpPr>
            <p:spPr bwMode="auto">
              <a:xfrm>
                <a:off x="5854604" y="1158675"/>
                <a:ext cx="565064" cy="418392"/>
              </a:xfrm>
              <a:prstGeom prst="rect">
                <a:avLst/>
              </a:prstGeom>
              <a:noFill/>
              <a:ln>
                <a:noFill/>
              </a:ln>
              <a:effectLst/>
            </p:spPr>
            <p:txBody>
              <a:bodyPr>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spcBef>
                    <a:spcPct val="50000"/>
                  </a:spcBef>
                  <a:defRPr/>
                </a:pPr>
                <a:r>
                  <a:rPr lang="en-US" dirty="0"/>
                  <a:t>En</a:t>
                </a:r>
                <a:endParaRPr lang="ru-RU" dirty="0"/>
              </a:p>
            </p:txBody>
          </p:sp>
          <p:sp>
            <p:nvSpPr>
              <p:cNvPr id="124" name="Text Box 27">
                <a:extLst>
                  <a:ext uri="{FF2B5EF4-FFF2-40B4-BE49-F238E27FC236}">
                    <a16:creationId xmlns:a16="http://schemas.microsoft.com/office/drawing/2014/main" id="{E60E5E8A-605D-4505-A0FD-A93453AFB9FD}"/>
                  </a:ext>
                </a:extLst>
              </p:cNvPr>
              <p:cNvSpPr txBox="1">
                <a:spLocks noChangeArrowheads="1"/>
              </p:cNvSpPr>
              <p:nvPr/>
            </p:nvSpPr>
            <p:spPr bwMode="auto">
              <a:xfrm>
                <a:off x="5863355" y="2319994"/>
                <a:ext cx="565064" cy="418392"/>
              </a:xfrm>
              <a:prstGeom prst="rect">
                <a:avLst/>
              </a:prstGeom>
              <a:noFill/>
              <a:ln>
                <a:noFill/>
              </a:ln>
              <a:effectLst/>
            </p:spPr>
            <p:txBody>
              <a:bodyPr>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spcBef>
                    <a:spcPct val="50000"/>
                  </a:spcBef>
                  <a:defRPr/>
                </a:pPr>
                <a:r>
                  <a:rPr lang="en-US" dirty="0"/>
                  <a:t>En</a:t>
                </a:r>
                <a:endParaRPr lang="ru-RU" dirty="0"/>
              </a:p>
            </p:txBody>
          </p:sp>
          <p:sp>
            <p:nvSpPr>
              <p:cNvPr id="126" name="Text Box 27">
                <a:extLst>
                  <a:ext uri="{FF2B5EF4-FFF2-40B4-BE49-F238E27FC236}">
                    <a16:creationId xmlns:a16="http://schemas.microsoft.com/office/drawing/2014/main" id="{14CFA81B-459F-4065-AFD2-6FA1AD4466F9}"/>
                  </a:ext>
                </a:extLst>
              </p:cNvPr>
              <p:cNvSpPr txBox="1">
                <a:spLocks noChangeArrowheads="1"/>
              </p:cNvSpPr>
              <p:nvPr/>
            </p:nvSpPr>
            <p:spPr bwMode="auto">
              <a:xfrm>
                <a:off x="5872163" y="4600150"/>
                <a:ext cx="565064" cy="418392"/>
              </a:xfrm>
              <a:prstGeom prst="rect">
                <a:avLst/>
              </a:prstGeom>
              <a:noFill/>
              <a:ln>
                <a:noFill/>
              </a:ln>
              <a:effectLst/>
            </p:spPr>
            <p:txBody>
              <a:bodyPr>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spcBef>
                    <a:spcPct val="50000"/>
                  </a:spcBef>
                  <a:defRPr/>
                </a:pPr>
                <a:r>
                  <a:rPr lang="en-US" dirty="0"/>
                  <a:t>En</a:t>
                </a:r>
                <a:endParaRPr lang="ru-RU" dirty="0"/>
              </a:p>
            </p:txBody>
          </p:sp>
        </p:grpSp>
        <p:cxnSp>
          <p:nvCxnSpPr>
            <p:cNvPr id="16390" name="Straight Connector 4">
              <a:extLst>
                <a:ext uri="{FF2B5EF4-FFF2-40B4-BE49-F238E27FC236}">
                  <a16:creationId xmlns:a16="http://schemas.microsoft.com/office/drawing/2014/main" id="{BCF2C7F4-9F89-73C1-3A9B-1DCBCFB82358}"/>
                </a:ext>
              </a:extLst>
            </p:cNvPr>
            <p:cNvCxnSpPr>
              <a:cxnSpLocks noChangeShapeType="1"/>
            </p:cNvCxnSpPr>
            <p:nvPr/>
          </p:nvCxnSpPr>
          <p:spPr bwMode="auto">
            <a:xfrm>
              <a:off x="4537667" y="1726747"/>
              <a:ext cx="1371600"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16391" name="Straight Connector 8">
              <a:extLst>
                <a:ext uri="{FF2B5EF4-FFF2-40B4-BE49-F238E27FC236}">
                  <a16:creationId xmlns:a16="http://schemas.microsoft.com/office/drawing/2014/main" id="{B2CE8763-16DC-8339-A44B-7793B19B0DDF}"/>
                </a:ext>
              </a:extLst>
            </p:cNvPr>
            <p:cNvCxnSpPr>
              <a:cxnSpLocks noChangeShapeType="1"/>
            </p:cNvCxnSpPr>
            <p:nvPr/>
          </p:nvCxnSpPr>
          <p:spPr bwMode="auto">
            <a:xfrm>
              <a:off x="4884080" y="1726747"/>
              <a:ext cx="0" cy="3108960"/>
            </a:xfrm>
            <a:prstGeom prst="line">
              <a:avLst/>
            </a:prstGeom>
            <a:noFill/>
            <a:ln w="28575" algn="ctr">
              <a:solidFill>
                <a:schemeClr val="tx1"/>
              </a:solidFill>
              <a:round/>
              <a:headEnd type="oval" w="med" len="med"/>
              <a:tailEnd/>
            </a:ln>
            <a:extLst>
              <a:ext uri="{909E8E84-426E-40DD-AFC4-6F175D3DCCD1}">
                <a14:hiddenFill xmlns:a14="http://schemas.microsoft.com/office/drawing/2010/main">
                  <a:noFill/>
                </a14:hiddenFill>
              </a:ext>
            </a:extLst>
          </p:spPr>
        </p:cxnSp>
        <p:cxnSp>
          <p:nvCxnSpPr>
            <p:cNvPr id="16392" name="Straight Connector 10">
              <a:extLst>
                <a:ext uri="{FF2B5EF4-FFF2-40B4-BE49-F238E27FC236}">
                  <a16:creationId xmlns:a16="http://schemas.microsoft.com/office/drawing/2014/main" id="{811FF323-858C-2DAA-8E29-71B646FE70CE}"/>
                </a:ext>
              </a:extLst>
            </p:cNvPr>
            <p:cNvCxnSpPr>
              <a:cxnSpLocks noChangeShapeType="1"/>
            </p:cNvCxnSpPr>
            <p:nvPr/>
          </p:nvCxnSpPr>
          <p:spPr bwMode="auto">
            <a:xfrm>
              <a:off x="4875613" y="4841875"/>
              <a:ext cx="1022978"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16393" name="Straight Connector 121">
              <a:extLst>
                <a:ext uri="{FF2B5EF4-FFF2-40B4-BE49-F238E27FC236}">
                  <a16:creationId xmlns:a16="http://schemas.microsoft.com/office/drawing/2014/main" id="{C9F84D6C-BB7F-7633-326D-020963BCAF61}"/>
                </a:ext>
              </a:extLst>
            </p:cNvPr>
            <p:cNvCxnSpPr>
              <a:cxnSpLocks noChangeShapeType="1"/>
            </p:cNvCxnSpPr>
            <p:nvPr/>
          </p:nvCxnSpPr>
          <p:spPr bwMode="auto">
            <a:xfrm>
              <a:off x="4886455" y="2799556"/>
              <a:ext cx="1022978" cy="0"/>
            </a:xfrm>
            <a:prstGeom prst="line">
              <a:avLst/>
            </a:prstGeom>
            <a:noFill/>
            <a:ln w="28575" algn="ctr">
              <a:solidFill>
                <a:schemeClr val="tx1"/>
              </a:solidFill>
              <a:round/>
              <a:headEnd type="oval" w="med" len="med"/>
              <a:tailEnd/>
            </a:ln>
            <a:extLst>
              <a:ext uri="{909E8E84-426E-40DD-AFC4-6F175D3DCCD1}">
                <a14:hiddenFill xmlns:a14="http://schemas.microsoft.com/office/drawing/2010/main">
                  <a:noFill/>
                </a14:hiddenFill>
              </a:ext>
            </a:extLst>
          </p:spPr>
        </p:cxn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4">
            <a:extLst>
              <a:ext uri="{FF2B5EF4-FFF2-40B4-BE49-F238E27FC236}">
                <a16:creationId xmlns:a16="http://schemas.microsoft.com/office/drawing/2014/main" id="{DAD88BA8-7E4C-051C-C73F-95E1A4D41821}"/>
              </a:ext>
            </a:extLst>
          </p:cNvPr>
          <p:cNvSpPr>
            <a:spLocks noGrp="1" noChangeArrowheads="1"/>
          </p:cNvSpPr>
          <p:nvPr>
            <p:ph type="title"/>
          </p:nvPr>
        </p:nvSpPr>
        <p:spPr/>
        <p:txBody>
          <a:bodyPr>
            <a:normAutofit/>
          </a:bodyPr>
          <a:lstStyle/>
          <a:p>
            <a:r>
              <a:rPr lang="en-US" altLang="en-US" sz="2700" dirty="0"/>
              <a:t>Description for 16-bit Register with Clock-Enable and Output-Enable</a:t>
            </a:r>
            <a:endParaRPr lang="ru-RU" altLang="en-US" sz="2700" dirty="0"/>
          </a:p>
        </p:txBody>
      </p:sp>
      <p:sp>
        <p:nvSpPr>
          <p:cNvPr id="17411" name="Text Box 5">
            <a:extLst>
              <a:ext uri="{FF2B5EF4-FFF2-40B4-BE49-F238E27FC236}">
                <a16:creationId xmlns:a16="http://schemas.microsoft.com/office/drawing/2014/main" id="{97B748F1-24B9-ADFD-C750-FA4416B42062}"/>
              </a:ext>
            </a:extLst>
          </p:cNvPr>
          <p:cNvSpPr txBox="1">
            <a:spLocks noChangeArrowheads="1"/>
          </p:cNvSpPr>
          <p:nvPr/>
        </p:nvSpPr>
        <p:spPr bwMode="auto">
          <a:xfrm>
            <a:off x="1889125" y="2249489"/>
            <a:ext cx="4724400" cy="3570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dirty="0">
                <a:solidFill>
                  <a:srgbClr val="0000FF"/>
                </a:solidFill>
              </a:rPr>
              <a:t>module</a:t>
            </a:r>
            <a:r>
              <a:rPr lang="en-US" altLang="en-US" dirty="0"/>
              <a:t> reg_16(</a:t>
            </a:r>
            <a:r>
              <a:rPr lang="en-US" altLang="en-US" dirty="0" err="1"/>
              <a:t>clk</a:t>
            </a:r>
            <a:r>
              <a:rPr lang="en-US" altLang="en-US" dirty="0"/>
              <a:t>, </a:t>
            </a:r>
            <a:r>
              <a:rPr lang="en-US" altLang="en-US" dirty="0" err="1"/>
              <a:t>clk_en</a:t>
            </a:r>
            <a:r>
              <a:rPr lang="en-US" altLang="en-US" dirty="0"/>
              <a:t>, </a:t>
            </a:r>
            <a:r>
              <a:rPr lang="en-US" altLang="en-US" dirty="0" err="1"/>
              <a:t>oe</a:t>
            </a:r>
            <a:r>
              <a:rPr lang="en-US" altLang="en-US" dirty="0"/>
              <a:t>, reset, </a:t>
            </a:r>
            <a:r>
              <a:rPr lang="en-US" altLang="en-US" dirty="0" err="1"/>
              <a:t>data,q</a:t>
            </a:r>
            <a:r>
              <a:rPr lang="en-US" altLang="en-US" dirty="0"/>
              <a:t>);</a:t>
            </a:r>
          </a:p>
          <a:p>
            <a:pPr eaLnBrk="1" hangingPunct="1"/>
            <a:r>
              <a:rPr lang="en-US" altLang="en-US" dirty="0"/>
              <a:t>	</a:t>
            </a:r>
            <a:r>
              <a:rPr lang="en-US" altLang="en-US" dirty="0">
                <a:solidFill>
                  <a:srgbClr val="0000FF"/>
                </a:solidFill>
              </a:rPr>
              <a:t>input</a:t>
            </a:r>
            <a:r>
              <a:rPr lang="en-US" altLang="en-US" dirty="0"/>
              <a:t> </a:t>
            </a:r>
            <a:r>
              <a:rPr lang="en-US" altLang="en-US" dirty="0" err="1"/>
              <a:t>clk</a:t>
            </a:r>
            <a:r>
              <a:rPr lang="en-US" altLang="en-US" dirty="0"/>
              <a:t>, </a:t>
            </a:r>
            <a:r>
              <a:rPr lang="en-US" altLang="en-US" dirty="0" err="1"/>
              <a:t>clk_en</a:t>
            </a:r>
            <a:r>
              <a:rPr lang="en-US" altLang="en-US" dirty="0"/>
              <a:t>, </a:t>
            </a:r>
            <a:r>
              <a:rPr lang="en-US" altLang="en-US" dirty="0" err="1"/>
              <a:t>oe</a:t>
            </a:r>
            <a:r>
              <a:rPr lang="en-US" altLang="en-US" dirty="0"/>
              <a:t>, reset;</a:t>
            </a:r>
          </a:p>
          <a:p>
            <a:pPr eaLnBrk="1" hangingPunct="1"/>
            <a:r>
              <a:rPr lang="en-US" altLang="en-US" dirty="0"/>
              <a:t>	</a:t>
            </a:r>
            <a:r>
              <a:rPr lang="en-US" altLang="en-US" dirty="0">
                <a:solidFill>
                  <a:srgbClr val="0000FF"/>
                </a:solidFill>
              </a:rPr>
              <a:t>input</a:t>
            </a:r>
            <a:r>
              <a:rPr lang="en-US" altLang="en-US" dirty="0"/>
              <a:t> [0:15] data;</a:t>
            </a:r>
          </a:p>
          <a:p>
            <a:pPr eaLnBrk="1" hangingPunct="1"/>
            <a:r>
              <a:rPr lang="en-US" altLang="en-US" dirty="0"/>
              <a:t>              </a:t>
            </a:r>
            <a:r>
              <a:rPr lang="en-US" altLang="en-US" dirty="0">
                <a:solidFill>
                  <a:srgbClr val="0000FF"/>
                </a:solidFill>
              </a:rPr>
              <a:t>output</a:t>
            </a:r>
            <a:r>
              <a:rPr lang="en-US" altLang="en-US" dirty="0"/>
              <a:t> [0:15] q;</a:t>
            </a:r>
          </a:p>
          <a:p>
            <a:pPr eaLnBrk="1" hangingPunct="1"/>
            <a:r>
              <a:rPr lang="en-US" altLang="en-US" dirty="0"/>
              <a:t>	</a:t>
            </a:r>
            <a:r>
              <a:rPr lang="en-US" altLang="en-US" dirty="0">
                <a:solidFill>
                  <a:srgbClr val="0000FF"/>
                </a:solidFill>
              </a:rPr>
              <a:t>reg</a:t>
            </a:r>
            <a:r>
              <a:rPr lang="en-US" altLang="en-US" dirty="0"/>
              <a:t> [0:15] </a:t>
            </a:r>
            <a:r>
              <a:rPr lang="en-US" altLang="en-US" dirty="0" err="1"/>
              <a:t>inter_q</a:t>
            </a:r>
            <a:r>
              <a:rPr lang="en-US" altLang="en-US" dirty="0"/>
              <a:t>;</a:t>
            </a:r>
          </a:p>
          <a:p>
            <a:pPr eaLnBrk="1" hangingPunct="1"/>
            <a:r>
              <a:rPr lang="en-US" altLang="en-US" dirty="0">
                <a:solidFill>
                  <a:srgbClr val="0000FF"/>
                </a:solidFill>
              </a:rPr>
              <a:t>always</a:t>
            </a:r>
            <a:r>
              <a:rPr lang="en-US" altLang="en-US" dirty="0"/>
              <a:t> @(posedge </a:t>
            </a:r>
            <a:r>
              <a:rPr lang="en-US" altLang="en-US" dirty="0" err="1"/>
              <a:t>clk</a:t>
            </a:r>
            <a:r>
              <a:rPr lang="en-US" altLang="en-US" dirty="0"/>
              <a:t> or </a:t>
            </a:r>
            <a:r>
              <a:rPr lang="en-US" altLang="en-US" dirty="0" err="1"/>
              <a:t>negedge</a:t>
            </a:r>
            <a:r>
              <a:rPr lang="en-US" altLang="en-US" dirty="0"/>
              <a:t> reset)</a:t>
            </a:r>
          </a:p>
          <a:p>
            <a:pPr eaLnBrk="1" hangingPunct="1"/>
            <a:r>
              <a:rPr lang="en-US" altLang="en-US" dirty="0"/>
              <a:t>	</a:t>
            </a:r>
            <a:r>
              <a:rPr lang="en-US" altLang="en-US" dirty="0">
                <a:solidFill>
                  <a:srgbClr val="0000FF"/>
                </a:solidFill>
              </a:rPr>
              <a:t>if(reset</a:t>
            </a:r>
            <a:r>
              <a:rPr lang="en-US" altLang="en-US" dirty="0"/>
              <a:t>==0) </a:t>
            </a:r>
            <a:r>
              <a:rPr lang="en-US" altLang="en-US" dirty="0" err="1"/>
              <a:t>inter_q</a:t>
            </a:r>
            <a:r>
              <a:rPr lang="en-US" altLang="en-US" dirty="0"/>
              <a:t>&lt;=16’b0;</a:t>
            </a:r>
          </a:p>
          <a:p>
            <a:pPr eaLnBrk="1" hangingPunct="1"/>
            <a:r>
              <a:rPr lang="en-US" altLang="en-US" dirty="0"/>
              <a:t>	</a:t>
            </a:r>
            <a:r>
              <a:rPr lang="en-US" altLang="en-US" dirty="0">
                <a:solidFill>
                  <a:srgbClr val="0000FF"/>
                </a:solidFill>
              </a:rPr>
              <a:t>else</a:t>
            </a:r>
            <a:r>
              <a:rPr lang="en-US" altLang="en-US" dirty="0"/>
              <a:t> if (</a:t>
            </a:r>
            <a:r>
              <a:rPr lang="en-US" altLang="en-US" dirty="0" err="1"/>
              <a:t>clk_en</a:t>
            </a:r>
            <a:r>
              <a:rPr lang="en-US" altLang="en-US" dirty="0"/>
              <a:t>==1) </a:t>
            </a:r>
            <a:r>
              <a:rPr lang="en-US" altLang="en-US" dirty="0" err="1"/>
              <a:t>inter_q</a:t>
            </a:r>
            <a:r>
              <a:rPr lang="en-US" altLang="en-US" dirty="0"/>
              <a:t>&lt;=data;</a:t>
            </a:r>
          </a:p>
          <a:p>
            <a:pPr eaLnBrk="1" hangingPunct="1"/>
            <a:r>
              <a:rPr lang="en-US" altLang="en-US" dirty="0"/>
              <a:t>	</a:t>
            </a:r>
            <a:r>
              <a:rPr lang="en-US" altLang="en-US" dirty="0">
                <a:solidFill>
                  <a:srgbClr val="0000FF"/>
                </a:solidFill>
              </a:rPr>
              <a:t>else</a:t>
            </a:r>
            <a:r>
              <a:rPr lang="en-US" altLang="en-US" dirty="0"/>
              <a:t> </a:t>
            </a:r>
            <a:r>
              <a:rPr lang="en-US" altLang="en-US" dirty="0" err="1"/>
              <a:t>inter_q</a:t>
            </a:r>
            <a:r>
              <a:rPr lang="en-US" altLang="en-US" dirty="0"/>
              <a:t>&lt;=</a:t>
            </a:r>
            <a:r>
              <a:rPr lang="en-US" altLang="en-US" dirty="0" err="1"/>
              <a:t>inter_q</a:t>
            </a:r>
            <a:r>
              <a:rPr lang="en-US" altLang="en-US" dirty="0"/>
              <a:t>; </a:t>
            </a:r>
          </a:p>
          <a:p>
            <a:pPr>
              <a:spcBef>
                <a:spcPts val="600"/>
              </a:spcBef>
              <a:spcAft>
                <a:spcPts val="600"/>
              </a:spcAft>
            </a:pPr>
            <a:r>
              <a:rPr lang="en-US" altLang="en-US" dirty="0">
                <a:solidFill>
                  <a:srgbClr val="0000FF"/>
                </a:solidFill>
              </a:rPr>
              <a:t>assign</a:t>
            </a:r>
            <a:r>
              <a:rPr lang="en-US" altLang="en-US" dirty="0"/>
              <a:t> q = (</a:t>
            </a:r>
            <a:r>
              <a:rPr lang="en-US" altLang="en-US" dirty="0" err="1"/>
              <a:t>oe</a:t>
            </a:r>
            <a:r>
              <a:rPr lang="en-US" altLang="en-US" dirty="0"/>
              <a:t>==0)? </a:t>
            </a:r>
            <a:r>
              <a:rPr lang="en-US" altLang="en-US" dirty="0" err="1"/>
              <a:t>inter_q</a:t>
            </a:r>
            <a:r>
              <a:rPr lang="en-US" altLang="en-US" dirty="0"/>
              <a:t>: 16’bz;</a:t>
            </a:r>
          </a:p>
          <a:p>
            <a:pPr eaLnBrk="1" hangingPunct="1"/>
            <a:r>
              <a:rPr lang="en-US" altLang="en-US" dirty="0" err="1">
                <a:solidFill>
                  <a:srgbClr val="0000FF"/>
                </a:solidFill>
              </a:rPr>
              <a:t>endmodule</a:t>
            </a:r>
            <a:endParaRPr lang="ru-RU" altLang="en-US" dirty="0">
              <a:solidFill>
                <a:srgbClr val="0000FF"/>
              </a:solidFill>
            </a:endParaRPr>
          </a:p>
        </p:txBody>
      </p:sp>
      <p:sp>
        <p:nvSpPr>
          <p:cNvPr id="17412" name="TextBox 4">
            <a:extLst>
              <a:ext uri="{FF2B5EF4-FFF2-40B4-BE49-F238E27FC236}">
                <a16:creationId xmlns:a16="http://schemas.microsoft.com/office/drawing/2014/main" id="{3A1FFC15-ABA6-692A-06F8-59FAECAB9115}"/>
              </a:ext>
            </a:extLst>
          </p:cNvPr>
          <p:cNvSpPr txBox="1">
            <a:spLocks noChangeArrowheads="1"/>
          </p:cNvSpPr>
          <p:nvPr/>
        </p:nvSpPr>
        <p:spPr bwMode="auto">
          <a:xfrm>
            <a:off x="6324600" y="2395539"/>
            <a:ext cx="4191000" cy="2586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solidFill>
                  <a:srgbClr val="0000FF"/>
                </a:solidFill>
              </a:rPr>
              <a:t>module</a:t>
            </a:r>
            <a:r>
              <a:rPr lang="en-US" altLang="en-US"/>
              <a:t> reg_16( </a:t>
            </a:r>
            <a:r>
              <a:rPr lang="en-US" altLang="en-US">
                <a:solidFill>
                  <a:srgbClr val="0033CC"/>
                </a:solidFill>
              </a:rPr>
              <a:t>input logic </a:t>
            </a:r>
            <a:r>
              <a:rPr lang="en-US" altLang="en-US"/>
              <a:t>clk, clk_en, oe, reset, </a:t>
            </a:r>
            <a:r>
              <a:rPr lang="en-US" altLang="en-US">
                <a:solidFill>
                  <a:srgbClr val="0033CC"/>
                </a:solidFill>
              </a:rPr>
              <a:t>input logic </a:t>
            </a:r>
            <a:r>
              <a:rPr lang="en-US" altLang="en-US"/>
              <a:t>[0:15] data, </a:t>
            </a:r>
            <a:br>
              <a:rPr lang="en-US" altLang="en-US"/>
            </a:br>
            <a:r>
              <a:rPr lang="en-US" altLang="en-US">
                <a:solidFill>
                  <a:srgbClr val="0033CC"/>
                </a:solidFill>
              </a:rPr>
              <a:t>output</a:t>
            </a:r>
            <a:r>
              <a:rPr lang="en-US" altLang="en-US"/>
              <a:t> </a:t>
            </a:r>
            <a:r>
              <a:rPr lang="en-US" altLang="en-US">
                <a:solidFill>
                  <a:srgbClr val="0033CC"/>
                </a:solidFill>
              </a:rPr>
              <a:t>logic</a:t>
            </a:r>
            <a:r>
              <a:rPr lang="en-US" altLang="en-US"/>
              <a:t> [0:15] q);</a:t>
            </a:r>
          </a:p>
          <a:p>
            <a:pPr eaLnBrk="1" hangingPunct="1"/>
            <a:r>
              <a:rPr lang="en-US" altLang="en-US">
                <a:solidFill>
                  <a:srgbClr val="0033CC"/>
                </a:solidFill>
              </a:rPr>
              <a:t>logic</a:t>
            </a:r>
            <a:r>
              <a:rPr lang="en-US" altLang="en-US"/>
              <a:t>[0:15] inter_q;</a:t>
            </a:r>
          </a:p>
          <a:p>
            <a:pPr eaLnBrk="1" hangingPunct="1"/>
            <a:r>
              <a:rPr lang="en-US" altLang="en-US"/>
              <a:t>always_ ff(posedge clk, negedge reset)</a:t>
            </a:r>
          </a:p>
          <a:p>
            <a:pPr eaLnBrk="1" hangingPunct="1"/>
            <a:r>
              <a:rPr lang="en-US" altLang="en-US">
                <a:solidFill>
                  <a:srgbClr val="0033CC"/>
                </a:solidFill>
              </a:rPr>
              <a:t>if</a:t>
            </a:r>
            <a:r>
              <a:rPr lang="en-US" altLang="en-US"/>
              <a:t> (!reset) inter_q&lt;=0;</a:t>
            </a:r>
          </a:p>
          <a:p>
            <a:pPr eaLnBrk="1" hangingPunct="1"/>
            <a:r>
              <a:rPr lang="en-US" altLang="en-US">
                <a:solidFill>
                  <a:srgbClr val="0033CC"/>
                </a:solidFill>
              </a:rPr>
              <a:t>else if </a:t>
            </a:r>
            <a:r>
              <a:rPr lang="en-US" altLang="en-US"/>
              <a:t>(clk_en) inter_q&lt;=data;</a:t>
            </a:r>
          </a:p>
          <a:p>
            <a:pPr eaLnBrk="1" hangingPunct="1"/>
            <a:r>
              <a:rPr lang="en-US" altLang="en-US">
                <a:solidFill>
                  <a:srgbClr val="0033CC"/>
                </a:solidFill>
              </a:rPr>
              <a:t>assign</a:t>
            </a:r>
            <a:r>
              <a:rPr lang="en-US" altLang="en-US"/>
              <a:t> q= !oe? inter_q:16’bz;</a:t>
            </a:r>
          </a:p>
          <a:p>
            <a:pPr eaLnBrk="1" hangingPunct="1"/>
            <a:r>
              <a:rPr lang="en-US" altLang="en-US">
                <a:solidFill>
                  <a:srgbClr val="0033CC"/>
                </a:solidFill>
              </a:rPr>
              <a:t>endmodule</a:t>
            </a:r>
            <a:endParaRPr lang="en-GB" altLang="en-US"/>
          </a:p>
        </p:txBody>
      </p:sp>
      <p:sp>
        <p:nvSpPr>
          <p:cNvPr id="17413" name="TextBox 5">
            <a:extLst>
              <a:ext uri="{FF2B5EF4-FFF2-40B4-BE49-F238E27FC236}">
                <a16:creationId xmlns:a16="http://schemas.microsoft.com/office/drawing/2014/main" id="{C6F7D0D1-D87D-BC44-12D2-E40EBF347E1A}"/>
              </a:ext>
            </a:extLst>
          </p:cNvPr>
          <p:cNvSpPr txBox="1">
            <a:spLocks noChangeArrowheads="1"/>
          </p:cNvSpPr>
          <p:nvPr/>
        </p:nvSpPr>
        <p:spPr bwMode="auto">
          <a:xfrm>
            <a:off x="6629400" y="1885950"/>
            <a:ext cx="23622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000" b="1">
                <a:solidFill>
                  <a:srgbClr val="FF0000"/>
                </a:solidFill>
              </a:rPr>
              <a:t>SystemVerilog</a:t>
            </a:r>
            <a:endParaRPr lang="en-GB" altLang="en-US" sz="2000" b="1">
              <a:solidFill>
                <a:srgbClr val="FF0000"/>
              </a:solidFill>
            </a:endParaRPr>
          </a:p>
        </p:txBody>
      </p:sp>
      <p:sp>
        <p:nvSpPr>
          <p:cNvPr id="17414" name="TextBox 6">
            <a:extLst>
              <a:ext uri="{FF2B5EF4-FFF2-40B4-BE49-F238E27FC236}">
                <a16:creationId xmlns:a16="http://schemas.microsoft.com/office/drawing/2014/main" id="{FF40F00E-26D7-3AC6-1A67-F53D76599ECD}"/>
              </a:ext>
            </a:extLst>
          </p:cNvPr>
          <p:cNvSpPr txBox="1">
            <a:spLocks noChangeArrowheads="1"/>
          </p:cNvSpPr>
          <p:nvPr/>
        </p:nvSpPr>
        <p:spPr bwMode="auto">
          <a:xfrm>
            <a:off x="2819400" y="1733550"/>
            <a:ext cx="13716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000" b="1">
                <a:solidFill>
                  <a:srgbClr val="FF0000"/>
                </a:solidFill>
              </a:rPr>
              <a:t>Verilog</a:t>
            </a:r>
            <a:endParaRPr lang="en-GB" altLang="en-US" sz="2000" b="1">
              <a:solidFill>
                <a:srgbClr val="FF0000"/>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Заголовок 1">
            <a:extLst>
              <a:ext uri="{FF2B5EF4-FFF2-40B4-BE49-F238E27FC236}">
                <a16:creationId xmlns:a16="http://schemas.microsoft.com/office/drawing/2014/main" id="{9F3EFFBE-6A8D-5EB6-46DF-B31A58CFD8D4}"/>
              </a:ext>
            </a:extLst>
          </p:cNvPr>
          <p:cNvSpPr>
            <a:spLocks noGrp="1" noChangeArrowheads="1"/>
          </p:cNvSpPr>
          <p:nvPr>
            <p:ph type="title"/>
          </p:nvPr>
        </p:nvSpPr>
        <p:spPr/>
        <p:txBody>
          <a:bodyPr/>
          <a:lstStyle/>
          <a:p>
            <a:r>
              <a:rPr lang="en-US" altLang="en-US"/>
              <a:t>8-bit Latch (IC 74x373)</a:t>
            </a:r>
            <a:endParaRPr lang="ru-RU" altLang="en-US"/>
          </a:p>
        </p:txBody>
      </p:sp>
      <p:grpSp>
        <p:nvGrpSpPr>
          <p:cNvPr id="18435" name="Group 109">
            <a:extLst>
              <a:ext uri="{FF2B5EF4-FFF2-40B4-BE49-F238E27FC236}">
                <a16:creationId xmlns:a16="http://schemas.microsoft.com/office/drawing/2014/main" id="{0D2BA1DF-7366-F7A0-EA49-F7693BC0EF3E}"/>
              </a:ext>
            </a:extLst>
          </p:cNvPr>
          <p:cNvGrpSpPr>
            <a:grpSpLocks/>
          </p:cNvGrpSpPr>
          <p:nvPr/>
        </p:nvGrpSpPr>
        <p:grpSpPr bwMode="auto">
          <a:xfrm>
            <a:off x="2252663" y="2006600"/>
            <a:ext cx="1981200" cy="2794000"/>
            <a:chOff x="696" y="1440"/>
            <a:chExt cx="1248" cy="1760"/>
          </a:xfrm>
        </p:grpSpPr>
        <p:sp>
          <p:nvSpPr>
            <p:cNvPr id="11269" name="Rectangle 71">
              <a:extLst>
                <a:ext uri="{FF2B5EF4-FFF2-40B4-BE49-F238E27FC236}">
                  <a16:creationId xmlns:a16="http://schemas.microsoft.com/office/drawing/2014/main" id="{810E6C01-B504-4288-84FC-2A14F1840B79}"/>
                </a:ext>
              </a:extLst>
            </p:cNvPr>
            <p:cNvSpPr>
              <a:spLocks noChangeArrowheads="1"/>
            </p:cNvSpPr>
            <p:nvPr/>
          </p:nvSpPr>
          <p:spPr bwMode="auto">
            <a:xfrm>
              <a:off x="936" y="1440"/>
              <a:ext cx="768" cy="1760"/>
            </a:xfrm>
            <a:prstGeom prst="rect">
              <a:avLst/>
            </a:prstGeom>
            <a:solidFill>
              <a:schemeClr val="accent1">
                <a:lumMod val="40000"/>
                <a:lumOff val="60000"/>
              </a:schemeClr>
            </a:solidFill>
            <a:ln w="22225">
              <a:solidFill>
                <a:schemeClr val="tx1"/>
              </a:solidFill>
              <a:miter lim="800000"/>
              <a:headEnd/>
              <a:tailEnd/>
            </a:ln>
          </p:spPr>
          <p:txBody>
            <a:bodyPr wrap="none" anchor="ctr"/>
            <a:lstStyle/>
            <a:p>
              <a:pPr eaLnBrk="1" hangingPunct="1">
                <a:defRPr/>
              </a:pPr>
              <a:endParaRPr lang="ru-RU"/>
            </a:p>
          </p:txBody>
        </p:sp>
        <p:sp>
          <p:nvSpPr>
            <p:cNvPr id="18438" name="Line 72">
              <a:extLst>
                <a:ext uri="{FF2B5EF4-FFF2-40B4-BE49-F238E27FC236}">
                  <a16:creationId xmlns:a16="http://schemas.microsoft.com/office/drawing/2014/main" id="{F8D5DB01-145E-D10C-CD2E-8049297CFDA5}"/>
                </a:ext>
              </a:extLst>
            </p:cNvPr>
            <p:cNvSpPr>
              <a:spLocks noChangeShapeType="1"/>
            </p:cNvSpPr>
            <p:nvPr/>
          </p:nvSpPr>
          <p:spPr bwMode="auto">
            <a:xfrm>
              <a:off x="696" y="1616"/>
              <a:ext cx="24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439" name="Line 73">
              <a:extLst>
                <a:ext uri="{FF2B5EF4-FFF2-40B4-BE49-F238E27FC236}">
                  <a16:creationId xmlns:a16="http://schemas.microsoft.com/office/drawing/2014/main" id="{BFCA5A91-BB0C-AFBA-7E90-ABBF32AF7849}"/>
                </a:ext>
              </a:extLst>
            </p:cNvPr>
            <p:cNvSpPr>
              <a:spLocks noChangeShapeType="1"/>
            </p:cNvSpPr>
            <p:nvPr/>
          </p:nvSpPr>
          <p:spPr bwMode="auto">
            <a:xfrm>
              <a:off x="696" y="1760"/>
              <a:ext cx="24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440" name="Line 74">
              <a:extLst>
                <a:ext uri="{FF2B5EF4-FFF2-40B4-BE49-F238E27FC236}">
                  <a16:creationId xmlns:a16="http://schemas.microsoft.com/office/drawing/2014/main" id="{FCB18187-0029-4C04-5C2C-6463B0AF678A}"/>
                </a:ext>
              </a:extLst>
            </p:cNvPr>
            <p:cNvSpPr>
              <a:spLocks noChangeShapeType="1"/>
            </p:cNvSpPr>
            <p:nvPr/>
          </p:nvSpPr>
          <p:spPr bwMode="auto">
            <a:xfrm>
              <a:off x="696" y="1952"/>
              <a:ext cx="24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441" name="Line 75">
              <a:extLst>
                <a:ext uri="{FF2B5EF4-FFF2-40B4-BE49-F238E27FC236}">
                  <a16:creationId xmlns:a16="http://schemas.microsoft.com/office/drawing/2014/main" id="{F50B438B-DB4E-7C2E-7C1A-62D66DD71288}"/>
                </a:ext>
              </a:extLst>
            </p:cNvPr>
            <p:cNvSpPr>
              <a:spLocks noChangeShapeType="1"/>
            </p:cNvSpPr>
            <p:nvPr/>
          </p:nvSpPr>
          <p:spPr bwMode="auto">
            <a:xfrm>
              <a:off x="696" y="2096"/>
              <a:ext cx="24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442" name="Line 76">
              <a:extLst>
                <a:ext uri="{FF2B5EF4-FFF2-40B4-BE49-F238E27FC236}">
                  <a16:creationId xmlns:a16="http://schemas.microsoft.com/office/drawing/2014/main" id="{79F1C47D-CC4D-DEE8-1BCC-B6BBA50C7586}"/>
                </a:ext>
              </a:extLst>
            </p:cNvPr>
            <p:cNvSpPr>
              <a:spLocks noChangeShapeType="1"/>
            </p:cNvSpPr>
            <p:nvPr/>
          </p:nvSpPr>
          <p:spPr bwMode="auto">
            <a:xfrm>
              <a:off x="696" y="2240"/>
              <a:ext cx="24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443" name="Line 77">
              <a:extLst>
                <a:ext uri="{FF2B5EF4-FFF2-40B4-BE49-F238E27FC236}">
                  <a16:creationId xmlns:a16="http://schemas.microsoft.com/office/drawing/2014/main" id="{90E864F3-A12D-51E5-9E6C-04FE11BD5E88}"/>
                </a:ext>
              </a:extLst>
            </p:cNvPr>
            <p:cNvSpPr>
              <a:spLocks noChangeShapeType="1"/>
            </p:cNvSpPr>
            <p:nvPr/>
          </p:nvSpPr>
          <p:spPr bwMode="auto">
            <a:xfrm>
              <a:off x="696" y="2384"/>
              <a:ext cx="24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444" name="Line 78">
              <a:extLst>
                <a:ext uri="{FF2B5EF4-FFF2-40B4-BE49-F238E27FC236}">
                  <a16:creationId xmlns:a16="http://schemas.microsoft.com/office/drawing/2014/main" id="{448763E0-412C-4774-38FF-C547D7FC210F}"/>
                </a:ext>
              </a:extLst>
            </p:cNvPr>
            <p:cNvSpPr>
              <a:spLocks noChangeShapeType="1"/>
            </p:cNvSpPr>
            <p:nvPr/>
          </p:nvSpPr>
          <p:spPr bwMode="auto">
            <a:xfrm>
              <a:off x="696" y="2528"/>
              <a:ext cx="24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445" name="Line 79">
              <a:extLst>
                <a:ext uri="{FF2B5EF4-FFF2-40B4-BE49-F238E27FC236}">
                  <a16:creationId xmlns:a16="http://schemas.microsoft.com/office/drawing/2014/main" id="{6AC56355-ADDD-D6B8-31AF-18B154700477}"/>
                </a:ext>
              </a:extLst>
            </p:cNvPr>
            <p:cNvSpPr>
              <a:spLocks noChangeShapeType="1"/>
            </p:cNvSpPr>
            <p:nvPr/>
          </p:nvSpPr>
          <p:spPr bwMode="auto">
            <a:xfrm>
              <a:off x="696" y="2672"/>
              <a:ext cx="24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446" name="Line 80">
              <a:extLst>
                <a:ext uri="{FF2B5EF4-FFF2-40B4-BE49-F238E27FC236}">
                  <a16:creationId xmlns:a16="http://schemas.microsoft.com/office/drawing/2014/main" id="{9130BF98-27A4-49CB-104E-4C2C9CDE77B1}"/>
                </a:ext>
              </a:extLst>
            </p:cNvPr>
            <p:cNvSpPr>
              <a:spLocks noChangeShapeType="1"/>
            </p:cNvSpPr>
            <p:nvPr/>
          </p:nvSpPr>
          <p:spPr bwMode="auto">
            <a:xfrm>
              <a:off x="696" y="2816"/>
              <a:ext cx="24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447" name="Line 81">
              <a:extLst>
                <a:ext uri="{FF2B5EF4-FFF2-40B4-BE49-F238E27FC236}">
                  <a16:creationId xmlns:a16="http://schemas.microsoft.com/office/drawing/2014/main" id="{38610D5F-EA7E-ACFD-2535-799A276337A5}"/>
                </a:ext>
              </a:extLst>
            </p:cNvPr>
            <p:cNvSpPr>
              <a:spLocks noChangeShapeType="1"/>
            </p:cNvSpPr>
            <p:nvPr/>
          </p:nvSpPr>
          <p:spPr bwMode="auto">
            <a:xfrm>
              <a:off x="696" y="2960"/>
              <a:ext cx="24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280" name="Oval 82">
              <a:extLst>
                <a:ext uri="{FF2B5EF4-FFF2-40B4-BE49-F238E27FC236}">
                  <a16:creationId xmlns:a16="http://schemas.microsoft.com/office/drawing/2014/main" id="{79899CB9-5D8F-4D57-8564-B09FD0E928E2}"/>
                </a:ext>
              </a:extLst>
            </p:cNvPr>
            <p:cNvSpPr>
              <a:spLocks noChangeArrowheads="1"/>
            </p:cNvSpPr>
            <p:nvPr/>
          </p:nvSpPr>
          <p:spPr bwMode="auto">
            <a:xfrm>
              <a:off x="848" y="1720"/>
              <a:ext cx="91" cy="91"/>
            </a:xfrm>
            <a:prstGeom prst="ellipse">
              <a:avLst/>
            </a:prstGeom>
            <a:solidFill>
              <a:schemeClr val="accent1">
                <a:lumMod val="40000"/>
                <a:lumOff val="60000"/>
              </a:schemeClr>
            </a:solidFill>
            <a:ln w="22225">
              <a:solidFill>
                <a:schemeClr val="tx1"/>
              </a:solidFill>
              <a:round/>
              <a:headEnd/>
              <a:tailEnd/>
            </a:ln>
          </p:spPr>
          <p:txBody>
            <a:bodyPr wrap="none" anchor="ctr"/>
            <a:lstStyle/>
            <a:p>
              <a:pPr eaLnBrk="1" hangingPunct="1">
                <a:defRPr/>
              </a:pPr>
              <a:endParaRPr lang="ru-RU"/>
            </a:p>
          </p:txBody>
        </p:sp>
        <p:sp>
          <p:nvSpPr>
            <p:cNvPr id="18449" name="Line 83">
              <a:extLst>
                <a:ext uri="{FF2B5EF4-FFF2-40B4-BE49-F238E27FC236}">
                  <a16:creationId xmlns:a16="http://schemas.microsoft.com/office/drawing/2014/main" id="{45BC4416-6B65-6D20-213A-07858840F7A0}"/>
                </a:ext>
              </a:extLst>
            </p:cNvPr>
            <p:cNvSpPr>
              <a:spLocks noChangeShapeType="1"/>
            </p:cNvSpPr>
            <p:nvPr/>
          </p:nvSpPr>
          <p:spPr bwMode="auto">
            <a:xfrm>
              <a:off x="1704" y="1944"/>
              <a:ext cx="24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450" name="Line 84">
              <a:extLst>
                <a:ext uri="{FF2B5EF4-FFF2-40B4-BE49-F238E27FC236}">
                  <a16:creationId xmlns:a16="http://schemas.microsoft.com/office/drawing/2014/main" id="{2CF9216C-2DDA-6ABE-6BFE-B996DFE6D895}"/>
                </a:ext>
              </a:extLst>
            </p:cNvPr>
            <p:cNvSpPr>
              <a:spLocks noChangeShapeType="1"/>
            </p:cNvSpPr>
            <p:nvPr/>
          </p:nvSpPr>
          <p:spPr bwMode="auto">
            <a:xfrm>
              <a:off x="1704" y="2104"/>
              <a:ext cx="24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451" name="Line 85">
              <a:extLst>
                <a:ext uri="{FF2B5EF4-FFF2-40B4-BE49-F238E27FC236}">
                  <a16:creationId xmlns:a16="http://schemas.microsoft.com/office/drawing/2014/main" id="{9FF0CDA0-19BB-4A47-D7E7-67EB39EA3F9C}"/>
                </a:ext>
              </a:extLst>
            </p:cNvPr>
            <p:cNvSpPr>
              <a:spLocks noChangeShapeType="1"/>
            </p:cNvSpPr>
            <p:nvPr/>
          </p:nvSpPr>
          <p:spPr bwMode="auto">
            <a:xfrm>
              <a:off x="1704" y="2240"/>
              <a:ext cx="24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452" name="Line 86">
              <a:extLst>
                <a:ext uri="{FF2B5EF4-FFF2-40B4-BE49-F238E27FC236}">
                  <a16:creationId xmlns:a16="http://schemas.microsoft.com/office/drawing/2014/main" id="{5A0F8C20-1F0A-38FF-7E77-151C0F1CBA50}"/>
                </a:ext>
              </a:extLst>
            </p:cNvPr>
            <p:cNvSpPr>
              <a:spLocks noChangeShapeType="1"/>
            </p:cNvSpPr>
            <p:nvPr/>
          </p:nvSpPr>
          <p:spPr bwMode="auto">
            <a:xfrm>
              <a:off x="1704" y="2384"/>
              <a:ext cx="24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453" name="Line 87">
              <a:extLst>
                <a:ext uri="{FF2B5EF4-FFF2-40B4-BE49-F238E27FC236}">
                  <a16:creationId xmlns:a16="http://schemas.microsoft.com/office/drawing/2014/main" id="{4D15692A-D3A3-34FC-68CE-1CE97B07B9B2}"/>
                </a:ext>
              </a:extLst>
            </p:cNvPr>
            <p:cNvSpPr>
              <a:spLocks noChangeShapeType="1"/>
            </p:cNvSpPr>
            <p:nvPr/>
          </p:nvSpPr>
          <p:spPr bwMode="auto">
            <a:xfrm>
              <a:off x="1704" y="2520"/>
              <a:ext cx="24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454" name="Line 88">
              <a:extLst>
                <a:ext uri="{FF2B5EF4-FFF2-40B4-BE49-F238E27FC236}">
                  <a16:creationId xmlns:a16="http://schemas.microsoft.com/office/drawing/2014/main" id="{4532A110-E6F1-0DC4-FA66-AE273E26BA8C}"/>
                </a:ext>
              </a:extLst>
            </p:cNvPr>
            <p:cNvSpPr>
              <a:spLocks noChangeShapeType="1"/>
            </p:cNvSpPr>
            <p:nvPr/>
          </p:nvSpPr>
          <p:spPr bwMode="auto">
            <a:xfrm>
              <a:off x="1704" y="2680"/>
              <a:ext cx="24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455" name="Line 89">
              <a:extLst>
                <a:ext uri="{FF2B5EF4-FFF2-40B4-BE49-F238E27FC236}">
                  <a16:creationId xmlns:a16="http://schemas.microsoft.com/office/drawing/2014/main" id="{49B9C172-D354-2BAE-AD08-2100D4128CCB}"/>
                </a:ext>
              </a:extLst>
            </p:cNvPr>
            <p:cNvSpPr>
              <a:spLocks noChangeShapeType="1"/>
            </p:cNvSpPr>
            <p:nvPr/>
          </p:nvSpPr>
          <p:spPr bwMode="auto">
            <a:xfrm>
              <a:off x="1704" y="2816"/>
              <a:ext cx="24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456" name="Line 90">
              <a:extLst>
                <a:ext uri="{FF2B5EF4-FFF2-40B4-BE49-F238E27FC236}">
                  <a16:creationId xmlns:a16="http://schemas.microsoft.com/office/drawing/2014/main" id="{5515A579-969E-E50F-B274-E9495AF07742}"/>
                </a:ext>
              </a:extLst>
            </p:cNvPr>
            <p:cNvSpPr>
              <a:spLocks noChangeShapeType="1"/>
            </p:cNvSpPr>
            <p:nvPr/>
          </p:nvSpPr>
          <p:spPr bwMode="auto">
            <a:xfrm>
              <a:off x="1704" y="2960"/>
              <a:ext cx="24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457" name="Text Box 91">
              <a:extLst>
                <a:ext uri="{FF2B5EF4-FFF2-40B4-BE49-F238E27FC236}">
                  <a16:creationId xmlns:a16="http://schemas.microsoft.com/office/drawing/2014/main" id="{B818B5C7-D8E3-5CF0-5C31-16321406BB9E}"/>
                </a:ext>
              </a:extLst>
            </p:cNvPr>
            <p:cNvSpPr txBox="1">
              <a:spLocks noChangeArrowheads="1"/>
            </p:cNvSpPr>
            <p:nvPr/>
          </p:nvSpPr>
          <p:spPr bwMode="auto">
            <a:xfrm>
              <a:off x="980" y="1504"/>
              <a:ext cx="48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C</a:t>
              </a:r>
              <a:endParaRPr lang="ru-RU" altLang="en-US"/>
            </a:p>
          </p:txBody>
        </p:sp>
        <p:sp>
          <p:nvSpPr>
            <p:cNvPr id="18458" name="Text Box 92">
              <a:extLst>
                <a:ext uri="{FF2B5EF4-FFF2-40B4-BE49-F238E27FC236}">
                  <a16:creationId xmlns:a16="http://schemas.microsoft.com/office/drawing/2014/main" id="{670849D8-4918-6906-AF0F-BF27E462B988}"/>
                </a:ext>
              </a:extLst>
            </p:cNvPr>
            <p:cNvSpPr txBox="1">
              <a:spLocks noChangeArrowheads="1"/>
            </p:cNvSpPr>
            <p:nvPr/>
          </p:nvSpPr>
          <p:spPr bwMode="auto">
            <a:xfrm>
              <a:off x="984" y="1656"/>
              <a:ext cx="33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OE</a:t>
              </a:r>
              <a:endParaRPr lang="ru-RU" altLang="en-US"/>
            </a:p>
          </p:txBody>
        </p:sp>
        <p:sp>
          <p:nvSpPr>
            <p:cNvPr id="18459" name="Text Box 93">
              <a:extLst>
                <a:ext uri="{FF2B5EF4-FFF2-40B4-BE49-F238E27FC236}">
                  <a16:creationId xmlns:a16="http://schemas.microsoft.com/office/drawing/2014/main" id="{097BDC89-2A41-8402-C4B2-ACF052CBDC80}"/>
                </a:ext>
              </a:extLst>
            </p:cNvPr>
            <p:cNvSpPr txBox="1">
              <a:spLocks noChangeArrowheads="1"/>
            </p:cNvSpPr>
            <p:nvPr/>
          </p:nvSpPr>
          <p:spPr bwMode="auto">
            <a:xfrm>
              <a:off x="984" y="1848"/>
              <a:ext cx="33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D0</a:t>
              </a:r>
              <a:endParaRPr lang="ru-RU" altLang="en-US"/>
            </a:p>
          </p:txBody>
        </p:sp>
        <p:sp>
          <p:nvSpPr>
            <p:cNvPr id="18460" name="Text Box 94">
              <a:extLst>
                <a:ext uri="{FF2B5EF4-FFF2-40B4-BE49-F238E27FC236}">
                  <a16:creationId xmlns:a16="http://schemas.microsoft.com/office/drawing/2014/main" id="{95E04AE8-30DB-C67C-3638-3514B927FE17}"/>
                </a:ext>
              </a:extLst>
            </p:cNvPr>
            <p:cNvSpPr txBox="1">
              <a:spLocks noChangeArrowheads="1"/>
            </p:cNvSpPr>
            <p:nvPr/>
          </p:nvSpPr>
          <p:spPr bwMode="auto">
            <a:xfrm>
              <a:off x="984" y="1992"/>
              <a:ext cx="33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D1</a:t>
              </a:r>
              <a:endParaRPr lang="ru-RU" altLang="en-US"/>
            </a:p>
          </p:txBody>
        </p:sp>
        <p:sp>
          <p:nvSpPr>
            <p:cNvPr id="18461" name="Text Box 95">
              <a:extLst>
                <a:ext uri="{FF2B5EF4-FFF2-40B4-BE49-F238E27FC236}">
                  <a16:creationId xmlns:a16="http://schemas.microsoft.com/office/drawing/2014/main" id="{51387298-C737-80E6-9390-14D570AB9035}"/>
                </a:ext>
              </a:extLst>
            </p:cNvPr>
            <p:cNvSpPr txBox="1">
              <a:spLocks noChangeArrowheads="1"/>
            </p:cNvSpPr>
            <p:nvPr/>
          </p:nvSpPr>
          <p:spPr bwMode="auto">
            <a:xfrm>
              <a:off x="984" y="2144"/>
              <a:ext cx="33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D2</a:t>
              </a:r>
              <a:endParaRPr lang="ru-RU" altLang="en-US"/>
            </a:p>
          </p:txBody>
        </p:sp>
        <p:sp>
          <p:nvSpPr>
            <p:cNvPr id="18462" name="Text Box 96">
              <a:extLst>
                <a:ext uri="{FF2B5EF4-FFF2-40B4-BE49-F238E27FC236}">
                  <a16:creationId xmlns:a16="http://schemas.microsoft.com/office/drawing/2014/main" id="{3D06DDF4-9DEB-BA28-85C8-9C3FD7C2AF1B}"/>
                </a:ext>
              </a:extLst>
            </p:cNvPr>
            <p:cNvSpPr txBox="1">
              <a:spLocks noChangeArrowheads="1"/>
            </p:cNvSpPr>
            <p:nvPr/>
          </p:nvSpPr>
          <p:spPr bwMode="auto">
            <a:xfrm>
              <a:off x="984" y="2288"/>
              <a:ext cx="33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D3</a:t>
              </a:r>
              <a:endParaRPr lang="ru-RU" altLang="en-US"/>
            </a:p>
          </p:txBody>
        </p:sp>
        <p:sp>
          <p:nvSpPr>
            <p:cNvPr id="18463" name="Text Box 97">
              <a:extLst>
                <a:ext uri="{FF2B5EF4-FFF2-40B4-BE49-F238E27FC236}">
                  <a16:creationId xmlns:a16="http://schemas.microsoft.com/office/drawing/2014/main" id="{2425F42B-E8B9-77FB-0323-CA57918257F1}"/>
                </a:ext>
              </a:extLst>
            </p:cNvPr>
            <p:cNvSpPr txBox="1">
              <a:spLocks noChangeArrowheads="1"/>
            </p:cNvSpPr>
            <p:nvPr/>
          </p:nvSpPr>
          <p:spPr bwMode="auto">
            <a:xfrm>
              <a:off x="984" y="2424"/>
              <a:ext cx="33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D4</a:t>
              </a:r>
              <a:endParaRPr lang="ru-RU" altLang="en-US"/>
            </a:p>
          </p:txBody>
        </p:sp>
        <p:sp>
          <p:nvSpPr>
            <p:cNvPr id="18464" name="Text Box 98">
              <a:extLst>
                <a:ext uri="{FF2B5EF4-FFF2-40B4-BE49-F238E27FC236}">
                  <a16:creationId xmlns:a16="http://schemas.microsoft.com/office/drawing/2014/main" id="{2C60D883-443F-CDC8-B5FC-1CBEAC4ABD68}"/>
                </a:ext>
              </a:extLst>
            </p:cNvPr>
            <p:cNvSpPr txBox="1">
              <a:spLocks noChangeArrowheads="1"/>
            </p:cNvSpPr>
            <p:nvPr/>
          </p:nvSpPr>
          <p:spPr bwMode="auto">
            <a:xfrm>
              <a:off x="984" y="2592"/>
              <a:ext cx="33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D5</a:t>
              </a:r>
              <a:endParaRPr lang="ru-RU" altLang="en-US"/>
            </a:p>
          </p:txBody>
        </p:sp>
        <p:sp>
          <p:nvSpPr>
            <p:cNvPr id="18465" name="Text Box 99">
              <a:extLst>
                <a:ext uri="{FF2B5EF4-FFF2-40B4-BE49-F238E27FC236}">
                  <a16:creationId xmlns:a16="http://schemas.microsoft.com/office/drawing/2014/main" id="{EB1652B6-3D44-28C1-44B8-80BEEBF5218B}"/>
                </a:ext>
              </a:extLst>
            </p:cNvPr>
            <p:cNvSpPr txBox="1">
              <a:spLocks noChangeArrowheads="1"/>
            </p:cNvSpPr>
            <p:nvPr/>
          </p:nvSpPr>
          <p:spPr bwMode="auto">
            <a:xfrm>
              <a:off x="984" y="2720"/>
              <a:ext cx="33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D6</a:t>
              </a:r>
              <a:endParaRPr lang="ru-RU" altLang="en-US"/>
            </a:p>
          </p:txBody>
        </p:sp>
        <p:sp>
          <p:nvSpPr>
            <p:cNvPr id="18466" name="Text Box 100">
              <a:extLst>
                <a:ext uri="{FF2B5EF4-FFF2-40B4-BE49-F238E27FC236}">
                  <a16:creationId xmlns:a16="http://schemas.microsoft.com/office/drawing/2014/main" id="{66D84E56-4198-DFE0-687B-6A3D2DFA3E02}"/>
                </a:ext>
              </a:extLst>
            </p:cNvPr>
            <p:cNvSpPr txBox="1">
              <a:spLocks noChangeArrowheads="1"/>
            </p:cNvSpPr>
            <p:nvPr/>
          </p:nvSpPr>
          <p:spPr bwMode="auto">
            <a:xfrm>
              <a:off x="984" y="2856"/>
              <a:ext cx="33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D7</a:t>
              </a:r>
              <a:endParaRPr lang="ru-RU" altLang="en-US"/>
            </a:p>
          </p:txBody>
        </p:sp>
        <p:sp>
          <p:nvSpPr>
            <p:cNvPr id="18467" name="Text Box 101">
              <a:extLst>
                <a:ext uri="{FF2B5EF4-FFF2-40B4-BE49-F238E27FC236}">
                  <a16:creationId xmlns:a16="http://schemas.microsoft.com/office/drawing/2014/main" id="{49162144-56D7-6D5F-4A8C-E9A50AE58A47}"/>
                </a:ext>
              </a:extLst>
            </p:cNvPr>
            <p:cNvSpPr txBox="1">
              <a:spLocks noChangeArrowheads="1"/>
            </p:cNvSpPr>
            <p:nvPr/>
          </p:nvSpPr>
          <p:spPr bwMode="auto">
            <a:xfrm>
              <a:off x="1408" y="1824"/>
              <a:ext cx="33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Q0</a:t>
              </a:r>
              <a:endParaRPr lang="ru-RU" altLang="en-US"/>
            </a:p>
          </p:txBody>
        </p:sp>
        <p:sp>
          <p:nvSpPr>
            <p:cNvPr id="18468" name="Text Box 102">
              <a:extLst>
                <a:ext uri="{FF2B5EF4-FFF2-40B4-BE49-F238E27FC236}">
                  <a16:creationId xmlns:a16="http://schemas.microsoft.com/office/drawing/2014/main" id="{5E01B6A6-6EFE-1F09-1C07-37C8747B2F95}"/>
                </a:ext>
              </a:extLst>
            </p:cNvPr>
            <p:cNvSpPr txBox="1">
              <a:spLocks noChangeArrowheads="1"/>
            </p:cNvSpPr>
            <p:nvPr/>
          </p:nvSpPr>
          <p:spPr bwMode="auto">
            <a:xfrm>
              <a:off x="1408" y="1968"/>
              <a:ext cx="33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Q1</a:t>
              </a:r>
              <a:endParaRPr lang="ru-RU" altLang="en-US"/>
            </a:p>
          </p:txBody>
        </p:sp>
        <p:sp>
          <p:nvSpPr>
            <p:cNvPr id="18469" name="Text Box 103">
              <a:extLst>
                <a:ext uri="{FF2B5EF4-FFF2-40B4-BE49-F238E27FC236}">
                  <a16:creationId xmlns:a16="http://schemas.microsoft.com/office/drawing/2014/main" id="{D3F7E993-1455-746A-8A52-7A46FBB069CA}"/>
                </a:ext>
              </a:extLst>
            </p:cNvPr>
            <p:cNvSpPr txBox="1">
              <a:spLocks noChangeArrowheads="1"/>
            </p:cNvSpPr>
            <p:nvPr/>
          </p:nvSpPr>
          <p:spPr bwMode="auto">
            <a:xfrm>
              <a:off x="1408" y="2120"/>
              <a:ext cx="33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Q2</a:t>
              </a:r>
              <a:endParaRPr lang="ru-RU" altLang="en-US"/>
            </a:p>
          </p:txBody>
        </p:sp>
        <p:sp>
          <p:nvSpPr>
            <p:cNvPr id="18470" name="Text Box 104">
              <a:extLst>
                <a:ext uri="{FF2B5EF4-FFF2-40B4-BE49-F238E27FC236}">
                  <a16:creationId xmlns:a16="http://schemas.microsoft.com/office/drawing/2014/main" id="{6CBF6FE1-FFC0-BCE5-6678-900BBFA36A8F}"/>
                </a:ext>
              </a:extLst>
            </p:cNvPr>
            <p:cNvSpPr txBox="1">
              <a:spLocks noChangeArrowheads="1"/>
            </p:cNvSpPr>
            <p:nvPr/>
          </p:nvSpPr>
          <p:spPr bwMode="auto">
            <a:xfrm>
              <a:off x="1408" y="2256"/>
              <a:ext cx="33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Q3</a:t>
              </a:r>
              <a:endParaRPr lang="ru-RU" altLang="en-US"/>
            </a:p>
          </p:txBody>
        </p:sp>
        <p:sp>
          <p:nvSpPr>
            <p:cNvPr id="18471" name="Text Box 105">
              <a:extLst>
                <a:ext uri="{FF2B5EF4-FFF2-40B4-BE49-F238E27FC236}">
                  <a16:creationId xmlns:a16="http://schemas.microsoft.com/office/drawing/2014/main" id="{550D2562-A225-B46A-4971-06EDBD8B66DB}"/>
                </a:ext>
              </a:extLst>
            </p:cNvPr>
            <p:cNvSpPr txBox="1">
              <a:spLocks noChangeArrowheads="1"/>
            </p:cNvSpPr>
            <p:nvPr/>
          </p:nvSpPr>
          <p:spPr bwMode="auto">
            <a:xfrm>
              <a:off x="1416" y="2400"/>
              <a:ext cx="33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Q4</a:t>
              </a:r>
              <a:endParaRPr lang="ru-RU" altLang="en-US"/>
            </a:p>
          </p:txBody>
        </p:sp>
        <p:sp>
          <p:nvSpPr>
            <p:cNvPr id="18472" name="Text Box 106">
              <a:extLst>
                <a:ext uri="{FF2B5EF4-FFF2-40B4-BE49-F238E27FC236}">
                  <a16:creationId xmlns:a16="http://schemas.microsoft.com/office/drawing/2014/main" id="{5A6BFF00-958E-798B-A06F-1DB3B85E0CEF}"/>
                </a:ext>
              </a:extLst>
            </p:cNvPr>
            <p:cNvSpPr txBox="1">
              <a:spLocks noChangeArrowheads="1"/>
            </p:cNvSpPr>
            <p:nvPr/>
          </p:nvSpPr>
          <p:spPr bwMode="auto">
            <a:xfrm>
              <a:off x="1416" y="2544"/>
              <a:ext cx="33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Q5</a:t>
              </a:r>
              <a:endParaRPr lang="ru-RU" altLang="en-US"/>
            </a:p>
          </p:txBody>
        </p:sp>
        <p:sp>
          <p:nvSpPr>
            <p:cNvPr id="18473" name="Text Box 107">
              <a:extLst>
                <a:ext uri="{FF2B5EF4-FFF2-40B4-BE49-F238E27FC236}">
                  <a16:creationId xmlns:a16="http://schemas.microsoft.com/office/drawing/2014/main" id="{0B049BD8-0FE1-43E7-85DE-41232974C6CF}"/>
                </a:ext>
              </a:extLst>
            </p:cNvPr>
            <p:cNvSpPr txBox="1">
              <a:spLocks noChangeArrowheads="1"/>
            </p:cNvSpPr>
            <p:nvPr/>
          </p:nvSpPr>
          <p:spPr bwMode="auto">
            <a:xfrm>
              <a:off x="1416" y="2688"/>
              <a:ext cx="33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Q6</a:t>
              </a:r>
              <a:endParaRPr lang="ru-RU" altLang="en-US"/>
            </a:p>
          </p:txBody>
        </p:sp>
        <p:sp>
          <p:nvSpPr>
            <p:cNvPr id="18474" name="Text Box 108">
              <a:extLst>
                <a:ext uri="{FF2B5EF4-FFF2-40B4-BE49-F238E27FC236}">
                  <a16:creationId xmlns:a16="http://schemas.microsoft.com/office/drawing/2014/main" id="{0793999A-BFCF-EE77-34E4-4A34D511201A}"/>
                </a:ext>
              </a:extLst>
            </p:cNvPr>
            <p:cNvSpPr txBox="1">
              <a:spLocks noChangeArrowheads="1"/>
            </p:cNvSpPr>
            <p:nvPr/>
          </p:nvSpPr>
          <p:spPr bwMode="auto">
            <a:xfrm>
              <a:off x="1416" y="2832"/>
              <a:ext cx="33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Q7</a:t>
              </a:r>
              <a:endParaRPr lang="ru-RU" altLang="en-US"/>
            </a:p>
          </p:txBody>
        </p:sp>
      </p:grpSp>
      <p:grpSp>
        <p:nvGrpSpPr>
          <p:cNvPr id="3" name="Группа 42">
            <a:extLst>
              <a:ext uri="{FF2B5EF4-FFF2-40B4-BE49-F238E27FC236}">
                <a16:creationId xmlns:a16="http://schemas.microsoft.com/office/drawing/2014/main" id="{8FF6FB08-F925-4C4E-BAFF-9CD93DC466FD}"/>
              </a:ext>
            </a:extLst>
          </p:cNvPr>
          <p:cNvGrpSpPr/>
          <p:nvPr/>
        </p:nvGrpSpPr>
        <p:grpSpPr>
          <a:xfrm>
            <a:off x="5538537" y="1204043"/>
            <a:ext cx="4673600" cy="4461279"/>
            <a:chOff x="3813175" y="762000"/>
            <a:chExt cx="5178425" cy="5053892"/>
          </a:xfrm>
          <a:solidFill>
            <a:schemeClr val="accent1"/>
          </a:solidFill>
        </p:grpSpPr>
        <p:sp>
          <p:nvSpPr>
            <p:cNvPr id="44" name="Text Box 6">
              <a:extLst>
                <a:ext uri="{FF2B5EF4-FFF2-40B4-BE49-F238E27FC236}">
                  <a16:creationId xmlns:a16="http://schemas.microsoft.com/office/drawing/2014/main" id="{1CA57EFD-4247-4F52-8F87-D83B0FC31026}"/>
                </a:ext>
              </a:extLst>
            </p:cNvPr>
            <p:cNvSpPr txBox="1">
              <a:spLocks noChangeArrowheads="1"/>
            </p:cNvSpPr>
            <p:nvPr/>
          </p:nvSpPr>
          <p:spPr bwMode="auto">
            <a:xfrm>
              <a:off x="8334375" y="1765300"/>
              <a:ext cx="657225" cy="418392"/>
            </a:xfrm>
            <a:prstGeom prst="rect">
              <a:avLst/>
            </a:prstGeom>
            <a:noFill/>
            <a:ln>
              <a:noFill/>
            </a:ln>
            <a:effectLst/>
          </p:spPr>
          <p:txBody>
            <a:bodyPr>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spcBef>
                  <a:spcPct val="50000"/>
                </a:spcBef>
                <a:defRPr/>
              </a:pPr>
              <a:r>
                <a:rPr lang="en-US" dirty="0"/>
                <a:t>Q0</a:t>
              </a:r>
              <a:endParaRPr lang="ru-RU" dirty="0"/>
            </a:p>
          </p:txBody>
        </p:sp>
        <p:sp>
          <p:nvSpPr>
            <p:cNvPr id="45" name="Text Box 7">
              <a:extLst>
                <a:ext uri="{FF2B5EF4-FFF2-40B4-BE49-F238E27FC236}">
                  <a16:creationId xmlns:a16="http://schemas.microsoft.com/office/drawing/2014/main" id="{84DA54FD-EC97-44DE-83E0-2BAF091CBD2B}"/>
                </a:ext>
              </a:extLst>
            </p:cNvPr>
            <p:cNvSpPr txBox="1">
              <a:spLocks noChangeArrowheads="1"/>
            </p:cNvSpPr>
            <p:nvPr/>
          </p:nvSpPr>
          <p:spPr bwMode="auto">
            <a:xfrm>
              <a:off x="8321675" y="2971799"/>
              <a:ext cx="657225" cy="418392"/>
            </a:xfrm>
            <a:prstGeom prst="rect">
              <a:avLst/>
            </a:prstGeom>
            <a:noFill/>
            <a:ln>
              <a:noFill/>
            </a:ln>
            <a:effectLst/>
          </p:spPr>
          <p:txBody>
            <a:bodyPr>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spcBef>
                  <a:spcPct val="50000"/>
                </a:spcBef>
                <a:defRPr/>
              </a:pPr>
              <a:r>
                <a:rPr lang="en-US" dirty="0"/>
                <a:t>Q1</a:t>
              </a:r>
              <a:endParaRPr lang="ru-RU" dirty="0"/>
            </a:p>
          </p:txBody>
        </p:sp>
        <p:sp>
          <p:nvSpPr>
            <p:cNvPr id="46" name="Text Box 8">
              <a:extLst>
                <a:ext uri="{FF2B5EF4-FFF2-40B4-BE49-F238E27FC236}">
                  <a16:creationId xmlns:a16="http://schemas.microsoft.com/office/drawing/2014/main" id="{516B31D2-CA61-4E0C-BBFA-2E6C77B3FD45}"/>
                </a:ext>
              </a:extLst>
            </p:cNvPr>
            <p:cNvSpPr txBox="1">
              <a:spLocks noChangeArrowheads="1"/>
            </p:cNvSpPr>
            <p:nvPr/>
          </p:nvSpPr>
          <p:spPr bwMode="auto">
            <a:xfrm>
              <a:off x="8334375" y="5283199"/>
              <a:ext cx="657225" cy="418392"/>
            </a:xfrm>
            <a:prstGeom prst="rect">
              <a:avLst/>
            </a:prstGeom>
            <a:noFill/>
            <a:ln>
              <a:noFill/>
            </a:ln>
            <a:effectLst/>
          </p:spPr>
          <p:txBody>
            <a:bodyPr>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spcBef>
                  <a:spcPct val="50000"/>
                </a:spcBef>
                <a:defRPr/>
              </a:pPr>
              <a:r>
                <a:rPr lang="en-US" dirty="0"/>
                <a:t>Q7</a:t>
              </a:r>
              <a:endParaRPr lang="ru-RU" dirty="0"/>
            </a:p>
          </p:txBody>
        </p:sp>
        <p:sp>
          <p:nvSpPr>
            <p:cNvPr id="47" name="Rectangle 10">
              <a:extLst>
                <a:ext uri="{FF2B5EF4-FFF2-40B4-BE49-F238E27FC236}">
                  <a16:creationId xmlns:a16="http://schemas.microsoft.com/office/drawing/2014/main" id="{9066D84F-7C8C-41EA-ADE0-3748FAF5840F}"/>
                </a:ext>
              </a:extLst>
            </p:cNvPr>
            <p:cNvSpPr>
              <a:spLocks noChangeArrowheads="1"/>
            </p:cNvSpPr>
            <p:nvPr/>
          </p:nvSpPr>
          <p:spPr bwMode="auto">
            <a:xfrm>
              <a:off x="5934075" y="4800600"/>
              <a:ext cx="685800" cy="914400"/>
            </a:xfrm>
            <a:prstGeom prst="rect">
              <a:avLst/>
            </a:prstGeom>
            <a:solidFill>
              <a:schemeClr val="accent1">
                <a:lumMod val="40000"/>
                <a:lumOff val="60000"/>
              </a:schemeClr>
            </a:solidFill>
            <a:ln w="22225">
              <a:solidFill>
                <a:schemeClr val="tx1"/>
              </a:solidFill>
              <a:miter lim="800000"/>
              <a:headEnd/>
              <a:tailEnd/>
            </a:ln>
            <a:effectLst/>
          </p:spPr>
          <p:txBody>
            <a:bodyPr wrap="none" anchor="ctr"/>
            <a:lstStyle/>
            <a:p>
              <a:pPr eaLnBrk="1" hangingPunct="1">
                <a:defRPr/>
              </a:pPr>
              <a:endParaRPr lang="ru-RU"/>
            </a:p>
          </p:txBody>
        </p:sp>
        <p:sp>
          <p:nvSpPr>
            <p:cNvPr id="48" name="Rectangle 11">
              <a:extLst>
                <a:ext uri="{FF2B5EF4-FFF2-40B4-BE49-F238E27FC236}">
                  <a16:creationId xmlns:a16="http://schemas.microsoft.com/office/drawing/2014/main" id="{619D7106-2413-4CD6-903A-B88F9FF930C0}"/>
                </a:ext>
              </a:extLst>
            </p:cNvPr>
            <p:cNvSpPr>
              <a:spLocks noChangeArrowheads="1"/>
            </p:cNvSpPr>
            <p:nvPr/>
          </p:nvSpPr>
          <p:spPr bwMode="auto">
            <a:xfrm>
              <a:off x="5905500" y="1296988"/>
              <a:ext cx="685800" cy="914400"/>
            </a:xfrm>
            <a:prstGeom prst="rect">
              <a:avLst/>
            </a:prstGeom>
            <a:solidFill>
              <a:schemeClr val="accent1">
                <a:lumMod val="40000"/>
                <a:lumOff val="60000"/>
              </a:schemeClr>
            </a:solidFill>
            <a:ln w="22225">
              <a:solidFill>
                <a:schemeClr val="tx1"/>
              </a:solidFill>
              <a:miter lim="800000"/>
              <a:headEnd/>
              <a:tailEnd/>
            </a:ln>
            <a:effectLst/>
          </p:spPr>
          <p:txBody>
            <a:bodyPr wrap="none" anchor="ctr"/>
            <a:lstStyle/>
            <a:p>
              <a:pPr eaLnBrk="1" hangingPunct="1">
                <a:defRPr/>
              </a:pPr>
              <a:endParaRPr lang="ru-RU"/>
            </a:p>
          </p:txBody>
        </p:sp>
        <p:sp>
          <p:nvSpPr>
            <p:cNvPr id="49" name="Line 12">
              <a:extLst>
                <a:ext uri="{FF2B5EF4-FFF2-40B4-BE49-F238E27FC236}">
                  <a16:creationId xmlns:a16="http://schemas.microsoft.com/office/drawing/2014/main" id="{EBC49369-96C2-408C-B97E-D4DB0E656FF7}"/>
                </a:ext>
              </a:extLst>
            </p:cNvPr>
            <p:cNvSpPr>
              <a:spLocks noChangeShapeType="1"/>
            </p:cNvSpPr>
            <p:nvPr/>
          </p:nvSpPr>
          <p:spPr bwMode="auto">
            <a:xfrm>
              <a:off x="4297363" y="1525588"/>
              <a:ext cx="1612900" cy="0"/>
            </a:xfrm>
            <a:prstGeom prst="line">
              <a:avLst/>
            </a:prstGeom>
            <a:grpFill/>
            <a:ln w="22225">
              <a:solidFill>
                <a:schemeClr val="tx1"/>
              </a:solidFill>
              <a:round/>
              <a:headEnd/>
              <a:tailEnd/>
            </a:ln>
            <a:effectLst/>
          </p:spPr>
          <p:txBody>
            <a:bodyPr/>
            <a:lstStyle/>
            <a:p>
              <a:pPr eaLnBrk="1" hangingPunct="1">
                <a:defRPr/>
              </a:pPr>
              <a:endParaRPr lang="ru-RU"/>
            </a:p>
          </p:txBody>
        </p:sp>
        <p:sp>
          <p:nvSpPr>
            <p:cNvPr id="50" name="Line 13">
              <a:extLst>
                <a:ext uri="{FF2B5EF4-FFF2-40B4-BE49-F238E27FC236}">
                  <a16:creationId xmlns:a16="http://schemas.microsoft.com/office/drawing/2014/main" id="{4D794CEA-C00B-479A-8450-214388F42ECC}"/>
                </a:ext>
              </a:extLst>
            </p:cNvPr>
            <p:cNvSpPr>
              <a:spLocks noChangeShapeType="1"/>
            </p:cNvSpPr>
            <p:nvPr/>
          </p:nvSpPr>
          <p:spPr bwMode="auto">
            <a:xfrm>
              <a:off x="4318000" y="5014913"/>
              <a:ext cx="1612900" cy="0"/>
            </a:xfrm>
            <a:prstGeom prst="line">
              <a:avLst/>
            </a:prstGeom>
            <a:grpFill/>
            <a:ln w="22225">
              <a:solidFill>
                <a:schemeClr val="tx1"/>
              </a:solidFill>
              <a:round/>
              <a:headEnd/>
              <a:tailEnd/>
            </a:ln>
            <a:effectLst/>
          </p:spPr>
          <p:txBody>
            <a:bodyPr/>
            <a:lstStyle/>
            <a:p>
              <a:pPr eaLnBrk="1" hangingPunct="1">
                <a:defRPr/>
              </a:pPr>
              <a:endParaRPr lang="ru-RU"/>
            </a:p>
          </p:txBody>
        </p:sp>
        <p:sp>
          <p:nvSpPr>
            <p:cNvPr id="51" name="Oval 14">
              <a:extLst>
                <a:ext uri="{FF2B5EF4-FFF2-40B4-BE49-F238E27FC236}">
                  <a16:creationId xmlns:a16="http://schemas.microsoft.com/office/drawing/2014/main" id="{FFBA97D8-A6E0-4B0A-A780-10E69288CE9D}"/>
                </a:ext>
              </a:extLst>
            </p:cNvPr>
            <p:cNvSpPr>
              <a:spLocks noChangeArrowheads="1"/>
            </p:cNvSpPr>
            <p:nvPr/>
          </p:nvSpPr>
          <p:spPr bwMode="auto">
            <a:xfrm>
              <a:off x="5756275" y="1789113"/>
              <a:ext cx="144463" cy="144462"/>
            </a:xfrm>
            <a:prstGeom prst="ellipse">
              <a:avLst/>
            </a:prstGeom>
            <a:solidFill>
              <a:schemeClr val="accent1">
                <a:lumMod val="40000"/>
                <a:lumOff val="60000"/>
              </a:schemeClr>
            </a:solidFill>
            <a:ln w="22225">
              <a:solidFill>
                <a:schemeClr val="tx1"/>
              </a:solidFill>
              <a:round/>
              <a:headEnd/>
              <a:tailEnd/>
            </a:ln>
            <a:effectLst/>
          </p:spPr>
          <p:txBody>
            <a:bodyPr wrap="none" anchor="ctr"/>
            <a:lstStyle/>
            <a:p>
              <a:pPr eaLnBrk="1" hangingPunct="1">
                <a:defRPr/>
              </a:pPr>
              <a:endParaRPr lang="ru-RU"/>
            </a:p>
          </p:txBody>
        </p:sp>
        <p:sp>
          <p:nvSpPr>
            <p:cNvPr id="52" name="Oval 15">
              <a:extLst>
                <a:ext uri="{FF2B5EF4-FFF2-40B4-BE49-F238E27FC236}">
                  <a16:creationId xmlns:a16="http://schemas.microsoft.com/office/drawing/2014/main" id="{2512EA9D-24C1-46C2-8E7A-DF890DEAA5A7}"/>
                </a:ext>
              </a:extLst>
            </p:cNvPr>
            <p:cNvSpPr>
              <a:spLocks noChangeArrowheads="1"/>
            </p:cNvSpPr>
            <p:nvPr/>
          </p:nvSpPr>
          <p:spPr bwMode="auto">
            <a:xfrm>
              <a:off x="5781675" y="5272088"/>
              <a:ext cx="144463" cy="144462"/>
            </a:xfrm>
            <a:prstGeom prst="ellipse">
              <a:avLst/>
            </a:prstGeom>
            <a:solidFill>
              <a:schemeClr val="accent1">
                <a:lumMod val="40000"/>
                <a:lumOff val="60000"/>
              </a:schemeClr>
            </a:solidFill>
            <a:ln w="22225">
              <a:solidFill>
                <a:schemeClr val="tx1"/>
              </a:solidFill>
              <a:round/>
              <a:headEnd/>
              <a:tailEnd/>
            </a:ln>
            <a:effectLst/>
          </p:spPr>
          <p:txBody>
            <a:bodyPr wrap="none" anchor="ctr"/>
            <a:lstStyle/>
            <a:p>
              <a:pPr eaLnBrk="1" hangingPunct="1">
                <a:defRPr/>
              </a:pPr>
              <a:endParaRPr lang="ru-RU"/>
            </a:p>
          </p:txBody>
        </p:sp>
        <p:sp>
          <p:nvSpPr>
            <p:cNvPr id="53" name="Line 16">
              <a:extLst>
                <a:ext uri="{FF2B5EF4-FFF2-40B4-BE49-F238E27FC236}">
                  <a16:creationId xmlns:a16="http://schemas.microsoft.com/office/drawing/2014/main" id="{1F2E0890-DF92-442A-BF6C-CCA25680CDFF}"/>
                </a:ext>
              </a:extLst>
            </p:cNvPr>
            <p:cNvSpPr>
              <a:spLocks noChangeShapeType="1"/>
            </p:cNvSpPr>
            <p:nvPr/>
          </p:nvSpPr>
          <p:spPr bwMode="auto">
            <a:xfrm>
              <a:off x="5519738" y="1858963"/>
              <a:ext cx="230187" cy="0"/>
            </a:xfrm>
            <a:prstGeom prst="line">
              <a:avLst/>
            </a:prstGeom>
            <a:grpFill/>
            <a:ln w="22225">
              <a:solidFill>
                <a:schemeClr val="tx1"/>
              </a:solidFill>
              <a:round/>
              <a:headEnd/>
              <a:tailEnd/>
            </a:ln>
            <a:effectLst/>
          </p:spPr>
          <p:txBody>
            <a:bodyPr/>
            <a:lstStyle/>
            <a:p>
              <a:pPr eaLnBrk="1" hangingPunct="1">
                <a:defRPr/>
              </a:pPr>
              <a:endParaRPr lang="ru-RU"/>
            </a:p>
          </p:txBody>
        </p:sp>
        <p:sp>
          <p:nvSpPr>
            <p:cNvPr id="54" name="Line 17">
              <a:extLst>
                <a:ext uri="{FF2B5EF4-FFF2-40B4-BE49-F238E27FC236}">
                  <a16:creationId xmlns:a16="http://schemas.microsoft.com/office/drawing/2014/main" id="{81B5C6E0-99D6-44FA-A880-BA0DE1BB37B7}"/>
                </a:ext>
              </a:extLst>
            </p:cNvPr>
            <p:cNvSpPr>
              <a:spLocks noChangeShapeType="1"/>
            </p:cNvSpPr>
            <p:nvPr/>
          </p:nvSpPr>
          <p:spPr bwMode="auto">
            <a:xfrm>
              <a:off x="5514975" y="5337175"/>
              <a:ext cx="266700" cy="0"/>
            </a:xfrm>
            <a:prstGeom prst="line">
              <a:avLst/>
            </a:prstGeom>
            <a:grpFill/>
            <a:ln w="22225">
              <a:solidFill>
                <a:schemeClr val="tx1"/>
              </a:solidFill>
              <a:round/>
              <a:headEnd type="oval" w="med" len="med"/>
              <a:tailEnd/>
            </a:ln>
            <a:effectLst/>
          </p:spPr>
          <p:txBody>
            <a:bodyPr/>
            <a:lstStyle/>
            <a:p>
              <a:pPr eaLnBrk="1" hangingPunct="1">
                <a:defRPr/>
              </a:pPr>
              <a:endParaRPr lang="ru-RU"/>
            </a:p>
          </p:txBody>
        </p:sp>
        <p:sp>
          <p:nvSpPr>
            <p:cNvPr id="55" name="AutoShape 18">
              <a:extLst>
                <a:ext uri="{FF2B5EF4-FFF2-40B4-BE49-F238E27FC236}">
                  <a16:creationId xmlns:a16="http://schemas.microsoft.com/office/drawing/2014/main" id="{B35DCC64-F6C8-47D8-81E7-F836B4C3EE22}"/>
                </a:ext>
              </a:extLst>
            </p:cNvPr>
            <p:cNvSpPr>
              <a:spLocks noChangeArrowheads="1"/>
            </p:cNvSpPr>
            <p:nvPr/>
          </p:nvSpPr>
          <p:spPr bwMode="auto">
            <a:xfrm rot="5400000">
              <a:off x="4760119" y="5444332"/>
              <a:ext cx="374650" cy="360362"/>
            </a:xfrm>
            <a:prstGeom prst="triangle">
              <a:avLst>
                <a:gd name="adj" fmla="val 50000"/>
              </a:avLst>
            </a:prstGeom>
            <a:solidFill>
              <a:schemeClr val="accent1">
                <a:lumMod val="40000"/>
                <a:lumOff val="60000"/>
              </a:schemeClr>
            </a:solidFill>
            <a:ln w="22225">
              <a:solidFill>
                <a:schemeClr val="tx1"/>
              </a:solidFill>
              <a:miter lim="800000"/>
              <a:headEnd/>
              <a:tailEnd/>
            </a:ln>
            <a:effectLst/>
          </p:spPr>
          <p:txBody>
            <a:bodyPr wrap="none" anchor="ctr"/>
            <a:lstStyle/>
            <a:p>
              <a:pPr eaLnBrk="1" hangingPunct="1">
                <a:defRPr/>
              </a:pPr>
              <a:endParaRPr lang="ru-RU"/>
            </a:p>
          </p:txBody>
        </p:sp>
        <p:sp>
          <p:nvSpPr>
            <p:cNvPr id="56" name="Oval 19">
              <a:extLst>
                <a:ext uri="{FF2B5EF4-FFF2-40B4-BE49-F238E27FC236}">
                  <a16:creationId xmlns:a16="http://schemas.microsoft.com/office/drawing/2014/main" id="{07B055E5-4FBA-46BF-816E-E66B3EE0E184}"/>
                </a:ext>
              </a:extLst>
            </p:cNvPr>
            <p:cNvSpPr>
              <a:spLocks noChangeArrowheads="1"/>
            </p:cNvSpPr>
            <p:nvPr/>
          </p:nvSpPr>
          <p:spPr bwMode="auto">
            <a:xfrm>
              <a:off x="5119688" y="5556250"/>
              <a:ext cx="144462" cy="144463"/>
            </a:xfrm>
            <a:prstGeom prst="ellipse">
              <a:avLst/>
            </a:prstGeom>
            <a:solidFill>
              <a:schemeClr val="accent1">
                <a:lumMod val="40000"/>
                <a:lumOff val="60000"/>
              </a:schemeClr>
            </a:solidFill>
            <a:ln w="22225">
              <a:solidFill>
                <a:schemeClr val="tx1"/>
              </a:solidFill>
              <a:round/>
              <a:headEnd/>
              <a:tailEnd/>
            </a:ln>
            <a:effectLst/>
          </p:spPr>
          <p:txBody>
            <a:bodyPr wrap="none" anchor="ctr"/>
            <a:lstStyle/>
            <a:p>
              <a:pPr eaLnBrk="1" hangingPunct="1">
                <a:defRPr/>
              </a:pPr>
              <a:endParaRPr lang="ru-RU"/>
            </a:p>
          </p:txBody>
        </p:sp>
        <p:sp>
          <p:nvSpPr>
            <p:cNvPr id="57" name="Line 20">
              <a:extLst>
                <a:ext uri="{FF2B5EF4-FFF2-40B4-BE49-F238E27FC236}">
                  <a16:creationId xmlns:a16="http://schemas.microsoft.com/office/drawing/2014/main" id="{44C25BE1-11E4-4384-84EA-9463CF68FE6D}"/>
                </a:ext>
              </a:extLst>
            </p:cNvPr>
            <p:cNvSpPr>
              <a:spLocks noChangeShapeType="1"/>
            </p:cNvSpPr>
            <p:nvPr/>
          </p:nvSpPr>
          <p:spPr bwMode="auto">
            <a:xfrm flipH="1" flipV="1">
              <a:off x="5511800" y="4559300"/>
              <a:ext cx="0" cy="1068388"/>
            </a:xfrm>
            <a:prstGeom prst="line">
              <a:avLst/>
            </a:prstGeom>
            <a:grpFill/>
            <a:ln w="22225">
              <a:solidFill>
                <a:schemeClr val="tx1"/>
              </a:solidFill>
              <a:round/>
              <a:headEnd/>
              <a:tailEnd/>
            </a:ln>
            <a:effectLst/>
          </p:spPr>
          <p:txBody>
            <a:bodyPr/>
            <a:lstStyle/>
            <a:p>
              <a:pPr eaLnBrk="1" hangingPunct="1">
                <a:defRPr/>
              </a:pPr>
              <a:endParaRPr lang="ru-RU"/>
            </a:p>
          </p:txBody>
        </p:sp>
        <p:sp>
          <p:nvSpPr>
            <p:cNvPr id="58" name="Text Box 21">
              <a:extLst>
                <a:ext uri="{FF2B5EF4-FFF2-40B4-BE49-F238E27FC236}">
                  <a16:creationId xmlns:a16="http://schemas.microsoft.com/office/drawing/2014/main" id="{04868B0E-DE13-465A-A15E-146B32E8473A}"/>
                </a:ext>
              </a:extLst>
            </p:cNvPr>
            <p:cNvSpPr txBox="1">
              <a:spLocks noChangeArrowheads="1"/>
            </p:cNvSpPr>
            <p:nvPr/>
          </p:nvSpPr>
          <p:spPr bwMode="auto">
            <a:xfrm>
              <a:off x="3813175" y="1344612"/>
              <a:ext cx="657225" cy="418392"/>
            </a:xfrm>
            <a:prstGeom prst="rect">
              <a:avLst/>
            </a:prstGeom>
            <a:noFill/>
            <a:ln>
              <a:noFill/>
            </a:ln>
            <a:effectLst/>
          </p:spPr>
          <p:txBody>
            <a:bodyPr>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spcBef>
                  <a:spcPct val="50000"/>
                </a:spcBef>
                <a:defRPr/>
              </a:pPr>
              <a:r>
                <a:rPr lang="en-US"/>
                <a:t>D0</a:t>
              </a:r>
              <a:endParaRPr lang="ru-RU"/>
            </a:p>
          </p:txBody>
        </p:sp>
        <p:sp>
          <p:nvSpPr>
            <p:cNvPr id="59" name="Text Box 22">
              <a:extLst>
                <a:ext uri="{FF2B5EF4-FFF2-40B4-BE49-F238E27FC236}">
                  <a16:creationId xmlns:a16="http://schemas.microsoft.com/office/drawing/2014/main" id="{68631830-5624-48E3-8C4E-EE1EBF20842F}"/>
                </a:ext>
              </a:extLst>
            </p:cNvPr>
            <p:cNvSpPr txBox="1">
              <a:spLocks noChangeArrowheads="1"/>
            </p:cNvSpPr>
            <p:nvPr/>
          </p:nvSpPr>
          <p:spPr bwMode="auto">
            <a:xfrm>
              <a:off x="3860800" y="4851400"/>
              <a:ext cx="657225" cy="418392"/>
            </a:xfrm>
            <a:prstGeom prst="rect">
              <a:avLst/>
            </a:prstGeom>
            <a:noFill/>
            <a:ln>
              <a:noFill/>
            </a:ln>
            <a:effectLst/>
          </p:spPr>
          <p:txBody>
            <a:bodyPr>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spcBef>
                  <a:spcPct val="50000"/>
                </a:spcBef>
                <a:defRPr/>
              </a:pPr>
              <a:r>
                <a:rPr lang="en-US"/>
                <a:t>D7</a:t>
              </a:r>
              <a:endParaRPr lang="ru-RU"/>
            </a:p>
          </p:txBody>
        </p:sp>
        <p:sp>
          <p:nvSpPr>
            <p:cNvPr id="60" name="Oval 23">
              <a:extLst>
                <a:ext uri="{FF2B5EF4-FFF2-40B4-BE49-F238E27FC236}">
                  <a16:creationId xmlns:a16="http://schemas.microsoft.com/office/drawing/2014/main" id="{50074509-65A4-4EE0-8C45-EB5178CE066D}"/>
                </a:ext>
              </a:extLst>
            </p:cNvPr>
            <p:cNvSpPr>
              <a:spLocks noChangeArrowheads="1"/>
            </p:cNvSpPr>
            <p:nvPr/>
          </p:nvSpPr>
          <p:spPr bwMode="auto">
            <a:xfrm>
              <a:off x="6584950" y="1892300"/>
              <a:ext cx="144463" cy="144463"/>
            </a:xfrm>
            <a:prstGeom prst="ellipse">
              <a:avLst/>
            </a:prstGeom>
            <a:solidFill>
              <a:schemeClr val="accent1">
                <a:lumMod val="40000"/>
                <a:lumOff val="60000"/>
              </a:schemeClr>
            </a:solidFill>
            <a:ln w="22225">
              <a:solidFill>
                <a:schemeClr val="tx1"/>
              </a:solidFill>
              <a:round/>
              <a:headEnd/>
              <a:tailEnd/>
            </a:ln>
            <a:effectLst/>
          </p:spPr>
          <p:txBody>
            <a:bodyPr wrap="none" anchor="ctr"/>
            <a:lstStyle/>
            <a:p>
              <a:pPr eaLnBrk="1" hangingPunct="1">
                <a:defRPr/>
              </a:pPr>
              <a:endParaRPr lang="ru-RU"/>
            </a:p>
          </p:txBody>
        </p:sp>
        <p:sp>
          <p:nvSpPr>
            <p:cNvPr id="61" name="Line 24">
              <a:extLst>
                <a:ext uri="{FF2B5EF4-FFF2-40B4-BE49-F238E27FC236}">
                  <a16:creationId xmlns:a16="http://schemas.microsoft.com/office/drawing/2014/main" id="{3B3910F2-5E0F-4CCF-B923-7EA20BA536C0}"/>
                </a:ext>
              </a:extLst>
            </p:cNvPr>
            <p:cNvSpPr>
              <a:spLocks noChangeShapeType="1"/>
            </p:cNvSpPr>
            <p:nvPr/>
          </p:nvSpPr>
          <p:spPr bwMode="auto">
            <a:xfrm>
              <a:off x="6731771" y="1970088"/>
              <a:ext cx="718726" cy="0"/>
            </a:xfrm>
            <a:prstGeom prst="line">
              <a:avLst/>
            </a:prstGeom>
            <a:grpFill/>
            <a:ln w="22225">
              <a:solidFill>
                <a:schemeClr val="tx1"/>
              </a:solidFill>
              <a:round/>
              <a:headEnd/>
              <a:tailEnd/>
            </a:ln>
            <a:effectLst/>
          </p:spPr>
          <p:txBody>
            <a:bodyPr/>
            <a:lstStyle/>
            <a:p>
              <a:pPr eaLnBrk="1" hangingPunct="1">
                <a:defRPr/>
              </a:pPr>
              <a:endParaRPr lang="ru-RU"/>
            </a:p>
          </p:txBody>
        </p:sp>
        <p:sp>
          <p:nvSpPr>
            <p:cNvPr id="62" name="Oval 25">
              <a:extLst>
                <a:ext uri="{FF2B5EF4-FFF2-40B4-BE49-F238E27FC236}">
                  <a16:creationId xmlns:a16="http://schemas.microsoft.com/office/drawing/2014/main" id="{2E822BCD-2DFE-4859-BFAC-BD53458A7EEA}"/>
                </a:ext>
              </a:extLst>
            </p:cNvPr>
            <p:cNvSpPr>
              <a:spLocks noChangeArrowheads="1"/>
            </p:cNvSpPr>
            <p:nvPr/>
          </p:nvSpPr>
          <p:spPr bwMode="auto">
            <a:xfrm>
              <a:off x="6600825" y="5426075"/>
              <a:ext cx="144463" cy="144463"/>
            </a:xfrm>
            <a:prstGeom prst="ellipse">
              <a:avLst/>
            </a:prstGeom>
            <a:solidFill>
              <a:schemeClr val="accent1">
                <a:lumMod val="40000"/>
                <a:lumOff val="60000"/>
              </a:schemeClr>
            </a:solidFill>
            <a:ln w="22225">
              <a:solidFill>
                <a:schemeClr val="tx1"/>
              </a:solidFill>
              <a:round/>
              <a:headEnd/>
              <a:tailEnd/>
            </a:ln>
            <a:effectLst/>
          </p:spPr>
          <p:txBody>
            <a:bodyPr wrap="none" anchor="ctr"/>
            <a:lstStyle/>
            <a:p>
              <a:pPr eaLnBrk="1" hangingPunct="1">
                <a:defRPr/>
              </a:pPr>
              <a:endParaRPr lang="ru-RU"/>
            </a:p>
          </p:txBody>
        </p:sp>
        <p:sp>
          <p:nvSpPr>
            <p:cNvPr id="63" name="Line 26">
              <a:extLst>
                <a:ext uri="{FF2B5EF4-FFF2-40B4-BE49-F238E27FC236}">
                  <a16:creationId xmlns:a16="http://schemas.microsoft.com/office/drawing/2014/main" id="{3A35C2C6-8ECE-433F-A329-F7B80DE682E7}"/>
                </a:ext>
              </a:extLst>
            </p:cNvPr>
            <p:cNvSpPr>
              <a:spLocks noChangeShapeType="1"/>
            </p:cNvSpPr>
            <p:nvPr/>
          </p:nvSpPr>
          <p:spPr bwMode="auto">
            <a:xfrm>
              <a:off x="6754813" y="5503863"/>
              <a:ext cx="641350" cy="0"/>
            </a:xfrm>
            <a:prstGeom prst="line">
              <a:avLst/>
            </a:prstGeom>
            <a:grpFill/>
            <a:ln w="22225">
              <a:solidFill>
                <a:schemeClr val="tx1"/>
              </a:solidFill>
              <a:round/>
              <a:headEnd/>
              <a:tailEnd/>
            </a:ln>
            <a:effectLst/>
          </p:spPr>
          <p:txBody>
            <a:bodyPr/>
            <a:lstStyle/>
            <a:p>
              <a:pPr eaLnBrk="1" hangingPunct="1">
                <a:defRPr/>
              </a:pPr>
              <a:endParaRPr lang="ru-RU"/>
            </a:p>
          </p:txBody>
        </p:sp>
        <p:sp>
          <p:nvSpPr>
            <p:cNvPr id="64" name="Text Box 27">
              <a:extLst>
                <a:ext uri="{FF2B5EF4-FFF2-40B4-BE49-F238E27FC236}">
                  <a16:creationId xmlns:a16="http://schemas.microsoft.com/office/drawing/2014/main" id="{9CAF4FC2-FD79-4FB9-8EB4-1AB309C8C9D8}"/>
                </a:ext>
              </a:extLst>
            </p:cNvPr>
            <p:cNvSpPr txBox="1">
              <a:spLocks noChangeArrowheads="1"/>
            </p:cNvSpPr>
            <p:nvPr/>
          </p:nvSpPr>
          <p:spPr bwMode="auto">
            <a:xfrm>
              <a:off x="5872163" y="1354138"/>
              <a:ext cx="381000" cy="418392"/>
            </a:xfrm>
            <a:prstGeom prst="rect">
              <a:avLst/>
            </a:prstGeom>
            <a:noFill/>
            <a:ln>
              <a:noFill/>
            </a:ln>
            <a:effectLst/>
          </p:spPr>
          <p:txBody>
            <a:bodyPr>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spcBef>
                  <a:spcPct val="50000"/>
                </a:spcBef>
                <a:defRPr/>
              </a:pPr>
              <a:r>
                <a:rPr lang="en-US" dirty="0"/>
                <a:t>D</a:t>
              </a:r>
              <a:endParaRPr lang="ru-RU" dirty="0"/>
            </a:p>
          </p:txBody>
        </p:sp>
        <p:sp>
          <p:nvSpPr>
            <p:cNvPr id="65" name="Text Box 28">
              <a:extLst>
                <a:ext uri="{FF2B5EF4-FFF2-40B4-BE49-F238E27FC236}">
                  <a16:creationId xmlns:a16="http://schemas.microsoft.com/office/drawing/2014/main" id="{A989643C-F7E7-4101-8BC0-BE55C1317AB8}"/>
                </a:ext>
              </a:extLst>
            </p:cNvPr>
            <p:cNvSpPr txBox="1">
              <a:spLocks noChangeArrowheads="1"/>
            </p:cNvSpPr>
            <p:nvPr/>
          </p:nvSpPr>
          <p:spPr bwMode="auto">
            <a:xfrm>
              <a:off x="5957888" y="4816475"/>
              <a:ext cx="381000" cy="418392"/>
            </a:xfrm>
            <a:prstGeom prst="rect">
              <a:avLst/>
            </a:prstGeom>
            <a:solidFill>
              <a:schemeClr val="accent1">
                <a:lumMod val="40000"/>
                <a:lumOff val="60000"/>
              </a:schemeClr>
            </a:solidFill>
            <a:ln>
              <a:noFill/>
            </a:ln>
            <a:effectLst/>
          </p:spPr>
          <p:txBody>
            <a:bodyPr>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spcBef>
                  <a:spcPct val="50000"/>
                </a:spcBef>
                <a:defRPr/>
              </a:pPr>
              <a:r>
                <a:rPr lang="en-US" dirty="0"/>
                <a:t>D</a:t>
              </a:r>
              <a:endParaRPr lang="ru-RU" dirty="0"/>
            </a:p>
          </p:txBody>
        </p:sp>
        <p:sp>
          <p:nvSpPr>
            <p:cNvPr id="66" name="Line 29">
              <a:extLst>
                <a:ext uri="{FF2B5EF4-FFF2-40B4-BE49-F238E27FC236}">
                  <a16:creationId xmlns:a16="http://schemas.microsoft.com/office/drawing/2014/main" id="{DBE07892-9AFF-4C14-B8F4-23FE0ED5C67C}"/>
                </a:ext>
              </a:extLst>
            </p:cNvPr>
            <p:cNvSpPr>
              <a:spLocks noChangeShapeType="1"/>
            </p:cNvSpPr>
            <p:nvPr/>
          </p:nvSpPr>
          <p:spPr bwMode="auto">
            <a:xfrm>
              <a:off x="4368800" y="5607050"/>
              <a:ext cx="385763" cy="0"/>
            </a:xfrm>
            <a:prstGeom prst="line">
              <a:avLst/>
            </a:prstGeom>
            <a:grpFill/>
            <a:ln w="22225">
              <a:solidFill>
                <a:schemeClr val="tx1"/>
              </a:solidFill>
              <a:round/>
              <a:headEnd/>
              <a:tailEnd/>
            </a:ln>
            <a:effectLst/>
          </p:spPr>
          <p:txBody>
            <a:bodyPr/>
            <a:lstStyle/>
            <a:p>
              <a:pPr eaLnBrk="1" hangingPunct="1">
                <a:defRPr/>
              </a:pPr>
              <a:endParaRPr lang="ru-RU"/>
            </a:p>
          </p:txBody>
        </p:sp>
        <p:sp>
          <p:nvSpPr>
            <p:cNvPr id="67" name="Line 30">
              <a:extLst>
                <a:ext uri="{FF2B5EF4-FFF2-40B4-BE49-F238E27FC236}">
                  <a16:creationId xmlns:a16="http://schemas.microsoft.com/office/drawing/2014/main" id="{06D6D2F9-C37C-4B88-A2E3-C6A811F78D1E}"/>
                </a:ext>
              </a:extLst>
            </p:cNvPr>
            <p:cNvSpPr>
              <a:spLocks noChangeShapeType="1"/>
            </p:cNvSpPr>
            <p:nvPr/>
          </p:nvSpPr>
          <p:spPr bwMode="auto">
            <a:xfrm>
              <a:off x="5511800" y="1847850"/>
              <a:ext cx="0" cy="1604963"/>
            </a:xfrm>
            <a:prstGeom prst="line">
              <a:avLst/>
            </a:prstGeom>
            <a:grpFill/>
            <a:ln w="22225">
              <a:solidFill>
                <a:schemeClr val="tx1"/>
              </a:solidFill>
              <a:round/>
              <a:headEnd/>
              <a:tailEnd/>
            </a:ln>
            <a:effectLst/>
          </p:spPr>
          <p:txBody>
            <a:bodyPr/>
            <a:lstStyle/>
            <a:p>
              <a:pPr eaLnBrk="1" hangingPunct="1">
                <a:defRPr/>
              </a:pPr>
              <a:endParaRPr lang="ru-RU"/>
            </a:p>
          </p:txBody>
        </p:sp>
        <p:sp>
          <p:nvSpPr>
            <p:cNvPr id="68" name="Line 31">
              <a:extLst>
                <a:ext uri="{FF2B5EF4-FFF2-40B4-BE49-F238E27FC236}">
                  <a16:creationId xmlns:a16="http://schemas.microsoft.com/office/drawing/2014/main" id="{9AADE10D-9ADF-424B-B0E3-8D0A35262D74}"/>
                </a:ext>
              </a:extLst>
            </p:cNvPr>
            <p:cNvSpPr>
              <a:spLocks noChangeShapeType="1"/>
            </p:cNvSpPr>
            <p:nvPr/>
          </p:nvSpPr>
          <p:spPr bwMode="auto">
            <a:xfrm>
              <a:off x="5511800" y="3638550"/>
              <a:ext cx="0" cy="730250"/>
            </a:xfrm>
            <a:prstGeom prst="line">
              <a:avLst/>
            </a:prstGeom>
            <a:grpFill/>
            <a:ln w="22225">
              <a:solidFill>
                <a:schemeClr val="tx1"/>
              </a:solidFill>
              <a:prstDash val="dash"/>
              <a:round/>
              <a:headEnd/>
              <a:tailEnd/>
            </a:ln>
            <a:effectLst/>
          </p:spPr>
          <p:txBody>
            <a:bodyPr/>
            <a:lstStyle/>
            <a:p>
              <a:pPr eaLnBrk="1" hangingPunct="1">
                <a:defRPr/>
              </a:pPr>
              <a:endParaRPr lang="ru-RU"/>
            </a:p>
          </p:txBody>
        </p:sp>
        <p:sp>
          <p:nvSpPr>
            <p:cNvPr id="69" name="Rectangle 32">
              <a:extLst>
                <a:ext uri="{FF2B5EF4-FFF2-40B4-BE49-F238E27FC236}">
                  <a16:creationId xmlns:a16="http://schemas.microsoft.com/office/drawing/2014/main" id="{CA2E01A1-7913-4A13-A0AF-91812853E5FA}"/>
                </a:ext>
              </a:extLst>
            </p:cNvPr>
            <p:cNvSpPr>
              <a:spLocks noChangeArrowheads="1"/>
            </p:cNvSpPr>
            <p:nvPr/>
          </p:nvSpPr>
          <p:spPr bwMode="auto">
            <a:xfrm>
              <a:off x="5918200" y="2514600"/>
              <a:ext cx="685800" cy="914400"/>
            </a:xfrm>
            <a:prstGeom prst="rect">
              <a:avLst/>
            </a:prstGeom>
            <a:solidFill>
              <a:schemeClr val="accent1">
                <a:lumMod val="40000"/>
                <a:lumOff val="60000"/>
              </a:schemeClr>
            </a:solidFill>
            <a:ln w="22225">
              <a:solidFill>
                <a:schemeClr val="tx1"/>
              </a:solidFill>
              <a:miter lim="800000"/>
              <a:headEnd/>
              <a:tailEnd/>
            </a:ln>
            <a:effectLst/>
          </p:spPr>
          <p:txBody>
            <a:bodyPr wrap="none" anchor="ctr"/>
            <a:lstStyle/>
            <a:p>
              <a:pPr eaLnBrk="1" hangingPunct="1">
                <a:defRPr/>
              </a:pPr>
              <a:endParaRPr lang="ru-RU"/>
            </a:p>
          </p:txBody>
        </p:sp>
        <p:sp>
          <p:nvSpPr>
            <p:cNvPr id="70" name="Oval 33">
              <a:extLst>
                <a:ext uri="{FF2B5EF4-FFF2-40B4-BE49-F238E27FC236}">
                  <a16:creationId xmlns:a16="http://schemas.microsoft.com/office/drawing/2014/main" id="{CE1C2530-5F7F-49CB-ABDD-BE8270ED6316}"/>
                </a:ext>
              </a:extLst>
            </p:cNvPr>
            <p:cNvSpPr>
              <a:spLocks noChangeArrowheads="1"/>
            </p:cNvSpPr>
            <p:nvPr/>
          </p:nvSpPr>
          <p:spPr bwMode="auto">
            <a:xfrm>
              <a:off x="5768975" y="3006725"/>
              <a:ext cx="144463" cy="144463"/>
            </a:xfrm>
            <a:prstGeom prst="ellipse">
              <a:avLst/>
            </a:prstGeom>
            <a:solidFill>
              <a:schemeClr val="accent1">
                <a:lumMod val="40000"/>
                <a:lumOff val="60000"/>
              </a:schemeClr>
            </a:solidFill>
            <a:ln w="22225">
              <a:solidFill>
                <a:schemeClr val="tx1"/>
              </a:solidFill>
              <a:round/>
              <a:headEnd/>
              <a:tailEnd/>
            </a:ln>
            <a:effectLst/>
          </p:spPr>
          <p:txBody>
            <a:bodyPr wrap="none" anchor="ctr"/>
            <a:lstStyle/>
            <a:p>
              <a:pPr eaLnBrk="1" hangingPunct="1">
                <a:defRPr/>
              </a:pPr>
              <a:endParaRPr lang="ru-RU"/>
            </a:p>
          </p:txBody>
        </p:sp>
        <p:sp>
          <p:nvSpPr>
            <p:cNvPr id="71" name="Line 34">
              <a:extLst>
                <a:ext uri="{FF2B5EF4-FFF2-40B4-BE49-F238E27FC236}">
                  <a16:creationId xmlns:a16="http://schemas.microsoft.com/office/drawing/2014/main" id="{C2E85A68-D419-46F5-8CD6-9F10318FBC7B}"/>
                </a:ext>
              </a:extLst>
            </p:cNvPr>
            <p:cNvSpPr>
              <a:spLocks noChangeShapeType="1"/>
            </p:cNvSpPr>
            <p:nvPr/>
          </p:nvSpPr>
          <p:spPr bwMode="auto">
            <a:xfrm>
              <a:off x="5507038" y="3076575"/>
              <a:ext cx="230187" cy="0"/>
            </a:xfrm>
            <a:prstGeom prst="line">
              <a:avLst/>
            </a:prstGeom>
            <a:grpFill/>
            <a:ln w="22225">
              <a:solidFill>
                <a:schemeClr val="tx1"/>
              </a:solidFill>
              <a:round/>
              <a:headEnd type="oval" w="med" len="med"/>
              <a:tailEnd/>
            </a:ln>
            <a:effectLst/>
          </p:spPr>
          <p:txBody>
            <a:bodyPr/>
            <a:lstStyle/>
            <a:p>
              <a:pPr eaLnBrk="1" hangingPunct="1">
                <a:defRPr/>
              </a:pPr>
              <a:endParaRPr lang="ru-RU"/>
            </a:p>
          </p:txBody>
        </p:sp>
        <p:sp>
          <p:nvSpPr>
            <p:cNvPr id="72" name="Oval 35">
              <a:extLst>
                <a:ext uri="{FF2B5EF4-FFF2-40B4-BE49-F238E27FC236}">
                  <a16:creationId xmlns:a16="http://schemas.microsoft.com/office/drawing/2014/main" id="{D206ECE5-6436-4AA2-A873-2F7105D4FB65}"/>
                </a:ext>
              </a:extLst>
            </p:cNvPr>
            <p:cNvSpPr>
              <a:spLocks noChangeArrowheads="1"/>
            </p:cNvSpPr>
            <p:nvPr/>
          </p:nvSpPr>
          <p:spPr bwMode="auto">
            <a:xfrm>
              <a:off x="6597650" y="3109913"/>
              <a:ext cx="144463" cy="144462"/>
            </a:xfrm>
            <a:prstGeom prst="ellipse">
              <a:avLst/>
            </a:prstGeom>
            <a:solidFill>
              <a:schemeClr val="accent1">
                <a:lumMod val="40000"/>
                <a:lumOff val="60000"/>
              </a:schemeClr>
            </a:solidFill>
            <a:ln w="22225">
              <a:solidFill>
                <a:schemeClr val="tx1"/>
              </a:solidFill>
              <a:round/>
              <a:headEnd/>
              <a:tailEnd/>
            </a:ln>
            <a:effectLst/>
          </p:spPr>
          <p:txBody>
            <a:bodyPr wrap="none" anchor="ctr"/>
            <a:lstStyle/>
            <a:p>
              <a:pPr eaLnBrk="1" hangingPunct="1">
                <a:defRPr/>
              </a:pPr>
              <a:endParaRPr lang="ru-RU"/>
            </a:p>
          </p:txBody>
        </p:sp>
        <p:sp>
          <p:nvSpPr>
            <p:cNvPr id="73" name="Line 36">
              <a:extLst>
                <a:ext uri="{FF2B5EF4-FFF2-40B4-BE49-F238E27FC236}">
                  <a16:creationId xmlns:a16="http://schemas.microsoft.com/office/drawing/2014/main" id="{8F0BCDEA-D9EB-4665-B9BD-5D0E2B44C87F}"/>
                </a:ext>
              </a:extLst>
            </p:cNvPr>
            <p:cNvSpPr>
              <a:spLocks noChangeShapeType="1"/>
            </p:cNvSpPr>
            <p:nvPr/>
          </p:nvSpPr>
          <p:spPr bwMode="auto">
            <a:xfrm>
              <a:off x="6764338" y="3187700"/>
              <a:ext cx="641350" cy="0"/>
            </a:xfrm>
            <a:prstGeom prst="line">
              <a:avLst/>
            </a:prstGeom>
            <a:grpFill/>
            <a:ln w="22225">
              <a:solidFill>
                <a:schemeClr val="tx1"/>
              </a:solidFill>
              <a:round/>
              <a:headEnd/>
              <a:tailEnd/>
            </a:ln>
            <a:effectLst/>
          </p:spPr>
          <p:txBody>
            <a:bodyPr/>
            <a:lstStyle/>
            <a:p>
              <a:pPr eaLnBrk="1" hangingPunct="1">
                <a:defRPr/>
              </a:pPr>
              <a:endParaRPr lang="ru-RU"/>
            </a:p>
          </p:txBody>
        </p:sp>
        <p:sp>
          <p:nvSpPr>
            <p:cNvPr id="74" name="Text Box 37">
              <a:extLst>
                <a:ext uri="{FF2B5EF4-FFF2-40B4-BE49-F238E27FC236}">
                  <a16:creationId xmlns:a16="http://schemas.microsoft.com/office/drawing/2014/main" id="{FFD44EE1-2584-4959-A8F8-4A79B25FF9FE}"/>
                </a:ext>
              </a:extLst>
            </p:cNvPr>
            <p:cNvSpPr txBox="1">
              <a:spLocks noChangeArrowheads="1"/>
            </p:cNvSpPr>
            <p:nvPr/>
          </p:nvSpPr>
          <p:spPr bwMode="auto">
            <a:xfrm>
              <a:off x="5884863" y="2571750"/>
              <a:ext cx="381000" cy="418392"/>
            </a:xfrm>
            <a:prstGeom prst="rect">
              <a:avLst/>
            </a:prstGeom>
            <a:noFill/>
            <a:ln>
              <a:noFill/>
            </a:ln>
            <a:effectLst/>
          </p:spPr>
          <p:txBody>
            <a:bodyPr>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spcBef>
                  <a:spcPct val="50000"/>
                </a:spcBef>
                <a:defRPr/>
              </a:pPr>
              <a:r>
                <a:rPr lang="en-US" dirty="0"/>
                <a:t>D</a:t>
              </a:r>
              <a:endParaRPr lang="ru-RU" dirty="0"/>
            </a:p>
          </p:txBody>
        </p:sp>
        <p:sp>
          <p:nvSpPr>
            <p:cNvPr id="75" name="Line 38">
              <a:extLst>
                <a:ext uri="{FF2B5EF4-FFF2-40B4-BE49-F238E27FC236}">
                  <a16:creationId xmlns:a16="http://schemas.microsoft.com/office/drawing/2014/main" id="{504E3FBD-88C7-4660-8C53-E522AFA843E3}"/>
                </a:ext>
              </a:extLst>
            </p:cNvPr>
            <p:cNvSpPr>
              <a:spLocks noChangeShapeType="1"/>
            </p:cNvSpPr>
            <p:nvPr/>
          </p:nvSpPr>
          <p:spPr bwMode="auto">
            <a:xfrm>
              <a:off x="4305300" y="2743200"/>
              <a:ext cx="1612900" cy="0"/>
            </a:xfrm>
            <a:prstGeom prst="line">
              <a:avLst/>
            </a:prstGeom>
            <a:grpFill/>
            <a:ln w="22225">
              <a:solidFill>
                <a:schemeClr val="tx1"/>
              </a:solidFill>
              <a:round/>
              <a:headEnd/>
              <a:tailEnd/>
            </a:ln>
            <a:effectLst/>
          </p:spPr>
          <p:txBody>
            <a:bodyPr/>
            <a:lstStyle/>
            <a:p>
              <a:pPr eaLnBrk="1" hangingPunct="1">
                <a:defRPr/>
              </a:pPr>
              <a:endParaRPr lang="ru-RU"/>
            </a:p>
          </p:txBody>
        </p:sp>
        <p:sp>
          <p:nvSpPr>
            <p:cNvPr id="76" name="Text Box 39">
              <a:extLst>
                <a:ext uri="{FF2B5EF4-FFF2-40B4-BE49-F238E27FC236}">
                  <a16:creationId xmlns:a16="http://schemas.microsoft.com/office/drawing/2014/main" id="{3799BDC9-D7B8-4D0B-B520-B5AE62AF2B35}"/>
                </a:ext>
              </a:extLst>
            </p:cNvPr>
            <p:cNvSpPr txBox="1">
              <a:spLocks noChangeArrowheads="1"/>
            </p:cNvSpPr>
            <p:nvPr/>
          </p:nvSpPr>
          <p:spPr bwMode="auto">
            <a:xfrm>
              <a:off x="3835400" y="2565399"/>
              <a:ext cx="657225" cy="418392"/>
            </a:xfrm>
            <a:prstGeom prst="rect">
              <a:avLst/>
            </a:prstGeom>
            <a:noFill/>
            <a:ln>
              <a:noFill/>
            </a:ln>
            <a:effectLst/>
          </p:spPr>
          <p:txBody>
            <a:bodyPr>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spcBef>
                  <a:spcPct val="50000"/>
                </a:spcBef>
                <a:defRPr/>
              </a:pPr>
              <a:r>
                <a:rPr lang="en-US"/>
                <a:t>D1</a:t>
              </a:r>
              <a:endParaRPr lang="ru-RU"/>
            </a:p>
          </p:txBody>
        </p:sp>
        <p:sp>
          <p:nvSpPr>
            <p:cNvPr id="77" name="AutoShape 40">
              <a:extLst>
                <a:ext uri="{FF2B5EF4-FFF2-40B4-BE49-F238E27FC236}">
                  <a16:creationId xmlns:a16="http://schemas.microsoft.com/office/drawing/2014/main" id="{EF8A4C72-2E30-46F9-BF7B-2C1AFD6448EA}"/>
                </a:ext>
              </a:extLst>
            </p:cNvPr>
            <p:cNvSpPr>
              <a:spLocks noChangeArrowheads="1"/>
            </p:cNvSpPr>
            <p:nvPr/>
          </p:nvSpPr>
          <p:spPr bwMode="auto">
            <a:xfrm rot="5400000">
              <a:off x="7542687" y="1772443"/>
              <a:ext cx="374650" cy="360363"/>
            </a:xfrm>
            <a:prstGeom prst="triangle">
              <a:avLst>
                <a:gd name="adj" fmla="val 50000"/>
              </a:avLst>
            </a:prstGeom>
            <a:solidFill>
              <a:schemeClr val="accent1">
                <a:lumMod val="40000"/>
                <a:lumOff val="60000"/>
              </a:schemeClr>
            </a:solidFill>
            <a:ln w="22225">
              <a:solidFill>
                <a:schemeClr val="tx1"/>
              </a:solidFill>
              <a:miter lim="800000"/>
              <a:headEnd/>
              <a:tailEnd/>
            </a:ln>
            <a:effectLst/>
          </p:spPr>
          <p:txBody>
            <a:bodyPr wrap="none" anchor="ctr"/>
            <a:lstStyle/>
            <a:p>
              <a:pPr eaLnBrk="1" hangingPunct="1">
                <a:defRPr/>
              </a:pPr>
              <a:endParaRPr lang="ru-RU"/>
            </a:p>
          </p:txBody>
        </p:sp>
        <p:sp>
          <p:nvSpPr>
            <p:cNvPr id="78" name="Oval 41">
              <a:extLst>
                <a:ext uri="{FF2B5EF4-FFF2-40B4-BE49-F238E27FC236}">
                  <a16:creationId xmlns:a16="http://schemas.microsoft.com/office/drawing/2014/main" id="{EE4BFC1A-E917-43B2-A2EF-61072FC2AB52}"/>
                </a:ext>
              </a:extLst>
            </p:cNvPr>
            <p:cNvSpPr>
              <a:spLocks noChangeArrowheads="1"/>
            </p:cNvSpPr>
            <p:nvPr/>
          </p:nvSpPr>
          <p:spPr bwMode="auto">
            <a:xfrm>
              <a:off x="7410042" y="1892300"/>
              <a:ext cx="144463" cy="144463"/>
            </a:xfrm>
            <a:prstGeom prst="ellipse">
              <a:avLst/>
            </a:prstGeom>
            <a:solidFill>
              <a:schemeClr val="accent1">
                <a:lumMod val="40000"/>
                <a:lumOff val="60000"/>
              </a:schemeClr>
            </a:solidFill>
            <a:ln w="22225">
              <a:solidFill>
                <a:schemeClr val="tx1"/>
              </a:solidFill>
              <a:round/>
              <a:headEnd/>
              <a:tailEnd/>
            </a:ln>
            <a:effectLst/>
          </p:spPr>
          <p:txBody>
            <a:bodyPr wrap="none" anchor="ctr"/>
            <a:lstStyle/>
            <a:p>
              <a:pPr eaLnBrk="1" hangingPunct="1">
                <a:defRPr/>
              </a:pPr>
              <a:endParaRPr lang="ru-RU"/>
            </a:p>
          </p:txBody>
        </p:sp>
        <p:sp>
          <p:nvSpPr>
            <p:cNvPr id="79" name="AutoShape 42">
              <a:extLst>
                <a:ext uri="{FF2B5EF4-FFF2-40B4-BE49-F238E27FC236}">
                  <a16:creationId xmlns:a16="http://schemas.microsoft.com/office/drawing/2014/main" id="{C534C140-8F42-42D3-84C1-210B86147D92}"/>
                </a:ext>
              </a:extLst>
            </p:cNvPr>
            <p:cNvSpPr>
              <a:spLocks noChangeArrowheads="1"/>
            </p:cNvSpPr>
            <p:nvPr/>
          </p:nvSpPr>
          <p:spPr bwMode="auto">
            <a:xfrm rot="5400000">
              <a:off x="4996657" y="819943"/>
              <a:ext cx="374650" cy="360363"/>
            </a:xfrm>
            <a:prstGeom prst="triangle">
              <a:avLst>
                <a:gd name="adj" fmla="val 50000"/>
              </a:avLst>
            </a:prstGeom>
            <a:solidFill>
              <a:schemeClr val="accent1">
                <a:lumMod val="40000"/>
                <a:lumOff val="60000"/>
              </a:schemeClr>
            </a:solidFill>
            <a:ln w="22225">
              <a:solidFill>
                <a:schemeClr val="tx1"/>
              </a:solidFill>
              <a:miter lim="800000"/>
              <a:headEnd/>
              <a:tailEnd/>
            </a:ln>
            <a:effectLst/>
          </p:spPr>
          <p:txBody>
            <a:bodyPr wrap="none" anchor="ctr"/>
            <a:lstStyle/>
            <a:p>
              <a:pPr eaLnBrk="1" hangingPunct="1">
                <a:defRPr/>
              </a:pPr>
              <a:endParaRPr lang="ru-RU"/>
            </a:p>
          </p:txBody>
        </p:sp>
        <p:sp>
          <p:nvSpPr>
            <p:cNvPr id="80" name="Oval 43">
              <a:extLst>
                <a:ext uri="{FF2B5EF4-FFF2-40B4-BE49-F238E27FC236}">
                  <a16:creationId xmlns:a16="http://schemas.microsoft.com/office/drawing/2014/main" id="{E7C683AB-EDEA-40D0-A4F6-4D75CA7B9373}"/>
                </a:ext>
              </a:extLst>
            </p:cNvPr>
            <p:cNvSpPr>
              <a:spLocks noChangeArrowheads="1"/>
            </p:cNvSpPr>
            <p:nvPr/>
          </p:nvSpPr>
          <p:spPr bwMode="auto">
            <a:xfrm>
              <a:off x="4858566" y="914400"/>
              <a:ext cx="144463" cy="144463"/>
            </a:xfrm>
            <a:prstGeom prst="ellipse">
              <a:avLst/>
            </a:prstGeom>
            <a:solidFill>
              <a:schemeClr val="accent1">
                <a:lumMod val="40000"/>
                <a:lumOff val="60000"/>
              </a:schemeClr>
            </a:solidFill>
            <a:ln w="22225">
              <a:solidFill>
                <a:schemeClr val="tx1"/>
              </a:solidFill>
              <a:round/>
              <a:headEnd/>
              <a:tailEnd/>
            </a:ln>
            <a:effectLst/>
          </p:spPr>
          <p:txBody>
            <a:bodyPr wrap="none" anchor="ctr"/>
            <a:lstStyle/>
            <a:p>
              <a:pPr eaLnBrk="1" hangingPunct="1">
                <a:defRPr/>
              </a:pPr>
              <a:endParaRPr lang="ru-RU"/>
            </a:p>
          </p:txBody>
        </p:sp>
        <p:sp>
          <p:nvSpPr>
            <p:cNvPr id="81" name="Line 44">
              <a:extLst>
                <a:ext uri="{FF2B5EF4-FFF2-40B4-BE49-F238E27FC236}">
                  <a16:creationId xmlns:a16="http://schemas.microsoft.com/office/drawing/2014/main" id="{8B69E527-DE8B-495D-9BBD-B73A17CD0DDB}"/>
                </a:ext>
              </a:extLst>
            </p:cNvPr>
            <p:cNvSpPr>
              <a:spLocks noChangeShapeType="1"/>
            </p:cNvSpPr>
            <p:nvPr/>
          </p:nvSpPr>
          <p:spPr bwMode="auto">
            <a:xfrm>
              <a:off x="5283200" y="5626100"/>
              <a:ext cx="228600" cy="0"/>
            </a:xfrm>
            <a:prstGeom prst="line">
              <a:avLst/>
            </a:prstGeom>
            <a:grpFill/>
            <a:ln w="22225">
              <a:solidFill>
                <a:schemeClr val="tx1"/>
              </a:solidFill>
              <a:round/>
              <a:headEnd/>
              <a:tailEnd/>
            </a:ln>
            <a:effectLst/>
          </p:spPr>
          <p:txBody>
            <a:bodyPr/>
            <a:lstStyle/>
            <a:p>
              <a:pPr eaLnBrk="1" hangingPunct="1">
                <a:defRPr/>
              </a:pPr>
              <a:endParaRPr lang="ru-RU"/>
            </a:p>
          </p:txBody>
        </p:sp>
        <p:sp>
          <p:nvSpPr>
            <p:cNvPr id="82" name="Text Box 45">
              <a:extLst>
                <a:ext uri="{FF2B5EF4-FFF2-40B4-BE49-F238E27FC236}">
                  <a16:creationId xmlns:a16="http://schemas.microsoft.com/office/drawing/2014/main" id="{AF7BE84B-A30F-4A3D-BF16-E6EA001EA219}"/>
                </a:ext>
              </a:extLst>
            </p:cNvPr>
            <p:cNvSpPr txBox="1">
              <a:spLocks noChangeArrowheads="1"/>
            </p:cNvSpPr>
            <p:nvPr/>
          </p:nvSpPr>
          <p:spPr bwMode="auto">
            <a:xfrm>
              <a:off x="3886200" y="5397500"/>
              <a:ext cx="657225" cy="418392"/>
            </a:xfrm>
            <a:prstGeom prst="rect">
              <a:avLst/>
            </a:prstGeom>
            <a:noFill/>
            <a:ln>
              <a:noFill/>
            </a:ln>
            <a:effectLst/>
          </p:spPr>
          <p:txBody>
            <a:bodyPr>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spcBef>
                  <a:spcPct val="50000"/>
                </a:spcBef>
                <a:defRPr/>
              </a:pPr>
              <a:r>
                <a:rPr lang="en-US"/>
                <a:t>C</a:t>
              </a:r>
              <a:endParaRPr lang="ru-RU"/>
            </a:p>
          </p:txBody>
        </p:sp>
        <p:sp>
          <p:nvSpPr>
            <p:cNvPr id="83" name="Line 46">
              <a:extLst>
                <a:ext uri="{FF2B5EF4-FFF2-40B4-BE49-F238E27FC236}">
                  <a16:creationId xmlns:a16="http://schemas.microsoft.com/office/drawing/2014/main" id="{4A5F3409-D441-48AD-89C7-97CB9003DBCD}"/>
                </a:ext>
              </a:extLst>
            </p:cNvPr>
            <p:cNvSpPr>
              <a:spLocks noChangeShapeType="1"/>
            </p:cNvSpPr>
            <p:nvPr/>
          </p:nvSpPr>
          <p:spPr bwMode="auto">
            <a:xfrm>
              <a:off x="4373200" y="977900"/>
              <a:ext cx="471488" cy="0"/>
            </a:xfrm>
            <a:prstGeom prst="line">
              <a:avLst/>
            </a:prstGeom>
            <a:grpFill/>
            <a:ln w="22225">
              <a:solidFill>
                <a:schemeClr val="tx1"/>
              </a:solidFill>
              <a:round/>
              <a:headEnd/>
              <a:tailEnd/>
            </a:ln>
            <a:effectLst/>
          </p:spPr>
          <p:txBody>
            <a:bodyPr/>
            <a:lstStyle/>
            <a:p>
              <a:pPr eaLnBrk="1" hangingPunct="1">
                <a:defRPr/>
              </a:pPr>
              <a:endParaRPr lang="ru-RU"/>
            </a:p>
          </p:txBody>
        </p:sp>
        <p:sp>
          <p:nvSpPr>
            <p:cNvPr id="84" name="AutoShape 47">
              <a:extLst>
                <a:ext uri="{FF2B5EF4-FFF2-40B4-BE49-F238E27FC236}">
                  <a16:creationId xmlns:a16="http://schemas.microsoft.com/office/drawing/2014/main" id="{8F6F3B39-8390-4C54-A45B-6333CE4B93A1}"/>
                </a:ext>
              </a:extLst>
            </p:cNvPr>
            <p:cNvSpPr>
              <a:spLocks noChangeArrowheads="1"/>
            </p:cNvSpPr>
            <p:nvPr/>
          </p:nvSpPr>
          <p:spPr bwMode="auto">
            <a:xfrm rot="5400000">
              <a:off x="7558065" y="2991643"/>
              <a:ext cx="374650" cy="360363"/>
            </a:xfrm>
            <a:prstGeom prst="triangle">
              <a:avLst>
                <a:gd name="adj" fmla="val 50000"/>
              </a:avLst>
            </a:prstGeom>
            <a:solidFill>
              <a:schemeClr val="accent1">
                <a:lumMod val="40000"/>
                <a:lumOff val="60000"/>
              </a:schemeClr>
            </a:solidFill>
            <a:ln w="22225">
              <a:solidFill>
                <a:schemeClr val="tx1"/>
              </a:solidFill>
              <a:miter lim="800000"/>
              <a:headEnd/>
              <a:tailEnd/>
            </a:ln>
            <a:effectLst/>
          </p:spPr>
          <p:txBody>
            <a:bodyPr wrap="none" anchor="ctr"/>
            <a:lstStyle/>
            <a:p>
              <a:pPr eaLnBrk="1" hangingPunct="1">
                <a:defRPr/>
              </a:pPr>
              <a:endParaRPr lang="ru-RU"/>
            </a:p>
          </p:txBody>
        </p:sp>
        <p:sp>
          <p:nvSpPr>
            <p:cNvPr id="85" name="Oval 48">
              <a:extLst>
                <a:ext uri="{FF2B5EF4-FFF2-40B4-BE49-F238E27FC236}">
                  <a16:creationId xmlns:a16="http://schemas.microsoft.com/office/drawing/2014/main" id="{15FDF8FC-F00B-49C0-83F6-D003B965A815}"/>
                </a:ext>
              </a:extLst>
            </p:cNvPr>
            <p:cNvSpPr>
              <a:spLocks noChangeArrowheads="1"/>
            </p:cNvSpPr>
            <p:nvPr/>
          </p:nvSpPr>
          <p:spPr bwMode="auto">
            <a:xfrm>
              <a:off x="7400109" y="3111500"/>
              <a:ext cx="144463" cy="144463"/>
            </a:xfrm>
            <a:prstGeom prst="ellipse">
              <a:avLst/>
            </a:prstGeom>
            <a:solidFill>
              <a:schemeClr val="accent1">
                <a:lumMod val="40000"/>
                <a:lumOff val="60000"/>
              </a:schemeClr>
            </a:solidFill>
            <a:ln w="22225">
              <a:solidFill>
                <a:schemeClr val="tx1"/>
              </a:solidFill>
              <a:round/>
              <a:headEnd/>
              <a:tailEnd/>
            </a:ln>
            <a:effectLst/>
          </p:spPr>
          <p:txBody>
            <a:bodyPr wrap="none" anchor="ctr"/>
            <a:lstStyle/>
            <a:p>
              <a:pPr eaLnBrk="1" hangingPunct="1">
                <a:defRPr/>
              </a:pPr>
              <a:endParaRPr lang="ru-RU"/>
            </a:p>
          </p:txBody>
        </p:sp>
        <p:sp>
          <p:nvSpPr>
            <p:cNvPr id="86" name="AutoShape 49">
              <a:extLst>
                <a:ext uri="{FF2B5EF4-FFF2-40B4-BE49-F238E27FC236}">
                  <a16:creationId xmlns:a16="http://schemas.microsoft.com/office/drawing/2014/main" id="{1AB59754-D22D-4899-892D-DCB095F23D0B}"/>
                </a:ext>
              </a:extLst>
            </p:cNvPr>
            <p:cNvSpPr>
              <a:spLocks noChangeArrowheads="1"/>
            </p:cNvSpPr>
            <p:nvPr/>
          </p:nvSpPr>
          <p:spPr bwMode="auto">
            <a:xfrm rot="5400000">
              <a:off x="7565232" y="5303043"/>
              <a:ext cx="374650" cy="360363"/>
            </a:xfrm>
            <a:prstGeom prst="triangle">
              <a:avLst>
                <a:gd name="adj" fmla="val 50000"/>
              </a:avLst>
            </a:prstGeom>
            <a:solidFill>
              <a:schemeClr val="accent1">
                <a:lumMod val="40000"/>
                <a:lumOff val="60000"/>
              </a:schemeClr>
            </a:solidFill>
            <a:ln w="22225">
              <a:solidFill>
                <a:schemeClr val="tx1"/>
              </a:solidFill>
              <a:miter lim="800000"/>
              <a:headEnd/>
              <a:tailEnd/>
            </a:ln>
            <a:effectLst/>
          </p:spPr>
          <p:txBody>
            <a:bodyPr wrap="none" anchor="ctr"/>
            <a:lstStyle/>
            <a:p>
              <a:pPr eaLnBrk="1" hangingPunct="1">
                <a:defRPr/>
              </a:pPr>
              <a:endParaRPr lang="ru-RU"/>
            </a:p>
          </p:txBody>
        </p:sp>
        <p:sp>
          <p:nvSpPr>
            <p:cNvPr id="87" name="Oval 50">
              <a:extLst>
                <a:ext uri="{FF2B5EF4-FFF2-40B4-BE49-F238E27FC236}">
                  <a16:creationId xmlns:a16="http://schemas.microsoft.com/office/drawing/2014/main" id="{8CF1E783-6A65-4755-9854-363EEB14B515}"/>
                </a:ext>
              </a:extLst>
            </p:cNvPr>
            <p:cNvSpPr>
              <a:spLocks noChangeArrowheads="1"/>
            </p:cNvSpPr>
            <p:nvPr/>
          </p:nvSpPr>
          <p:spPr bwMode="auto">
            <a:xfrm>
              <a:off x="7407275" y="5422900"/>
              <a:ext cx="144463" cy="144463"/>
            </a:xfrm>
            <a:prstGeom prst="ellipse">
              <a:avLst/>
            </a:prstGeom>
            <a:solidFill>
              <a:schemeClr val="accent1">
                <a:lumMod val="40000"/>
                <a:lumOff val="60000"/>
              </a:schemeClr>
            </a:solidFill>
            <a:ln w="22225">
              <a:solidFill>
                <a:schemeClr val="tx1"/>
              </a:solidFill>
              <a:round/>
              <a:headEnd/>
              <a:tailEnd/>
            </a:ln>
            <a:effectLst/>
          </p:spPr>
          <p:txBody>
            <a:bodyPr wrap="none" anchor="ctr"/>
            <a:lstStyle/>
            <a:p>
              <a:pPr eaLnBrk="1" hangingPunct="1">
                <a:defRPr/>
              </a:pPr>
              <a:endParaRPr lang="ru-RU"/>
            </a:p>
          </p:txBody>
        </p:sp>
        <p:sp>
          <p:nvSpPr>
            <p:cNvPr id="88" name="Line 51">
              <a:extLst>
                <a:ext uri="{FF2B5EF4-FFF2-40B4-BE49-F238E27FC236}">
                  <a16:creationId xmlns:a16="http://schemas.microsoft.com/office/drawing/2014/main" id="{73E009E0-6F83-4642-A249-CD52B277C9E5}"/>
                </a:ext>
              </a:extLst>
            </p:cNvPr>
            <p:cNvSpPr>
              <a:spLocks noChangeShapeType="1"/>
            </p:cNvSpPr>
            <p:nvPr/>
          </p:nvSpPr>
          <p:spPr bwMode="auto">
            <a:xfrm>
              <a:off x="7892518" y="1955800"/>
              <a:ext cx="304800" cy="0"/>
            </a:xfrm>
            <a:prstGeom prst="line">
              <a:avLst/>
            </a:prstGeom>
            <a:grpFill/>
            <a:ln w="22225">
              <a:solidFill>
                <a:schemeClr val="tx1"/>
              </a:solidFill>
              <a:round/>
              <a:headEnd/>
              <a:tailEnd/>
            </a:ln>
            <a:effectLst/>
          </p:spPr>
          <p:txBody>
            <a:bodyPr/>
            <a:lstStyle/>
            <a:p>
              <a:pPr eaLnBrk="1" hangingPunct="1">
                <a:defRPr/>
              </a:pPr>
              <a:endParaRPr lang="ru-RU"/>
            </a:p>
          </p:txBody>
        </p:sp>
        <p:sp>
          <p:nvSpPr>
            <p:cNvPr id="89" name="Line 52">
              <a:extLst>
                <a:ext uri="{FF2B5EF4-FFF2-40B4-BE49-F238E27FC236}">
                  <a16:creationId xmlns:a16="http://schemas.microsoft.com/office/drawing/2014/main" id="{84FAB2ED-63C4-4279-8C71-28C7D6158A7A}"/>
                </a:ext>
              </a:extLst>
            </p:cNvPr>
            <p:cNvSpPr>
              <a:spLocks noChangeShapeType="1"/>
            </p:cNvSpPr>
            <p:nvPr/>
          </p:nvSpPr>
          <p:spPr bwMode="auto">
            <a:xfrm>
              <a:off x="7940675" y="3175000"/>
              <a:ext cx="304800" cy="0"/>
            </a:xfrm>
            <a:prstGeom prst="line">
              <a:avLst/>
            </a:prstGeom>
            <a:grpFill/>
            <a:ln w="22225">
              <a:solidFill>
                <a:schemeClr val="tx1"/>
              </a:solidFill>
              <a:round/>
              <a:headEnd/>
              <a:tailEnd/>
            </a:ln>
            <a:effectLst/>
          </p:spPr>
          <p:txBody>
            <a:bodyPr/>
            <a:lstStyle/>
            <a:p>
              <a:pPr eaLnBrk="1" hangingPunct="1">
                <a:defRPr/>
              </a:pPr>
              <a:endParaRPr lang="ru-RU"/>
            </a:p>
          </p:txBody>
        </p:sp>
        <p:sp>
          <p:nvSpPr>
            <p:cNvPr id="90" name="Line 53">
              <a:extLst>
                <a:ext uri="{FF2B5EF4-FFF2-40B4-BE49-F238E27FC236}">
                  <a16:creationId xmlns:a16="http://schemas.microsoft.com/office/drawing/2014/main" id="{4E9FB3EA-6039-4883-9D49-1BCD0A8B56CC}"/>
                </a:ext>
              </a:extLst>
            </p:cNvPr>
            <p:cNvSpPr>
              <a:spLocks noChangeShapeType="1"/>
            </p:cNvSpPr>
            <p:nvPr/>
          </p:nvSpPr>
          <p:spPr bwMode="auto">
            <a:xfrm>
              <a:off x="7927975" y="5486400"/>
              <a:ext cx="304800" cy="0"/>
            </a:xfrm>
            <a:prstGeom prst="line">
              <a:avLst/>
            </a:prstGeom>
            <a:grpFill/>
            <a:ln w="22225">
              <a:solidFill>
                <a:schemeClr val="tx1"/>
              </a:solidFill>
              <a:round/>
              <a:headEnd/>
              <a:tailEnd/>
            </a:ln>
            <a:effectLst/>
          </p:spPr>
          <p:txBody>
            <a:bodyPr/>
            <a:lstStyle/>
            <a:p>
              <a:pPr eaLnBrk="1" hangingPunct="1">
                <a:defRPr/>
              </a:pPr>
              <a:endParaRPr lang="ru-RU"/>
            </a:p>
          </p:txBody>
        </p:sp>
        <p:sp>
          <p:nvSpPr>
            <p:cNvPr id="91" name="Line 54">
              <a:extLst>
                <a:ext uri="{FF2B5EF4-FFF2-40B4-BE49-F238E27FC236}">
                  <a16:creationId xmlns:a16="http://schemas.microsoft.com/office/drawing/2014/main" id="{111E41DA-FA2A-47A4-952F-321F686AFA7E}"/>
                </a:ext>
              </a:extLst>
            </p:cNvPr>
            <p:cNvSpPr>
              <a:spLocks noChangeShapeType="1"/>
            </p:cNvSpPr>
            <p:nvPr/>
          </p:nvSpPr>
          <p:spPr bwMode="auto">
            <a:xfrm>
              <a:off x="5334000" y="990600"/>
              <a:ext cx="1925638" cy="0"/>
            </a:xfrm>
            <a:prstGeom prst="line">
              <a:avLst/>
            </a:prstGeom>
            <a:grpFill/>
            <a:ln w="22225">
              <a:solidFill>
                <a:schemeClr val="tx1"/>
              </a:solidFill>
              <a:round/>
              <a:headEnd/>
              <a:tailEnd/>
            </a:ln>
            <a:effectLst/>
          </p:spPr>
          <p:txBody>
            <a:bodyPr/>
            <a:lstStyle/>
            <a:p>
              <a:pPr eaLnBrk="1" hangingPunct="1">
                <a:defRPr/>
              </a:pPr>
              <a:endParaRPr lang="ru-RU"/>
            </a:p>
          </p:txBody>
        </p:sp>
        <p:sp>
          <p:nvSpPr>
            <p:cNvPr id="92" name="Line 55">
              <a:extLst>
                <a:ext uri="{FF2B5EF4-FFF2-40B4-BE49-F238E27FC236}">
                  <a16:creationId xmlns:a16="http://schemas.microsoft.com/office/drawing/2014/main" id="{32F46149-3B72-412E-A874-F909F276D041}"/>
                </a:ext>
              </a:extLst>
            </p:cNvPr>
            <p:cNvSpPr>
              <a:spLocks noChangeShapeType="1"/>
            </p:cNvSpPr>
            <p:nvPr/>
          </p:nvSpPr>
          <p:spPr bwMode="auto">
            <a:xfrm>
              <a:off x="7254875" y="990600"/>
              <a:ext cx="0" cy="2505075"/>
            </a:xfrm>
            <a:prstGeom prst="line">
              <a:avLst/>
            </a:prstGeom>
            <a:grpFill/>
            <a:ln w="22225">
              <a:solidFill>
                <a:schemeClr val="tx1"/>
              </a:solidFill>
              <a:round/>
              <a:headEnd/>
              <a:tailEnd/>
            </a:ln>
            <a:effectLst/>
          </p:spPr>
          <p:txBody>
            <a:bodyPr/>
            <a:lstStyle/>
            <a:p>
              <a:pPr eaLnBrk="1" hangingPunct="1">
                <a:defRPr/>
              </a:pPr>
              <a:endParaRPr lang="ru-RU"/>
            </a:p>
          </p:txBody>
        </p:sp>
        <p:sp>
          <p:nvSpPr>
            <p:cNvPr id="93" name="Line 56">
              <a:extLst>
                <a:ext uri="{FF2B5EF4-FFF2-40B4-BE49-F238E27FC236}">
                  <a16:creationId xmlns:a16="http://schemas.microsoft.com/office/drawing/2014/main" id="{442EF1FE-ED17-4661-A1F1-380E611B7E81}"/>
                </a:ext>
              </a:extLst>
            </p:cNvPr>
            <p:cNvSpPr>
              <a:spLocks noChangeShapeType="1"/>
            </p:cNvSpPr>
            <p:nvPr/>
          </p:nvSpPr>
          <p:spPr bwMode="auto">
            <a:xfrm>
              <a:off x="7254875" y="1524000"/>
              <a:ext cx="514350" cy="0"/>
            </a:xfrm>
            <a:prstGeom prst="line">
              <a:avLst/>
            </a:prstGeom>
            <a:grpFill/>
            <a:ln w="22225">
              <a:solidFill>
                <a:schemeClr val="tx1"/>
              </a:solidFill>
              <a:round/>
              <a:headEnd type="oval" w="med" len="med"/>
              <a:tailEnd/>
            </a:ln>
            <a:effectLst/>
          </p:spPr>
          <p:txBody>
            <a:bodyPr/>
            <a:lstStyle/>
            <a:p>
              <a:pPr eaLnBrk="1" hangingPunct="1">
                <a:defRPr/>
              </a:pPr>
              <a:endParaRPr lang="ru-RU"/>
            </a:p>
          </p:txBody>
        </p:sp>
        <p:sp>
          <p:nvSpPr>
            <p:cNvPr id="94" name="Line 57">
              <a:extLst>
                <a:ext uri="{FF2B5EF4-FFF2-40B4-BE49-F238E27FC236}">
                  <a16:creationId xmlns:a16="http://schemas.microsoft.com/office/drawing/2014/main" id="{38C10213-2990-4C96-A62A-CD524AFBDA46}"/>
                </a:ext>
              </a:extLst>
            </p:cNvPr>
            <p:cNvSpPr>
              <a:spLocks noChangeShapeType="1"/>
            </p:cNvSpPr>
            <p:nvPr/>
          </p:nvSpPr>
          <p:spPr bwMode="auto">
            <a:xfrm>
              <a:off x="7762875" y="1524000"/>
              <a:ext cx="0" cy="334963"/>
            </a:xfrm>
            <a:prstGeom prst="line">
              <a:avLst/>
            </a:prstGeom>
            <a:grpFill/>
            <a:ln w="22225">
              <a:solidFill>
                <a:schemeClr val="tx1"/>
              </a:solidFill>
              <a:round/>
              <a:headEnd/>
              <a:tailEnd/>
            </a:ln>
            <a:effectLst/>
          </p:spPr>
          <p:txBody>
            <a:bodyPr/>
            <a:lstStyle/>
            <a:p>
              <a:pPr eaLnBrk="1" hangingPunct="1">
                <a:defRPr/>
              </a:pPr>
              <a:endParaRPr lang="ru-RU"/>
            </a:p>
          </p:txBody>
        </p:sp>
        <p:sp>
          <p:nvSpPr>
            <p:cNvPr id="95" name="Line 58">
              <a:extLst>
                <a:ext uri="{FF2B5EF4-FFF2-40B4-BE49-F238E27FC236}">
                  <a16:creationId xmlns:a16="http://schemas.microsoft.com/office/drawing/2014/main" id="{3248DBD4-F52B-4D65-98DE-2704A5C55679}"/>
                </a:ext>
              </a:extLst>
            </p:cNvPr>
            <p:cNvSpPr>
              <a:spLocks noChangeShapeType="1"/>
            </p:cNvSpPr>
            <p:nvPr/>
          </p:nvSpPr>
          <p:spPr bwMode="auto">
            <a:xfrm>
              <a:off x="7254875" y="2730500"/>
              <a:ext cx="514350" cy="0"/>
            </a:xfrm>
            <a:prstGeom prst="line">
              <a:avLst/>
            </a:prstGeom>
            <a:grpFill/>
            <a:ln w="22225">
              <a:solidFill>
                <a:schemeClr val="tx1"/>
              </a:solidFill>
              <a:round/>
              <a:headEnd type="oval" w="med" len="med"/>
              <a:tailEnd/>
            </a:ln>
            <a:effectLst/>
          </p:spPr>
          <p:txBody>
            <a:bodyPr/>
            <a:lstStyle/>
            <a:p>
              <a:pPr eaLnBrk="1" hangingPunct="1">
                <a:defRPr/>
              </a:pPr>
              <a:endParaRPr lang="ru-RU"/>
            </a:p>
          </p:txBody>
        </p:sp>
        <p:sp>
          <p:nvSpPr>
            <p:cNvPr id="96" name="Line 59">
              <a:extLst>
                <a:ext uri="{FF2B5EF4-FFF2-40B4-BE49-F238E27FC236}">
                  <a16:creationId xmlns:a16="http://schemas.microsoft.com/office/drawing/2014/main" id="{C25C13F6-C62F-46A4-B8D7-687B7D4500A8}"/>
                </a:ext>
              </a:extLst>
            </p:cNvPr>
            <p:cNvSpPr>
              <a:spLocks noChangeShapeType="1"/>
            </p:cNvSpPr>
            <p:nvPr/>
          </p:nvSpPr>
          <p:spPr bwMode="auto">
            <a:xfrm>
              <a:off x="7762875" y="2730500"/>
              <a:ext cx="0" cy="334963"/>
            </a:xfrm>
            <a:prstGeom prst="line">
              <a:avLst/>
            </a:prstGeom>
            <a:grpFill/>
            <a:ln w="22225">
              <a:solidFill>
                <a:schemeClr val="tx1"/>
              </a:solidFill>
              <a:round/>
              <a:headEnd/>
              <a:tailEnd/>
            </a:ln>
            <a:effectLst/>
          </p:spPr>
          <p:txBody>
            <a:bodyPr/>
            <a:lstStyle/>
            <a:p>
              <a:pPr eaLnBrk="1" hangingPunct="1">
                <a:defRPr/>
              </a:pPr>
              <a:endParaRPr lang="ru-RU"/>
            </a:p>
          </p:txBody>
        </p:sp>
        <p:sp>
          <p:nvSpPr>
            <p:cNvPr id="97" name="Line 60">
              <a:extLst>
                <a:ext uri="{FF2B5EF4-FFF2-40B4-BE49-F238E27FC236}">
                  <a16:creationId xmlns:a16="http://schemas.microsoft.com/office/drawing/2014/main" id="{9F4BFD59-0B6C-476C-8B26-67C9D49B325A}"/>
                </a:ext>
              </a:extLst>
            </p:cNvPr>
            <p:cNvSpPr>
              <a:spLocks noChangeShapeType="1"/>
            </p:cNvSpPr>
            <p:nvPr/>
          </p:nvSpPr>
          <p:spPr bwMode="auto">
            <a:xfrm>
              <a:off x="7242175" y="5054600"/>
              <a:ext cx="514350" cy="0"/>
            </a:xfrm>
            <a:prstGeom prst="line">
              <a:avLst/>
            </a:prstGeom>
            <a:grpFill/>
            <a:ln w="22225">
              <a:solidFill>
                <a:schemeClr val="tx1"/>
              </a:solidFill>
              <a:round/>
              <a:headEnd/>
              <a:tailEnd/>
            </a:ln>
            <a:effectLst/>
          </p:spPr>
          <p:txBody>
            <a:bodyPr/>
            <a:lstStyle/>
            <a:p>
              <a:pPr eaLnBrk="1" hangingPunct="1">
                <a:defRPr/>
              </a:pPr>
              <a:endParaRPr lang="ru-RU"/>
            </a:p>
          </p:txBody>
        </p:sp>
        <p:sp>
          <p:nvSpPr>
            <p:cNvPr id="98" name="Line 61">
              <a:extLst>
                <a:ext uri="{FF2B5EF4-FFF2-40B4-BE49-F238E27FC236}">
                  <a16:creationId xmlns:a16="http://schemas.microsoft.com/office/drawing/2014/main" id="{AA2ACA0F-3660-4FA0-842F-10A62CCCD5EE}"/>
                </a:ext>
              </a:extLst>
            </p:cNvPr>
            <p:cNvSpPr>
              <a:spLocks noChangeShapeType="1"/>
            </p:cNvSpPr>
            <p:nvPr/>
          </p:nvSpPr>
          <p:spPr bwMode="auto">
            <a:xfrm>
              <a:off x="7750175" y="5054600"/>
              <a:ext cx="0" cy="334963"/>
            </a:xfrm>
            <a:prstGeom prst="line">
              <a:avLst/>
            </a:prstGeom>
            <a:grpFill/>
            <a:ln w="22225">
              <a:solidFill>
                <a:schemeClr val="tx1"/>
              </a:solidFill>
              <a:round/>
              <a:headEnd/>
              <a:tailEnd/>
            </a:ln>
            <a:effectLst/>
          </p:spPr>
          <p:txBody>
            <a:bodyPr/>
            <a:lstStyle/>
            <a:p>
              <a:pPr eaLnBrk="1" hangingPunct="1">
                <a:defRPr/>
              </a:pPr>
              <a:endParaRPr lang="ru-RU"/>
            </a:p>
          </p:txBody>
        </p:sp>
        <p:sp>
          <p:nvSpPr>
            <p:cNvPr id="99" name="Line 62">
              <a:extLst>
                <a:ext uri="{FF2B5EF4-FFF2-40B4-BE49-F238E27FC236}">
                  <a16:creationId xmlns:a16="http://schemas.microsoft.com/office/drawing/2014/main" id="{AAD508A3-D35C-44A6-91E2-E9BBA4B5A1A9}"/>
                </a:ext>
              </a:extLst>
            </p:cNvPr>
            <p:cNvSpPr>
              <a:spLocks noChangeShapeType="1"/>
            </p:cNvSpPr>
            <p:nvPr/>
          </p:nvSpPr>
          <p:spPr bwMode="auto">
            <a:xfrm flipV="1">
              <a:off x="7242175" y="4584700"/>
              <a:ext cx="0" cy="479425"/>
            </a:xfrm>
            <a:prstGeom prst="line">
              <a:avLst/>
            </a:prstGeom>
            <a:grpFill/>
            <a:ln w="22225">
              <a:solidFill>
                <a:schemeClr val="tx1"/>
              </a:solidFill>
              <a:round/>
              <a:headEnd/>
              <a:tailEnd/>
            </a:ln>
            <a:effectLst/>
          </p:spPr>
          <p:txBody>
            <a:bodyPr/>
            <a:lstStyle/>
            <a:p>
              <a:pPr eaLnBrk="1" hangingPunct="1">
                <a:defRPr/>
              </a:pPr>
              <a:endParaRPr lang="ru-RU"/>
            </a:p>
          </p:txBody>
        </p:sp>
        <p:sp>
          <p:nvSpPr>
            <p:cNvPr id="100" name="Line 63">
              <a:extLst>
                <a:ext uri="{FF2B5EF4-FFF2-40B4-BE49-F238E27FC236}">
                  <a16:creationId xmlns:a16="http://schemas.microsoft.com/office/drawing/2014/main" id="{63E475B7-C518-406A-BB33-A3A994B4D1CB}"/>
                </a:ext>
              </a:extLst>
            </p:cNvPr>
            <p:cNvSpPr>
              <a:spLocks noChangeShapeType="1"/>
            </p:cNvSpPr>
            <p:nvPr/>
          </p:nvSpPr>
          <p:spPr bwMode="auto">
            <a:xfrm>
              <a:off x="7242175" y="3644900"/>
              <a:ext cx="0" cy="730250"/>
            </a:xfrm>
            <a:prstGeom prst="line">
              <a:avLst/>
            </a:prstGeom>
            <a:grpFill/>
            <a:ln w="22225">
              <a:solidFill>
                <a:schemeClr val="tx1"/>
              </a:solidFill>
              <a:prstDash val="dash"/>
              <a:round/>
              <a:headEnd/>
              <a:tailEnd/>
            </a:ln>
            <a:effectLst/>
          </p:spPr>
          <p:txBody>
            <a:bodyPr/>
            <a:lstStyle/>
            <a:p>
              <a:pPr eaLnBrk="1" hangingPunct="1">
                <a:defRPr/>
              </a:pPr>
              <a:endParaRPr lang="ru-RU"/>
            </a:p>
          </p:txBody>
        </p:sp>
        <p:sp>
          <p:nvSpPr>
            <p:cNvPr id="101" name="Text Box 64">
              <a:extLst>
                <a:ext uri="{FF2B5EF4-FFF2-40B4-BE49-F238E27FC236}">
                  <a16:creationId xmlns:a16="http://schemas.microsoft.com/office/drawing/2014/main" id="{24CD2CF8-3AE7-4813-B155-285FB6583689}"/>
                </a:ext>
              </a:extLst>
            </p:cNvPr>
            <p:cNvSpPr txBox="1">
              <a:spLocks noChangeArrowheads="1"/>
            </p:cNvSpPr>
            <p:nvPr/>
          </p:nvSpPr>
          <p:spPr bwMode="auto">
            <a:xfrm>
              <a:off x="3835400" y="762000"/>
              <a:ext cx="657225" cy="418392"/>
            </a:xfrm>
            <a:prstGeom prst="rect">
              <a:avLst/>
            </a:prstGeom>
            <a:noFill/>
            <a:ln>
              <a:noFill/>
            </a:ln>
            <a:effectLst/>
          </p:spPr>
          <p:txBody>
            <a:bodyPr>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spcBef>
                  <a:spcPct val="50000"/>
                </a:spcBef>
                <a:defRPr/>
              </a:pPr>
              <a:r>
                <a:rPr lang="en-US" dirty="0"/>
                <a:t>OE</a:t>
              </a:r>
              <a:endParaRPr lang="ru-RU" dirty="0"/>
            </a:p>
          </p:txBody>
        </p:sp>
        <p:sp>
          <p:nvSpPr>
            <p:cNvPr id="102" name="Text Box 65">
              <a:extLst>
                <a:ext uri="{FF2B5EF4-FFF2-40B4-BE49-F238E27FC236}">
                  <a16:creationId xmlns:a16="http://schemas.microsoft.com/office/drawing/2014/main" id="{CA534B64-5C18-4C88-A3ED-22663647465D}"/>
                </a:ext>
              </a:extLst>
            </p:cNvPr>
            <p:cNvSpPr txBox="1">
              <a:spLocks noChangeArrowheads="1"/>
            </p:cNvSpPr>
            <p:nvPr/>
          </p:nvSpPr>
          <p:spPr bwMode="auto">
            <a:xfrm>
              <a:off x="5880100" y="1676400"/>
              <a:ext cx="381000" cy="418392"/>
            </a:xfrm>
            <a:prstGeom prst="rect">
              <a:avLst/>
            </a:prstGeom>
            <a:noFill/>
            <a:ln>
              <a:noFill/>
            </a:ln>
            <a:effectLst/>
          </p:spPr>
          <p:txBody>
            <a:bodyPr>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spcBef>
                  <a:spcPct val="50000"/>
                </a:spcBef>
                <a:defRPr/>
              </a:pPr>
              <a:r>
                <a:rPr lang="en-US" dirty="0"/>
                <a:t>C</a:t>
              </a:r>
              <a:endParaRPr lang="ru-RU" dirty="0"/>
            </a:p>
          </p:txBody>
        </p:sp>
        <p:sp>
          <p:nvSpPr>
            <p:cNvPr id="103" name="Text Box 66">
              <a:extLst>
                <a:ext uri="{FF2B5EF4-FFF2-40B4-BE49-F238E27FC236}">
                  <a16:creationId xmlns:a16="http://schemas.microsoft.com/office/drawing/2014/main" id="{DB707A3C-FB18-4FEE-A1B8-85EAC1EA7619}"/>
                </a:ext>
              </a:extLst>
            </p:cNvPr>
            <p:cNvSpPr txBox="1">
              <a:spLocks noChangeArrowheads="1"/>
            </p:cNvSpPr>
            <p:nvPr/>
          </p:nvSpPr>
          <p:spPr bwMode="auto">
            <a:xfrm>
              <a:off x="5905500" y="2895600"/>
              <a:ext cx="381000" cy="418392"/>
            </a:xfrm>
            <a:prstGeom prst="rect">
              <a:avLst/>
            </a:prstGeom>
            <a:noFill/>
            <a:ln>
              <a:noFill/>
            </a:ln>
            <a:effectLst/>
          </p:spPr>
          <p:txBody>
            <a:bodyPr>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spcBef>
                  <a:spcPct val="50000"/>
                </a:spcBef>
                <a:defRPr/>
              </a:pPr>
              <a:r>
                <a:rPr lang="en-US" dirty="0"/>
                <a:t>C</a:t>
              </a:r>
              <a:endParaRPr lang="ru-RU" dirty="0"/>
            </a:p>
          </p:txBody>
        </p:sp>
        <p:sp>
          <p:nvSpPr>
            <p:cNvPr id="104" name="Text Box 67">
              <a:extLst>
                <a:ext uri="{FF2B5EF4-FFF2-40B4-BE49-F238E27FC236}">
                  <a16:creationId xmlns:a16="http://schemas.microsoft.com/office/drawing/2014/main" id="{21E5480B-3085-4067-A844-0EC5AE9AEE07}"/>
                </a:ext>
              </a:extLst>
            </p:cNvPr>
            <p:cNvSpPr txBox="1">
              <a:spLocks noChangeArrowheads="1"/>
            </p:cNvSpPr>
            <p:nvPr/>
          </p:nvSpPr>
          <p:spPr bwMode="auto">
            <a:xfrm>
              <a:off x="5918200" y="5156200"/>
              <a:ext cx="381000" cy="418392"/>
            </a:xfrm>
            <a:prstGeom prst="rect">
              <a:avLst/>
            </a:prstGeom>
            <a:noFill/>
            <a:ln>
              <a:noFill/>
            </a:ln>
            <a:effectLst/>
          </p:spPr>
          <p:txBody>
            <a:bodyPr>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spcBef>
                  <a:spcPct val="50000"/>
                </a:spcBef>
                <a:defRPr/>
              </a:pPr>
              <a:r>
                <a:rPr lang="en-US" dirty="0"/>
                <a:t>C</a:t>
              </a:r>
              <a:endParaRPr lang="ru-RU" dirty="0"/>
            </a:p>
          </p:txBody>
        </p:sp>
        <p:sp>
          <p:nvSpPr>
            <p:cNvPr id="105" name="Text Box 68">
              <a:extLst>
                <a:ext uri="{FF2B5EF4-FFF2-40B4-BE49-F238E27FC236}">
                  <a16:creationId xmlns:a16="http://schemas.microsoft.com/office/drawing/2014/main" id="{AB994475-D2A7-4E6E-8EBB-3164CE117B6D}"/>
                </a:ext>
              </a:extLst>
            </p:cNvPr>
            <p:cNvSpPr txBox="1">
              <a:spLocks noChangeArrowheads="1"/>
            </p:cNvSpPr>
            <p:nvPr/>
          </p:nvSpPr>
          <p:spPr bwMode="auto">
            <a:xfrm>
              <a:off x="6511830" y="1503277"/>
              <a:ext cx="889000" cy="418392"/>
            </a:xfrm>
            <a:prstGeom prst="rect">
              <a:avLst/>
            </a:prstGeom>
            <a:noFill/>
            <a:ln>
              <a:noFill/>
            </a:ln>
            <a:effectLst/>
          </p:spPr>
          <p:txBody>
            <a:bodyPr>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spcBef>
                  <a:spcPct val="50000"/>
                </a:spcBef>
                <a:defRPr/>
              </a:pPr>
              <a:r>
                <a:rPr lang="en-US" dirty="0"/>
                <a:t>!i_Q0</a:t>
              </a:r>
              <a:endParaRPr lang="ru-RU" dirty="0"/>
            </a:p>
          </p:txBody>
        </p:sp>
        <p:sp>
          <p:nvSpPr>
            <p:cNvPr id="106" name="Text Box 69">
              <a:extLst>
                <a:ext uri="{FF2B5EF4-FFF2-40B4-BE49-F238E27FC236}">
                  <a16:creationId xmlns:a16="http://schemas.microsoft.com/office/drawing/2014/main" id="{C284E409-E997-4F77-92A8-3DB524F904FB}"/>
                </a:ext>
              </a:extLst>
            </p:cNvPr>
            <p:cNvSpPr txBox="1">
              <a:spLocks noChangeArrowheads="1"/>
            </p:cNvSpPr>
            <p:nvPr/>
          </p:nvSpPr>
          <p:spPr bwMode="auto">
            <a:xfrm>
              <a:off x="6541624" y="2679810"/>
              <a:ext cx="889000" cy="418392"/>
            </a:xfrm>
            <a:prstGeom prst="rect">
              <a:avLst/>
            </a:prstGeom>
            <a:noFill/>
            <a:ln>
              <a:noFill/>
            </a:ln>
            <a:effectLst/>
          </p:spPr>
          <p:txBody>
            <a:bodyPr>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spcBef>
                  <a:spcPct val="50000"/>
                </a:spcBef>
                <a:defRPr/>
              </a:pPr>
              <a:r>
                <a:rPr lang="en-US" dirty="0"/>
                <a:t>!i_Q1</a:t>
              </a:r>
              <a:endParaRPr lang="ru-RU" dirty="0"/>
            </a:p>
          </p:txBody>
        </p:sp>
        <p:sp>
          <p:nvSpPr>
            <p:cNvPr id="107" name="Text Box 70">
              <a:extLst>
                <a:ext uri="{FF2B5EF4-FFF2-40B4-BE49-F238E27FC236}">
                  <a16:creationId xmlns:a16="http://schemas.microsoft.com/office/drawing/2014/main" id="{C4F08E33-AA5F-4233-9BBD-D3F063053113}"/>
                </a:ext>
              </a:extLst>
            </p:cNvPr>
            <p:cNvSpPr txBox="1">
              <a:spLocks noChangeArrowheads="1"/>
            </p:cNvSpPr>
            <p:nvPr/>
          </p:nvSpPr>
          <p:spPr bwMode="auto">
            <a:xfrm>
              <a:off x="6581363" y="5008950"/>
              <a:ext cx="889000" cy="418392"/>
            </a:xfrm>
            <a:prstGeom prst="rect">
              <a:avLst/>
            </a:prstGeom>
            <a:noFill/>
            <a:ln>
              <a:noFill/>
            </a:ln>
            <a:effectLst/>
          </p:spPr>
          <p:txBody>
            <a:bodyPr>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spcBef>
                  <a:spcPct val="50000"/>
                </a:spcBef>
                <a:defRPr/>
              </a:pPr>
              <a:r>
                <a:rPr lang="en-US" dirty="0"/>
                <a:t>!i_Q7</a:t>
              </a:r>
              <a:endParaRPr lang="ru-RU" dirty="0"/>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4">
            <a:extLst>
              <a:ext uri="{FF2B5EF4-FFF2-40B4-BE49-F238E27FC236}">
                <a16:creationId xmlns:a16="http://schemas.microsoft.com/office/drawing/2014/main" id="{01587A92-0312-2383-6158-E4EF013D5980}"/>
              </a:ext>
            </a:extLst>
          </p:cNvPr>
          <p:cNvSpPr>
            <a:spLocks noGrp="1" noChangeArrowheads="1"/>
          </p:cNvSpPr>
          <p:nvPr>
            <p:ph type="title"/>
          </p:nvPr>
        </p:nvSpPr>
        <p:spPr/>
        <p:txBody>
          <a:bodyPr/>
          <a:lstStyle/>
          <a:p>
            <a:r>
              <a:rPr lang="en-US" altLang="en-US"/>
              <a:t>Verilog Module for 8-bit Latch</a:t>
            </a:r>
            <a:endParaRPr lang="ru-RU" altLang="en-US"/>
          </a:p>
        </p:txBody>
      </p:sp>
      <p:sp>
        <p:nvSpPr>
          <p:cNvPr id="19459" name="Text Box 5">
            <a:extLst>
              <a:ext uri="{FF2B5EF4-FFF2-40B4-BE49-F238E27FC236}">
                <a16:creationId xmlns:a16="http://schemas.microsoft.com/office/drawing/2014/main" id="{ED63026C-6DE6-3513-5A13-E29869661B47}"/>
              </a:ext>
            </a:extLst>
          </p:cNvPr>
          <p:cNvSpPr txBox="1">
            <a:spLocks noChangeArrowheads="1"/>
          </p:cNvSpPr>
          <p:nvPr/>
        </p:nvSpPr>
        <p:spPr bwMode="auto">
          <a:xfrm>
            <a:off x="2133600" y="1639888"/>
            <a:ext cx="5029200" cy="3694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solidFill>
                  <a:srgbClr val="0000FF"/>
                </a:solidFill>
              </a:rPr>
              <a:t>module</a:t>
            </a:r>
            <a:r>
              <a:rPr lang="en-US" altLang="en-US"/>
              <a:t> Latch_8(clk, oe, data,q);</a:t>
            </a:r>
          </a:p>
          <a:p>
            <a:pPr eaLnBrk="1" hangingPunct="1"/>
            <a:r>
              <a:rPr lang="en-US" altLang="en-US"/>
              <a:t>	</a:t>
            </a:r>
            <a:r>
              <a:rPr lang="en-US" altLang="en-US">
                <a:solidFill>
                  <a:srgbClr val="0000FF"/>
                </a:solidFill>
              </a:rPr>
              <a:t>input</a:t>
            </a:r>
            <a:r>
              <a:rPr lang="en-US" altLang="en-US"/>
              <a:t> clk, oe;</a:t>
            </a:r>
          </a:p>
          <a:p>
            <a:pPr eaLnBrk="1" hangingPunct="1"/>
            <a:r>
              <a:rPr lang="en-US" altLang="en-US"/>
              <a:t>	</a:t>
            </a:r>
            <a:r>
              <a:rPr lang="en-US" altLang="en-US">
                <a:solidFill>
                  <a:srgbClr val="0000FF"/>
                </a:solidFill>
              </a:rPr>
              <a:t>input</a:t>
            </a:r>
            <a:r>
              <a:rPr lang="en-US" altLang="en-US"/>
              <a:t> [0:7] data;</a:t>
            </a:r>
          </a:p>
          <a:p>
            <a:pPr eaLnBrk="1" hangingPunct="1"/>
            <a:r>
              <a:rPr lang="en-US" altLang="en-US"/>
              <a:t>              </a:t>
            </a:r>
            <a:r>
              <a:rPr lang="en-US" altLang="en-US">
                <a:solidFill>
                  <a:srgbClr val="0000FF"/>
                </a:solidFill>
              </a:rPr>
              <a:t>output</a:t>
            </a:r>
            <a:r>
              <a:rPr lang="en-US" altLang="en-US"/>
              <a:t> [0:7] q;</a:t>
            </a:r>
          </a:p>
          <a:p>
            <a:pPr eaLnBrk="1" hangingPunct="1"/>
            <a:r>
              <a:rPr lang="en-US" altLang="en-US"/>
              <a:t>	</a:t>
            </a:r>
            <a:r>
              <a:rPr lang="en-US" altLang="en-US">
                <a:solidFill>
                  <a:srgbClr val="0000FF"/>
                </a:solidFill>
              </a:rPr>
              <a:t>reg</a:t>
            </a:r>
            <a:r>
              <a:rPr lang="en-US" altLang="en-US"/>
              <a:t> [0:7] i_q;  //internal  signal vector</a:t>
            </a:r>
          </a:p>
          <a:p>
            <a:pPr eaLnBrk="1" hangingPunct="1"/>
            <a:endParaRPr lang="en-US" altLang="en-US"/>
          </a:p>
          <a:p>
            <a:pPr eaLnBrk="1" hangingPunct="1"/>
            <a:r>
              <a:rPr lang="en-US" altLang="en-US">
                <a:solidFill>
                  <a:srgbClr val="0000FF"/>
                </a:solidFill>
              </a:rPr>
              <a:t>always</a:t>
            </a:r>
            <a:r>
              <a:rPr lang="en-US" altLang="en-US"/>
              <a:t> @(clk or data)</a:t>
            </a:r>
          </a:p>
          <a:p>
            <a:pPr eaLnBrk="1" hangingPunct="1"/>
            <a:r>
              <a:rPr lang="en-US" altLang="en-US"/>
              <a:t>	</a:t>
            </a:r>
            <a:r>
              <a:rPr lang="en-US" altLang="en-US">
                <a:solidFill>
                  <a:srgbClr val="0000FF"/>
                </a:solidFill>
              </a:rPr>
              <a:t>if(clk</a:t>
            </a:r>
            <a:r>
              <a:rPr lang="en-US" altLang="en-US"/>
              <a:t>==1) i_q&lt;=data;</a:t>
            </a:r>
          </a:p>
          <a:p>
            <a:pPr eaLnBrk="1" hangingPunct="1"/>
            <a:r>
              <a:rPr lang="en-US" altLang="en-US"/>
              <a:t>	</a:t>
            </a:r>
            <a:r>
              <a:rPr lang="en-US" altLang="en-US">
                <a:solidFill>
                  <a:srgbClr val="0000FF"/>
                </a:solidFill>
              </a:rPr>
              <a:t>else</a:t>
            </a:r>
            <a:r>
              <a:rPr lang="en-US" altLang="en-US"/>
              <a:t> i_q&lt;=i_q;</a:t>
            </a:r>
          </a:p>
          <a:p>
            <a:pPr eaLnBrk="1" hangingPunct="1"/>
            <a:r>
              <a:rPr lang="en-US" altLang="en-US"/>
              <a:t>		</a:t>
            </a:r>
          </a:p>
          <a:p>
            <a:pPr eaLnBrk="1" hangingPunct="1"/>
            <a:r>
              <a:rPr lang="en-US" altLang="en-US">
                <a:solidFill>
                  <a:srgbClr val="0000FF"/>
                </a:solidFill>
              </a:rPr>
              <a:t>assign</a:t>
            </a:r>
            <a:r>
              <a:rPr lang="en-US" altLang="en-US"/>
              <a:t> q = (oe==0)? i_q : 8’bz;</a:t>
            </a:r>
          </a:p>
          <a:p>
            <a:pPr eaLnBrk="1" hangingPunct="1"/>
            <a:endParaRPr lang="en-US" altLang="en-US"/>
          </a:p>
          <a:p>
            <a:pPr eaLnBrk="1" hangingPunct="1"/>
            <a:r>
              <a:rPr lang="en-US" altLang="en-US">
                <a:solidFill>
                  <a:srgbClr val="0000FF"/>
                </a:solidFill>
              </a:rPr>
              <a:t>endmodule</a:t>
            </a:r>
            <a:endParaRPr lang="ru-RU" altLang="en-US">
              <a:solidFill>
                <a:srgbClr val="0000FF"/>
              </a:solidFill>
            </a:endParaRPr>
          </a:p>
        </p:txBody>
      </p:sp>
      <p:sp>
        <p:nvSpPr>
          <p:cNvPr id="19460" name="TextBox 3">
            <a:extLst>
              <a:ext uri="{FF2B5EF4-FFF2-40B4-BE49-F238E27FC236}">
                <a16:creationId xmlns:a16="http://schemas.microsoft.com/office/drawing/2014/main" id="{3CFA24EE-AE22-5EBF-0E1D-2CB5E1A240D0}"/>
              </a:ext>
            </a:extLst>
          </p:cNvPr>
          <p:cNvSpPr txBox="1">
            <a:spLocks noChangeArrowheads="1"/>
          </p:cNvSpPr>
          <p:nvPr/>
        </p:nvSpPr>
        <p:spPr bwMode="auto">
          <a:xfrm>
            <a:off x="6529388" y="1701800"/>
            <a:ext cx="3657600" cy="2586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a:solidFill>
                  <a:srgbClr val="0000FF"/>
                </a:solidFill>
              </a:rPr>
              <a:t>module</a:t>
            </a:r>
            <a:r>
              <a:rPr lang="en-GB" altLang="en-US"/>
              <a:t> latch_8( </a:t>
            </a:r>
            <a:r>
              <a:rPr lang="en-GB" altLang="en-US">
                <a:solidFill>
                  <a:srgbClr val="0033CC"/>
                </a:solidFill>
              </a:rPr>
              <a:t>input logic </a:t>
            </a:r>
            <a:r>
              <a:rPr lang="en-GB" altLang="en-US"/>
              <a:t>clk,oe,	</a:t>
            </a:r>
            <a:r>
              <a:rPr lang="en-GB" altLang="en-US">
                <a:solidFill>
                  <a:srgbClr val="0000FF"/>
                </a:solidFill>
              </a:rPr>
              <a:t>input  logic [0:7] </a:t>
            </a:r>
            <a:r>
              <a:rPr lang="en-GB" altLang="en-US"/>
              <a:t>data,</a:t>
            </a:r>
          </a:p>
          <a:p>
            <a:pPr eaLnBrk="1" hangingPunct="1"/>
            <a:r>
              <a:rPr lang="en-GB" altLang="en-US"/>
              <a:t>	</a:t>
            </a:r>
            <a:r>
              <a:rPr lang="en-GB" altLang="en-US">
                <a:solidFill>
                  <a:srgbClr val="0000FF"/>
                </a:solidFill>
              </a:rPr>
              <a:t>output logic[0:7]</a:t>
            </a:r>
            <a:r>
              <a:rPr lang="en-GB" altLang="en-US"/>
              <a:t> q);</a:t>
            </a:r>
          </a:p>
          <a:p>
            <a:pPr eaLnBrk="1" hangingPunct="1"/>
            <a:r>
              <a:rPr lang="en-US" altLang="en-US">
                <a:solidFill>
                  <a:srgbClr val="0033CC"/>
                </a:solidFill>
              </a:rPr>
              <a:t>	logic</a:t>
            </a:r>
            <a:r>
              <a:rPr lang="en-US" altLang="en-US"/>
              <a:t>[0:7] i_q;</a:t>
            </a:r>
            <a:endParaRPr lang="en-GB" altLang="en-US"/>
          </a:p>
          <a:p>
            <a:pPr eaLnBrk="1" hangingPunct="1"/>
            <a:r>
              <a:rPr lang="en-GB" altLang="en-US"/>
              <a:t>	</a:t>
            </a:r>
            <a:r>
              <a:rPr lang="en-GB" altLang="en-US">
                <a:solidFill>
                  <a:srgbClr val="0000FF"/>
                </a:solidFill>
              </a:rPr>
              <a:t>always_latch</a:t>
            </a:r>
          </a:p>
          <a:p>
            <a:pPr eaLnBrk="1" hangingPunct="1"/>
            <a:r>
              <a:rPr lang="en-GB" altLang="en-US"/>
              <a:t>	</a:t>
            </a:r>
            <a:r>
              <a:rPr lang="en-GB" altLang="en-US">
                <a:solidFill>
                  <a:srgbClr val="0000FF"/>
                </a:solidFill>
              </a:rPr>
              <a:t>if</a:t>
            </a:r>
            <a:r>
              <a:rPr lang="en-GB" altLang="en-US"/>
              <a:t> (clk) i_q &lt;= data;</a:t>
            </a:r>
          </a:p>
          <a:p>
            <a:pPr eaLnBrk="1" hangingPunct="1"/>
            <a:r>
              <a:rPr lang="en-US" altLang="en-US"/>
              <a:t>assign q=(oe==0)?i_q:8’bz;</a:t>
            </a:r>
            <a:endParaRPr lang="en-GB" altLang="en-US"/>
          </a:p>
          <a:p>
            <a:pPr eaLnBrk="1" hangingPunct="1"/>
            <a:r>
              <a:rPr lang="en-GB" altLang="en-US"/>
              <a:t>	</a:t>
            </a:r>
            <a:r>
              <a:rPr lang="en-GB" altLang="en-US">
                <a:solidFill>
                  <a:srgbClr val="0000FF"/>
                </a:solidFill>
              </a:rPr>
              <a:t>endmodule</a:t>
            </a:r>
          </a:p>
          <a:p>
            <a:pPr eaLnBrk="1" hangingPunct="1"/>
            <a:endParaRPr lang="en-GB" altLang="en-US"/>
          </a:p>
        </p:txBody>
      </p:sp>
      <p:sp>
        <p:nvSpPr>
          <p:cNvPr id="19461" name="TextBox 4">
            <a:extLst>
              <a:ext uri="{FF2B5EF4-FFF2-40B4-BE49-F238E27FC236}">
                <a16:creationId xmlns:a16="http://schemas.microsoft.com/office/drawing/2014/main" id="{663994E9-B470-C0E1-D407-2EE950588828}"/>
              </a:ext>
            </a:extLst>
          </p:cNvPr>
          <p:cNvSpPr txBox="1">
            <a:spLocks noChangeArrowheads="1"/>
          </p:cNvSpPr>
          <p:nvPr/>
        </p:nvSpPr>
        <p:spPr bwMode="auto">
          <a:xfrm>
            <a:off x="7424738" y="1150938"/>
            <a:ext cx="21336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a:solidFill>
                  <a:srgbClr val="FF0000"/>
                </a:solidFill>
              </a:rPr>
              <a:t>SystemVerilog</a:t>
            </a:r>
            <a:endParaRPr lang="en-GB" altLang="en-US">
              <a:solidFill>
                <a:srgbClr val="FF0000"/>
              </a:solidFill>
            </a:endParaRPr>
          </a:p>
        </p:txBody>
      </p:sp>
      <p:sp>
        <p:nvSpPr>
          <p:cNvPr id="19462" name="TextBox 5">
            <a:extLst>
              <a:ext uri="{FF2B5EF4-FFF2-40B4-BE49-F238E27FC236}">
                <a16:creationId xmlns:a16="http://schemas.microsoft.com/office/drawing/2014/main" id="{BDBB1A52-2BE6-5879-28AE-0C38BA28E3AD}"/>
              </a:ext>
            </a:extLst>
          </p:cNvPr>
          <p:cNvSpPr txBox="1">
            <a:spLocks noChangeArrowheads="1"/>
          </p:cNvSpPr>
          <p:nvPr/>
        </p:nvSpPr>
        <p:spPr bwMode="auto">
          <a:xfrm>
            <a:off x="2133600" y="1143000"/>
            <a:ext cx="1524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a:solidFill>
                  <a:srgbClr val="FF0000"/>
                </a:solidFill>
              </a:rPr>
              <a:t>Verilog</a:t>
            </a:r>
            <a:endParaRPr lang="en-GB" altLang="en-US">
              <a:solidFill>
                <a:srgbClr val="FF0000"/>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Заголовок 2">
            <a:extLst>
              <a:ext uri="{FF2B5EF4-FFF2-40B4-BE49-F238E27FC236}">
                <a16:creationId xmlns:a16="http://schemas.microsoft.com/office/drawing/2014/main" id="{0EB0051E-3FED-13D0-8C02-364A1E15C5A7}"/>
              </a:ext>
            </a:extLst>
          </p:cNvPr>
          <p:cNvSpPr>
            <a:spLocks noGrp="1" noChangeArrowheads="1"/>
          </p:cNvSpPr>
          <p:nvPr>
            <p:ph type="title"/>
          </p:nvPr>
        </p:nvSpPr>
        <p:spPr/>
        <p:txBody>
          <a:bodyPr>
            <a:normAutofit/>
          </a:bodyPr>
          <a:lstStyle/>
          <a:p>
            <a:r>
              <a:rPr lang="en-US" altLang="en-US" dirty="0"/>
              <a:t>Counters </a:t>
            </a:r>
            <a:endParaRPr lang="ru-RU" altLang="en-US" dirty="0"/>
          </a:p>
        </p:txBody>
      </p:sp>
      <p:sp>
        <p:nvSpPr>
          <p:cNvPr id="20483" name="Объект 3">
            <a:extLst>
              <a:ext uri="{FF2B5EF4-FFF2-40B4-BE49-F238E27FC236}">
                <a16:creationId xmlns:a16="http://schemas.microsoft.com/office/drawing/2014/main" id="{201A26C8-2437-2A75-93AC-0E50E8486D28}"/>
              </a:ext>
            </a:extLst>
          </p:cNvPr>
          <p:cNvSpPr>
            <a:spLocks noGrp="1" noChangeArrowheads="1"/>
          </p:cNvSpPr>
          <p:nvPr>
            <p:ph type="body" sz="quarter" idx="10"/>
          </p:nvPr>
        </p:nvSpPr>
        <p:spPr/>
        <p:txBody>
          <a:bodyPr/>
          <a:lstStyle/>
          <a:p>
            <a:r>
              <a:rPr lang="en-US" altLang="en-US" dirty="0"/>
              <a:t>Classification of counters:</a:t>
            </a:r>
          </a:p>
          <a:p>
            <a:pPr lvl="1"/>
            <a:r>
              <a:rPr lang="en-US" altLang="en-US" dirty="0"/>
              <a:t>Binary, based on shift registers, binary-coded decimal, with random numeration.</a:t>
            </a:r>
          </a:p>
          <a:p>
            <a:r>
              <a:rPr lang="en-US" altLang="en-US" dirty="0"/>
              <a:t>According to count direction:</a:t>
            </a:r>
          </a:p>
          <a:p>
            <a:pPr lvl="1"/>
            <a:r>
              <a:rPr lang="en-US" altLang="en-US" dirty="0"/>
              <a:t> Up counters</a:t>
            </a:r>
          </a:p>
          <a:p>
            <a:pPr lvl="1"/>
            <a:r>
              <a:rPr lang="en-US" altLang="en-US" dirty="0"/>
              <a:t> Down counters</a:t>
            </a:r>
          </a:p>
          <a:p>
            <a:pPr lvl="1"/>
            <a:r>
              <a:rPr lang="en-US" altLang="en-US" dirty="0"/>
              <a:t> Up/Down counters</a:t>
            </a:r>
          </a:p>
          <a:p>
            <a:r>
              <a:rPr lang="en-US" altLang="en-US" dirty="0"/>
              <a:t>According to the way to form carry:</a:t>
            </a:r>
          </a:p>
          <a:p>
            <a:pPr lvl="1"/>
            <a:r>
              <a:rPr lang="en-US" altLang="en-US" dirty="0"/>
              <a:t> Ripple (sequential) carry</a:t>
            </a:r>
          </a:p>
          <a:p>
            <a:pPr lvl="1"/>
            <a:r>
              <a:rPr lang="en-US" altLang="en-US" dirty="0"/>
              <a:t> Parallel carry</a:t>
            </a:r>
          </a:p>
          <a:p>
            <a:r>
              <a:rPr lang="en-US" altLang="en-US" dirty="0"/>
              <a:t>According to FSM type: </a:t>
            </a:r>
          </a:p>
          <a:p>
            <a:pPr lvl="1"/>
            <a:r>
              <a:rPr lang="en-US" altLang="en-US" dirty="0"/>
              <a:t>Asynchronous</a:t>
            </a:r>
          </a:p>
          <a:p>
            <a:pPr lvl="1"/>
            <a:r>
              <a:rPr lang="en-US" altLang="en-US" dirty="0"/>
              <a:t>Synchronous.</a:t>
            </a:r>
          </a:p>
          <a:p>
            <a:endParaRPr lang="ru-RU" alt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507" name="Group 131">
            <a:extLst>
              <a:ext uri="{FF2B5EF4-FFF2-40B4-BE49-F238E27FC236}">
                <a16:creationId xmlns:a16="http://schemas.microsoft.com/office/drawing/2014/main" id="{05363635-0883-4D90-E1B0-3BB797C1FBCF}"/>
              </a:ext>
            </a:extLst>
          </p:cNvPr>
          <p:cNvGrpSpPr>
            <a:grpSpLocks/>
          </p:cNvGrpSpPr>
          <p:nvPr/>
        </p:nvGrpSpPr>
        <p:grpSpPr bwMode="auto">
          <a:xfrm>
            <a:off x="1611086" y="1714500"/>
            <a:ext cx="6553200" cy="3429000"/>
            <a:chOff x="619125" y="1066800"/>
            <a:chExt cx="7681911" cy="4202113"/>
          </a:xfrm>
        </p:grpSpPr>
        <p:grpSp>
          <p:nvGrpSpPr>
            <p:cNvPr id="21570" name="Group 101">
              <a:extLst>
                <a:ext uri="{FF2B5EF4-FFF2-40B4-BE49-F238E27FC236}">
                  <a16:creationId xmlns:a16="http://schemas.microsoft.com/office/drawing/2014/main" id="{94125523-6D8C-2B37-200B-5FE4B75EA30C}"/>
                </a:ext>
              </a:extLst>
            </p:cNvPr>
            <p:cNvGrpSpPr>
              <a:grpSpLocks/>
            </p:cNvGrpSpPr>
            <p:nvPr/>
          </p:nvGrpSpPr>
          <p:grpSpPr bwMode="auto">
            <a:xfrm>
              <a:off x="619125" y="1066800"/>
              <a:ext cx="7681911" cy="4202113"/>
              <a:chOff x="390" y="993"/>
              <a:chExt cx="4839" cy="2647"/>
            </a:xfrm>
          </p:grpSpPr>
          <p:sp>
            <p:nvSpPr>
              <p:cNvPr id="14340" name="Rectangle 6">
                <a:extLst>
                  <a:ext uri="{FF2B5EF4-FFF2-40B4-BE49-F238E27FC236}">
                    <a16:creationId xmlns:a16="http://schemas.microsoft.com/office/drawing/2014/main" id="{9552916A-FE95-40DB-966F-D0B83E99378B}"/>
                  </a:ext>
                </a:extLst>
              </p:cNvPr>
              <p:cNvSpPr>
                <a:spLocks noChangeArrowheads="1"/>
              </p:cNvSpPr>
              <p:nvPr/>
            </p:nvSpPr>
            <p:spPr bwMode="auto">
              <a:xfrm>
                <a:off x="2266" y="1421"/>
                <a:ext cx="509" cy="864"/>
              </a:xfrm>
              <a:prstGeom prst="rect">
                <a:avLst/>
              </a:prstGeom>
              <a:solidFill>
                <a:schemeClr val="accent1">
                  <a:lumMod val="40000"/>
                  <a:lumOff val="60000"/>
                </a:schemeClr>
              </a:solidFill>
              <a:ln w="25400">
                <a:solidFill>
                  <a:srgbClr val="000000"/>
                </a:solidFill>
                <a:miter lim="800000"/>
                <a:headEnd/>
                <a:tailEnd/>
              </a:ln>
            </p:spPr>
            <p:txBody>
              <a:bodyPr/>
              <a:lstStyle/>
              <a:p>
                <a:pPr eaLnBrk="1" hangingPunct="1">
                  <a:defRPr/>
                </a:pPr>
                <a:endParaRPr lang="ru-RU"/>
              </a:p>
            </p:txBody>
          </p:sp>
          <p:sp>
            <p:nvSpPr>
              <p:cNvPr id="14341" name="Rectangle 7">
                <a:extLst>
                  <a:ext uri="{FF2B5EF4-FFF2-40B4-BE49-F238E27FC236}">
                    <a16:creationId xmlns:a16="http://schemas.microsoft.com/office/drawing/2014/main" id="{A0A2371E-929B-4247-B282-49ECB9425B7C}"/>
                  </a:ext>
                </a:extLst>
              </p:cNvPr>
              <p:cNvSpPr>
                <a:spLocks noChangeArrowheads="1"/>
              </p:cNvSpPr>
              <p:nvPr/>
            </p:nvSpPr>
            <p:spPr bwMode="auto">
              <a:xfrm>
                <a:off x="1168" y="1419"/>
                <a:ext cx="504" cy="864"/>
              </a:xfrm>
              <a:prstGeom prst="rect">
                <a:avLst/>
              </a:prstGeom>
              <a:solidFill>
                <a:schemeClr val="accent1">
                  <a:lumMod val="40000"/>
                  <a:lumOff val="60000"/>
                </a:schemeClr>
              </a:solidFill>
              <a:ln w="25400">
                <a:solidFill>
                  <a:srgbClr val="000000"/>
                </a:solidFill>
                <a:miter lim="800000"/>
                <a:headEnd/>
                <a:tailEnd/>
              </a:ln>
            </p:spPr>
            <p:txBody>
              <a:bodyPr/>
              <a:lstStyle/>
              <a:p>
                <a:pPr eaLnBrk="1" hangingPunct="1">
                  <a:defRPr/>
                </a:pPr>
                <a:endParaRPr lang="ru-RU"/>
              </a:p>
            </p:txBody>
          </p:sp>
          <p:sp>
            <p:nvSpPr>
              <p:cNvPr id="14342" name="Rectangle 8">
                <a:extLst>
                  <a:ext uri="{FF2B5EF4-FFF2-40B4-BE49-F238E27FC236}">
                    <a16:creationId xmlns:a16="http://schemas.microsoft.com/office/drawing/2014/main" id="{84724FF9-48D5-4D82-BF0E-D34240110DF9}"/>
                  </a:ext>
                </a:extLst>
              </p:cNvPr>
              <p:cNvSpPr>
                <a:spLocks noChangeArrowheads="1"/>
              </p:cNvSpPr>
              <p:nvPr/>
            </p:nvSpPr>
            <p:spPr bwMode="auto">
              <a:xfrm>
                <a:off x="3375" y="1421"/>
                <a:ext cx="506" cy="864"/>
              </a:xfrm>
              <a:prstGeom prst="rect">
                <a:avLst/>
              </a:prstGeom>
              <a:solidFill>
                <a:schemeClr val="accent1">
                  <a:lumMod val="40000"/>
                  <a:lumOff val="60000"/>
                </a:schemeClr>
              </a:solidFill>
              <a:ln w="25400">
                <a:solidFill>
                  <a:srgbClr val="000000"/>
                </a:solidFill>
                <a:miter lim="800000"/>
                <a:headEnd/>
                <a:tailEnd/>
              </a:ln>
            </p:spPr>
            <p:txBody>
              <a:bodyPr/>
              <a:lstStyle/>
              <a:p>
                <a:pPr eaLnBrk="1" hangingPunct="1">
                  <a:defRPr/>
                </a:pPr>
                <a:endParaRPr lang="ru-RU"/>
              </a:p>
            </p:txBody>
          </p:sp>
          <p:sp>
            <p:nvSpPr>
              <p:cNvPr id="14343" name="Rectangle 9">
                <a:extLst>
                  <a:ext uri="{FF2B5EF4-FFF2-40B4-BE49-F238E27FC236}">
                    <a16:creationId xmlns:a16="http://schemas.microsoft.com/office/drawing/2014/main" id="{225EE010-CE72-4B0E-B4D4-00AC4B0198EC}"/>
                  </a:ext>
                </a:extLst>
              </p:cNvPr>
              <p:cNvSpPr>
                <a:spLocks noChangeArrowheads="1"/>
              </p:cNvSpPr>
              <p:nvPr/>
            </p:nvSpPr>
            <p:spPr bwMode="auto">
              <a:xfrm>
                <a:off x="4441" y="1421"/>
                <a:ext cx="505" cy="864"/>
              </a:xfrm>
              <a:prstGeom prst="rect">
                <a:avLst/>
              </a:prstGeom>
              <a:solidFill>
                <a:schemeClr val="accent1">
                  <a:lumMod val="40000"/>
                  <a:lumOff val="60000"/>
                </a:schemeClr>
              </a:solidFill>
              <a:ln w="25400">
                <a:solidFill>
                  <a:srgbClr val="000000"/>
                </a:solidFill>
                <a:miter lim="800000"/>
                <a:headEnd/>
                <a:tailEnd/>
              </a:ln>
            </p:spPr>
            <p:txBody>
              <a:bodyPr/>
              <a:lstStyle/>
              <a:p>
                <a:pPr eaLnBrk="1" hangingPunct="1">
                  <a:defRPr/>
                </a:pPr>
                <a:endParaRPr lang="ru-RU"/>
              </a:p>
            </p:txBody>
          </p:sp>
          <p:sp>
            <p:nvSpPr>
              <p:cNvPr id="14344" name="Oval 10">
                <a:extLst>
                  <a:ext uri="{FF2B5EF4-FFF2-40B4-BE49-F238E27FC236}">
                    <a16:creationId xmlns:a16="http://schemas.microsoft.com/office/drawing/2014/main" id="{C3048270-1A4D-4D1F-9FC3-5D32E0C09299}"/>
                  </a:ext>
                </a:extLst>
              </p:cNvPr>
              <p:cNvSpPr>
                <a:spLocks noChangeArrowheads="1"/>
              </p:cNvSpPr>
              <p:nvPr/>
            </p:nvSpPr>
            <p:spPr bwMode="auto">
              <a:xfrm>
                <a:off x="1622" y="1930"/>
                <a:ext cx="101" cy="114"/>
              </a:xfrm>
              <a:prstGeom prst="ellipse">
                <a:avLst/>
              </a:prstGeom>
              <a:solidFill>
                <a:schemeClr val="accent1">
                  <a:lumMod val="40000"/>
                  <a:lumOff val="60000"/>
                </a:schemeClr>
              </a:solidFill>
              <a:ln w="25400">
                <a:solidFill>
                  <a:srgbClr val="000000"/>
                </a:solidFill>
                <a:round/>
                <a:headEnd/>
                <a:tailEnd/>
              </a:ln>
            </p:spPr>
            <p:txBody>
              <a:bodyPr/>
              <a:lstStyle/>
              <a:p>
                <a:pPr eaLnBrk="1" hangingPunct="1">
                  <a:defRPr/>
                </a:pPr>
                <a:endParaRPr lang="ru-RU"/>
              </a:p>
            </p:txBody>
          </p:sp>
          <p:sp>
            <p:nvSpPr>
              <p:cNvPr id="14345" name="Oval 11">
                <a:extLst>
                  <a:ext uri="{FF2B5EF4-FFF2-40B4-BE49-F238E27FC236}">
                    <a16:creationId xmlns:a16="http://schemas.microsoft.com/office/drawing/2014/main" id="{CE23A503-CF72-4543-86EF-E274ECA53D9D}"/>
                  </a:ext>
                </a:extLst>
              </p:cNvPr>
              <p:cNvSpPr>
                <a:spLocks noChangeArrowheads="1"/>
              </p:cNvSpPr>
              <p:nvPr/>
            </p:nvSpPr>
            <p:spPr bwMode="auto">
              <a:xfrm>
                <a:off x="2719" y="1976"/>
                <a:ext cx="102" cy="113"/>
              </a:xfrm>
              <a:prstGeom prst="ellipse">
                <a:avLst/>
              </a:prstGeom>
              <a:solidFill>
                <a:schemeClr val="accent1">
                  <a:lumMod val="40000"/>
                  <a:lumOff val="60000"/>
                </a:schemeClr>
              </a:solidFill>
              <a:ln w="25400">
                <a:solidFill>
                  <a:srgbClr val="000000"/>
                </a:solidFill>
                <a:round/>
                <a:headEnd/>
                <a:tailEnd/>
              </a:ln>
            </p:spPr>
            <p:txBody>
              <a:bodyPr/>
              <a:lstStyle/>
              <a:p>
                <a:pPr eaLnBrk="1" hangingPunct="1">
                  <a:defRPr/>
                </a:pPr>
                <a:endParaRPr lang="ru-RU"/>
              </a:p>
            </p:txBody>
          </p:sp>
          <p:sp>
            <p:nvSpPr>
              <p:cNvPr id="14346" name="Oval 12">
                <a:extLst>
                  <a:ext uri="{FF2B5EF4-FFF2-40B4-BE49-F238E27FC236}">
                    <a16:creationId xmlns:a16="http://schemas.microsoft.com/office/drawing/2014/main" id="{6E23E8D2-39C0-453E-8CAA-5E4457C5D668}"/>
                  </a:ext>
                </a:extLst>
              </p:cNvPr>
              <p:cNvSpPr>
                <a:spLocks noChangeArrowheads="1"/>
              </p:cNvSpPr>
              <p:nvPr/>
            </p:nvSpPr>
            <p:spPr bwMode="auto">
              <a:xfrm>
                <a:off x="3827" y="1986"/>
                <a:ext cx="102" cy="114"/>
              </a:xfrm>
              <a:prstGeom prst="ellipse">
                <a:avLst/>
              </a:prstGeom>
              <a:solidFill>
                <a:schemeClr val="accent1">
                  <a:lumMod val="40000"/>
                  <a:lumOff val="60000"/>
                </a:schemeClr>
              </a:solidFill>
              <a:ln w="25400">
                <a:solidFill>
                  <a:srgbClr val="000000"/>
                </a:solidFill>
                <a:round/>
                <a:headEnd/>
                <a:tailEnd/>
              </a:ln>
            </p:spPr>
            <p:txBody>
              <a:bodyPr/>
              <a:lstStyle/>
              <a:p>
                <a:pPr eaLnBrk="1" hangingPunct="1">
                  <a:defRPr/>
                </a:pPr>
                <a:endParaRPr lang="ru-RU"/>
              </a:p>
            </p:txBody>
          </p:sp>
          <p:sp>
            <p:nvSpPr>
              <p:cNvPr id="14347" name="Oval 13">
                <a:extLst>
                  <a:ext uri="{FF2B5EF4-FFF2-40B4-BE49-F238E27FC236}">
                    <a16:creationId xmlns:a16="http://schemas.microsoft.com/office/drawing/2014/main" id="{70788D35-E14E-4079-A7C4-9228F8133D92}"/>
                  </a:ext>
                </a:extLst>
              </p:cNvPr>
              <p:cNvSpPr>
                <a:spLocks noChangeArrowheads="1"/>
              </p:cNvSpPr>
              <p:nvPr/>
            </p:nvSpPr>
            <p:spPr bwMode="auto">
              <a:xfrm>
                <a:off x="4896" y="1995"/>
                <a:ext cx="102" cy="114"/>
              </a:xfrm>
              <a:prstGeom prst="ellipse">
                <a:avLst/>
              </a:prstGeom>
              <a:solidFill>
                <a:schemeClr val="accent1">
                  <a:lumMod val="40000"/>
                  <a:lumOff val="60000"/>
                </a:schemeClr>
              </a:solidFill>
              <a:ln w="25400">
                <a:solidFill>
                  <a:srgbClr val="000000"/>
                </a:solidFill>
                <a:round/>
                <a:headEnd/>
                <a:tailEnd/>
              </a:ln>
            </p:spPr>
            <p:txBody>
              <a:bodyPr/>
              <a:lstStyle/>
              <a:p>
                <a:pPr eaLnBrk="1" hangingPunct="1">
                  <a:defRPr/>
                </a:pPr>
                <a:endParaRPr lang="ru-RU"/>
              </a:p>
            </p:txBody>
          </p:sp>
          <p:sp>
            <p:nvSpPr>
              <p:cNvPr id="21595" name="Line 14">
                <a:extLst>
                  <a:ext uri="{FF2B5EF4-FFF2-40B4-BE49-F238E27FC236}">
                    <a16:creationId xmlns:a16="http://schemas.microsoft.com/office/drawing/2014/main" id="{CAEE6A43-0917-C778-8AB2-B584EB0CFA2B}"/>
                  </a:ext>
                </a:extLst>
              </p:cNvPr>
              <p:cNvSpPr>
                <a:spLocks noChangeShapeType="1"/>
              </p:cNvSpPr>
              <p:nvPr/>
            </p:nvSpPr>
            <p:spPr bwMode="auto">
              <a:xfrm>
                <a:off x="1674" y="1611"/>
                <a:ext cx="254" cy="0"/>
              </a:xfrm>
              <a:prstGeom prst="line">
                <a:avLst/>
              </a:prstGeom>
              <a:noFill/>
              <a:ln w="2540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21596" name="Line 15">
                <a:extLst>
                  <a:ext uri="{FF2B5EF4-FFF2-40B4-BE49-F238E27FC236}">
                    <a16:creationId xmlns:a16="http://schemas.microsoft.com/office/drawing/2014/main" id="{ADDD558C-EDB8-E11C-40BE-20490666A9BB}"/>
                  </a:ext>
                </a:extLst>
              </p:cNvPr>
              <p:cNvSpPr>
                <a:spLocks noChangeShapeType="1"/>
              </p:cNvSpPr>
              <p:nvPr/>
            </p:nvSpPr>
            <p:spPr bwMode="auto">
              <a:xfrm>
                <a:off x="1727" y="1991"/>
                <a:ext cx="17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597" name="Line 16">
                <a:extLst>
                  <a:ext uri="{FF2B5EF4-FFF2-40B4-BE49-F238E27FC236}">
                    <a16:creationId xmlns:a16="http://schemas.microsoft.com/office/drawing/2014/main" id="{4E06A7BC-BC4A-5478-F6E7-4590577F21EB}"/>
                  </a:ext>
                </a:extLst>
              </p:cNvPr>
              <p:cNvSpPr>
                <a:spLocks noChangeShapeType="1"/>
              </p:cNvSpPr>
              <p:nvPr/>
            </p:nvSpPr>
            <p:spPr bwMode="auto">
              <a:xfrm>
                <a:off x="2768" y="1607"/>
                <a:ext cx="254" cy="0"/>
              </a:xfrm>
              <a:prstGeom prst="line">
                <a:avLst/>
              </a:prstGeom>
              <a:noFill/>
              <a:ln w="2540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21598" name="Line 17">
                <a:extLst>
                  <a:ext uri="{FF2B5EF4-FFF2-40B4-BE49-F238E27FC236}">
                    <a16:creationId xmlns:a16="http://schemas.microsoft.com/office/drawing/2014/main" id="{8600C3D2-6B2F-ACCF-89D1-64F5D36BC3FC}"/>
                  </a:ext>
                </a:extLst>
              </p:cNvPr>
              <p:cNvSpPr>
                <a:spLocks noChangeShapeType="1"/>
              </p:cNvSpPr>
              <p:nvPr/>
            </p:nvSpPr>
            <p:spPr bwMode="auto">
              <a:xfrm>
                <a:off x="3873" y="1617"/>
                <a:ext cx="234" cy="0"/>
              </a:xfrm>
              <a:prstGeom prst="line">
                <a:avLst/>
              </a:prstGeom>
              <a:noFill/>
              <a:ln w="2540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21599" name="Line 18">
                <a:extLst>
                  <a:ext uri="{FF2B5EF4-FFF2-40B4-BE49-F238E27FC236}">
                    <a16:creationId xmlns:a16="http://schemas.microsoft.com/office/drawing/2014/main" id="{155AB99C-45A7-C765-1A84-025EBA0070FD}"/>
                  </a:ext>
                </a:extLst>
              </p:cNvPr>
              <p:cNvSpPr>
                <a:spLocks noChangeShapeType="1"/>
              </p:cNvSpPr>
              <p:nvPr/>
            </p:nvSpPr>
            <p:spPr bwMode="auto">
              <a:xfrm>
                <a:off x="4945" y="1627"/>
                <a:ext cx="254"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600" name="Line 19">
                <a:extLst>
                  <a:ext uri="{FF2B5EF4-FFF2-40B4-BE49-F238E27FC236}">
                    <a16:creationId xmlns:a16="http://schemas.microsoft.com/office/drawing/2014/main" id="{50122ABD-BD70-0C3F-B73E-0C9CBE251046}"/>
                  </a:ext>
                </a:extLst>
              </p:cNvPr>
              <p:cNvSpPr>
                <a:spLocks noChangeShapeType="1"/>
              </p:cNvSpPr>
              <p:nvPr/>
            </p:nvSpPr>
            <p:spPr bwMode="auto">
              <a:xfrm>
                <a:off x="2821" y="2028"/>
                <a:ext cx="172"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601" name="Line 20">
                <a:extLst>
                  <a:ext uri="{FF2B5EF4-FFF2-40B4-BE49-F238E27FC236}">
                    <a16:creationId xmlns:a16="http://schemas.microsoft.com/office/drawing/2014/main" id="{60A8806B-4468-B82D-1656-A371C746BB8F}"/>
                  </a:ext>
                </a:extLst>
              </p:cNvPr>
              <p:cNvSpPr>
                <a:spLocks noChangeShapeType="1"/>
              </p:cNvSpPr>
              <p:nvPr/>
            </p:nvSpPr>
            <p:spPr bwMode="auto">
              <a:xfrm>
                <a:off x="3925" y="2046"/>
                <a:ext cx="17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602" name="Line 21">
                <a:extLst>
                  <a:ext uri="{FF2B5EF4-FFF2-40B4-BE49-F238E27FC236}">
                    <a16:creationId xmlns:a16="http://schemas.microsoft.com/office/drawing/2014/main" id="{7924439E-2E2D-EF41-6A84-52F69363F2B8}"/>
                  </a:ext>
                </a:extLst>
              </p:cNvPr>
              <p:cNvSpPr>
                <a:spLocks noChangeShapeType="1"/>
              </p:cNvSpPr>
              <p:nvPr/>
            </p:nvSpPr>
            <p:spPr bwMode="auto">
              <a:xfrm>
                <a:off x="4999" y="2048"/>
                <a:ext cx="23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603" name="Line 26">
                <a:extLst>
                  <a:ext uri="{FF2B5EF4-FFF2-40B4-BE49-F238E27FC236}">
                    <a16:creationId xmlns:a16="http://schemas.microsoft.com/office/drawing/2014/main" id="{0BC37801-5581-BB00-8C2E-E3102CA8C04A}"/>
                  </a:ext>
                </a:extLst>
              </p:cNvPr>
              <p:cNvSpPr>
                <a:spLocks noChangeShapeType="1"/>
              </p:cNvSpPr>
              <p:nvPr/>
            </p:nvSpPr>
            <p:spPr bwMode="auto">
              <a:xfrm>
                <a:off x="2013" y="1869"/>
                <a:ext cx="252"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604" name="Line 27">
                <a:extLst>
                  <a:ext uri="{FF2B5EF4-FFF2-40B4-BE49-F238E27FC236}">
                    <a16:creationId xmlns:a16="http://schemas.microsoft.com/office/drawing/2014/main" id="{4CBEC732-0334-BB74-47A8-EE979A000431}"/>
                  </a:ext>
                </a:extLst>
              </p:cNvPr>
              <p:cNvSpPr>
                <a:spLocks noChangeShapeType="1"/>
              </p:cNvSpPr>
              <p:nvPr/>
            </p:nvSpPr>
            <p:spPr bwMode="auto">
              <a:xfrm>
                <a:off x="3106" y="1865"/>
                <a:ext cx="25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358" name="Line 28">
                <a:extLst>
                  <a:ext uri="{FF2B5EF4-FFF2-40B4-BE49-F238E27FC236}">
                    <a16:creationId xmlns:a16="http://schemas.microsoft.com/office/drawing/2014/main" id="{202670AD-43F1-4E18-9209-724788917FFF}"/>
                  </a:ext>
                </a:extLst>
              </p:cNvPr>
              <p:cNvSpPr>
                <a:spLocks noChangeShapeType="1"/>
              </p:cNvSpPr>
              <p:nvPr/>
            </p:nvSpPr>
            <p:spPr bwMode="auto">
              <a:xfrm>
                <a:off x="4190" y="1861"/>
                <a:ext cx="252" cy="0"/>
              </a:xfrm>
              <a:prstGeom prst="line">
                <a:avLst/>
              </a:prstGeom>
              <a:solidFill>
                <a:schemeClr val="accent1">
                  <a:lumMod val="40000"/>
                  <a:lumOff val="60000"/>
                </a:schemeClr>
              </a:solidFill>
              <a:ln w="25400">
                <a:solidFill>
                  <a:srgbClr val="000000"/>
                </a:solidFill>
                <a:round/>
                <a:headEnd/>
                <a:tailEnd/>
              </a:ln>
            </p:spPr>
            <p:txBody>
              <a:bodyPr/>
              <a:lstStyle/>
              <a:p>
                <a:pPr eaLnBrk="1" hangingPunct="1">
                  <a:defRPr/>
                </a:pPr>
                <a:endParaRPr lang="en-GB"/>
              </a:p>
            </p:txBody>
          </p:sp>
          <p:sp>
            <p:nvSpPr>
              <p:cNvPr id="21606" name="Line 29">
                <a:extLst>
                  <a:ext uri="{FF2B5EF4-FFF2-40B4-BE49-F238E27FC236}">
                    <a16:creationId xmlns:a16="http://schemas.microsoft.com/office/drawing/2014/main" id="{4139B4BE-7BEE-C401-3776-EFBBB1590F30}"/>
                  </a:ext>
                </a:extLst>
              </p:cNvPr>
              <p:cNvSpPr>
                <a:spLocks noChangeShapeType="1"/>
              </p:cNvSpPr>
              <p:nvPr/>
            </p:nvSpPr>
            <p:spPr bwMode="auto">
              <a:xfrm flipH="1">
                <a:off x="1892" y="1870"/>
                <a:ext cx="122" cy="11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607" name="Line 30">
                <a:extLst>
                  <a:ext uri="{FF2B5EF4-FFF2-40B4-BE49-F238E27FC236}">
                    <a16:creationId xmlns:a16="http://schemas.microsoft.com/office/drawing/2014/main" id="{CA0E2ADA-10A0-2AC6-5C00-D19BDEA824B3}"/>
                  </a:ext>
                </a:extLst>
              </p:cNvPr>
              <p:cNvSpPr>
                <a:spLocks noChangeShapeType="1"/>
              </p:cNvSpPr>
              <p:nvPr/>
            </p:nvSpPr>
            <p:spPr bwMode="auto">
              <a:xfrm flipH="1">
                <a:off x="2997" y="1873"/>
                <a:ext cx="103" cy="15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608" name="Line 31">
                <a:extLst>
                  <a:ext uri="{FF2B5EF4-FFF2-40B4-BE49-F238E27FC236}">
                    <a16:creationId xmlns:a16="http://schemas.microsoft.com/office/drawing/2014/main" id="{7130D5DE-3630-75DC-AE87-BBE3C1B89B56}"/>
                  </a:ext>
                </a:extLst>
              </p:cNvPr>
              <p:cNvSpPr>
                <a:spLocks noChangeShapeType="1"/>
              </p:cNvSpPr>
              <p:nvPr/>
            </p:nvSpPr>
            <p:spPr bwMode="auto">
              <a:xfrm flipH="1">
                <a:off x="4102" y="1863"/>
                <a:ext cx="89" cy="18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609" name="Line 32">
                <a:extLst>
                  <a:ext uri="{FF2B5EF4-FFF2-40B4-BE49-F238E27FC236}">
                    <a16:creationId xmlns:a16="http://schemas.microsoft.com/office/drawing/2014/main" id="{8F5C042A-7F9C-1F11-135D-431139F866C6}"/>
                  </a:ext>
                </a:extLst>
              </p:cNvPr>
              <p:cNvSpPr>
                <a:spLocks noChangeShapeType="1"/>
              </p:cNvSpPr>
              <p:nvPr/>
            </p:nvSpPr>
            <p:spPr bwMode="auto">
              <a:xfrm>
                <a:off x="1936" y="1614"/>
                <a:ext cx="83" cy="237"/>
              </a:xfrm>
              <a:prstGeom prst="line">
                <a:avLst/>
              </a:prstGeom>
              <a:noFill/>
              <a:ln w="2540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21610" name="Line 33">
                <a:extLst>
                  <a:ext uri="{FF2B5EF4-FFF2-40B4-BE49-F238E27FC236}">
                    <a16:creationId xmlns:a16="http://schemas.microsoft.com/office/drawing/2014/main" id="{E269B632-BCC3-E7A7-4EBB-4CD2B4277855}"/>
                  </a:ext>
                </a:extLst>
              </p:cNvPr>
              <p:cNvSpPr>
                <a:spLocks noChangeShapeType="1"/>
              </p:cNvSpPr>
              <p:nvPr/>
            </p:nvSpPr>
            <p:spPr bwMode="auto">
              <a:xfrm>
                <a:off x="3019" y="1623"/>
                <a:ext cx="83" cy="238"/>
              </a:xfrm>
              <a:prstGeom prst="line">
                <a:avLst/>
              </a:prstGeom>
              <a:noFill/>
              <a:ln w="2540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21611" name="Line 34">
                <a:extLst>
                  <a:ext uri="{FF2B5EF4-FFF2-40B4-BE49-F238E27FC236}">
                    <a16:creationId xmlns:a16="http://schemas.microsoft.com/office/drawing/2014/main" id="{3A187992-B31D-7617-41AC-03E3138C4344}"/>
                  </a:ext>
                </a:extLst>
              </p:cNvPr>
              <p:cNvSpPr>
                <a:spLocks noChangeShapeType="1"/>
              </p:cNvSpPr>
              <p:nvPr/>
            </p:nvSpPr>
            <p:spPr bwMode="auto">
              <a:xfrm>
                <a:off x="4113" y="1625"/>
                <a:ext cx="83" cy="238"/>
              </a:xfrm>
              <a:prstGeom prst="line">
                <a:avLst/>
              </a:prstGeom>
              <a:noFill/>
              <a:ln w="2540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21612" name="Line 35">
                <a:extLst>
                  <a:ext uri="{FF2B5EF4-FFF2-40B4-BE49-F238E27FC236}">
                    <a16:creationId xmlns:a16="http://schemas.microsoft.com/office/drawing/2014/main" id="{4ABB6841-108F-056D-B117-51318AB54F1E}"/>
                  </a:ext>
                </a:extLst>
              </p:cNvPr>
              <p:cNvSpPr>
                <a:spLocks noChangeShapeType="1"/>
              </p:cNvSpPr>
              <p:nvPr/>
            </p:nvSpPr>
            <p:spPr bwMode="auto">
              <a:xfrm>
                <a:off x="878" y="1840"/>
                <a:ext cx="28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613" name="Text Box 36">
                <a:extLst>
                  <a:ext uri="{FF2B5EF4-FFF2-40B4-BE49-F238E27FC236}">
                    <a16:creationId xmlns:a16="http://schemas.microsoft.com/office/drawing/2014/main" id="{850B2CF8-710D-6B1B-3351-8D5F8E88963E}"/>
                  </a:ext>
                </a:extLst>
              </p:cNvPr>
              <p:cNvSpPr txBox="1">
                <a:spLocks noChangeArrowheads="1"/>
              </p:cNvSpPr>
              <p:nvPr/>
            </p:nvSpPr>
            <p:spPr bwMode="auto">
              <a:xfrm>
                <a:off x="495" y="1580"/>
                <a:ext cx="608"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en-US"/>
                  <a:t>Input</a:t>
                </a:r>
              </a:p>
              <a:p>
                <a:endParaRPr lang="en-US" altLang="en-US"/>
              </a:p>
            </p:txBody>
          </p:sp>
          <p:sp>
            <p:nvSpPr>
              <p:cNvPr id="21614" name="Text Box 37">
                <a:extLst>
                  <a:ext uri="{FF2B5EF4-FFF2-40B4-BE49-F238E27FC236}">
                    <a16:creationId xmlns:a16="http://schemas.microsoft.com/office/drawing/2014/main" id="{14D37DFE-FD94-5368-05C3-3FC19152FAAC}"/>
                  </a:ext>
                </a:extLst>
              </p:cNvPr>
              <p:cNvSpPr txBox="1">
                <a:spLocks noChangeArrowheads="1"/>
              </p:cNvSpPr>
              <p:nvPr/>
            </p:nvSpPr>
            <p:spPr bwMode="auto">
              <a:xfrm>
                <a:off x="1536" y="993"/>
                <a:ext cx="1109" cy="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en-US"/>
                  <a:t>Down count</a:t>
                </a:r>
              </a:p>
              <a:p>
                <a:endParaRPr lang="en-US" altLang="en-US"/>
              </a:p>
            </p:txBody>
          </p:sp>
          <p:sp>
            <p:nvSpPr>
              <p:cNvPr id="21615" name="Line 38">
                <a:extLst>
                  <a:ext uri="{FF2B5EF4-FFF2-40B4-BE49-F238E27FC236}">
                    <a16:creationId xmlns:a16="http://schemas.microsoft.com/office/drawing/2014/main" id="{0E34BC3E-A1CC-A928-9496-D37CEF88F1DE}"/>
                  </a:ext>
                </a:extLst>
              </p:cNvPr>
              <p:cNvSpPr>
                <a:spLocks noChangeShapeType="1"/>
              </p:cNvSpPr>
              <p:nvPr/>
            </p:nvSpPr>
            <p:spPr bwMode="auto">
              <a:xfrm flipV="1">
                <a:off x="1928" y="1233"/>
                <a:ext cx="136" cy="391"/>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616" name="Line 40">
                <a:extLst>
                  <a:ext uri="{FF2B5EF4-FFF2-40B4-BE49-F238E27FC236}">
                    <a16:creationId xmlns:a16="http://schemas.microsoft.com/office/drawing/2014/main" id="{B8B466A6-C36D-3C8C-0174-97EF45FC9AE6}"/>
                  </a:ext>
                </a:extLst>
              </p:cNvPr>
              <p:cNvSpPr>
                <a:spLocks noChangeShapeType="1"/>
              </p:cNvSpPr>
              <p:nvPr/>
            </p:nvSpPr>
            <p:spPr bwMode="auto">
              <a:xfrm>
                <a:off x="1917" y="2004"/>
                <a:ext cx="147" cy="348"/>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370" name="Freeform 93">
                <a:extLst>
                  <a:ext uri="{FF2B5EF4-FFF2-40B4-BE49-F238E27FC236}">
                    <a16:creationId xmlns:a16="http://schemas.microsoft.com/office/drawing/2014/main" id="{A32FA15D-F1BB-4409-8F93-8FCABFD9F656}"/>
                  </a:ext>
                </a:extLst>
              </p:cNvPr>
              <p:cNvSpPr>
                <a:spLocks/>
              </p:cNvSpPr>
              <p:nvPr/>
            </p:nvSpPr>
            <p:spPr bwMode="auto">
              <a:xfrm>
                <a:off x="1180" y="1790"/>
                <a:ext cx="75" cy="113"/>
              </a:xfrm>
              <a:custGeom>
                <a:avLst/>
                <a:gdLst>
                  <a:gd name="T0" fmla="*/ 0 w 129"/>
                  <a:gd name="T1" fmla="*/ 8 h 133"/>
                  <a:gd name="T2" fmla="*/ 1 w 129"/>
                  <a:gd name="T3" fmla="*/ 4 h 133"/>
                  <a:gd name="T4" fmla="*/ 0 w 129"/>
                  <a:gd name="T5" fmla="*/ 0 h 133"/>
                  <a:gd name="T6" fmla="*/ 0 60000 65536"/>
                  <a:gd name="T7" fmla="*/ 0 60000 65536"/>
                  <a:gd name="T8" fmla="*/ 0 60000 65536"/>
                  <a:gd name="T9" fmla="*/ 0 w 129"/>
                  <a:gd name="T10" fmla="*/ 0 h 133"/>
                  <a:gd name="T11" fmla="*/ 129 w 129"/>
                  <a:gd name="T12" fmla="*/ 133 h 133"/>
                </a:gdLst>
                <a:ahLst/>
                <a:cxnLst>
                  <a:cxn ang="T6">
                    <a:pos x="T0" y="T1"/>
                  </a:cxn>
                  <a:cxn ang="T7">
                    <a:pos x="T2" y="T3"/>
                  </a:cxn>
                  <a:cxn ang="T8">
                    <a:pos x="T4" y="T5"/>
                  </a:cxn>
                </a:cxnLst>
                <a:rect l="T9" t="T10" r="T11" b="T12"/>
                <a:pathLst>
                  <a:path w="129" h="133">
                    <a:moveTo>
                      <a:pt x="0" y="133"/>
                    </a:moveTo>
                    <a:lnTo>
                      <a:pt x="129" y="66"/>
                    </a:lnTo>
                    <a:lnTo>
                      <a:pt x="0" y="0"/>
                    </a:lnTo>
                  </a:path>
                </a:pathLst>
              </a:custGeom>
              <a:solidFill>
                <a:schemeClr val="accent1">
                  <a:lumMod val="40000"/>
                  <a:lumOff val="60000"/>
                </a:schemeClr>
              </a:solidFill>
              <a:ln w="25400">
                <a:solidFill>
                  <a:schemeClr val="tx1"/>
                </a:solidFill>
                <a:miter lim="800000"/>
                <a:headEnd/>
                <a:tailEnd/>
              </a:ln>
            </p:spPr>
            <p:txBody>
              <a:bodyPr/>
              <a:lstStyle/>
              <a:p>
                <a:pPr eaLnBrk="1" hangingPunct="1">
                  <a:defRPr/>
                </a:pPr>
                <a:endParaRPr lang="en-GB"/>
              </a:p>
            </p:txBody>
          </p:sp>
          <p:sp>
            <p:nvSpPr>
              <p:cNvPr id="14371" name="Freeform 94">
                <a:extLst>
                  <a:ext uri="{FF2B5EF4-FFF2-40B4-BE49-F238E27FC236}">
                    <a16:creationId xmlns:a16="http://schemas.microsoft.com/office/drawing/2014/main" id="{7502BDFE-97B7-4FCD-87F8-C8BFA11BCD65}"/>
                  </a:ext>
                </a:extLst>
              </p:cNvPr>
              <p:cNvSpPr>
                <a:spLocks/>
              </p:cNvSpPr>
              <p:nvPr/>
            </p:nvSpPr>
            <p:spPr bwMode="auto">
              <a:xfrm>
                <a:off x="2273" y="1801"/>
                <a:ext cx="75" cy="110"/>
              </a:xfrm>
              <a:custGeom>
                <a:avLst/>
                <a:gdLst>
                  <a:gd name="T0" fmla="*/ 0 w 129"/>
                  <a:gd name="T1" fmla="*/ 8 h 133"/>
                  <a:gd name="T2" fmla="*/ 1 w 129"/>
                  <a:gd name="T3" fmla="*/ 4 h 133"/>
                  <a:gd name="T4" fmla="*/ 0 w 129"/>
                  <a:gd name="T5" fmla="*/ 0 h 133"/>
                  <a:gd name="T6" fmla="*/ 0 60000 65536"/>
                  <a:gd name="T7" fmla="*/ 0 60000 65536"/>
                  <a:gd name="T8" fmla="*/ 0 60000 65536"/>
                  <a:gd name="T9" fmla="*/ 0 w 129"/>
                  <a:gd name="T10" fmla="*/ 0 h 133"/>
                  <a:gd name="T11" fmla="*/ 129 w 129"/>
                  <a:gd name="T12" fmla="*/ 133 h 133"/>
                </a:gdLst>
                <a:ahLst/>
                <a:cxnLst>
                  <a:cxn ang="T6">
                    <a:pos x="T0" y="T1"/>
                  </a:cxn>
                  <a:cxn ang="T7">
                    <a:pos x="T2" y="T3"/>
                  </a:cxn>
                  <a:cxn ang="T8">
                    <a:pos x="T4" y="T5"/>
                  </a:cxn>
                </a:cxnLst>
                <a:rect l="T9" t="T10" r="T11" b="T12"/>
                <a:pathLst>
                  <a:path w="129" h="133">
                    <a:moveTo>
                      <a:pt x="0" y="133"/>
                    </a:moveTo>
                    <a:lnTo>
                      <a:pt x="129" y="66"/>
                    </a:lnTo>
                    <a:lnTo>
                      <a:pt x="0" y="0"/>
                    </a:lnTo>
                  </a:path>
                </a:pathLst>
              </a:custGeom>
              <a:solidFill>
                <a:schemeClr val="accent1">
                  <a:lumMod val="40000"/>
                  <a:lumOff val="60000"/>
                </a:schemeClr>
              </a:solidFill>
              <a:ln w="25400">
                <a:solidFill>
                  <a:schemeClr val="tx1"/>
                </a:solidFill>
                <a:miter lim="800000"/>
                <a:headEnd/>
                <a:tailEnd/>
              </a:ln>
            </p:spPr>
            <p:txBody>
              <a:bodyPr/>
              <a:lstStyle/>
              <a:p>
                <a:pPr eaLnBrk="1" hangingPunct="1">
                  <a:defRPr/>
                </a:pPr>
                <a:endParaRPr lang="en-GB"/>
              </a:p>
            </p:txBody>
          </p:sp>
          <p:sp>
            <p:nvSpPr>
              <p:cNvPr id="14372" name="Freeform 95">
                <a:extLst>
                  <a:ext uri="{FF2B5EF4-FFF2-40B4-BE49-F238E27FC236}">
                    <a16:creationId xmlns:a16="http://schemas.microsoft.com/office/drawing/2014/main" id="{668E8EE6-8BE2-4247-BE64-08D526330B79}"/>
                  </a:ext>
                </a:extLst>
              </p:cNvPr>
              <p:cNvSpPr>
                <a:spLocks/>
              </p:cNvSpPr>
              <p:nvPr/>
            </p:nvSpPr>
            <p:spPr bwMode="auto">
              <a:xfrm>
                <a:off x="3384" y="1809"/>
                <a:ext cx="75" cy="110"/>
              </a:xfrm>
              <a:custGeom>
                <a:avLst/>
                <a:gdLst>
                  <a:gd name="T0" fmla="*/ 0 w 129"/>
                  <a:gd name="T1" fmla="*/ 8 h 133"/>
                  <a:gd name="T2" fmla="*/ 1 w 129"/>
                  <a:gd name="T3" fmla="*/ 4 h 133"/>
                  <a:gd name="T4" fmla="*/ 0 w 129"/>
                  <a:gd name="T5" fmla="*/ 0 h 133"/>
                  <a:gd name="T6" fmla="*/ 0 60000 65536"/>
                  <a:gd name="T7" fmla="*/ 0 60000 65536"/>
                  <a:gd name="T8" fmla="*/ 0 60000 65536"/>
                  <a:gd name="T9" fmla="*/ 0 w 129"/>
                  <a:gd name="T10" fmla="*/ 0 h 133"/>
                  <a:gd name="T11" fmla="*/ 129 w 129"/>
                  <a:gd name="T12" fmla="*/ 133 h 133"/>
                </a:gdLst>
                <a:ahLst/>
                <a:cxnLst>
                  <a:cxn ang="T6">
                    <a:pos x="T0" y="T1"/>
                  </a:cxn>
                  <a:cxn ang="T7">
                    <a:pos x="T2" y="T3"/>
                  </a:cxn>
                  <a:cxn ang="T8">
                    <a:pos x="T4" y="T5"/>
                  </a:cxn>
                </a:cxnLst>
                <a:rect l="T9" t="T10" r="T11" b="T12"/>
                <a:pathLst>
                  <a:path w="129" h="133">
                    <a:moveTo>
                      <a:pt x="0" y="133"/>
                    </a:moveTo>
                    <a:lnTo>
                      <a:pt x="129" y="66"/>
                    </a:lnTo>
                    <a:lnTo>
                      <a:pt x="0" y="0"/>
                    </a:lnTo>
                  </a:path>
                </a:pathLst>
              </a:custGeom>
              <a:solidFill>
                <a:schemeClr val="accent1">
                  <a:lumMod val="40000"/>
                  <a:lumOff val="60000"/>
                </a:schemeClr>
              </a:solidFill>
              <a:ln w="25400">
                <a:solidFill>
                  <a:schemeClr val="tx1"/>
                </a:solidFill>
                <a:miter lim="800000"/>
                <a:headEnd/>
                <a:tailEnd/>
              </a:ln>
            </p:spPr>
            <p:txBody>
              <a:bodyPr/>
              <a:lstStyle/>
              <a:p>
                <a:pPr eaLnBrk="1" hangingPunct="1">
                  <a:defRPr/>
                </a:pPr>
                <a:endParaRPr lang="en-GB"/>
              </a:p>
            </p:txBody>
          </p:sp>
          <p:sp>
            <p:nvSpPr>
              <p:cNvPr id="14373" name="Freeform 96">
                <a:extLst>
                  <a:ext uri="{FF2B5EF4-FFF2-40B4-BE49-F238E27FC236}">
                    <a16:creationId xmlns:a16="http://schemas.microsoft.com/office/drawing/2014/main" id="{DC8BF791-7DFA-430F-9DFF-4BB5AB6ED756}"/>
                  </a:ext>
                </a:extLst>
              </p:cNvPr>
              <p:cNvSpPr>
                <a:spLocks/>
              </p:cNvSpPr>
              <p:nvPr/>
            </p:nvSpPr>
            <p:spPr bwMode="auto">
              <a:xfrm>
                <a:off x="4452" y="1801"/>
                <a:ext cx="75" cy="113"/>
              </a:xfrm>
              <a:custGeom>
                <a:avLst/>
                <a:gdLst>
                  <a:gd name="T0" fmla="*/ 0 w 129"/>
                  <a:gd name="T1" fmla="*/ 8 h 133"/>
                  <a:gd name="T2" fmla="*/ 1 w 129"/>
                  <a:gd name="T3" fmla="*/ 4 h 133"/>
                  <a:gd name="T4" fmla="*/ 0 w 129"/>
                  <a:gd name="T5" fmla="*/ 0 h 133"/>
                  <a:gd name="T6" fmla="*/ 0 60000 65536"/>
                  <a:gd name="T7" fmla="*/ 0 60000 65536"/>
                  <a:gd name="T8" fmla="*/ 0 60000 65536"/>
                  <a:gd name="T9" fmla="*/ 0 w 129"/>
                  <a:gd name="T10" fmla="*/ 0 h 133"/>
                  <a:gd name="T11" fmla="*/ 129 w 129"/>
                  <a:gd name="T12" fmla="*/ 133 h 133"/>
                </a:gdLst>
                <a:ahLst/>
                <a:cxnLst>
                  <a:cxn ang="T6">
                    <a:pos x="T0" y="T1"/>
                  </a:cxn>
                  <a:cxn ang="T7">
                    <a:pos x="T2" y="T3"/>
                  </a:cxn>
                  <a:cxn ang="T8">
                    <a:pos x="T4" y="T5"/>
                  </a:cxn>
                </a:cxnLst>
                <a:rect l="T9" t="T10" r="T11" b="T12"/>
                <a:pathLst>
                  <a:path w="129" h="133">
                    <a:moveTo>
                      <a:pt x="0" y="133"/>
                    </a:moveTo>
                    <a:lnTo>
                      <a:pt x="129" y="66"/>
                    </a:lnTo>
                    <a:lnTo>
                      <a:pt x="0" y="0"/>
                    </a:lnTo>
                  </a:path>
                </a:pathLst>
              </a:custGeom>
              <a:solidFill>
                <a:schemeClr val="accent1">
                  <a:lumMod val="40000"/>
                  <a:lumOff val="60000"/>
                </a:schemeClr>
              </a:solidFill>
              <a:ln w="25400">
                <a:solidFill>
                  <a:schemeClr val="tx1"/>
                </a:solidFill>
                <a:miter lim="800000"/>
                <a:headEnd/>
                <a:tailEnd/>
              </a:ln>
            </p:spPr>
            <p:txBody>
              <a:bodyPr/>
              <a:lstStyle/>
              <a:p>
                <a:pPr eaLnBrk="1" hangingPunct="1">
                  <a:defRPr/>
                </a:pPr>
                <a:endParaRPr lang="en-GB"/>
              </a:p>
            </p:txBody>
          </p:sp>
          <p:sp>
            <p:nvSpPr>
              <p:cNvPr id="16388" name="Text Box 39">
                <a:extLst>
                  <a:ext uri="{FF2B5EF4-FFF2-40B4-BE49-F238E27FC236}">
                    <a16:creationId xmlns:a16="http://schemas.microsoft.com/office/drawing/2014/main" id="{A4168A05-8334-43AA-B2D2-AC56E4E1ACF4}"/>
                  </a:ext>
                </a:extLst>
              </p:cNvPr>
              <p:cNvSpPr txBox="1">
                <a:spLocks noChangeArrowheads="1"/>
              </p:cNvSpPr>
              <p:nvPr/>
            </p:nvSpPr>
            <p:spPr bwMode="auto">
              <a:xfrm>
                <a:off x="1653" y="2304"/>
                <a:ext cx="1084" cy="310"/>
              </a:xfrm>
              <a:prstGeom prst="rect">
                <a:avLst/>
              </a:prstGeom>
              <a:noFill/>
              <a:ln>
                <a:noFill/>
              </a:ln>
            </p:spPr>
            <p:txBody>
              <a:bodyPr/>
              <a:lstStyle/>
              <a:p>
                <a:pPr>
                  <a:defRPr/>
                </a:pPr>
                <a:r>
                  <a:rPr lang="en-US" dirty="0"/>
                  <a:t>Up count</a:t>
                </a:r>
              </a:p>
              <a:p>
                <a:pPr>
                  <a:defRPr/>
                </a:pPr>
                <a:endParaRPr lang="en-US" dirty="0"/>
              </a:p>
              <a:p>
                <a:pPr>
                  <a:defRPr/>
                </a:pPr>
                <a:endParaRPr lang="en-US" dirty="0"/>
              </a:p>
              <a:p>
                <a:pPr>
                  <a:defRPr/>
                </a:pPr>
                <a:endParaRPr lang="en-US" dirty="0"/>
              </a:p>
            </p:txBody>
          </p:sp>
          <p:sp>
            <p:nvSpPr>
              <p:cNvPr id="16393" name="Rectangle 44">
                <a:extLst>
                  <a:ext uri="{FF2B5EF4-FFF2-40B4-BE49-F238E27FC236}">
                    <a16:creationId xmlns:a16="http://schemas.microsoft.com/office/drawing/2014/main" id="{0CD45A36-AEBC-4E5F-B5F5-99A81A672310}"/>
                  </a:ext>
                </a:extLst>
              </p:cNvPr>
              <p:cNvSpPr>
                <a:spLocks noChangeArrowheads="1"/>
              </p:cNvSpPr>
              <p:nvPr/>
            </p:nvSpPr>
            <p:spPr bwMode="auto">
              <a:xfrm>
                <a:off x="1105" y="2682"/>
                <a:ext cx="508" cy="958"/>
              </a:xfrm>
              <a:prstGeom prst="rect">
                <a:avLst/>
              </a:prstGeom>
              <a:solidFill>
                <a:schemeClr val="accent1">
                  <a:lumMod val="40000"/>
                  <a:lumOff val="60000"/>
                </a:schemeClr>
              </a:solidFill>
              <a:ln w="25400">
                <a:solidFill>
                  <a:schemeClr val="tx1"/>
                </a:solidFill>
                <a:miter lim="800000"/>
                <a:headEnd/>
                <a:tailEnd/>
              </a:ln>
            </p:spPr>
            <p:txBody>
              <a:bodyPr wrap="none" anchor="ctr"/>
              <a:lstStyle/>
              <a:p>
                <a:pPr eaLnBrk="1" hangingPunct="1">
                  <a:defRPr/>
                </a:pPr>
                <a:r>
                  <a:rPr lang="en-US" sz="2000" dirty="0"/>
                  <a:t> J</a:t>
                </a:r>
              </a:p>
              <a:p>
                <a:pPr eaLnBrk="1" hangingPunct="1">
                  <a:defRPr/>
                </a:pPr>
                <a:r>
                  <a:rPr lang="en-US" sz="2000" dirty="0"/>
                  <a:t> C</a:t>
                </a:r>
              </a:p>
              <a:p>
                <a:pPr eaLnBrk="1" hangingPunct="1">
                  <a:defRPr/>
                </a:pPr>
                <a:r>
                  <a:rPr lang="en-US" sz="2000" dirty="0"/>
                  <a:t> K</a:t>
                </a:r>
              </a:p>
            </p:txBody>
          </p:sp>
          <p:sp>
            <p:nvSpPr>
              <p:cNvPr id="16394" name="Line 46">
                <a:extLst>
                  <a:ext uri="{FF2B5EF4-FFF2-40B4-BE49-F238E27FC236}">
                    <a16:creationId xmlns:a16="http://schemas.microsoft.com/office/drawing/2014/main" id="{AB6AA408-D505-43FB-8DC4-EF1590834173}"/>
                  </a:ext>
                </a:extLst>
              </p:cNvPr>
              <p:cNvSpPr>
                <a:spLocks noChangeShapeType="1"/>
              </p:cNvSpPr>
              <p:nvPr/>
            </p:nvSpPr>
            <p:spPr bwMode="auto">
              <a:xfrm>
                <a:off x="837" y="3002"/>
                <a:ext cx="272" cy="0"/>
              </a:xfrm>
              <a:prstGeom prst="line">
                <a:avLst/>
              </a:prstGeom>
              <a:noFill/>
              <a:ln w="25400">
                <a:solidFill>
                  <a:schemeClr val="tx1"/>
                </a:solidFill>
                <a:round/>
                <a:headEnd/>
                <a:tailEnd/>
              </a:ln>
            </p:spPr>
            <p:txBody>
              <a:bodyPr/>
              <a:lstStyle/>
              <a:p>
                <a:pPr eaLnBrk="1" hangingPunct="1">
                  <a:defRPr/>
                </a:pPr>
                <a:endParaRPr lang="en-US" dirty="0"/>
              </a:p>
            </p:txBody>
          </p:sp>
          <p:sp>
            <p:nvSpPr>
              <p:cNvPr id="16395" name="Line 47">
                <a:extLst>
                  <a:ext uri="{FF2B5EF4-FFF2-40B4-BE49-F238E27FC236}">
                    <a16:creationId xmlns:a16="http://schemas.microsoft.com/office/drawing/2014/main" id="{F7AFEE3C-6D9D-4058-BAF7-07E6737C251E}"/>
                  </a:ext>
                </a:extLst>
              </p:cNvPr>
              <p:cNvSpPr>
                <a:spLocks noChangeShapeType="1"/>
              </p:cNvSpPr>
              <p:nvPr/>
            </p:nvSpPr>
            <p:spPr bwMode="auto">
              <a:xfrm flipV="1">
                <a:off x="1616" y="2910"/>
                <a:ext cx="206" cy="0"/>
              </a:xfrm>
              <a:prstGeom prst="line">
                <a:avLst/>
              </a:prstGeom>
              <a:noFill/>
              <a:ln w="25400">
                <a:solidFill>
                  <a:schemeClr val="tx1"/>
                </a:solidFill>
                <a:round/>
                <a:headEnd/>
                <a:tailEnd/>
              </a:ln>
            </p:spPr>
            <p:txBody>
              <a:bodyPr/>
              <a:lstStyle/>
              <a:p>
                <a:pPr eaLnBrk="1" hangingPunct="1">
                  <a:defRPr/>
                </a:pPr>
                <a:endParaRPr lang="en-US" dirty="0"/>
              </a:p>
            </p:txBody>
          </p:sp>
          <p:sp>
            <p:nvSpPr>
              <p:cNvPr id="16396" name="Line 48">
                <a:extLst>
                  <a:ext uri="{FF2B5EF4-FFF2-40B4-BE49-F238E27FC236}">
                    <a16:creationId xmlns:a16="http://schemas.microsoft.com/office/drawing/2014/main" id="{E34673B1-D098-4FC0-BD64-72C5724E0BDF}"/>
                  </a:ext>
                </a:extLst>
              </p:cNvPr>
              <p:cNvSpPr>
                <a:spLocks noChangeShapeType="1"/>
              </p:cNvSpPr>
              <p:nvPr/>
            </p:nvSpPr>
            <p:spPr bwMode="auto">
              <a:xfrm>
                <a:off x="912" y="3002"/>
                <a:ext cx="0" cy="412"/>
              </a:xfrm>
              <a:prstGeom prst="line">
                <a:avLst/>
              </a:prstGeom>
              <a:noFill/>
              <a:ln w="25400">
                <a:solidFill>
                  <a:schemeClr val="tx1"/>
                </a:solidFill>
                <a:round/>
                <a:headEnd type="oval" w="med" len="med"/>
                <a:tailEnd/>
              </a:ln>
            </p:spPr>
            <p:txBody>
              <a:bodyPr/>
              <a:lstStyle/>
              <a:p>
                <a:pPr eaLnBrk="1" hangingPunct="1">
                  <a:defRPr/>
                </a:pPr>
                <a:endParaRPr lang="en-US" dirty="0"/>
              </a:p>
            </p:txBody>
          </p:sp>
          <p:sp>
            <p:nvSpPr>
              <p:cNvPr id="16397" name="Line 49">
                <a:extLst>
                  <a:ext uri="{FF2B5EF4-FFF2-40B4-BE49-F238E27FC236}">
                    <a16:creationId xmlns:a16="http://schemas.microsoft.com/office/drawing/2014/main" id="{FDC27A1E-78CC-4334-BB31-B4EE7A8656E3}"/>
                  </a:ext>
                </a:extLst>
              </p:cNvPr>
              <p:cNvSpPr>
                <a:spLocks noChangeShapeType="1"/>
              </p:cNvSpPr>
              <p:nvPr/>
            </p:nvSpPr>
            <p:spPr bwMode="auto">
              <a:xfrm>
                <a:off x="912" y="3412"/>
                <a:ext cx="203" cy="0"/>
              </a:xfrm>
              <a:prstGeom prst="line">
                <a:avLst/>
              </a:prstGeom>
              <a:noFill/>
              <a:ln w="25400">
                <a:solidFill>
                  <a:schemeClr val="tx1"/>
                </a:solidFill>
                <a:round/>
                <a:headEnd/>
                <a:tailEnd/>
              </a:ln>
            </p:spPr>
            <p:txBody>
              <a:bodyPr/>
              <a:lstStyle/>
              <a:p>
                <a:pPr eaLnBrk="1" hangingPunct="1">
                  <a:defRPr/>
                </a:pPr>
                <a:endParaRPr lang="en-US" dirty="0"/>
              </a:p>
            </p:txBody>
          </p:sp>
          <p:sp>
            <p:nvSpPr>
              <p:cNvPr id="16400" name="Line 54">
                <a:extLst>
                  <a:ext uri="{FF2B5EF4-FFF2-40B4-BE49-F238E27FC236}">
                    <a16:creationId xmlns:a16="http://schemas.microsoft.com/office/drawing/2014/main" id="{3FAD36F2-E501-4960-BD66-0D77905303E4}"/>
                  </a:ext>
                </a:extLst>
              </p:cNvPr>
              <p:cNvSpPr>
                <a:spLocks noChangeShapeType="1"/>
              </p:cNvSpPr>
              <p:nvPr/>
            </p:nvSpPr>
            <p:spPr bwMode="auto">
              <a:xfrm>
                <a:off x="1968" y="3009"/>
                <a:ext cx="271" cy="0"/>
              </a:xfrm>
              <a:prstGeom prst="line">
                <a:avLst/>
              </a:prstGeom>
              <a:noFill/>
              <a:ln w="25400">
                <a:solidFill>
                  <a:schemeClr val="tx1"/>
                </a:solidFill>
                <a:round/>
                <a:headEnd/>
                <a:tailEnd/>
              </a:ln>
            </p:spPr>
            <p:txBody>
              <a:bodyPr/>
              <a:lstStyle/>
              <a:p>
                <a:pPr eaLnBrk="1" hangingPunct="1">
                  <a:defRPr/>
                </a:pPr>
                <a:endParaRPr lang="en-US" dirty="0"/>
              </a:p>
            </p:txBody>
          </p:sp>
          <p:sp>
            <p:nvSpPr>
              <p:cNvPr id="16401" name="Line 55">
                <a:extLst>
                  <a:ext uri="{FF2B5EF4-FFF2-40B4-BE49-F238E27FC236}">
                    <a16:creationId xmlns:a16="http://schemas.microsoft.com/office/drawing/2014/main" id="{FC48D934-DB16-48FC-A8AA-4E265C59F8C4}"/>
                  </a:ext>
                </a:extLst>
              </p:cNvPr>
              <p:cNvSpPr>
                <a:spLocks noChangeShapeType="1"/>
              </p:cNvSpPr>
              <p:nvPr/>
            </p:nvSpPr>
            <p:spPr bwMode="auto">
              <a:xfrm flipV="1">
                <a:off x="2747" y="2918"/>
                <a:ext cx="205" cy="0"/>
              </a:xfrm>
              <a:prstGeom prst="line">
                <a:avLst/>
              </a:prstGeom>
              <a:noFill/>
              <a:ln w="25400">
                <a:solidFill>
                  <a:schemeClr val="tx1"/>
                </a:solidFill>
                <a:round/>
                <a:headEnd/>
                <a:tailEnd/>
              </a:ln>
            </p:spPr>
            <p:txBody>
              <a:bodyPr/>
              <a:lstStyle/>
              <a:p>
                <a:pPr eaLnBrk="1" hangingPunct="1">
                  <a:defRPr/>
                </a:pPr>
                <a:endParaRPr lang="en-US" dirty="0"/>
              </a:p>
            </p:txBody>
          </p:sp>
          <p:sp>
            <p:nvSpPr>
              <p:cNvPr id="16402" name="Line 56">
                <a:extLst>
                  <a:ext uri="{FF2B5EF4-FFF2-40B4-BE49-F238E27FC236}">
                    <a16:creationId xmlns:a16="http://schemas.microsoft.com/office/drawing/2014/main" id="{BCA8D59C-FD76-4C82-9E1B-9FFE6229E384}"/>
                  </a:ext>
                </a:extLst>
              </p:cNvPr>
              <p:cNvSpPr>
                <a:spLocks noChangeShapeType="1"/>
              </p:cNvSpPr>
              <p:nvPr/>
            </p:nvSpPr>
            <p:spPr bwMode="auto">
              <a:xfrm>
                <a:off x="2042" y="3009"/>
                <a:ext cx="0" cy="411"/>
              </a:xfrm>
              <a:prstGeom prst="line">
                <a:avLst/>
              </a:prstGeom>
              <a:noFill/>
              <a:ln w="25400">
                <a:solidFill>
                  <a:schemeClr val="tx1"/>
                </a:solidFill>
                <a:round/>
                <a:headEnd type="oval" w="med" len="med"/>
                <a:tailEnd/>
              </a:ln>
            </p:spPr>
            <p:txBody>
              <a:bodyPr/>
              <a:lstStyle/>
              <a:p>
                <a:pPr eaLnBrk="1" hangingPunct="1">
                  <a:defRPr/>
                </a:pPr>
                <a:endParaRPr lang="en-US" dirty="0"/>
              </a:p>
            </p:txBody>
          </p:sp>
          <p:sp>
            <p:nvSpPr>
              <p:cNvPr id="16403" name="Line 57">
                <a:extLst>
                  <a:ext uri="{FF2B5EF4-FFF2-40B4-BE49-F238E27FC236}">
                    <a16:creationId xmlns:a16="http://schemas.microsoft.com/office/drawing/2014/main" id="{28075A45-DE8A-4102-9D6C-0F2F12D305FB}"/>
                  </a:ext>
                </a:extLst>
              </p:cNvPr>
              <p:cNvSpPr>
                <a:spLocks noChangeShapeType="1"/>
              </p:cNvSpPr>
              <p:nvPr/>
            </p:nvSpPr>
            <p:spPr bwMode="auto">
              <a:xfrm>
                <a:off x="2042" y="3419"/>
                <a:ext cx="204" cy="0"/>
              </a:xfrm>
              <a:prstGeom prst="line">
                <a:avLst/>
              </a:prstGeom>
              <a:noFill/>
              <a:ln w="25400">
                <a:solidFill>
                  <a:schemeClr val="tx1"/>
                </a:solidFill>
                <a:round/>
                <a:headEnd/>
                <a:tailEnd/>
              </a:ln>
            </p:spPr>
            <p:txBody>
              <a:bodyPr/>
              <a:lstStyle/>
              <a:p>
                <a:pPr eaLnBrk="1" hangingPunct="1">
                  <a:defRPr/>
                </a:pPr>
                <a:endParaRPr lang="en-US" dirty="0"/>
              </a:p>
            </p:txBody>
          </p:sp>
          <p:sp>
            <p:nvSpPr>
              <p:cNvPr id="16404" name="Line 59">
                <a:extLst>
                  <a:ext uri="{FF2B5EF4-FFF2-40B4-BE49-F238E27FC236}">
                    <a16:creationId xmlns:a16="http://schemas.microsoft.com/office/drawing/2014/main" id="{7F11D780-DDDB-4F2D-B03C-2C008BAA8813}"/>
                  </a:ext>
                </a:extLst>
              </p:cNvPr>
              <p:cNvSpPr>
                <a:spLocks noChangeShapeType="1"/>
              </p:cNvSpPr>
              <p:nvPr/>
            </p:nvSpPr>
            <p:spPr bwMode="auto">
              <a:xfrm>
                <a:off x="1826" y="2910"/>
                <a:ext cx="0" cy="228"/>
              </a:xfrm>
              <a:prstGeom prst="line">
                <a:avLst/>
              </a:prstGeom>
              <a:noFill/>
              <a:ln w="25400">
                <a:solidFill>
                  <a:schemeClr val="tx1"/>
                </a:solidFill>
                <a:round/>
                <a:headEnd/>
                <a:tailEnd/>
              </a:ln>
            </p:spPr>
            <p:txBody>
              <a:bodyPr/>
              <a:lstStyle/>
              <a:p>
                <a:pPr eaLnBrk="1" hangingPunct="1">
                  <a:defRPr/>
                </a:pPr>
                <a:endParaRPr lang="en-US" dirty="0"/>
              </a:p>
            </p:txBody>
          </p:sp>
          <p:sp>
            <p:nvSpPr>
              <p:cNvPr id="16405" name="Line 60">
                <a:extLst>
                  <a:ext uri="{FF2B5EF4-FFF2-40B4-BE49-F238E27FC236}">
                    <a16:creationId xmlns:a16="http://schemas.microsoft.com/office/drawing/2014/main" id="{91B26062-8AB7-4C52-8712-5FFBBCA12CFD}"/>
                  </a:ext>
                </a:extLst>
              </p:cNvPr>
              <p:cNvSpPr>
                <a:spLocks noChangeShapeType="1"/>
              </p:cNvSpPr>
              <p:nvPr/>
            </p:nvSpPr>
            <p:spPr bwMode="auto">
              <a:xfrm>
                <a:off x="1834" y="3153"/>
                <a:ext cx="328" cy="0"/>
              </a:xfrm>
              <a:prstGeom prst="line">
                <a:avLst/>
              </a:prstGeom>
              <a:noFill/>
              <a:ln w="25400">
                <a:solidFill>
                  <a:schemeClr val="tx1"/>
                </a:solidFill>
                <a:round/>
                <a:headEnd/>
                <a:tailEnd/>
              </a:ln>
            </p:spPr>
            <p:txBody>
              <a:bodyPr/>
              <a:lstStyle/>
              <a:p>
                <a:pPr eaLnBrk="1" hangingPunct="1">
                  <a:defRPr/>
                </a:pPr>
                <a:endParaRPr lang="en-US" dirty="0"/>
              </a:p>
            </p:txBody>
          </p:sp>
          <p:sp>
            <p:nvSpPr>
              <p:cNvPr id="16409" name="Line 65">
                <a:extLst>
                  <a:ext uri="{FF2B5EF4-FFF2-40B4-BE49-F238E27FC236}">
                    <a16:creationId xmlns:a16="http://schemas.microsoft.com/office/drawing/2014/main" id="{57E78253-0A55-4F20-A0DF-A776475DAE5B}"/>
                  </a:ext>
                </a:extLst>
              </p:cNvPr>
              <p:cNvSpPr>
                <a:spLocks noChangeShapeType="1"/>
              </p:cNvSpPr>
              <p:nvPr/>
            </p:nvSpPr>
            <p:spPr bwMode="auto">
              <a:xfrm>
                <a:off x="3099" y="2979"/>
                <a:ext cx="270" cy="0"/>
              </a:xfrm>
              <a:prstGeom prst="line">
                <a:avLst/>
              </a:prstGeom>
              <a:noFill/>
              <a:ln w="25400">
                <a:solidFill>
                  <a:schemeClr val="tx1"/>
                </a:solidFill>
                <a:round/>
                <a:headEnd/>
                <a:tailEnd/>
              </a:ln>
            </p:spPr>
            <p:txBody>
              <a:bodyPr/>
              <a:lstStyle/>
              <a:p>
                <a:pPr eaLnBrk="1" hangingPunct="1">
                  <a:defRPr/>
                </a:pPr>
                <a:endParaRPr lang="en-US" dirty="0"/>
              </a:p>
            </p:txBody>
          </p:sp>
          <p:sp>
            <p:nvSpPr>
              <p:cNvPr id="16410" name="Line 66">
                <a:extLst>
                  <a:ext uri="{FF2B5EF4-FFF2-40B4-BE49-F238E27FC236}">
                    <a16:creationId xmlns:a16="http://schemas.microsoft.com/office/drawing/2014/main" id="{C3DD0E78-8989-44BE-9B3B-56BE605EDF9E}"/>
                  </a:ext>
                </a:extLst>
              </p:cNvPr>
              <p:cNvSpPr>
                <a:spLocks noChangeShapeType="1"/>
              </p:cNvSpPr>
              <p:nvPr/>
            </p:nvSpPr>
            <p:spPr bwMode="auto">
              <a:xfrm flipV="1">
                <a:off x="3877" y="2888"/>
                <a:ext cx="206" cy="0"/>
              </a:xfrm>
              <a:prstGeom prst="line">
                <a:avLst/>
              </a:prstGeom>
              <a:noFill/>
              <a:ln w="25400">
                <a:solidFill>
                  <a:schemeClr val="tx1"/>
                </a:solidFill>
                <a:round/>
                <a:headEnd/>
                <a:tailEnd/>
              </a:ln>
            </p:spPr>
            <p:txBody>
              <a:bodyPr/>
              <a:lstStyle/>
              <a:p>
                <a:pPr eaLnBrk="1" hangingPunct="1">
                  <a:defRPr/>
                </a:pPr>
                <a:endParaRPr lang="en-US" dirty="0"/>
              </a:p>
            </p:txBody>
          </p:sp>
          <p:sp>
            <p:nvSpPr>
              <p:cNvPr id="16411" name="Line 67">
                <a:extLst>
                  <a:ext uri="{FF2B5EF4-FFF2-40B4-BE49-F238E27FC236}">
                    <a16:creationId xmlns:a16="http://schemas.microsoft.com/office/drawing/2014/main" id="{AFF21D51-D028-4CC6-9C05-7275D64BD0B3}"/>
                  </a:ext>
                </a:extLst>
              </p:cNvPr>
              <p:cNvSpPr>
                <a:spLocks noChangeShapeType="1"/>
              </p:cNvSpPr>
              <p:nvPr/>
            </p:nvSpPr>
            <p:spPr bwMode="auto">
              <a:xfrm>
                <a:off x="3173" y="2979"/>
                <a:ext cx="0" cy="408"/>
              </a:xfrm>
              <a:prstGeom prst="line">
                <a:avLst/>
              </a:prstGeom>
              <a:noFill/>
              <a:ln w="25400">
                <a:solidFill>
                  <a:schemeClr val="tx1"/>
                </a:solidFill>
                <a:round/>
                <a:headEnd type="oval" w="med" len="med"/>
                <a:tailEnd/>
              </a:ln>
            </p:spPr>
            <p:txBody>
              <a:bodyPr/>
              <a:lstStyle/>
              <a:p>
                <a:pPr eaLnBrk="1" hangingPunct="1">
                  <a:defRPr/>
                </a:pPr>
                <a:endParaRPr lang="en-US" dirty="0"/>
              </a:p>
            </p:txBody>
          </p:sp>
          <p:sp>
            <p:nvSpPr>
              <p:cNvPr id="16412" name="Line 68">
                <a:extLst>
                  <a:ext uri="{FF2B5EF4-FFF2-40B4-BE49-F238E27FC236}">
                    <a16:creationId xmlns:a16="http://schemas.microsoft.com/office/drawing/2014/main" id="{C17C2541-1AB0-4C58-B44B-6E8C54CB2625}"/>
                  </a:ext>
                </a:extLst>
              </p:cNvPr>
              <p:cNvSpPr>
                <a:spLocks noChangeShapeType="1"/>
              </p:cNvSpPr>
              <p:nvPr/>
            </p:nvSpPr>
            <p:spPr bwMode="auto">
              <a:xfrm>
                <a:off x="3173" y="3389"/>
                <a:ext cx="203" cy="0"/>
              </a:xfrm>
              <a:prstGeom prst="line">
                <a:avLst/>
              </a:prstGeom>
              <a:noFill/>
              <a:ln w="25400">
                <a:solidFill>
                  <a:schemeClr val="tx1"/>
                </a:solidFill>
                <a:round/>
                <a:headEnd/>
                <a:tailEnd/>
              </a:ln>
            </p:spPr>
            <p:txBody>
              <a:bodyPr/>
              <a:lstStyle/>
              <a:p>
                <a:pPr eaLnBrk="1" hangingPunct="1">
                  <a:defRPr/>
                </a:pPr>
                <a:endParaRPr lang="en-US" dirty="0"/>
              </a:p>
            </p:txBody>
          </p:sp>
          <p:sp>
            <p:nvSpPr>
              <p:cNvPr id="16414" name="Line 73">
                <a:extLst>
                  <a:ext uri="{FF2B5EF4-FFF2-40B4-BE49-F238E27FC236}">
                    <a16:creationId xmlns:a16="http://schemas.microsoft.com/office/drawing/2014/main" id="{D3A076BD-E5D5-4379-8479-26BF81C8E523}"/>
                  </a:ext>
                </a:extLst>
              </p:cNvPr>
              <p:cNvSpPr>
                <a:spLocks noChangeShapeType="1"/>
              </p:cNvSpPr>
              <p:nvPr/>
            </p:nvSpPr>
            <p:spPr bwMode="auto">
              <a:xfrm>
                <a:off x="4229" y="2986"/>
                <a:ext cx="271" cy="0"/>
              </a:xfrm>
              <a:prstGeom prst="line">
                <a:avLst/>
              </a:prstGeom>
              <a:noFill/>
              <a:ln w="25400">
                <a:solidFill>
                  <a:schemeClr val="tx1"/>
                </a:solidFill>
                <a:round/>
                <a:headEnd/>
                <a:tailEnd/>
              </a:ln>
            </p:spPr>
            <p:txBody>
              <a:bodyPr/>
              <a:lstStyle/>
              <a:p>
                <a:pPr eaLnBrk="1" hangingPunct="1">
                  <a:defRPr/>
                </a:pPr>
                <a:endParaRPr lang="en-US" dirty="0"/>
              </a:p>
            </p:txBody>
          </p:sp>
          <p:sp>
            <p:nvSpPr>
              <p:cNvPr id="16415" name="Line 74">
                <a:extLst>
                  <a:ext uri="{FF2B5EF4-FFF2-40B4-BE49-F238E27FC236}">
                    <a16:creationId xmlns:a16="http://schemas.microsoft.com/office/drawing/2014/main" id="{7025B4C8-68E4-4C61-B769-EB4E1B86D520}"/>
                  </a:ext>
                </a:extLst>
              </p:cNvPr>
              <p:cNvSpPr>
                <a:spLocks noChangeShapeType="1"/>
              </p:cNvSpPr>
              <p:nvPr/>
            </p:nvSpPr>
            <p:spPr bwMode="auto">
              <a:xfrm flipV="1">
                <a:off x="5007" y="2895"/>
                <a:ext cx="191" cy="0"/>
              </a:xfrm>
              <a:prstGeom prst="line">
                <a:avLst/>
              </a:prstGeom>
              <a:noFill/>
              <a:ln w="25400">
                <a:solidFill>
                  <a:schemeClr val="tx1"/>
                </a:solidFill>
                <a:round/>
                <a:headEnd/>
                <a:tailEnd/>
              </a:ln>
            </p:spPr>
            <p:txBody>
              <a:bodyPr/>
              <a:lstStyle/>
              <a:p>
                <a:pPr eaLnBrk="1" hangingPunct="1">
                  <a:defRPr/>
                </a:pPr>
                <a:endParaRPr lang="en-US" dirty="0"/>
              </a:p>
            </p:txBody>
          </p:sp>
          <p:sp>
            <p:nvSpPr>
              <p:cNvPr id="16416" name="Line 75">
                <a:extLst>
                  <a:ext uri="{FF2B5EF4-FFF2-40B4-BE49-F238E27FC236}">
                    <a16:creationId xmlns:a16="http://schemas.microsoft.com/office/drawing/2014/main" id="{4EFC2FFB-56D5-4031-8EAC-5E9D94292C8D}"/>
                  </a:ext>
                </a:extLst>
              </p:cNvPr>
              <p:cNvSpPr>
                <a:spLocks noChangeShapeType="1"/>
              </p:cNvSpPr>
              <p:nvPr/>
            </p:nvSpPr>
            <p:spPr bwMode="auto">
              <a:xfrm>
                <a:off x="4304" y="2986"/>
                <a:ext cx="0" cy="413"/>
              </a:xfrm>
              <a:prstGeom prst="line">
                <a:avLst/>
              </a:prstGeom>
              <a:noFill/>
              <a:ln w="25400">
                <a:solidFill>
                  <a:schemeClr val="tx1"/>
                </a:solidFill>
                <a:round/>
                <a:headEnd type="oval" w="med" len="med"/>
                <a:tailEnd/>
              </a:ln>
            </p:spPr>
            <p:txBody>
              <a:bodyPr/>
              <a:lstStyle/>
              <a:p>
                <a:pPr eaLnBrk="1" hangingPunct="1">
                  <a:defRPr/>
                </a:pPr>
                <a:endParaRPr lang="en-US" dirty="0"/>
              </a:p>
            </p:txBody>
          </p:sp>
          <p:sp>
            <p:nvSpPr>
              <p:cNvPr id="16417" name="Line 76">
                <a:extLst>
                  <a:ext uri="{FF2B5EF4-FFF2-40B4-BE49-F238E27FC236}">
                    <a16:creationId xmlns:a16="http://schemas.microsoft.com/office/drawing/2014/main" id="{63F97B55-9C3C-4402-A02F-BFC692F1F7CD}"/>
                  </a:ext>
                </a:extLst>
              </p:cNvPr>
              <p:cNvSpPr>
                <a:spLocks noChangeShapeType="1"/>
              </p:cNvSpPr>
              <p:nvPr/>
            </p:nvSpPr>
            <p:spPr bwMode="auto">
              <a:xfrm>
                <a:off x="4304" y="3397"/>
                <a:ext cx="203" cy="0"/>
              </a:xfrm>
              <a:prstGeom prst="line">
                <a:avLst/>
              </a:prstGeom>
              <a:noFill/>
              <a:ln w="25400">
                <a:solidFill>
                  <a:schemeClr val="tx1"/>
                </a:solidFill>
                <a:round/>
                <a:headEnd/>
                <a:tailEnd/>
              </a:ln>
            </p:spPr>
            <p:txBody>
              <a:bodyPr/>
              <a:lstStyle/>
              <a:p>
                <a:pPr eaLnBrk="1" hangingPunct="1">
                  <a:defRPr/>
                </a:pPr>
                <a:endParaRPr lang="en-US" dirty="0"/>
              </a:p>
            </p:txBody>
          </p:sp>
          <p:sp>
            <p:nvSpPr>
              <p:cNvPr id="16418" name="Line 78">
                <a:extLst>
                  <a:ext uri="{FF2B5EF4-FFF2-40B4-BE49-F238E27FC236}">
                    <a16:creationId xmlns:a16="http://schemas.microsoft.com/office/drawing/2014/main" id="{3CBB7692-9DD0-4E1B-8573-B4BC93AAAC4A}"/>
                  </a:ext>
                </a:extLst>
              </p:cNvPr>
              <p:cNvSpPr>
                <a:spLocks noChangeShapeType="1"/>
              </p:cNvSpPr>
              <p:nvPr/>
            </p:nvSpPr>
            <p:spPr bwMode="auto">
              <a:xfrm>
                <a:off x="4087" y="2888"/>
                <a:ext cx="0" cy="228"/>
              </a:xfrm>
              <a:prstGeom prst="line">
                <a:avLst/>
              </a:prstGeom>
              <a:noFill/>
              <a:ln w="25400">
                <a:solidFill>
                  <a:schemeClr val="tx1"/>
                </a:solidFill>
                <a:round/>
                <a:headEnd/>
                <a:tailEnd/>
              </a:ln>
            </p:spPr>
            <p:txBody>
              <a:bodyPr/>
              <a:lstStyle/>
              <a:p>
                <a:pPr eaLnBrk="1" hangingPunct="1">
                  <a:defRPr/>
                </a:pPr>
                <a:endParaRPr lang="en-US" dirty="0"/>
              </a:p>
            </p:txBody>
          </p:sp>
          <p:sp>
            <p:nvSpPr>
              <p:cNvPr id="16419" name="Line 79">
                <a:extLst>
                  <a:ext uri="{FF2B5EF4-FFF2-40B4-BE49-F238E27FC236}">
                    <a16:creationId xmlns:a16="http://schemas.microsoft.com/office/drawing/2014/main" id="{CF7F1C84-C40B-4591-AA50-C6A61D450C7D}"/>
                  </a:ext>
                </a:extLst>
              </p:cNvPr>
              <p:cNvSpPr>
                <a:spLocks noChangeShapeType="1"/>
              </p:cNvSpPr>
              <p:nvPr/>
            </p:nvSpPr>
            <p:spPr bwMode="auto">
              <a:xfrm>
                <a:off x="4087" y="3116"/>
                <a:ext cx="328" cy="0"/>
              </a:xfrm>
              <a:prstGeom prst="line">
                <a:avLst/>
              </a:prstGeom>
              <a:noFill/>
              <a:ln w="25400">
                <a:solidFill>
                  <a:schemeClr val="tx1"/>
                </a:solidFill>
                <a:round/>
                <a:headEnd/>
                <a:tailEnd/>
              </a:ln>
            </p:spPr>
            <p:txBody>
              <a:bodyPr/>
              <a:lstStyle/>
              <a:p>
                <a:pPr eaLnBrk="1" hangingPunct="1">
                  <a:defRPr/>
                </a:pPr>
                <a:endParaRPr lang="en-US" dirty="0"/>
              </a:p>
            </p:txBody>
          </p:sp>
          <p:sp>
            <p:nvSpPr>
              <p:cNvPr id="16420" name="Line 80">
                <a:extLst>
                  <a:ext uri="{FF2B5EF4-FFF2-40B4-BE49-F238E27FC236}">
                    <a16:creationId xmlns:a16="http://schemas.microsoft.com/office/drawing/2014/main" id="{0BC288F9-F758-417D-A3A1-1A0CABF0655C}"/>
                  </a:ext>
                </a:extLst>
              </p:cNvPr>
              <p:cNvSpPr>
                <a:spLocks noChangeShapeType="1"/>
              </p:cNvSpPr>
              <p:nvPr/>
            </p:nvSpPr>
            <p:spPr bwMode="auto">
              <a:xfrm>
                <a:off x="2963" y="3123"/>
                <a:ext cx="329" cy="0"/>
              </a:xfrm>
              <a:prstGeom prst="line">
                <a:avLst/>
              </a:prstGeom>
              <a:noFill/>
              <a:ln w="25400">
                <a:solidFill>
                  <a:schemeClr val="tx1"/>
                </a:solidFill>
                <a:round/>
                <a:headEnd/>
                <a:tailEnd/>
              </a:ln>
            </p:spPr>
            <p:txBody>
              <a:bodyPr/>
              <a:lstStyle/>
              <a:p>
                <a:pPr eaLnBrk="1" hangingPunct="1">
                  <a:defRPr/>
                </a:pPr>
                <a:endParaRPr lang="en-US" dirty="0"/>
              </a:p>
            </p:txBody>
          </p:sp>
          <p:sp>
            <p:nvSpPr>
              <p:cNvPr id="16421" name="Line 81">
                <a:extLst>
                  <a:ext uri="{FF2B5EF4-FFF2-40B4-BE49-F238E27FC236}">
                    <a16:creationId xmlns:a16="http://schemas.microsoft.com/office/drawing/2014/main" id="{7460F379-FFDE-4ABB-BE60-6484377DB253}"/>
                  </a:ext>
                </a:extLst>
              </p:cNvPr>
              <p:cNvSpPr>
                <a:spLocks noChangeShapeType="1"/>
              </p:cNvSpPr>
              <p:nvPr/>
            </p:nvSpPr>
            <p:spPr bwMode="auto">
              <a:xfrm>
                <a:off x="2963" y="2918"/>
                <a:ext cx="0" cy="202"/>
              </a:xfrm>
              <a:prstGeom prst="line">
                <a:avLst/>
              </a:prstGeom>
              <a:noFill/>
              <a:ln w="25400">
                <a:solidFill>
                  <a:schemeClr val="tx1"/>
                </a:solidFill>
                <a:round/>
                <a:headEnd/>
                <a:tailEnd/>
              </a:ln>
            </p:spPr>
            <p:txBody>
              <a:bodyPr/>
              <a:lstStyle/>
              <a:p>
                <a:pPr eaLnBrk="1" hangingPunct="1">
                  <a:defRPr/>
                </a:pPr>
                <a:endParaRPr lang="en-US" dirty="0"/>
              </a:p>
            </p:txBody>
          </p:sp>
          <p:sp>
            <p:nvSpPr>
              <p:cNvPr id="16422" name="Oval 82">
                <a:extLst>
                  <a:ext uri="{FF2B5EF4-FFF2-40B4-BE49-F238E27FC236}">
                    <a16:creationId xmlns:a16="http://schemas.microsoft.com/office/drawing/2014/main" id="{B792660F-EDA4-493E-9AF3-7EE51DEDFAEF}"/>
                  </a:ext>
                </a:extLst>
              </p:cNvPr>
              <p:cNvSpPr>
                <a:spLocks noChangeArrowheads="1"/>
              </p:cNvSpPr>
              <p:nvPr/>
            </p:nvSpPr>
            <p:spPr bwMode="auto">
              <a:xfrm>
                <a:off x="1606" y="3329"/>
                <a:ext cx="87" cy="97"/>
              </a:xfrm>
              <a:prstGeom prst="ellipse">
                <a:avLst/>
              </a:prstGeom>
              <a:solidFill>
                <a:schemeClr val="accent1">
                  <a:lumMod val="40000"/>
                  <a:lumOff val="60000"/>
                </a:schemeClr>
              </a:solidFill>
              <a:ln w="25400">
                <a:solidFill>
                  <a:schemeClr val="tx1"/>
                </a:solidFill>
                <a:round/>
                <a:headEnd/>
                <a:tailEnd/>
              </a:ln>
            </p:spPr>
            <p:txBody>
              <a:bodyPr wrap="none" anchor="ctr"/>
              <a:lstStyle/>
              <a:p>
                <a:pPr eaLnBrk="1" hangingPunct="1">
                  <a:defRPr/>
                </a:pPr>
                <a:endParaRPr lang="en-US" dirty="0"/>
              </a:p>
            </p:txBody>
          </p:sp>
          <p:sp>
            <p:nvSpPr>
              <p:cNvPr id="16423" name="Oval 83">
                <a:extLst>
                  <a:ext uri="{FF2B5EF4-FFF2-40B4-BE49-F238E27FC236}">
                    <a16:creationId xmlns:a16="http://schemas.microsoft.com/office/drawing/2014/main" id="{9082D298-D7EC-4080-8ABD-B323EE082BEF}"/>
                  </a:ext>
                </a:extLst>
              </p:cNvPr>
              <p:cNvSpPr>
                <a:spLocks noChangeArrowheads="1"/>
              </p:cNvSpPr>
              <p:nvPr/>
            </p:nvSpPr>
            <p:spPr bwMode="auto">
              <a:xfrm>
                <a:off x="2745" y="3329"/>
                <a:ext cx="84" cy="97"/>
              </a:xfrm>
              <a:prstGeom prst="ellipse">
                <a:avLst/>
              </a:prstGeom>
              <a:solidFill>
                <a:schemeClr val="accent1">
                  <a:lumMod val="40000"/>
                  <a:lumOff val="60000"/>
                </a:schemeClr>
              </a:solidFill>
              <a:ln w="25400">
                <a:solidFill>
                  <a:schemeClr val="tx1"/>
                </a:solidFill>
                <a:round/>
                <a:headEnd/>
                <a:tailEnd/>
              </a:ln>
            </p:spPr>
            <p:txBody>
              <a:bodyPr wrap="none" anchor="ctr"/>
              <a:lstStyle/>
              <a:p>
                <a:pPr eaLnBrk="1" hangingPunct="1">
                  <a:defRPr/>
                </a:pPr>
                <a:endParaRPr lang="en-US" dirty="0"/>
              </a:p>
            </p:txBody>
          </p:sp>
          <p:sp>
            <p:nvSpPr>
              <p:cNvPr id="16424" name="Oval 84">
                <a:extLst>
                  <a:ext uri="{FF2B5EF4-FFF2-40B4-BE49-F238E27FC236}">
                    <a16:creationId xmlns:a16="http://schemas.microsoft.com/office/drawing/2014/main" id="{B760646B-6652-407A-977A-3F00220F1007}"/>
                  </a:ext>
                </a:extLst>
              </p:cNvPr>
              <p:cNvSpPr>
                <a:spLocks noChangeArrowheads="1"/>
              </p:cNvSpPr>
              <p:nvPr/>
            </p:nvSpPr>
            <p:spPr bwMode="auto">
              <a:xfrm>
                <a:off x="3867" y="3305"/>
                <a:ext cx="86" cy="96"/>
              </a:xfrm>
              <a:prstGeom prst="ellipse">
                <a:avLst/>
              </a:prstGeom>
              <a:solidFill>
                <a:schemeClr val="accent1">
                  <a:lumMod val="40000"/>
                  <a:lumOff val="60000"/>
                </a:schemeClr>
              </a:solidFill>
              <a:ln w="25400">
                <a:solidFill>
                  <a:schemeClr val="tx1"/>
                </a:solidFill>
                <a:round/>
                <a:headEnd/>
                <a:tailEnd/>
              </a:ln>
            </p:spPr>
            <p:txBody>
              <a:bodyPr wrap="none" anchor="ctr"/>
              <a:lstStyle/>
              <a:p>
                <a:pPr eaLnBrk="1" hangingPunct="1">
                  <a:defRPr/>
                </a:pPr>
                <a:endParaRPr lang="en-US" dirty="0"/>
              </a:p>
            </p:txBody>
          </p:sp>
          <p:sp>
            <p:nvSpPr>
              <p:cNvPr id="16425" name="Oval 85">
                <a:extLst>
                  <a:ext uri="{FF2B5EF4-FFF2-40B4-BE49-F238E27FC236}">
                    <a16:creationId xmlns:a16="http://schemas.microsoft.com/office/drawing/2014/main" id="{CEE6242B-63DA-4DF1-BD9D-89CCCB5D69F0}"/>
                  </a:ext>
                </a:extLst>
              </p:cNvPr>
              <p:cNvSpPr>
                <a:spLocks noChangeArrowheads="1"/>
              </p:cNvSpPr>
              <p:nvPr/>
            </p:nvSpPr>
            <p:spPr bwMode="auto">
              <a:xfrm>
                <a:off x="5006" y="3329"/>
                <a:ext cx="83" cy="97"/>
              </a:xfrm>
              <a:prstGeom prst="ellipse">
                <a:avLst/>
              </a:prstGeom>
              <a:solidFill>
                <a:schemeClr val="accent1">
                  <a:lumMod val="40000"/>
                  <a:lumOff val="60000"/>
                </a:schemeClr>
              </a:solidFill>
              <a:ln w="25400">
                <a:solidFill>
                  <a:schemeClr val="tx1"/>
                </a:solidFill>
                <a:round/>
                <a:headEnd/>
                <a:tailEnd/>
              </a:ln>
            </p:spPr>
            <p:txBody>
              <a:bodyPr wrap="none" anchor="ctr"/>
              <a:lstStyle/>
              <a:p>
                <a:pPr eaLnBrk="1" hangingPunct="1">
                  <a:defRPr/>
                </a:pPr>
                <a:endParaRPr lang="en-US" dirty="0"/>
              </a:p>
            </p:txBody>
          </p:sp>
          <p:sp>
            <p:nvSpPr>
              <p:cNvPr id="16426" name="Line 86">
                <a:extLst>
                  <a:ext uri="{FF2B5EF4-FFF2-40B4-BE49-F238E27FC236}">
                    <a16:creationId xmlns:a16="http://schemas.microsoft.com/office/drawing/2014/main" id="{4DA17C21-C120-430B-A090-9AAFA4A2A6AD}"/>
                  </a:ext>
                </a:extLst>
              </p:cNvPr>
              <p:cNvSpPr>
                <a:spLocks noChangeShapeType="1"/>
              </p:cNvSpPr>
              <p:nvPr/>
            </p:nvSpPr>
            <p:spPr bwMode="auto">
              <a:xfrm>
                <a:off x="1690" y="3375"/>
                <a:ext cx="136" cy="0"/>
              </a:xfrm>
              <a:prstGeom prst="line">
                <a:avLst/>
              </a:prstGeom>
              <a:noFill/>
              <a:ln w="25400">
                <a:solidFill>
                  <a:schemeClr val="tx1"/>
                </a:solidFill>
                <a:prstDash val="dash"/>
                <a:round/>
                <a:headEnd/>
                <a:tailEnd/>
              </a:ln>
            </p:spPr>
            <p:txBody>
              <a:bodyPr/>
              <a:lstStyle/>
              <a:p>
                <a:pPr eaLnBrk="1" hangingPunct="1">
                  <a:defRPr/>
                </a:pPr>
                <a:endParaRPr lang="en-US" dirty="0"/>
              </a:p>
            </p:txBody>
          </p:sp>
          <p:sp>
            <p:nvSpPr>
              <p:cNvPr id="16427" name="Line 87">
                <a:extLst>
                  <a:ext uri="{FF2B5EF4-FFF2-40B4-BE49-F238E27FC236}">
                    <a16:creationId xmlns:a16="http://schemas.microsoft.com/office/drawing/2014/main" id="{BBFD7F71-9B6A-4468-BC51-8E41AA2BD054}"/>
                  </a:ext>
                </a:extLst>
              </p:cNvPr>
              <p:cNvSpPr>
                <a:spLocks noChangeShapeType="1"/>
              </p:cNvSpPr>
              <p:nvPr/>
            </p:nvSpPr>
            <p:spPr bwMode="auto">
              <a:xfrm>
                <a:off x="1826" y="3139"/>
                <a:ext cx="0" cy="250"/>
              </a:xfrm>
              <a:prstGeom prst="line">
                <a:avLst/>
              </a:prstGeom>
              <a:noFill/>
              <a:ln w="25400">
                <a:solidFill>
                  <a:schemeClr val="tx1"/>
                </a:solidFill>
                <a:prstDash val="dash"/>
                <a:round/>
                <a:headEnd/>
                <a:tailEnd/>
              </a:ln>
            </p:spPr>
            <p:txBody>
              <a:bodyPr/>
              <a:lstStyle/>
              <a:p>
                <a:pPr eaLnBrk="1" hangingPunct="1">
                  <a:defRPr/>
                </a:pPr>
                <a:endParaRPr lang="en-US" dirty="0"/>
              </a:p>
            </p:txBody>
          </p:sp>
          <p:sp>
            <p:nvSpPr>
              <p:cNvPr id="16428" name="Line 88">
                <a:extLst>
                  <a:ext uri="{FF2B5EF4-FFF2-40B4-BE49-F238E27FC236}">
                    <a16:creationId xmlns:a16="http://schemas.microsoft.com/office/drawing/2014/main" id="{92E846CE-BFCA-477D-923A-49B8E8E376AE}"/>
                  </a:ext>
                </a:extLst>
              </p:cNvPr>
              <p:cNvSpPr>
                <a:spLocks noChangeShapeType="1"/>
              </p:cNvSpPr>
              <p:nvPr/>
            </p:nvSpPr>
            <p:spPr bwMode="auto">
              <a:xfrm>
                <a:off x="2963" y="3140"/>
                <a:ext cx="0" cy="250"/>
              </a:xfrm>
              <a:prstGeom prst="line">
                <a:avLst/>
              </a:prstGeom>
              <a:noFill/>
              <a:ln w="25400">
                <a:solidFill>
                  <a:schemeClr val="tx1"/>
                </a:solidFill>
                <a:prstDash val="dash"/>
                <a:round/>
                <a:headEnd/>
                <a:tailEnd/>
              </a:ln>
            </p:spPr>
            <p:txBody>
              <a:bodyPr/>
              <a:lstStyle/>
              <a:p>
                <a:pPr eaLnBrk="1" hangingPunct="1">
                  <a:defRPr/>
                </a:pPr>
                <a:endParaRPr lang="en-US" dirty="0"/>
              </a:p>
            </p:txBody>
          </p:sp>
          <p:sp>
            <p:nvSpPr>
              <p:cNvPr id="16429" name="Line 89">
                <a:extLst>
                  <a:ext uri="{FF2B5EF4-FFF2-40B4-BE49-F238E27FC236}">
                    <a16:creationId xmlns:a16="http://schemas.microsoft.com/office/drawing/2014/main" id="{1186E032-337F-41F7-B17D-7B9F8B1ECB86}"/>
                  </a:ext>
                </a:extLst>
              </p:cNvPr>
              <p:cNvSpPr>
                <a:spLocks noChangeShapeType="1"/>
              </p:cNvSpPr>
              <p:nvPr/>
            </p:nvSpPr>
            <p:spPr bwMode="auto">
              <a:xfrm>
                <a:off x="2819" y="3377"/>
                <a:ext cx="143" cy="0"/>
              </a:xfrm>
              <a:prstGeom prst="line">
                <a:avLst/>
              </a:prstGeom>
              <a:noFill/>
              <a:ln w="25400">
                <a:solidFill>
                  <a:schemeClr val="tx1"/>
                </a:solidFill>
                <a:prstDash val="dash"/>
                <a:round/>
                <a:headEnd/>
                <a:tailEnd/>
              </a:ln>
            </p:spPr>
            <p:txBody>
              <a:bodyPr/>
              <a:lstStyle/>
              <a:p>
                <a:pPr eaLnBrk="1" hangingPunct="1">
                  <a:defRPr/>
                </a:pPr>
                <a:endParaRPr lang="en-US" dirty="0"/>
              </a:p>
            </p:txBody>
          </p:sp>
          <p:sp>
            <p:nvSpPr>
              <p:cNvPr id="21653" name="Line 90">
                <a:extLst>
                  <a:ext uri="{FF2B5EF4-FFF2-40B4-BE49-F238E27FC236}">
                    <a16:creationId xmlns:a16="http://schemas.microsoft.com/office/drawing/2014/main" id="{3B0406BF-4E5C-CDDA-112D-0AB91BB4BCC7}"/>
                  </a:ext>
                </a:extLst>
              </p:cNvPr>
              <p:cNvSpPr>
                <a:spLocks noChangeShapeType="1"/>
              </p:cNvSpPr>
              <p:nvPr/>
            </p:nvSpPr>
            <p:spPr bwMode="auto">
              <a:xfrm flipV="1">
                <a:off x="3936" y="3352"/>
                <a:ext cx="147" cy="8"/>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6431" name="Line 91">
                <a:extLst>
                  <a:ext uri="{FF2B5EF4-FFF2-40B4-BE49-F238E27FC236}">
                    <a16:creationId xmlns:a16="http://schemas.microsoft.com/office/drawing/2014/main" id="{64880EFD-0B6B-4313-910E-2D56FEEC7E1E}"/>
                  </a:ext>
                </a:extLst>
              </p:cNvPr>
              <p:cNvSpPr>
                <a:spLocks noChangeShapeType="1"/>
              </p:cNvSpPr>
              <p:nvPr/>
            </p:nvSpPr>
            <p:spPr bwMode="auto">
              <a:xfrm>
                <a:off x="4087" y="3108"/>
                <a:ext cx="0" cy="250"/>
              </a:xfrm>
              <a:prstGeom prst="line">
                <a:avLst/>
              </a:prstGeom>
              <a:noFill/>
              <a:ln w="25400">
                <a:solidFill>
                  <a:schemeClr val="tx1"/>
                </a:solidFill>
                <a:prstDash val="dash"/>
                <a:round/>
                <a:headEnd/>
                <a:tailEnd/>
              </a:ln>
            </p:spPr>
            <p:txBody>
              <a:bodyPr/>
              <a:lstStyle/>
              <a:p>
                <a:pPr eaLnBrk="1" hangingPunct="1">
                  <a:defRPr/>
                </a:pPr>
                <a:endParaRPr lang="en-US" dirty="0"/>
              </a:p>
            </p:txBody>
          </p:sp>
          <p:sp>
            <p:nvSpPr>
              <p:cNvPr id="16432" name="Freeform 92">
                <a:extLst>
                  <a:ext uri="{FF2B5EF4-FFF2-40B4-BE49-F238E27FC236}">
                    <a16:creationId xmlns:a16="http://schemas.microsoft.com/office/drawing/2014/main" id="{C70A1269-8DD0-4546-ACB9-EE5EC26BF309}"/>
                  </a:ext>
                </a:extLst>
              </p:cNvPr>
              <p:cNvSpPr>
                <a:spLocks/>
              </p:cNvSpPr>
              <p:nvPr/>
            </p:nvSpPr>
            <p:spPr bwMode="auto">
              <a:xfrm>
                <a:off x="1107" y="3107"/>
                <a:ext cx="69" cy="129"/>
              </a:xfrm>
              <a:custGeom>
                <a:avLst/>
                <a:gdLst>
                  <a:gd name="T0" fmla="*/ 0 w 129"/>
                  <a:gd name="T1" fmla="*/ 2147483647 h 133"/>
                  <a:gd name="T2" fmla="*/ 2147483647 w 129"/>
                  <a:gd name="T3" fmla="*/ 2147483647 h 133"/>
                  <a:gd name="T4" fmla="*/ 0 w 129"/>
                  <a:gd name="T5" fmla="*/ 0 h 133"/>
                  <a:gd name="T6" fmla="*/ 0 60000 65536"/>
                  <a:gd name="T7" fmla="*/ 0 60000 65536"/>
                  <a:gd name="T8" fmla="*/ 0 60000 65536"/>
                  <a:gd name="T9" fmla="*/ 0 w 129"/>
                  <a:gd name="T10" fmla="*/ 0 h 133"/>
                  <a:gd name="T11" fmla="*/ 129 w 129"/>
                  <a:gd name="T12" fmla="*/ 133 h 133"/>
                </a:gdLst>
                <a:ahLst/>
                <a:cxnLst>
                  <a:cxn ang="T6">
                    <a:pos x="T0" y="T1"/>
                  </a:cxn>
                  <a:cxn ang="T7">
                    <a:pos x="T2" y="T3"/>
                  </a:cxn>
                  <a:cxn ang="T8">
                    <a:pos x="T4" y="T5"/>
                  </a:cxn>
                </a:cxnLst>
                <a:rect l="T9" t="T10" r="T11" b="T12"/>
                <a:pathLst>
                  <a:path w="129" h="133">
                    <a:moveTo>
                      <a:pt x="0" y="133"/>
                    </a:moveTo>
                    <a:lnTo>
                      <a:pt x="129" y="66"/>
                    </a:lnTo>
                    <a:lnTo>
                      <a:pt x="0" y="0"/>
                    </a:lnTo>
                  </a:path>
                </a:pathLst>
              </a:custGeom>
              <a:solidFill>
                <a:schemeClr val="accent1">
                  <a:lumMod val="40000"/>
                  <a:lumOff val="60000"/>
                </a:schemeClr>
              </a:solidFill>
              <a:ln w="25400">
                <a:solidFill>
                  <a:schemeClr val="tx1"/>
                </a:solidFill>
                <a:miter lim="800000"/>
                <a:headEnd/>
                <a:tailEnd/>
              </a:ln>
            </p:spPr>
            <p:txBody>
              <a:bodyPr/>
              <a:lstStyle/>
              <a:p>
                <a:pPr eaLnBrk="1" hangingPunct="1">
                  <a:defRPr/>
                </a:pPr>
                <a:endParaRPr lang="en-US" dirty="0"/>
              </a:p>
            </p:txBody>
          </p:sp>
          <p:sp>
            <p:nvSpPr>
              <p:cNvPr id="16433" name="Text Box 98">
                <a:extLst>
                  <a:ext uri="{FF2B5EF4-FFF2-40B4-BE49-F238E27FC236}">
                    <a16:creationId xmlns:a16="http://schemas.microsoft.com/office/drawing/2014/main" id="{DB11A40F-F49F-40AA-BAB7-C249EFC838AB}"/>
                  </a:ext>
                </a:extLst>
              </p:cNvPr>
              <p:cNvSpPr txBox="1">
                <a:spLocks noChangeArrowheads="1"/>
              </p:cNvSpPr>
              <p:nvPr/>
            </p:nvSpPr>
            <p:spPr bwMode="auto">
              <a:xfrm>
                <a:off x="778" y="2752"/>
                <a:ext cx="366" cy="261"/>
              </a:xfrm>
              <a:prstGeom prst="rect">
                <a:avLst/>
              </a:prstGeom>
              <a:noFill/>
              <a:ln>
                <a:noFill/>
              </a:ln>
            </p:spPr>
            <p:txBody>
              <a:bodyPr>
                <a:spAutoFit/>
              </a:bodyPr>
              <a:lstStyle/>
              <a:p>
                <a:pPr eaLnBrk="1" hangingPunct="1">
                  <a:spcBef>
                    <a:spcPct val="50000"/>
                  </a:spcBef>
                  <a:defRPr/>
                </a:pPr>
                <a:r>
                  <a:rPr lang="en-US" sz="1600" dirty="0"/>
                  <a:t>“1”</a:t>
                </a:r>
                <a:endParaRPr lang="ru-RU" sz="1600" dirty="0"/>
              </a:p>
            </p:txBody>
          </p:sp>
          <p:sp>
            <p:nvSpPr>
              <p:cNvPr id="16434" name="Text Box 99">
                <a:extLst>
                  <a:ext uri="{FF2B5EF4-FFF2-40B4-BE49-F238E27FC236}">
                    <a16:creationId xmlns:a16="http://schemas.microsoft.com/office/drawing/2014/main" id="{6BE230BD-4438-4EDC-B2F3-A764AAB9BECA}"/>
                  </a:ext>
                </a:extLst>
              </p:cNvPr>
              <p:cNvSpPr txBox="1">
                <a:spLocks noChangeArrowheads="1"/>
              </p:cNvSpPr>
              <p:nvPr/>
            </p:nvSpPr>
            <p:spPr bwMode="auto">
              <a:xfrm>
                <a:off x="1927" y="2769"/>
                <a:ext cx="366" cy="261"/>
              </a:xfrm>
              <a:prstGeom prst="rect">
                <a:avLst/>
              </a:prstGeom>
              <a:noFill/>
              <a:ln>
                <a:noFill/>
              </a:ln>
            </p:spPr>
            <p:txBody>
              <a:bodyPr>
                <a:spAutoFit/>
              </a:bodyPr>
              <a:lstStyle/>
              <a:p>
                <a:pPr eaLnBrk="1" hangingPunct="1">
                  <a:spcBef>
                    <a:spcPct val="50000"/>
                  </a:spcBef>
                  <a:defRPr/>
                </a:pPr>
                <a:r>
                  <a:rPr lang="en-US" sz="1600" dirty="0"/>
                  <a:t>“1”</a:t>
                </a:r>
                <a:endParaRPr lang="ru-RU" sz="1600" dirty="0"/>
              </a:p>
            </p:txBody>
          </p:sp>
          <p:sp>
            <p:nvSpPr>
              <p:cNvPr id="16435" name="Text Box 100">
                <a:extLst>
                  <a:ext uri="{FF2B5EF4-FFF2-40B4-BE49-F238E27FC236}">
                    <a16:creationId xmlns:a16="http://schemas.microsoft.com/office/drawing/2014/main" id="{A8898653-B04A-44DD-B7E8-70BB18159D52}"/>
                  </a:ext>
                </a:extLst>
              </p:cNvPr>
              <p:cNvSpPr txBox="1">
                <a:spLocks noChangeArrowheads="1"/>
              </p:cNvSpPr>
              <p:nvPr/>
            </p:nvSpPr>
            <p:spPr bwMode="auto">
              <a:xfrm>
                <a:off x="3076" y="2743"/>
                <a:ext cx="367" cy="261"/>
              </a:xfrm>
              <a:prstGeom prst="rect">
                <a:avLst/>
              </a:prstGeom>
              <a:noFill/>
              <a:ln>
                <a:noFill/>
              </a:ln>
            </p:spPr>
            <p:txBody>
              <a:bodyPr>
                <a:spAutoFit/>
              </a:bodyPr>
              <a:lstStyle/>
              <a:p>
                <a:pPr eaLnBrk="1" hangingPunct="1">
                  <a:spcBef>
                    <a:spcPct val="50000"/>
                  </a:spcBef>
                  <a:defRPr/>
                </a:pPr>
                <a:r>
                  <a:rPr lang="en-US" sz="1600" dirty="0"/>
                  <a:t>“1”</a:t>
                </a:r>
                <a:endParaRPr lang="ru-RU" sz="1600" dirty="0"/>
              </a:p>
            </p:txBody>
          </p:sp>
          <p:sp>
            <p:nvSpPr>
              <p:cNvPr id="16436" name="Text Box 101">
                <a:extLst>
                  <a:ext uri="{FF2B5EF4-FFF2-40B4-BE49-F238E27FC236}">
                    <a16:creationId xmlns:a16="http://schemas.microsoft.com/office/drawing/2014/main" id="{E201F90E-111C-481C-AA4E-3F493AD0533D}"/>
                  </a:ext>
                </a:extLst>
              </p:cNvPr>
              <p:cNvSpPr txBox="1">
                <a:spLocks noChangeArrowheads="1"/>
              </p:cNvSpPr>
              <p:nvPr/>
            </p:nvSpPr>
            <p:spPr bwMode="auto">
              <a:xfrm>
                <a:off x="4240" y="2743"/>
                <a:ext cx="367" cy="261"/>
              </a:xfrm>
              <a:prstGeom prst="rect">
                <a:avLst/>
              </a:prstGeom>
              <a:noFill/>
              <a:ln>
                <a:noFill/>
              </a:ln>
            </p:spPr>
            <p:txBody>
              <a:bodyPr>
                <a:spAutoFit/>
              </a:bodyPr>
              <a:lstStyle/>
              <a:p>
                <a:pPr eaLnBrk="1" hangingPunct="1">
                  <a:spcBef>
                    <a:spcPct val="50000"/>
                  </a:spcBef>
                  <a:defRPr/>
                </a:pPr>
                <a:r>
                  <a:rPr lang="en-US" sz="1600" dirty="0"/>
                  <a:t>“1”</a:t>
                </a:r>
                <a:endParaRPr lang="ru-RU" sz="1600" dirty="0"/>
              </a:p>
            </p:txBody>
          </p:sp>
          <p:sp>
            <p:nvSpPr>
              <p:cNvPr id="16437" name="Line 102">
                <a:extLst>
                  <a:ext uri="{FF2B5EF4-FFF2-40B4-BE49-F238E27FC236}">
                    <a16:creationId xmlns:a16="http://schemas.microsoft.com/office/drawing/2014/main" id="{5F18F32F-E635-466F-B0E1-1161D364F8B7}"/>
                  </a:ext>
                </a:extLst>
              </p:cNvPr>
              <p:cNvSpPr>
                <a:spLocks noChangeShapeType="1"/>
              </p:cNvSpPr>
              <p:nvPr/>
            </p:nvSpPr>
            <p:spPr bwMode="auto">
              <a:xfrm>
                <a:off x="819" y="3161"/>
                <a:ext cx="226" cy="0"/>
              </a:xfrm>
              <a:prstGeom prst="line">
                <a:avLst/>
              </a:prstGeom>
              <a:noFill/>
              <a:ln w="25400">
                <a:solidFill>
                  <a:schemeClr val="tx1"/>
                </a:solidFill>
                <a:round/>
                <a:headEnd/>
                <a:tailEnd/>
              </a:ln>
            </p:spPr>
            <p:txBody>
              <a:bodyPr/>
              <a:lstStyle/>
              <a:p>
                <a:pPr eaLnBrk="1" hangingPunct="1">
                  <a:defRPr/>
                </a:pPr>
                <a:endParaRPr lang="en-US" dirty="0"/>
              </a:p>
            </p:txBody>
          </p:sp>
          <p:sp>
            <p:nvSpPr>
              <p:cNvPr id="16438" name="Text Box 103">
                <a:extLst>
                  <a:ext uri="{FF2B5EF4-FFF2-40B4-BE49-F238E27FC236}">
                    <a16:creationId xmlns:a16="http://schemas.microsoft.com/office/drawing/2014/main" id="{AD26BE0A-4A0F-468C-A5DC-C5B5AD972D69}"/>
                  </a:ext>
                </a:extLst>
              </p:cNvPr>
              <p:cNvSpPr txBox="1">
                <a:spLocks noChangeArrowheads="1"/>
              </p:cNvSpPr>
              <p:nvPr/>
            </p:nvSpPr>
            <p:spPr bwMode="auto">
              <a:xfrm>
                <a:off x="390" y="3036"/>
                <a:ext cx="517" cy="287"/>
              </a:xfrm>
              <a:prstGeom prst="rect">
                <a:avLst/>
              </a:prstGeom>
              <a:noFill/>
              <a:ln>
                <a:noFill/>
              </a:ln>
            </p:spPr>
            <p:txBody>
              <a:bodyPr>
                <a:spAutoFit/>
              </a:bodyPr>
              <a:lstStyle/>
              <a:p>
                <a:pPr eaLnBrk="1" hangingPunct="1">
                  <a:spcBef>
                    <a:spcPct val="50000"/>
                  </a:spcBef>
                  <a:defRPr/>
                </a:pPr>
                <a:r>
                  <a:rPr lang="en-US" dirty="0"/>
                  <a:t>Input</a:t>
                </a:r>
                <a:endParaRPr lang="ru-RU" dirty="0"/>
              </a:p>
            </p:txBody>
          </p:sp>
          <p:sp>
            <p:nvSpPr>
              <p:cNvPr id="16439" name="Oval 104">
                <a:extLst>
                  <a:ext uri="{FF2B5EF4-FFF2-40B4-BE49-F238E27FC236}">
                    <a16:creationId xmlns:a16="http://schemas.microsoft.com/office/drawing/2014/main" id="{BABBA1A4-EE74-474A-97A3-62D03AC121DF}"/>
                  </a:ext>
                </a:extLst>
              </p:cNvPr>
              <p:cNvSpPr>
                <a:spLocks noChangeArrowheads="1"/>
              </p:cNvSpPr>
              <p:nvPr/>
            </p:nvSpPr>
            <p:spPr bwMode="auto">
              <a:xfrm>
                <a:off x="1015" y="3120"/>
                <a:ext cx="77" cy="87"/>
              </a:xfrm>
              <a:prstGeom prst="ellipse">
                <a:avLst/>
              </a:prstGeom>
              <a:solidFill>
                <a:schemeClr val="accent1">
                  <a:lumMod val="40000"/>
                  <a:lumOff val="60000"/>
                </a:schemeClr>
              </a:solidFill>
              <a:ln w="25400">
                <a:solidFill>
                  <a:schemeClr val="tx1"/>
                </a:solidFill>
                <a:round/>
                <a:headEnd/>
                <a:tailEnd/>
              </a:ln>
            </p:spPr>
            <p:txBody>
              <a:bodyPr wrap="none" anchor="ctr"/>
              <a:lstStyle/>
              <a:p>
                <a:pPr eaLnBrk="1" hangingPunct="1">
                  <a:defRPr/>
                </a:pPr>
                <a:endParaRPr lang="en-US" dirty="0"/>
              </a:p>
            </p:txBody>
          </p:sp>
          <p:grpSp>
            <p:nvGrpSpPr>
              <p:cNvPr id="21663" name="Group 107">
                <a:extLst>
                  <a:ext uri="{FF2B5EF4-FFF2-40B4-BE49-F238E27FC236}">
                    <a16:creationId xmlns:a16="http://schemas.microsoft.com/office/drawing/2014/main" id="{CEB39B0E-2A4A-0890-C0C9-2F0E8612D91C}"/>
                  </a:ext>
                </a:extLst>
              </p:cNvPr>
              <p:cNvGrpSpPr>
                <a:grpSpLocks/>
              </p:cNvGrpSpPr>
              <p:nvPr/>
            </p:nvGrpSpPr>
            <p:grpSpPr bwMode="auto">
              <a:xfrm>
                <a:off x="2150" y="3089"/>
                <a:ext cx="149" cy="127"/>
                <a:chOff x="1957" y="2996"/>
                <a:chExt cx="176" cy="134"/>
              </a:xfrm>
            </p:grpSpPr>
            <p:sp>
              <p:nvSpPr>
                <p:cNvPr id="16448" name="Freeform 105">
                  <a:extLst>
                    <a:ext uri="{FF2B5EF4-FFF2-40B4-BE49-F238E27FC236}">
                      <a16:creationId xmlns:a16="http://schemas.microsoft.com/office/drawing/2014/main" id="{B4A37DB6-FB23-4B7D-AD5F-458416CFE75D}"/>
                    </a:ext>
                  </a:extLst>
                </p:cNvPr>
                <p:cNvSpPr>
                  <a:spLocks/>
                </p:cNvSpPr>
                <p:nvPr/>
              </p:nvSpPr>
              <p:spPr bwMode="auto">
                <a:xfrm>
                  <a:off x="2049" y="2996"/>
                  <a:ext cx="84" cy="134"/>
                </a:xfrm>
                <a:custGeom>
                  <a:avLst/>
                  <a:gdLst>
                    <a:gd name="T0" fmla="*/ 0 w 129"/>
                    <a:gd name="T1" fmla="*/ 142 h 133"/>
                    <a:gd name="T2" fmla="*/ 3 w 129"/>
                    <a:gd name="T3" fmla="*/ 66 h 133"/>
                    <a:gd name="T4" fmla="*/ 0 w 129"/>
                    <a:gd name="T5" fmla="*/ 0 h 133"/>
                    <a:gd name="T6" fmla="*/ 0 60000 65536"/>
                    <a:gd name="T7" fmla="*/ 0 60000 65536"/>
                    <a:gd name="T8" fmla="*/ 0 60000 65536"/>
                    <a:gd name="T9" fmla="*/ 0 w 129"/>
                    <a:gd name="T10" fmla="*/ 0 h 133"/>
                    <a:gd name="T11" fmla="*/ 129 w 129"/>
                    <a:gd name="T12" fmla="*/ 133 h 133"/>
                  </a:gdLst>
                  <a:ahLst/>
                  <a:cxnLst>
                    <a:cxn ang="T6">
                      <a:pos x="T0" y="T1"/>
                    </a:cxn>
                    <a:cxn ang="T7">
                      <a:pos x="T2" y="T3"/>
                    </a:cxn>
                    <a:cxn ang="T8">
                      <a:pos x="T4" y="T5"/>
                    </a:cxn>
                  </a:cxnLst>
                  <a:rect l="T9" t="T10" r="T11" b="T12"/>
                  <a:pathLst>
                    <a:path w="129" h="133">
                      <a:moveTo>
                        <a:pt x="0" y="133"/>
                      </a:moveTo>
                      <a:lnTo>
                        <a:pt x="129" y="66"/>
                      </a:lnTo>
                      <a:lnTo>
                        <a:pt x="0" y="0"/>
                      </a:lnTo>
                    </a:path>
                  </a:pathLst>
                </a:custGeom>
                <a:solidFill>
                  <a:srgbClr val="FFFF99"/>
                </a:solidFill>
                <a:ln w="25400">
                  <a:solidFill>
                    <a:schemeClr val="tx1"/>
                  </a:solidFill>
                  <a:miter lim="800000"/>
                  <a:headEnd/>
                  <a:tailEnd/>
                </a:ln>
              </p:spPr>
              <p:txBody>
                <a:bodyPr/>
                <a:lstStyle/>
                <a:p>
                  <a:pPr eaLnBrk="1" hangingPunct="1">
                    <a:defRPr/>
                  </a:pPr>
                  <a:endParaRPr lang="en-US" dirty="0"/>
                </a:p>
              </p:txBody>
            </p:sp>
            <p:sp>
              <p:nvSpPr>
                <p:cNvPr id="16449" name="Oval 106">
                  <a:extLst>
                    <a:ext uri="{FF2B5EF4-FFF2-40B4-BE49-F238E27FC236}">
                      <a16:creationId xmlns:a16="http://schemas.microsoft.com/office/drawing/2014/main" id="{9328F935-816D-4D58-88A6-01D686FD5E8E}"/>
                    </a:ext>
                  </a:extLst>
                </p:cNvPr>
                <p:cNvSpPr>
                  <a:spLocks noChangeArrowheads="1"/>
                </p:cNvSpPr>
                <p:nvPr/>
              </p:nvSpPr>
              <p:spPr bwMode="auto">
                <a:xfrm>
                  <a:off x="1955" y="3019"/>
                  <a:ext cx="91" cy="91"/>
                </a:xfrm>
                <a:prstGeom prst="ellipse">
                  <a:avLst/>
                </a:prstGeom>
                <a:solidFill>
                  <a:schemeClr val="accent1">
                    <a:lumMod val="40000"/>
                    <a:lumOff val="60000"/>
                  </a:schemeClr>
                </a:solidFill>
                <a:ln w="25400">
                  <a:solidFill>
                    <a:schemeClr val="tx1"/>
                  </a:solidFill>
                  <a:round/>
                  <a:headEnd/>
                  <a:tailEnd/>
                </a:ln>
              </p:spPr>
              <p:txBody>
                <a:bodyPr wrap="none" anchor="ctr"/>
                <a:lstStyle/>
                <a:p>
                  <a:pPr eaLnBrk="1" hangingPunct="1">
                    <a:defRPr/>
                  </a:pPr>
                  <a:endParaRPr lang="en-US" dirty="0"/>
                </a:p>
              </p:txBody>
            </p:sp>
          </p:grpSp>
          <p:grpSp>
            <p:nvGrpSpPr>
              <p:cNvPr id="21664" name="Group 108">
                <a:extLst>
                  <a:ext uri="{FF2B5EF4-FFF2-40B4-BE49-F238E27FC236}">
                    <a16:creationId xmlns:a16="http://schemas.microsoft.com/office/drawing/2014/main" id="{D12E7C20-06AE-D0BD-A5E2-2E6ADB814B76}"/>
                  </a:ext>
                </a:extLst>
              </p:cNvPr>
              <p:cNvGrpSpPr>
                <a:grpSpLocks/>
              </p:cNvGrpSpPr>
              <p:nvPr/>
            </p:nvGrpSpPr>
            <p:grpSpPr bwMode="auto">
              <a:xfrm>
                <a:off x="3271" y="3062"/>
                <a:ext cx="157" cy="127"/>
                <a:chOff x="1947" y="2996"/>
                <a:chExt cx="186" cy="134"/>
              </a:xfrm>
            </p:grpSpPr>
            <p:sp>
              <p:nvSpPr>
                <p:cNvPr id="16446" name="Freeform 109">
                  <a:extLst>
                    <a:ext uri="{FF2B5EF4-FFF2-40B4-BE49-F238E27FC236}">
                      <a16:creationId xmlns:a16="http://schemas.microsoft.com/office/drawing/2014/main" id="{63E0C5EC-1F6C-4F33-B12A-FC8EE0CBCD75}"/>
                    </a:ext>
                  </a:extLst>
                </p:cNvPr>
                <p:cNvSpPr>
                  <a:spLocks/>
                </p:cNvSpPr>
                <p:nvPr/>
              </p:nvSpPr>
              <p:spPr bwMode="auto">
                <a:xfrm>
                  <a:off x="2049" y="2996"/>
                  <a:ext cx="86" cy="134"/>
                </a:xfrm>
                <a:custGeom>
                  <a:avLst/>
                  <a:gdLst>
                    <a:gd name="T0" fmla="*/ 0 w 129"/>
                    <a:gd name="T1" fmla="*/ 142 h 133"/>
                    <a:gd name="T2" fmla="*/ 3 w 129"/>
                    <a:gd name="T3" fmla="*/ 66 h 133"/>
                    <a:gd name="T4" fmla="*/ 0 w 129"/>
                    <a:gd name="T5" fmla="*/ 0 h 133"/>
                    <a:gd name="T6" fmla="*/ 0 60000 65536"/>
                    <a:gd name="T7" fmla="*/ 0 60000 65536"/>
                    <a:gd name="T8" fmla="*/ 0 60000 65536"/>
                    <a:gd name="T9" fmla="*/ 0 w 129"/>
                    <a:gd name="T10" fmla="*/ 0 h 133"/>
                    <a:gd name="T11" fmla="*/ 129 w 129"/>
                    <a:gd name="T12" fmla="*/ 133 h 133"/>
                  </a:gdLst>
                  <a:ahLst/>
                  <a:cxnLst>
                    <a:cxn ang="T6">
                      <a:pos x="T0" y="T1"/>
                    </a:cxn>
                    <a:cxn ang="T7">
                      <a:pos x="T2" y="T3"/>
                    </a:cxn>
                    <a:cxn ang="T8">
                      <a:pos x="T4" y="T5"/>
                    </a:cxn>
                  </a:cxnLst>
                  <a:rect l="T9" t="T10" r="T11" b="T12"/>
                  <a:pathLst>
                    <a:path w="129" h="133">
                      <a:moveTo>
                        <a:pt x="0" y="133"/>
                      </a:moveTo>
                      <a:lnTo>
                        <a:pt x="129" y="66"/>
                      </a:lnTo>
                      <a:lnTo>
                        <a:pt x="0" y="0"/>
                      </a:lnTo>
                    </a:path>
                  </a:pathLst>
                </a:custGeom>
                <a:solidFill>
                  <a:srgbClr val="FFFF99"/>
                </a:solidFill>
                <a:ln w="25400">
                  <a:solidFill>
                    <a:schemeClr val="tx1"/>
                  </a:solidFill>
                  <a:miter lim="800000"/>
                  <a:headEnd/>
                  <a:tailEnd/>
                </a:ln>
              </p:spPr>
              <p:txBody>
                <a:bodyPr/>
                <a:lstStyle/>
                <a:p>
                  <a:pPr eaLnBrk="1" hangingPunct="1">
                    <a:defRPr/>
                  </a:pPr>
                  <a:endParaRPr lang="en-US" dirty="0"/>
                </a:p>
              </p:txBody>
            </p:sp>
            <p:sp>
              <p:nvSpPr>
                <p:cNvPr id="16447" name="Oval 110">
                  <a:extLst>
                    <a:ext uri="{FF2B5EF4-FFF2-40B4-BE49-F238E27FC236}">
                      <a16:creationId xmlns:a16="http://schemas.microsoft.com/office/drawing/2014/main" id="{51044597-4B81-4183-8ACC-6B945757F000}"/>
                    </a:ext>
                  </a:extLst>
                </p:cNvPr>
                <p:cNvSpPr>
                  <a:spLocks noChangeArrowheads="1"/>
                </p:cNvSpPr>
                <p:nvPr/>
              </p:nvSpPr>
              <p:spPr bwMode="auto">
                <a:xfrm>
                  <a:off x="1947" y="3020"/>
                  <a:ext cx="92" cy="89"/>
                </a:xfrm>
                <a:prstGeom prst="ellipse">
                  <a:avLst/>
                </a:prstGeom>
                <a:solidFill>
                  <a:schemeClr val="accent1">
                    <a:lumMod val="40000"/>
                    <a:lumOff val="60000"/>
                  </a:schemeClr>
                </a:solidFill>
                <a:ln w="25400">
                  <a:solidFill>
                    <a:schemeClr val="tx1"/>
                  </a:solidFill>
                  <a:round/>
                  <a:headEnd/>
                  <a:tailEnd/>
                </a:ln>
              </p:spPr>
              <p:txBody>
                <a:bodyPr wrap="none" anchor="ctr"/>
                <a:lstStyle/>
                <a:p>
                  <a:pPr eaLnBrk="1" hangingPunct="1">
                    <a:defRPr/>
                  </a:pPr>
                  <a:endParaRPr lang="en-US" dirty="0"/>
                </a:p>
              </p:txBody>
            </p:sp>
          </p:grpSp>
          <p:grpSp>
            <p:nvGrpSpPr>
              <p:cNvPr id="21665" name="Group 111">
                <a:extLst>
                  <a:ext uri="{FF2B5EF4-FFF2-40B4-BE49-F238E27FC236}">
                    <a16:creationId xmlns:a16="http://schemas.microsoft.com/office/drawing/2014/main" id="{1A932EA8-AE8A-0461-908C-9E2A8894E1F1}"/>
                  </a:ext>
                </a:extLst>
              </p:cNvPr>
              <p:cNvGrpSpPr>
                <a:grpSpLocks/>
              </p:cNvGrpSpPr>
              <p:nvPr/>
            </p:nvGrpSpPr>
            <p:grpSpPr bwMode="auto">
              <a:xfrm>
                <a:off x="4421" y="3053"/>
                <a:ext cx="149" cy="127"/>
                <a:chOff x="1957" y="2996"/>
                <a:chExt cx="176" cy="134"/>
              </a:xfrm>
            </p:grpSpPr>
            <p:sp>
              <p:nvSpPr>
                <p:cNvPr id="16444" name="Freeform 112">
                  <a:extLst>
                    <a:ext uri="{FF2B5EF4-FFF2-40B4-BE49-F238E27FC236}">
                      <a16:creationId xmlns:a16="http://schemas.microsoft.com/office/drawing/2014/main" id="{C55575C0-F56D-4439-988E-55F15B4EBD21}"/>
                    </a:ext>
                  </a:extLst>
                </p:cNvPr>
                <p:cNvSpPr>
                  <a:spLocks/>
                </p:cNvSpPr>
                <p:nvPr/>
              </p:nvSpPr>
              <p:spPr bwMode="auto">
                <a:xfrm>
                  <a:off x="2049" y="2996"/>
                  <a:ext cx="84" cy="134"/>
                </a:xfrm>
                <a:custGeom>
                  <a:avLst/>
                  <a:gdLst>
                    <a:gd name="T0" fmla="*/ 0 w 129"/>
                    <a:gd name="T1" fmla="*/ 142 h 133"/>
                    <a:gd name="T2" fmla="*/ 3 w 129"/>
                    <a:gd name="T3" fmla="*/ 66 h 133"/>
                    <a:gd name="T4" fmla="*/ 0 w 129"/>
                    <a:gd name="T5" fmla="*/ 0 h 133"/>
                    <a:gd name="T6" fmla="*/ 0 60000 65536"/>
                    <a:gd name="T7" fmla="*/ 0 60000 65536"/>
                    <a:gd name="T8" fmla="*/ 0 60000 65536"/>
                    <a:gd name="T9" fmla="*/ 0 w 129"/>
                    <a:gd name="T10" fmla="*/ 0 h 133"/>
                    <a:gd name="T11" fmla="*/ 129 w 129"/>
                    <a:gd name="T12" fmla="*/ 133 h 133"/>
                  </a:gdLst>
                  <a:ahLst/>
                  <a:cxnLst>
                    <a:cxn ang="T6">
                      <a:pos x="T0" y="T1"/>
                    </a:cxn>
                    <a:cxn ang="T7">
                      <a:pos x="T2" y="T3"/>
                    </a:cxn>
                    <a:cxn ang="T8">
                      <a:pos x="T4" y="T5"/>
                    </a:cxn>
                  </a:cxnLst>
                  <a:rect l="T9" t="T10" r="T11" b="T12"/>
                  <a:pathLst>
                    <a:path w="129" h="133">
                      <a:moveTo>
                        <a:pt x="0" y="133"/>
                      </a:moveTo>
                      <a:lnTo>
                        <a:pt x="129" y="66"/>
                      </a:lnTo>
                      <a:lnTo>
                        <a:pt x="0" y="0"/>
                      </a:lnTo>
                    </a:path>
                  </a:pathLst>
                </a:custGeom>
                <a:solidFill>
                  <a:srgbClr val="FFFF99"/>
                </a:solidFill>
                <a:ln w="25400">
                  <a:solidFill>
                    <a:schemeClr val="tx1"/>
                  </a:solidFill>
                  <a:miter lim="800000"/>
                  <a:headEnd/>
                  <a:tailEnd/>
                </a:ln>
              </p:spPr>
              <p:txBody>
                <a:bodyPr/>
                <a:lstStyle/>
                <a:p>
                  <a:pPr eaLnBrk="1" hangingPunct="1">
                    <a:defRPr/>
                  </a:pPr>
                  <a:endParaRPr lang="en-US" dirty="0"/>
                </a:p>
              </p:txBody>
            </p:sp>
            <p:sp>
              <p:nvSpPr>
                <p:cNvPr id="16445" name="Oval 113">
                  <a:extLst>
                    <a:ext uri="{FF2B5EF4-FFF2-40B4-BE49-F238E27FC236}">
                      <a16:creationId xmlns:a16="http://schemas.microsoft.com/office/drawing/2014/main" id="{19A17D49-0B5E-45BF-B022-415D117CD295}"/>
                    </a:ext>
                  </a:extLst>
                </p:cNvPr>
                <p:cNvSpPr>
                  <a:spLocks noChangeArrowheads="1"/>
                </p:cNvSpPr>
                <p:nvPr/>
              </p:nvSpPr>
              <p:spPr bwMode="auto">
                <a:xfrm>
                  <a:off x="1956" y="3019"/>
                  <a:ext cx="91" cy="91"/>
                </a:xfrm>
                <a:prstGeom prst="ellipse">
                  <a:avLst/>
                </a:prstGeom>
                <a:solidFill>
                  <a:schemeClr val="accent1">
                    <a:lumMod val="40000"/>
                    <a:lumOff val="60000"/>
                  </a:schemeClr>
                </a:solidFill>
                <a:ln w="25400">
                  <a:solidFill>
                    <a:schemeClr val="tx1"/>
                  </a:solidFill>
                  <a:round/>
                  <a:headEnd/>
                  <a:tailEnd/>
                </a:ln>
              </p:spPr>
              <p:txBody>
                <a:bodyPr wrap="none" anchor="ctr"/>
                <a:lstStyle/>
                <a:p>
                  <a:pPr eaLnBrk="1" hangingPunct="1">
                    <a:defRPr/>
                  </a:pPr>
                  <a:endParaRPr lang="en-US" dirty="0"/>
                </a:p>
              </p:txBody>
            </p:sp>
          </p:grpSp>
          <p:sp>
            <p:nvSpPr>
              <p:cNvPr id="16443" name="Line 74">
                <a:extLst>
                  <a:ext uri="{FF2B5EF4-FFF2-40B4-BE49-F238E27FC236}">
                    <a16:creationId xmlns:a16="http://schemas.microsoft.com/office/drawing/2014/main" id="{E3F872E8-8055-4291-BF52-51861DCE2CE6}"/>
                  </a:ext>
                </a:extLst>
              </p:cNvPr>
              <p:cNvSpPr>
                <a:spLocks noChangeShapeType="1"/>
              </p:cNvSpPr>
              <p:nvPr/>
            </p:nvSpPr>
            <p:spPr bwMode="auto">
              <a:xfrm flipV="1">
                <a:off x="5085" y="3381"/>
                <a:ext cx="143" cy="0"/>
              </a:xfrm>
              <a:prstGeom prst="line">
                <a:avLst/>
              </a:prstGeom>
              <a:noFill/>
              <a:ln w="25400">
                <a:solidFill>
                  <a:schemeClr val="tx1"/>
                </a:solidFill>
                <a:round/>
                <a:headEnd/>
                <a:tailEnd/>
              </a:ln>
            </p:spPr>
            <p:txBody>
              <a:bodyPr/>
              <a:lstStyle/>
              <a:p>
                <a:pPr eaLnBrk="1" hangingPunct="1">
                  <a:defRPr/>
                </a:pPr>
                <a:endParaRPr lang="en-US" dirty="0"/>
              </a:p>
            </p:txBody>
          </p:sp>
          <p:sp>
            <p:nvSpPr>
              <p:cNvPr id="16399" name="Rectangle 52">
                <a:extLst>
                  <a:ext uri="{FF2B5EF4-FFF2-40B4-BE49-F238E27FC236}">
                    <a16:creationId xmlns:a16="http://schemas.microsoft.com/office/drawing/2014/main" id="{86C9810D-46F8-4AFB-9F8B-F565B5C5EB8D}"/>
                  </a:ext>
                </a:extLst>
              </p:cNvPr>
              <p:cNvSpPr>
                <a:spLocks noChangeArrowheads="1"/>
              </p:cNvSpPr>
              <p:nvPr/>
            </p:nvSpPr>
            <p:spPr bwMode="auto">
              <a:xfrm>
                <a:off x="2235" y="2682"/>
                <a:ext cx="508" cy="958"/>
              </a:xfrm>
              <a:prstGeom prst="rect">
                <a:avLst/>
              </a:prstGeom>
              <a:solidFill>
                <a:schemeClr val="accent1">
                  <a:lumMod val="40000"/>
                  <a:lumOff val="60000"/>
                </a:schemeClr>
              </a:solidFill>
              <a:ln w="25400">
                <a:solidFill>
                  <a:schemeClr val="tx1"/>
                </a:solidFill>
                <a:miter lim="800000"/>
                <a:headEnd/>
                <a:tailEnd/>
              </a:ln>
            </p:spPr>
            <p:txBody>
              <a:bodyPr wrap="none" anchor="ctr"/>
              <a:lstStyle/>
              <a:p>
                <a:pPr eaLnBrk="1" hangingPunct="1">
                  <a:defRPr/>
                </a:pPr>
                <a:r>
                  <a:rPr lang="en-US" sz="2000" dirty="0"/>
                  <a:t> J</a:t>
                </a:r>
              </a:p>
              <a:p>
                <a:pPr eaLnBrk="1" hangingPunct="1">
                  <a:defRPr/>
                </a:pPr>
                <a:r>
                  <a:rPr lang="en-US" sz="2000" dirty="0"/>
                  <a:t> C</a:t>
                </a:r>
              </a:p>
              <a:p>
                <a:pPr eaLnBrk="1" hangingPunct="1">
                  <a:defRPr/>
                </a:pPr>
                <a:r>
                  <a:rPr lang="en-US" sz="2000" dirty="0"/>
                  <a:t> K</a:t>
                </a:r>
              </a:p>
            </p:txBody>
          </p:sp>
          <p:sp>
            <p:nvSpPr>
              <p:cNvPr id="16408" name="Rectangle 63">
                <a:extLst>
                  <a:ext uri="{FF2B5EF4-FFF2-40B4-BE49-F238E27FC236}">
                    <a16:creationId xmlns:a16="http://schemas.microsoft.com/office/drawing/2014/main" id="{CA4DD534-823C-4F0E-81DE-9B712EFE3D80}"/>
                  </a:ext>
                </a:extLst>
              </p:cNvPr>
              <p:cNvSpPr>
                <a:spLocks noChangeArrowheads="1"/>
              </p:cNvSpPr>
              <p:nvPr/>
            </p:nvSpPr>
            <p:spPr bwMode="auto">
              <a:xfrm>
                <a:off x="3360" y="2656"/>
                <a:ext cx="508" cy="960"/>
              </a:xfrm>
              <a:prstGeom prst="rect">
                <a:avLst/>
              </a:prstGeom>
              <a:solidFill>
                <a:schemeClr val="accent1">
                  <a:lumMod val="40000"/>
                  <a:lumOff val="60000"/>
                </a:schemeClr>
              </a:solidFill>
              <a:ln w="25400">
                <a:solidFill>
                  <a:schemeClr val="tx1"/>
                </a:solidFill>
                <a:miter lim="800000"/>
                <a:headEnd/>
                <a:tailEnd/>
              </a:ln>
            </p:spPr>
            <p:txBody>
              <a:bodyPr wrap="none" anchor="ctr"/>
              <a:lstStyle/>
              <a:p>
                <a:pPr eaLnBrk="1" hangingPunct="1">
                  <a:defRPr/>
                </a:pPr>
                <a:r>
                  <a:rPr lang="en-US" sz="2000" dirty="0"/>
                  <a:t> J</a:t>
                </a:r>
              </a:p>
              <a:p>
                <a:pPr eaLnBrk="1" hangingPunct="1">
                  <a:defRPr/>
                </a:pPr>
                <a:r>
                  <a:rPr lang="en-US" sz="2000" dirty="0"/>
                  <a:t> C</a:t>
                </a:r>
              </a:p>
              <a:p>
                <a:pPr eaLnBrk="1" hangingPunct="1">
                  <a:defRPr/>
                </a:pPr>
                <a:r>
                  <a:rPr lang="en-US" sz="2000" dirty="0"/>
                  <a:t> K</a:t>
                </a:r>
              </a:p>
            </p:txBody>
          </p:sp>
          <p:sp>
            <p:nvSpPr>
              <p:cNvPr id="16413" name="Rectangle 71">
                <a:extLst>
                  <a:ext uri="{FF2B5EF4-FFF2-40B4-BE49-F238E27FC236}">
                    <a16:creationId xmlns:a16="http://schemas.microsoft.com/office/drawing/2014/main" id="{5F76A1A6-2879-461C-8605-067EBB600074}"/>
                  </a:ext>
                </a:extLst>
              </p:cNvPr>
              <p:cNvSpPr>
                <a:spLocks noChangeArrowheads="1"/>
              </p:cNvSpPr>
              <p:nvPr/>
            </p:nvSpPr>
            <p:spPr bwMode="auto">
              <a:xfrm>
                <a:off x="4498" y="2667"/>
                <a:ext cx="509" cy="958"/>
              </a:xfrm>
              <a:prstGeom prst="rect">
                <a:avLst/>
              </a:prstGeom>
              <a:solidFill>
                <a:schemeClr val="accent1">
                  <a:lumMod val="40000"/>
                  <a:lumOff val="60000"/>
                </a:schemeClr>
              </a:solidFill>
              <a:ln w="25400">
                <a:solidFill>
                  <a:schemeClr val="tx1"/>
                </a:solidFill>
                <a:miter lim="800000"/>
                <a:headEnd/>
                <a:tailEnd/>
              </a:ln>
            </p:spPr>
            <p:txBody>
              <a:bodyPr wrap="none" anchor="ctr"/>
              <a:lstStyle/>
              <a:p>
                <a:pPr eaLnBrk="1" hangingPunct="1">
                  <a:defRPr/>
                </a:pPr>
                <a:r>
                  <a:rPr lang="en-US" sz="2000" dirty="0"/>
                  <a:t> J</a:t>
                </a:r>
              </a:p>
              <a:p>
                <a:pPr eaLnBrk="1" hangingPunct="1">
                  <a:defRPr/>
                </a:pPr>
                <a:r>
                  <a:rPr lang="en-US" sz="2000" dirty="0"/>
                  <a:t> C</a:t>
                </a:r>
              </a:p>
              <a:p>
                <a:pPr eaLnBrk="1" hangingPunct="1">
                  <a:defRPr/>
                </a:pPr>
                <a:r>
                  <a:rPr lang="en-US" sz="2000" dirty="0"/>
                  <a:t> K</a:t>
                </a:r>
              </a:p>
            </p:txBody>
          </p:sp>
          <p:sp>
            <p:nvSpPr>
              <p:cNvPr id="93" name="Freeform 92">
                <a:extLst>
                  <a:ext uri="{FF2B5EF4-FFF2-40B4-BE49-F238E27FC236}">
                    <a16:creationId xmlns:a16="http://schemas.microsoft.com/office/drawing/2014/main" id="{A0B574A7-60CE-4387-842D-7EC66E84EB2E}"/>
                  </a:ext>
                </a:extLst>
              </p:cNvPr>
              <p:cNvSpPr>
                <a:spLocks/>
              </p:cNvSpPr>
              <p:nvPr/>
            </p:nvSpPr>
            <p:spPr bwMode="auto">
              <a:xfrm>
                <a:off x="2248" y="3089"/>
                <a:ext cx="72" cy="130"/>
              </a:xfrm>
              <a:custGeom>
                <a:avLst/>
                <a:gdLst>
                  <a:gd name="T0" fmla="*/ 0 w 129"/>
                  <a:gd name="T1" fmla="*/ 2147483647 h 133"/>
                  <a:gd name="T2" fmla="*/ 2147483647 w 129"/>
                  <a:gd name="T3" fmla="*/ 2147483647 h 133"/>
                  <a:gd name="T4" fmla="*/ 0 w 129"/>
                  <a:gd name="T5" fmla="*/ 0 h 133"/>
                  <a:gd name="T6" fmla="*/ 0 60000 65536"/>
                  <a:gd name="T7" fmla="*/ 0 60000 65536"/>
                  <a:gd name="T8" fmla="*/ 0 60000 65536"/>
                  <a:gd name="T9" fmla="*/ 0 w 129"/>
                  <a:gd name="T10" fmla="*/ 0 h 133"/>
                  <a:gd name="T11" fmla="*/ 129 w 129"/>
                  <a:gd name="T12" fmla="*/ 133 h 133"/>
                </a:gdLst>
                <a:ahLst/>
                <a:cxnLst>
                  <a:cxn ang="T6">
                    <a:pos x="T0" y="T1"/>
                  </a:cxn>
                  <a:cxn ang="T7">
                    <a:pos x="T2" y="T3"/>
                  </a:cxn>
                  <a:cxn ang="T8">
                    <a:pos x="T4" y="T5"/>
                  </a:cxn>
                </a:cxnLst>
                <a:rect l="T9" t="T10" r="T11" b="T12"/>
                <a:pathLst>
                  <a:path w="129" h="133">
                    <a:moveTo>
                      <a:pt x="0" y="133"/>
                    </a:moveTo>
                    <a:lnTo>
                      <a:pt x="129" y="66"/>
                    </a:lnTo>
                    <a:lnTo>
                      <a:pt x="0" y="0"/>
                    </a:lnTo>
                  </a:path>
                </a:pathLst>
              </a:custGeom>
              <a:solidFill>
                <a:schemeClr val="accent1">
                  <a:lumMod val="40000"/>
                  <a:lumOff val="60000"/>
                </a:schemeClr>
              </a:solidFill>
              <a:ln w="25400">
                <a:solidFill>
                  <a:schemeClr val="tx1"/>
                </a:solidFill>
                <a:miter lim="800000"/>
                <a:headEnd/>
                <a:tailEnd/>
              </a:ln>
            </p:spPr>
            <p:txBody>
              <a:bodyPr/>
              <a:lstStyle/>
              <a:p>
                <a:pPr eaLnBrk="1" hangingPunct="1">
                  <a:defRPr/>
                </a:pPr>
                <a:endParaRPr lang="en-US" dirty="0"/>
              </a:p>
            </p:txBody>
          </p:sp>
          <p:sp>
            <p:nvSpPr>
              <p:cNvPr id="94" name="Freeform 93">
                <a:extLst>
                  <a:ext uri="{FF2B5EF4-FFF2-40B4-BE49-F238E27FC236}">
                    <a16:creationId xmlns:a16="http://schemas.microsoft.com/office/drawing/2014/main" id="{A2BE71FD-F2B6-48BB-8AEF-34A607D499D6}"/>
                  </a:ext>
                </a:extLst>
              </p:cNvPr>
              <p:cNvSpPr>
                <a:spLocks/>
              </p:cNvSpPr>
              <p:nvPr/>
            </p:nvSpPr>
            <p:spPr bwMode="auto">
              <a:xfrm>
                <a:off x="3360" y="3066"/>
                <a:ext cx="69" cy="126"/>
              </a:xfrm>
              <a:custGeom>
                <a:avLst/>
                <a:gdLst>
                  <a:gd name="T0" fmla="*/ 0 w 129"/>
                  <a:gd name="T1" fmla="*/ 2147483647 h 133"/>
                  <a:gd name="T2" fmla="*/ 2147483647 w 129"/>
                  <a:gd name="T3" fmla="*/ 2147483647 h 133"/>
                  <a:gd name="T4" fmla="*/ 0 w 129"/>
                  <a:gd name="T5" fmla="*/ 0 h 133"/>
                  <a:gd name="T6" fmla="*/ 0 60000 65536"/>
                  <a:gd name="T7" fmla="*/ 0 60000 65536"/>
                  <a:gd name="T8" fmla="*/ 0 60000 65536"/>
                  <a:gd name="T9" fmla="*/ 0 w 129"/>
                  <a:gd name="T10" fmla="*/ 0 h 133"/>
                  <a:gd name="T11" fmla="*/ 129 w 129"/>
                  <a:gd name="T12" fmla="*/ 133 h 133"/>
                </a:gdLst>
                <a:ahLst/>
                <a:cxnLst>
                  <a:cxn ang="T6">
                    <a:pos x="T0" y="T1"/>
                  </a:cxn>
                  <a:cxn ang="T7">
                    <a:pos x="T2" y="T3"/>
                  </a:cxn>
                  <a:cxn ang="T8">
                    <a:pos x="T4" y="T5"/>
                  </a:cxn>
                </a:cxnLst>
                <a:rect l="T9" t="T10" r="T11" b="T12"/>
                <a:pathLst>
                  <a:path w="129" h="133">
                    <a:moveTo>
                      <a:pt x="0" y="133"/>
                    </a:moveTo>
                    <a:lnTo>
                      <a:pt x="129" y="66"/>
                    </a:lnTo>
                    <a:lnTo>
                      <a:pt x="0" y="0"/>
                    </a:lnTo>
                  </a:path>
                </a:pathLst>
              </a:custGeom>
              <a:solidFill>
                <a:schemeClr val="accent1">
                  <a:lumMod val="40000"/>
                  <a:lumOff val="60000"/>
                </a:schemeClr>
              </a:solidFill>
              <a:ln w="25400">
                <a:solidFill>
                  <a:schemeClr val="tx1"/>
                </a:solidFill>
                <a:miter lim="800000"/>
                <a:headEnd/>
                <a:tailEnd/>
              </a:ln>
            </p:spPr>
            <p:txBody>
              <a:bodyPr/>
              <a:lstStyle/>
              <a:p>
                <a:pPr eaLnBrk="1" hangingPunct="1">
                  <a:defRPr/>
                </a:pPr>
                <a:endParaRPr lang="en-US" dirty="0"/>
              </a:p>
            </p:txBody>
          </p:sp>
          <p:sp>
            <p:nvSpPr>
              <p:cNvPr id="95" name="Freeform 94">
                <a:extLst>
                  <a:ext uri="{FF2B5EF4-FFF2-40B4-BE49-F238E27FC236}">
                    <a16:creationId xmlns:a16="http://schemas.microsoft.com/office/drawing/2014/main" id="{E6A7E290-08B2-4AAC-ACC7-43CA909236E2}"/>
                  </a:ext>
                </a:extLst>
              </p:cNvPr>
              <p:cNvSpPr>
                <a:spLocks/>
              </p:cNvSpPr>
              <p:nvPr/>
            </p:nvSpPr>
            <p:spPr bwMode="auto">
              <a:xfrm>
                <a:off x="4512" y="3057"/>
                <a:ext cx="73" cy="130"/>
              </a:xfrm>
              <a:custGeom>
                <a:avLst/>
                <a:gdLst>
                  <a:gd name="T0" fmla="*/ 0 w 129"/>
                  <a:gd name="T1" fmla="*/ 2147483647 h 133"/>
                  <a:gd name="T2" fmla="*/ 2147483647 w 129"/>
                  <a:gd name="T3" fmla="*/ 2147483647 h 133"/>
                  <a:gd name="T4" fmla="*/ 0 w 129"/>
                  <a:gd name="T5" fmla="*/ 0 h 133"/>
                  <a:gd name="T6" fmla="*/ 0 60000 65536"/>
                  <a:gd name="T7" fmla="*/ 0 60000 65536"/>
                  <a:gd name="T8" fmla="*/ 0 60000 65536"/>
                  <a:gd name="T9" fmla="*/ 0 w 129"/>
                  <a:gd name="T10" fmla="*/ 0 h 133"/>
                  <a:gd name="T11" fmla="*/ 129 w 129"/>
                  <a:gd name="T12" fmla="*/ 133 h 133"/>
                </a:gdLst>
                <a:ahLst/>
                <a:cxnLst>
                  <a:cxn ang="T6">
                    <a:pos x="T0" y="T1"/>
                  </a:cxn>
                  <a:cxn ang="T7">
                    <a:pos x="T2" y="T3"/>
                  </a:cxn>
                  <a:cxn ang="T8">
                    <a:pos x="T4" y="T5"/>
                  </a:cxn>
                </a:cxnLst>
                <a:rect l="T9" t="T10" r="T11" b="T12"/>
                <a:pathLst>
                  <a:path w="129" h="133">
                    <a:moveTo>
                      <a:pt x="0" y="133"/>
                    </a:moveTo>
                    <a:lnTo>
                      <a:pt x="129" y="66"/>
                    </a:lnTo>
                    <a:lnTo>
                      <a:pt x="0" y="0"/>
                    </a:lnTo>
                  </a:path>
                </a:pathLst>
              </a:custGeom>
              <a:solidFill>
                <a:schemeClr val="accent1">
                  <a:lumMod val="40000"/>
                  <a:lumOff val="60000"/>
                </a:schemeClr>
              </a:solidFill>
              <a:ln w="25400">
                <a:solidFill>
                  <a:schemeClr val="tx1"/>
                </a:solidFill>
                <a:miter lim="800000"/>
                <a:headEnd/>
                <a:tailEnd/>
              </a:ln>
            </p:spPr>
            <p:txBody>
              <a:bodyPr/>
              <a:lstStyle/>
              <a:p>
                <a:pPr eaLnBrk="1" hangingPunct="1">
                  <a:defRPr/>
                </a:pPr>
                <a:endParaRPr lang="en-US" dirty="0"/>
              </a:p>
            </p:txBody>
          </p:sp>
          <p:sp>
            <p:nvSpPr>
              <p:cNvPr id="21673" name="Line 18">
                <a:extLst>
                  <a:ext uri="{FF2B5EF4-FFF2-40B4-BE49-F238E27FC236}">
                    <a16:creationId xmlns:a16="http://schemas.microsoft.com/office/drawing/2014/main" id="{2909D9F7-7403-689E-E308-632B4A34A1BE}"/>
                  </a:ext>
                </a:extLst>
              </p:cNvPr>
              <p:cNvSpPr>
                <a:spLocks noChangeShapeType="1"/>
              </p:cNvSpPr>
              <p:nvPr/>
            </p:nvSpPr>
            <p:spPr bwMode="auto">
              <a:xfrm>
                <a:off x="4312" y="1657"/>
                <a:ext cx="127"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674" name="Line 18">
                <a:extLst>
                  <a:ext uri="{FF2B5EF4-FFF2-40B4-BE49-F238E27FC236}">
                    <a16:creationId xmlns:a16="http://schemas.microsoft.com/office/drawing/2014/main" id="{09026607-B495-A877-00BE-0D52F455E7AB}"/>
                  </a:ext>
                </a:extLst>
              </p:cNvPr>
              <p:cNvSpPr>
                <a:spLocks noChangeShapeType="1"/>
              </p:cNvSpPr>
              <p:nvPr/>
            </p:nvSpPr>
            <p:spPr bwMode="auto">
              <a:xfrm>
                <a:off x="3248" y="1650"/>
                <a:ext cx="127"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675" name="Line 18">
                <a:extLst>
                  <a:ext uri="{FF2B5EF4-FFF2-40B4-BE49-F238E27FC236}">
                    <a16:creationId xmlns:a16="http://schemas.microsoft.com/office/drawing/2014/main" id="{959B6A91-E7D1-1CF1-FD74-ECB76382FA58}"/>
                  </a:ext>
                </a:extLst>
              </p:cNvPr>
              <p:cNvSpPr>
                <a:spLocks noChangeShapeType="1"/>
              </p:cNvSpPr>
              <p:nvPr/>
            </p:nvSpPr>
            <p:spPr bwMode="auto">
              <a:xfrm>
                <a:off x="2144" y="1625"/>
                <a:ext cx="127"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676" name="Line 18">
                <a:extLst>
                  <a:ext uri="{FF2B5EF4-FFF2-40B4-BE49-F238E27FC236}">
                    <a16:creationId xmlns:a16="http://schemas.microsoft.com/office/drawing/2014/main" id="{E8E80822-24C8-DF3B-BEFE-6ECFC85A80AC}"/>
                  </a:ext>
                </a:extLst>
              </p:cNvPr>
              <p:cNvSpPr>
                <a:spLocks noChangeShapeType="1"/>
              </p:cNvSpPr>
              <p:nvPr/>
            </p:nvSpPr>
            <p:spPr bwMode="auto">
              <a:xfrm>
                <a:off x="1056" y="1665"/>
                <a:ext cx="121"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21571" name="TextBox 95">
              <a:extLst>
                <a:ext uri="{FF2B5EF4-FFF2-40B4-BE49-F238E27FC236}">
                  <a16:creationId xmlns:a16="http://schemas.microsoft.com/office/drawing/2014/main" id="{D86C9107-1BF9-3154-BFC9-658987D1BEBF}"/>
                </a:ext>
              </a:extLst>
            </p:cNvPr>
            <p:cNvSpPr txBox="1">
              <a:spLocks noChangeArrowheads="1"/>
            </p:cNvSpPr>
            <p:nvPr/>
          </p:nvSpPr>
          <p:spPr bwMode="auto">
            <a:xfrm>
              <a:off x="1828800" y="1905000"/>
              <a:ext cx="611778" cy="4526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D</a:t>
              </a:r>
              <a:endParaRPr lang="en-GB" altLang="en-US"/>
            </a:p>
          </p:txBody>
        </p:sp>
        <p:sp>
          <p:nvSpPr>
            <p:cNvPr id="21572" name="TextBox 96">
              <a:extLst>
                <a:ext uri="{FF2B5EF4-FFF2-40B4-BE49-F238E27FC236}">
                  <a16:creationId xmlns:a16="http://schemas.microsoft.com/office/drawing/2014/main" id="{C4ACD8F4-A74B-260A-F3CD-3700397A1DDE}"/>
                </a:ext>
              </a:extLst>
            </p:cNvPr>
            <p:cNvSpPr txBox="1">
              <a:spLocks noChangeArrowheads="1"/>
            </p:cNvSpPr>
            <p:nvPr/>
          </p:nvSpPr>
          <p:spPr bwMode="auto">
            <a:xfrm>
              <a:off x="3572693" y="1891937"/>
              <a:ext cx="611778" cy="4526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D</a:t>
              </a:r>
              <a:endParaRPr lang="en-GB" altLang="en-US"/>
            </a:p>
          </p:txBody>
        </p:sp>
        <p:sp>
          <p:nvSpPr>
            <p:cNvPr id="21573" name="TextBox 97">
              <a:extLst>
                <a:ext uri="{FF2B5EF4-FFF2-40B4-BE49-F238E27FC236}">
                  <a16:creationId xmlns:a16="http://schemas.microsoft.com/office/drawing/2014/main" id="{195508BE-81F3-8507-3923-0F4B672E7B52}"/>
                </a:ext>
              </a:extLst>
            </p:cNvPr>
            <p:cNvSpPr txBox="1">
              <a:spLocks noChangeArrowheads="1"/>
            </p:cNvSpPr>
            <p:nvPr/>
          </p:nvSpPr>
          <p:spPr bwMode="auto">
            <a:xfrm>
              <a:off x="5334000" y="1867989"/>
              <a:ext cx="611778" cy="4526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D</a:t>
              </a:r>
              <a:endParaRPr lang="en-GB" altLang="en-US"/>
            </a:p>
          </p:txBody>
        </p:sp>
        <p:sp>
          <p:nvSpPr>
            <p:cNvPr id="21574" name="TextBox 98">
              <a:extLst>
                <a:ext uri="{FF2B5EF4-FFF2-40B4-BE49-F238E27FC236}">
                  <a16:creationId xmlns:a16="http://schemas.microsoft.com/office/drawing/2014/main" id="{76E23995-6B84-3931-9912-499BD723E61A}"/>
                </a:ext>
              </a:extLst>
            </p:cNvPr>
            <p:cNvSpPr txBox="1">
              <a:spLocks noChangeArrowheads="1"/>
            </p:cNvSpPr>
            <p:nvPr/>
          </p:nvSpPr>
          <p:spPr bwMode="auto">
            <a:xfrm>
              <a:off x="7036526" y="1905000"/>
              <a:ext cx="611778" cy="4526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D</a:t>
              </a:r>
              <a:endParaRPr lang="en-GB" altLang="en-US"/>
            </a:p>
          </p:txBody>
        </p:sp>
        <p:cxnSp>
          <p:nvCxnSpPr>
            <p:cNvPr id="21575" name="Straight Connector 101">
              <a:extLst>
                <a:ext uri="{FF2B5EF4-FFF2-40B4-BE49-F238E27FC236}">
                  <a16:creationId xmlns:a16="http://schemas.microsoft.com/office/drawing/2014/main" id="{0F654C61-0E52-8224-A993-EAC9BC550B6A}"/>
                </a:ext>
              </a:extLst>
            </p:cNvPr>
            <p:cNvCxnSpPr>
              <a:cxnSpLocks noChangeShapeType="1"/>
            </p:cNvCxnSpPr>
            <p:nvPr/>
          </p:nvCxnSpPr>
          <p:spPr bwMode="auto">
            <a:xfrm rot="5400000" flipH="1" flipV="1">
              <a:off x="7508966" y="2137158"/>
              <a:ext cx="1188720" cy="1588"/>
            </a:xfrm>
            <a:prstGeom prst="line">
              <a:avLst/>
            </a:prstGeom>
            <a:noFill/>
            <a:ln w="28575" algn="ctr">
              <a:solidFill>
                <a:schemeClr val="tx1"/>
              </a:solidFill>
              <a:round/>
              <a:headEnd type="oval" w="med" len="med"/>
              <a:tailEnd/>
            </a:ln>
            <a:extLst>
              <a:ext uri="{909E8E84-426E-40DD-AFC4-6F175D3DCCD1}">
                <a14:hiddenFill xmlns:a14="http://schemas.microsoft.com/office/drawing/2010/main">
                  <a:noFill/>
                </a14:hiddenFill>
              </a:ext>
            </a:extLst>
          </p:spPr>
        </p:cxnSp>
        <p:cxnSp>
          <p:nvCxnSpPr>
            <p:cNvPr id="21576" name="Straight Connector 103">
              <a:extLst>
                <a:ext uri="{FF2B5EF4-FFF2-40B4-BE49-F238E27FC236}">
                  <a16:creationId xmlns:a16="http://schemas.microsoft.com/office/drawing/2014/main" id="{A1D26FEB-8C5E-1FCE-C2E7-C6987BCF9C0D}"/>
                </a:ext>
              </a:extLst>
            </p:cNvPr>
            <p:cNvCxnSpPr>
              <a:cxnSpLocks noChangeShapeType="1"/>
            </p:cNvCxnSpPr>
            <p:nvPr/>
          </p:nvCxnSpPr>
          <p:spPr bwMode="auto">
            <a:xfrm rot="10800000">
              <a:off x="6855823" y="1550126"/>
              <a:ext cx="1234440" cy="1588"/>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21577" name="Straight Connector 105">
              <a:extLst>
                <a:ext uri="{FF2B5EF4-FFF2-40B4-BE49-F238E27FC236}">
                  <a16:creationId xmlns:a16="http://schemas.microsoft.com/office/drawing/2014/main" id="{827DF14E-E965-3D5E-D1CC-FA55DD8F1F26}"/>
                </a:ext>
              </a:extLst>
            </p:cNvPr>
            <p:cNvCxnSpPr>
              <a:cxnSpLocks noChangeShapeType="1"/>
            </p:cNvCxnSpPr>
            <p:nvPr/>
          </p:nvCxnSpPr>
          <p:spPr bwMode="auto">
            <a:xfrm rot="5400000">
              <a:off x="6556901" y="1825099"/>
              <a:ext cx="576072" cy="1588"/>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21578" name="Straight Connector 108">
              <a:extLst>
                <a:ext uri="{FF2B5EF4-FFF2-40B4-BE49-F238E27FC236}">
                  <a16:creationId xmlns:a16="http://schemas.microsoft.com/office/drawing/2014/main" id="{65A81DF6-713F-EA33-55CC-8C394D6ED6D0}"/>
                </a:ext>
              </a:extLst>
            </p:cNvPr>
            <p:cNvCxnSpPr>
              <a:cxnSpLocks noChangeShapeType="1"/>
            </p:cNvCxnSpPr>
            <p:nvPr/>
          </p:nvCxnSpPr>
          <p:spPr bwMode="auto">
            <a:xfrm rot="5400000">
              <a:off x="4868232" y="1824305"/>
              <a:ext cx="576072" cy="1588"/>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21579" name="Straight Connector 109">
              <a:extLst>
                <a:ext uri="{FF2B5EF4-FFF2-40B4-BE49-F238E27FC236}">
                  <a16:creationId xmlns:a16="http://schemas.microsoft.com/office/drawing/2014/main" id="{689386E0-9D8F-E79E-EEC2-F4CCA591EB8F}"/>
                </a:ext>
              </a:extLst>
            </p:cNvPr>
            <p:cNvCxnSpPr>
              <a:cxnSpLocks noChangeShapeType="1"/>
            </p:cNvCxnSpPr>
            <p:nvPr/>
          </p:nvCxnSpPr>
          <p:spPr bwMode="auto">
            <a:xfrm rot="10800000">
              <a:off x="5144589" y="1550126"/>
              <a:ext cx="1234440" cy="1588"/>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21580" name="Straight Connector 110">
              <a:extLst>
                <a:ext uri="{FF2B5EF4-FFF2-40B4-BE49-F238E27FC236}">
                  <a16:creationId xmlns:a16="http://schemas.microsoft.com/office/drawing/2014/main" id="{9CC85CFE-44B0-899F-F4F6-87546AD4F870}"/>
                </a:ext>
              </a:extLst>
            </p:cNvPr>
            <p:cNvCxnSpPr>
              <a:cxnSpLocks noChangeShapeType="1"/>
            </p:cNvCxnSpPr>
            <p:nvPr/>
          </p:nvCxnSpPr>
          <p:spPr bwMode="auto">
            <a:xfrm rot="5400000" flipH="1" flipV="1">
              <a:off x="5783286" y="2143692"/>
              <a:ext cx="1188720" cy="1588"/>
            </a:xfrm>
            <a:prstGeom prst="line">
              <a:avLst/>
            </a:prstGeom>
            <a:noFill/>
            <a:ln w="28575" algn="ctr">
              <a:solidFill>
                <a:schemeClr val="tx1"/>
              </a:solidFill>
              <a:round/>
              <a:headEnd type="oval" w="med" len="med"/>
              <a:tailEnd/>
            </a:ln>
            <a:extLst>
              <a:ext uri="{909E8E84-426E-40DD-AFC4-6F175D3DCCD1}">
                <a14:hiddenFill xmlns:a14="http://schemas.microsoft.com/office/drawing/2010/main">
                  <a:noFill/>
                </a14:hiddenFill>
              </a:ext>
            </a:extLst>
          </p:spPr>
        </p:cxnSp>
        <p:cxnSp>
          <p:nvCxnSpPr>
            <p:cNvPr id="21581" name="Straight Connector 112">
              <a:extLst>
                <a:ext uri="{FF2B5EF4-FFF2-40B4-BE49-F238E27FC236}">
                  <a16:creationId xmlns:a16="http://schemas.microsoft.com/office/drawing/2014/main" id="{D778E68A-AC95-189F-0C93-5303F47DD3B2}"/>
                </a:ext>
              </a:extLst>
            </p:cNvPr>
            <p:cNvCxnSpPr>
              <a:cxnSpLocks noChangeShapeType="1"/>
            </p:cNvCxnSpPr>
            <p:nvPr/>
          </p:nvCxnSpPr>
          <p:spPr bwMode="auto">
            <a:xfrm rot="5400000">
              <a:off x="3128695" y="1785116"/>
              <a:ext cx="576072" cy="1588"/>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21582" name="Straight Connector 113">
              <a:extLst>
                <a:ext uri="{FF2B5EF4-FFF2-40B4-BE49-F238E27FC236}">
                  <a16:creationId xmlns:a16="http://schemas.microsoft.com/office/drawing/2014/main" id="{EFCD5139-D7E6-73EC-B64B-7644B3314BA5}"/>
                </a:ext>
              </a:extLst>
            </p:cNvPr>
            <p:cNvCxnSpPr>
              <a:cxnSpLocks noChangeShapeType="1"/>
            </p:cNvCxnSpPr>
            <p:nvPr/>
          </p:nvCxnSpPr>
          <p:spPr bwMode="auto">
            <a:xfrm rot="10800000">
              <a:off x="3415937" y="1510937"/>
              <a:ext cx="1188720" cy="1588"/>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21583" name="Straight Connector 114">
              <a:extLst>
                <a:ext uri="{FF2B5EF4-FFF2-40B4-BE49-F238E27FC236}">
                  <a16:creationId xmlns:a16="http://schemas.microsoft.com/office/drawing/2014/main" id="{C2773B40-C2A5-039C-B260-C14E997296EB}"/>
                </a:ext>
              </a:extLst>
            </p:cNvPr>
            <p:cNvCxnSpPr>
              <a:cxnSpLocks noChangeShapeType="1"/>
            </p:cNvCxnSpPr>
            <p:nvPr/>
          </p:nvCxnSpPr>
          <p:spPr bwMode="auto">
            <a:xfrm rot="5400000" flipH="1" flipV="1">
              <a:off x="4004560" y="2091440"/>
              <a:ext cx="1188720" cy="1588"/>
            </a:xfrm>
            <a:prstGeom prst="line">
              <a:avLst/>
            </a:prstGeom>
            <a:noFill/>
            <a:ln w="28575" algn="ctr">
              <a:solidFill>
                <a:schemeClr val="tx1"/>
              </a:solidFill>
              <a:round/>
              <a:headEnd type="oval" w="med" len="med"/>
              <a:tailEnd/>
            </a:ln>
            <a:extLst>
              <a:ext uri="{909E8E84-426E-40DD-AFC4-6F175D3DCCD1}">
                <a14:hiddenFill xmlns:a14="http://schemas.microsoft.com/office/drawing/2010/main">
                  <a:noFill/>
                </a14:hiddenFill>
              </a:ext>
            </a:extLst>
          </p:spPr>
        </p:cxnSp>
        <p:cxnSp>
          <p:nvCxnSpPr>
            <p:cNvPr id="21584" name="Straight Connector 115">
              <a:extLst>
                <a:ext uri="{FF2B5EF4-FFF2-40B4-BE49-F238E27FC236}">
                  <a16:creationId xmlns:a16="http://schemas.microsoft.com/office/drawing/2014/main" id="{A7AE1FFD-E838-8DC9-1869-E50BEC175D9E}"/>
                </a:ext>
              </a:extLst>
            </p:cNvPr>
            <p:cNvCxnSpPr>
              <a:cxnSpLocks noChangeShapeType="1"/>
            </p:cNvCxnSpPr>
            <p:nvPr/>
          </p:nvCxnSpPr>
          <p:spPr bwMode="auto">
            <a:xfrm rot="5400000" flipH="1" flipV="1">
              <a:off x="2321628" y="2087087"/>
              <a:ext cx="1097280" cy="1588"/>
            </a:xfrm>
            <a:prstGeom prst="line">
              <a:avLst/>
            </a:prstGeom>
            <a:noFill/>
            <a:ln w="28575" algn="ctr">
              <a:solidFill>
                <a:schemeClr val="tx1"/>
              </a:solidFill>
              <a:round/>
              <a:headEnd type="oval" w="med" len="med"/>
              <a:tailEnd/>
            </a:ln>
            <a:extLst>
              <a:ext uri="{909E8E84-426E-40DD-AFC4-6F175D3DCCD1}">
                <a14:hiddenFill xmlns:a14="http://schemas.microsoft.com/office/drawing/2010/main">
                  <a:noFill/>
                </a14:hiddenFill>
              </a:ext>
            </a:extLst>
          </p:spPr>
        </p:cxnSp>
        <p:cxnSp>
          <p:nvCxnSpPr>
            <p:cNvPr id="21585" name="Straight Connector 116">
              <a:extLst>
                <a:ext uri="{FF2B5EF4-FFF2-40B4-BE49-F238E27FC236}">
                  <a16:creationId xmlns:a16="http://schemas.microsoft.com/office/drawing/2014/main" id="{0A1EBBDF-C714-9649-DE81-F8C16F99B5F0}"/>
                </a:ext>
              </a:extLst>
            </p:cNvPr>
            <p:cNvCxnSpPr>
              <a:cxnSpLocks noChangeShapeType="1"/>
            </p:cNvCxnSpPr>
            <p:nvPr/>
          </p:nvCxnSpPr>
          <p:spPr bwMode="auto">
            <a:xfrm rot="10800000">
              <a:off x="1687285" y="1537063"/>
              <a:ext cx="1188720" cy="1588"/>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21586" name="Straight Connector 117">
              <a:extLst>
                <a:ext uri="{FF2B5EF4-FFF2-40B4-BE49-F238E27FC236}">
                  <a16:creationId xmlns:a16="http://schemas.microsoft.com/office/drawing/2014/main" id="{3D2F13C6-16A9-1CDE-253E-EB0A1482213F}"/>
                </a:ext>
              </a:extLst>
            </p:cNvPr>
            <p:cNvCxnSpPr>
              <a:cxnSpLocks noChangeShapeType="1"/>
            </p:cNvCxnSpPr>
            <p:nvPr/>
          </p:nvCxnSpPr>
          <p:spPr bwMode="auto">
            <a:xfrm rot="5400000">
              <a:off x="1400043" y="1824305"/>
              <a:ext cx="576072" cy="1588"/>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grpSp>
      <p:graphicFrame>
        <p:nvGraphicFramePr>
          <p:cNvPr id="120" name="Table 119">
            <a:extLst>
              <a:ext uri="{FF2B5EF4-FFF2-40B4-BE49-F238E27FC236}">
                <a16:creationId xmlns:a16="http://schemas.microsoft.com/office/drawing/2014/main" id="{656A1F06-93B3-4B50-B731-94CBE4B511CE}"/>
              </a:ext>
            </a:extLst>
          </p:cNvPr>
          <p:cNvGraphicFramePr>
            <a:graphicFrameLocks noGrp="1"/>
          </p:cNvGraphicFramePr>
          <p:nvPr>
            <p:extLst>
              <p:ext uri="{D42A27DB-BD31-4B8C-83A1-F6EECF244321}">
                <p14:modId xmlns:p14="http://schemas.microsoft.com/office/powerpoint/2010/main" val="3101381602"/>
              </p:ext>
            </p:extLst>
          </p:nvPr>
        </p:nvGraphicFramePr>
        <p:xfrm>
          <a:off x="8773886" y="1257300"/>
          <a:ext cx="1447800" cy="5151441"/>
        </p:xfrm>
        <a:graphic>
          <a:graphicData uri="http://schemas.openxmlformats.org/drawingml/2006/table">
            <a:tbl>
              <a:tblPr firstRow="1" bandRow="1">
                <a:tableStyleId>{5C22544A-7EE6-4342-B048-85BDC9FD1C3A}</a:tableStyleId>
              </a:tblPr>
              <a:tblGrid>
                <a:gridCol w="762000">
                  <a:extLst>
                    <a:ext uri="{9D8B030D-6E8A-4147-A177-3AD203B41FA5}">
                      <a16:colId xmlns:a16="http://schemas.microsoft.com/office/drawing/2014/main" val="20000"/>
                    </a:ext>
                  </a:extLst>
                </a:gridCol>
                <a:gridCol w="685800">
                  <a:extLst>
                    <a:ext uri="{9D8B030D-6E8A-4147-A177-3AD203B41FA5}">
                      <a16:colId xmlns:a16="http://schemas.microsoft.com/office/drawing/2014/main" val="20001"/>
                    </a:ext>
                  </a:extLst>
                </a:gridCol>
              </a:tblGrid>
              <a:tr h="274337">
                <a:tc>
                  <a:txBody>
                    <a:bodyPr/>
                    <a:lstStyle/>
                    <a:p>
                      <a:r>
                        <a:rPr lang="en-US" sz="1200" dirty="0"/>
                        <a:t>UP</a:t>
                      </a:r>
                      <a:endParaRPr lang="en-GB" sz="1200" dirty="0"/>
                    </a:p>
                  </a:txBody>
                  <a:tcPr marT="45723" marB="45723"/>
                </a:tc>
                <a:tc>
                  <a:txBody>
                    <a:bodyPr/>
                    <a:lstStyle/>
                    <a:p>
                      <a:r>
                        <a:rPr lang="en-US" sz="1200" dirty="0"/>
                        <a:t>DOWN</a:t>
                      </a:r>
                      <a:endParaRPr lang="en-GB" sz="1200" dirty="0"/>
                    </a:p>
                  </a:txBody>
                  <a:tcPr marT="45723" marB="45723"/>
                </a:tc>
                <a:extLst>
                  <a:ext uri="{0D108BD9-81ED-4DB2-BD59-A6C34878D82A}">
                    <a16:rowId xmlns:a16="http://schemas.microsoft.com/office/drawing/2014/main" val="10000"/>
                  </a:ext>
                </a:extLst>
              </a:tr>
              <a:tr h="304819">
                <a:tc>
                  <a:txBody>
                    <a:bodyPr/>
                    <a:lstStyle/>
                    <a:p>
                      <a:r>
                        <a:rPr lang="en-US" sz="1400" dirty="0"/>
                        <a:t>0000</a:t>
                      </a:r>
                      <a:endParaRPr lang="en-GB" sz="1400" dirty="0"/>
                    </a:p>
                  </a:txBody>
                  <a:tcPr marT="45723" marB="45723"/>
                </a:tc>
                <a:tc>
                  <a:txBody>
                    <a:bodyPr/>
                    <a:lstStyle/>
                    <a:p>
                      <a:r>
                        <a:rPr lang="en-US" sz="1400" dirty="0"/>
                        <a:t>0000</a:t>
                      </a:r>
                      <a:endParaRPr lang="en-GB" sz="1400" dirty="0"/>
                    </a:p>
                  </a:txBody>
                  <a:tcPr marT="45723" marB="45723"/>
                </a:tc>
                <a:extLst>
                  <a:ext uri="{0D108BD9-81ED-4DB2-BD59-A6C34878D82A}">
                    <a16:rowId xmlns:a16="http://schemas.microsoft.com/office/drawing/2014/main" val="10001"/>
                  </a:ext>
                </a:extLst>
              </a:tr>
              <a:tr h="304819">
                <a:tc>
                  <a:txBody>
                    <a:bodyPr/>
                    <a:lstStyle/>
                    <a:p>
                      <a:r>
                        <a:rPr lang="en-US" sz="1400" dirty="0"/>
                        <a:t>0001</a:t>
                      </a:r>
                      <a:endParaRPr lang="en-GB" sz="1400" dirty="0"/>
                    </a:p>
                  </a:txBody>
                  <a:tcPr marT="45723" marB="45723"/>
                </a:tc>
                <a:tc>
                  <a:txBody>
                    <a:bodyPr/>
                    <a:lstStyle/>
                    <a:p>
                      <a:r>
                        <a:rPr lang="en-US" sz="1400" dirty="0"/>
                        <a:t>1111</a:t>
                      </a:r>
                      <a:endParaRPr lang="en-GB" sz="1400" dirty="0"/>
                    </a:p>
                  </a:txBody>
                  <a:tcPr marT="45723" marB="45723"/>
                </a:tc>
                <a:extLst>
                  <a:ext uri="{0D108BD9-81ED-4DB2-BD59-A6C34878D82A}">
                    <a16:rowId xmlns:a16="http://schemas.microsoft.com/office/drawing/2014/main" val="10002"/>
                  </a:ext>
                </a:extLst>
              </a:tr>
              <a:tr h="304819">
                <a:tc>
                  <a:txBody>
                    <a:bodyPr/>
                    <a:lstStyle/>
                    <a:p>
                      <a:r>
                        <a:rPr lang="en-US" sz="1400" dirty="0"/>
                        <a:t>0010</a:t>
                      </a:r>
                      <a:endParaRPr lang="en-GB" sz="1400" dirty="0"/>
                    </a:p>
                  </a:txBody>
                  <a:tcPr marT="45723" marB="45723"/>
                </a:tc>
                <a:tc>
                  <a:txBody>
                    <a:bodyPr/>
                    <a:lstStyle/>
                    <a:p>
                      <a:r>
                        <a:rPr lang="en-US" sz="1400" dirty="0"/>
                        <a:t>1110</a:t>
                      </a:r>
                      <a:endParaRPr lang="en-GB" sz="1400" dirty="0"/>
                    </a:p>
                  </a:txBody>
                  <a:tcPr marT="45723" marB="45723"/>
                </a:tc>
                <a:extLst>
                  <a:ext uri="{0D108BD9-81ED-4DB2-BD59-A6C34878D82A}">
                    <a16:rowId xmlns:a16="http://schemas.microsoft.com/office/drawing/2014/main" val="10003"/>
                  </a:ext>
                </a:extLst>
              </a:tr>
              <a:tr h="304819">
                <a:tc>
                  <a:txBody>
                    <a:bodyPr/>
                    <a:lstStyle/>
                    <a:p>
                      <a:r>
                        <a:rPr lang="en-US" sz="1400" dirty="0"/>
                        <a:t>0011</a:t>
                      </a:r>
                      <a:endParaRPr lang="en-GB" sz="1400" dirty="0"/>
                    </a:p>
                  </a:txBody>
                  <a:tcPr marT="45723" marB="45723"/>
                </a:tc>
                <a:tc>
                  <a:txBody>
                    <a:bodyPr/>
                    <a:lstStyle/>
                    <a:p>
                      <a:r>
                        <a:rPr lang="en-US" sz="1400" dirty="0"/>
                        <a:t>1101</a:t>
                      </a:r>
                      <a:endParaRPr lang="en-GB" sz="1400" dirty="0"/>
                    </a:p>
                  </a:txBody>
                  <a:tcPr marT="45723" marB="45723"/>
                </a:tc>
                <a:extLst>
                  <a:ext uri="{0D108BD9-81ED-4DB2-BD59-A6C34878D82A}">
                    <a16:rowId xmlns:a16="http://schemas.microsoft.com/office/drawing/2014/main" val="10004"/>
                  </a:ext>
                </a:extLst>
              </a:tr>
              <a:tr h="304819">
                <a:tc>
                  <a:txBody>
                    <a:bodyPr/>
                    <a:lstStyle/>
                    <a:p>
                      <a:r>
                        <a:rPr lang="en-US" sz="1400" dirty="0"/>
                        <a:t>0100</a:t>
                      </a:r>
                      <a:endParaRPr lang="en-GB" sz="1400" dirty="0"/>
                    </a:p>
                  </a:txBody>
                  <a:tcPr marT="45723" marB="45723"/>
                </a:tc>
                <a:tc>
                  <a:txBody>
                    <a:bodyPr/>
                    <a:lstStyle/>
                    <a:p>
                      <a:r>
                        <a:rPr lang="en-US" sz="1400" dirty="0"/>
                        <a:t>1100</a:t>
                      </a:r>
                      <a:endParaRPr lang="en-GB" sz="1400" dirty="0"/>
                    </a:p>
                  </a:txBody>
                  <a:tcPr marT="45723" marB="45723"/>
                </a:tc>
                <a:extLst>
                  <a:ext uri="{0D108BD9-81ED-4DB2-BD59-A6C34878D82A}">
                    <a16:rowId xmlns:a16="http://schemas.microsoft.com/office/drawing/2014/main" val="10005"/>
                  </a:ext>
                </a:extLst>
              </a:tr>
              <a:tr h="304819">
                <a:tc>
                  <a:txBody>
                    <a:bodyPr/>
                    <a:lstStyle/>
                    <a:p>
                      <a:r>
                        <a:rPr lang="en-US" sz="1400" dirty="0"/>
                        <a:t>0101</a:t>
                      </a:r>
                      <a:endParaRPr lang="en-GB" sz="1400" dirty="0"/>
                    </a:p>
                  </a:txBody>
                  <a:tcPr marT="45723" marB="45723"/>
                </a:tc>
                <a:tc>
                  <a:txBody>
                    <a:bodyPr/>
                    <a:lstStyle/>
                    <a:p>
                      <a:r>
                        <a:rPr lang="en-US" sz="1400" dirty="0"/>
                        <a:t>1011</a:t>
                      </a:r>
                      <a:endParaRPr lang="en-GB" sz="1400" dirty="0"/>
                    </a:p>
                  </a:txBody>
                  <a:tcPr marT="45723" marB="45723"/>
                </a:tc>
                <a:extLst>
                  <a:ext uri="{0D108BD9-81ED-4DB2-BD59-A6C34878D82A}">
                    <a16:rowId xmlns:a16="http://schemas.microsoft.com/office/drawing/2014/main" val="10006"/>
                  </a:ext>
                </a:extLst>
              </a:tr>
              <a:tr h="304819">
                <a:tc>
                  <a:txBody>
                    <a:bodyPr/>
                    <a:lstStyle/>
                    <a:p>
                      <a:r>
                        <a:rPr lang="en-US" sz="1400" dirty="0"/>
                        <a:t>0110</a:t>
                      </a:r>
                      <a:endParaRPr lang="en-GB" sz="1400" dirty="0"/>
                    </a:p>
                  </a:txBody>
                  <a:tcPr marT="45723" marB="45723"/>
                </a:tc>
                <a:tc>
                  <a:txBody>
                    <a:bodyPr/>
                    <a:lstStyle/>
                    <a:p>
                      <a:r>
                        <a:rPr lang="en-US" sz="1400" dirty="0"/>
                        <a:t>1010</a:t>
                      </a:r>
                      <a:endParaRPr lang="en-GB" sz="1400" dirty="0"/>
                    </a:p>
                  </a:txBody>
                  <a:tcPr marT="45723" marB="45723"/>
                </a:tc>
                <a:extLst>
                  <a:ext uri="{0D108BD9-81ED-4DB2-BD59-A6C34878D82A}">
                    <a16:rowId xmlns:a16="http://schemas.microsoft.com/office/drawing/2014/main" val="10007"/>
                  </a:ext>
                </a:extLst>
              </a:tr>
              <a:tr h="304819">
                <a:tc>
                  <a:txBody>
                    <a:bodyPr/>
                    <a:lstStyle/>
                    <a:p>
                      <a:r>
                        <a:rPr lang="en-US" sz="1400" dirty="0"/>
                        <a:t>0111</a:t>
                      </a:r>
                      <a:endParaRPr lang="en-GB" sz="1400" dirty="0"/>
                    </a:p>
                  </a:txBody>
                  <a:tcPr marT="45723" marB="45723"/>
                </a:tc>
                <a:tc>
                  <a:txBody>
                    <a:bodyPr/>
                    <a:lstStyle/>
                    <a:p>
                      <a:r>
                        <a:rPr lang="en-US" sz="1400" dirty="0"/>
                        <a:t>1001</a:t>
                      </a:r>
                      <a:endParaRPr lang="en-GB" sz="1400" dirty="0"/>
                    </a:p>
                  </a:txBody>
                  <a:tcPr marT="45723" marB="45723"/>
                </a:tc>
                <a:extLst>
                  <a:ext uri="{0D108BD9-81ED-4DB2-BD59-A6C34878D82A}">
                    <a16:rowId xmlns:a16="http://schemas.microsoft.com/office/drawing/2014/main" val="10008"/>
                  </a:ext>
                </a:extLst>
              </a:tr>
              <a:tr h="304819">
                <a:tc>
                  <a:txBody>
                    <a:bodyPr/>
                    <a:lstStyle/>
                    <a:p>
                      <a:r>
                        <a:rPr lang="en-US" sz="1400" dirty="0"/>
                        <a:t>1000</a:t>
                      </a:r>
                      <a:endParaRPr lang="en-GB" sz="1400" dirty="0"/>
                    </a:p>
                  </a:txBody>
                  <a:tcPr marT="45723" marB="45723"/>
                </a:tc>
                <a:tc>
                  <a:txBody>
                    <a:bodyPr/>
                    <a:lstStyle/>
                    <a:p>
                      <a:r>
                        <a:rPr lang="en-US" sz="1400" dirty="0"/>
                        <a:t>1000</a:t>
                      </a:r>
                      <a:endParaRPr lang="en-GB" sz="1400" dirty="0"/>
                    </a:p>
                  </a:txBody>
                  <a:tcPr marT="45723" marB="45723"/>
                </a:tc>
                <a:extLst>
                  <a:ext uri="{0D108BD9-81ED-4DB2-BD59-A6C34878D82A}">
                    <a16:rowId xmlns:a16="http://schemas.microsoft.com/office/drawing/2014/main" val="10009"/>
                  </a:ext>
                </a:extLst>
              </a:tr>
              <a:tr h="304819">
                <a:tc>
                  <a:txBody>
                    <a:bodyPr/>
                    <a:lstStyle/>
                    <a:p>
                      <a:r>
                        <a:rPr lang="en-US" sz="1400" dirty="0"/>
                        <a:t>1001</a:t>
                      </a:r>
                      <a:endParaRPr lang="en-GB" sz="1400" dirty="0"/>
                    </a:p>
                  </a:txBody>
                  <a:tcPr marT="45723" marB="45723"/>
                </a:tc>
                <a:tc>
                  <a:txBody>
                    <a:bodyPr/>
                    <a:lstStyle/>
                    <a:p>
                      <a:r>
                        <a:rPr lang="en-US" sz="1400" dirty="0"/>
                        <a:t>0111</a:t>
                      </a:r>
                      <a:endParaRPr lang="en-GB" sz="1400" dirty="0"/>
                    </a:p>
                  </a:txBody>
                  <a:tcPr marT="45723" marB="45723"/>
                </a:tc>
                <a:extLst>
                  <a:ext uri="{0D108BD9-81ED-4DB2-BD59-A6C34878D82A}">
                    <a16:rowId xmlns:a16="http://schemas.microsoft.com/office/drawing/2014/main" val="10010"/>
                  </a:ext>
                </a:extLst>
              </a:tr>
              <a:tr h="304819">
                <a:tc>
                  <a:txBody>
                    <a:bodyPr/>
                    <a:lstStyle/>
                    <a:p>
                      <a:r>
                        <a:rPr lang="en-US" sz="1400" dirty="0"/>
                        <a:t>1010</a:t>
                      </a:r>
                      <a:endParaRPr lang="en-GB" sz="1400" dirty="0"/>
                    </a:p>
                  </a:txBody>
                  <a:tcPr marT="45723" marB="45723"/>
                </a:tc>
                <a:tc>
                  <a:txBody>
                    <a:bodyPr/>
                    <a:lstStyle/>
                    <a:p>
                      <a:r>
                        <a:rPr lang="en-US" sz="1400" dirty="0"/>
                        <a:t>0110</a:t>
                      </a:r>
                      <a:endParaRPr lang="en-GB" sz="1400" dirty="0"/>
                    </a:p>
                  </a:txBody>
                  <a:tcPr marT="45723" marB="45723"/>
                </a:tc>
                <a:extLst>
                  <a:ext uri="{0D108BD9-81ED-4DB2-BD59-A6C34878D82A}">
                    <a16:rowId xmlns:a16="http://schemas.microsoft.com/office/drawing/2014/main" val="10011"/>
                  </a:ext>
                </a:extLst>
              </a:tr>
              <a:tr h="304819">
                <a:tc>
                  <a:txBody>
                    <a:bodyPr/>
                    <a:lstStyle/>
                    <a:p>
                      <a:r>
                        <a:rPr lang="en-US" sz="1400" dirty="0"/>
                        <a:t>1011</a:t>
                      </a:r>
                      <a:endParaRPr lang="en-GB" sz="1400" dirty="0"/>
                    </a:p>
                  </a:txBody>
                  <a:tcPr marT="45723" marB="45723"/>
                </a:tc>
                <a:tc>
                  <a:txBody>
                    <a:bodyPr/>
                    <a:lstStyle/>
                    <a:p>
                      <a:r>
                        <a:rPr lang="en-US" sz="1400" dirty="0"/>
                        <a:t>0101</a:t>
                      </a:r>
                      <a:endParaRPr lang="en-GB" sz="1400" dirty="0"/>
                    </a:p>
                  </a:txBody>
                  <a:tcPr marT="45723" marB="45723"/>
                </a:tc>
                <a:extLst>
                  <a:ext uri="{0D108BD9-81ED-4DB2-BD59-A6C34878D82A}">
                    <a16:rowId xmlns:a16="http://schemas.microsoft.com/office/drawing/2014/main" val="10012"/>
                  </a:ext>
                </a:extLst>
              </a:tr>
              <a:tr h="304819">
                <a:tc>
                  <a:txBody>
                    <a:bodyPr/>
                    <a:lstStyle/>
                    <a:p>
                      <a:r>
                        <a:rPr lang="en-US" sz="1400" dirty="0"/>
                        <a:t>1100</a:t>
                      </a:r>
                      <a:endParaRPr lang="en-GB" sz="1400" dirty="0"/>
                    </a:p>
                  </a:txBody>
                  <a:tcPr marT="45723" marB="45723"/>
                </a:tc>
                <a:tc>
                  <a:txBody>
                    <a:bodyPr/>
                    <a:lstStyle/>
                    <a:p>
                      <a:r>
                        <a:rPr lang="en-US" sz="1400" dirty="0"/>
                        <a:t>0100</a:t>
                      </a:r>
                      <a:endParaRPr lang="en-GB" sz="1400" dirty="0"/>
                    </a:p>
                  </a:txBody>
                  <a:tcPr marT="45723" marB="45723"/>
                </a:tc>
                <a:extLst>
                  <a:ext uri="{0D108BD9-81ED-4DB2-BD59-A6C34878D82A}">
                    <a16:rowId xmlns:a16="http://schemas.microsoft.com/office/drawing/2014/main" val="10013"/>
                  </a:ext>
                </a:extLst>
              </a:tr>
              <a:tr h="304819">
                <a:tc>
                  <a:txBody>
                    <a:bodyPr/>
                    <a:lstStyle/>
                    <a:p>
                      <a:r>
                        <a:rPr lang="en-US" sz="1400" dirty="0"/>
                        <a:t>1101</a:t>
                      </a:r>
                      <a:endParaRPr lang="en-GB" sz="1400" dirty="0"/>
                    </a:p>
                  </a:txBody>
                  <a:tcPr marT="45723" marB="45723"/>
                </a:tc>
                <a:tc>
                  <a:txBody>
                    <a:bodyPr/>
                    <a:lstStyle/>
                    <a:p>
                      <a:r>
                        <a:rPr lang="en-US" sz="1400" dirty="0"/>
                        <a:t>0011</a:t>
                      </a:r>
                      <a:endParaRPr lang="en-GB" sz="1400" dirty="0"/>
                    </a:p>
                  </a:txBody>
                  <a:tcPr marT="45723" marB="45723"/>
                </a:tc>
                <a:extLst>
                  <a:ext uri="{0D108BD9-81ED-4DB2-BD59-A6C34878D82A}">
                    <a16:rowId xmlns:a16="http://schemas.microsoft.com/office/drawing/2014/main" val="10014"/>
                  </a:ext>
                </a:extLst>
              </a:tr>
              <a:tr h="304819">
                <a:tc>
                  <a:txBody>
                    <a:bodyPr/>
                    <a:lstStyle/>
                    <a:p>
                      <a:r>
                        <a:rPr lang="en-US" sz="1400" dirty="0"/>
                        <a:t>1110</a:t>
                      </a:r>
                      <a:endParaRPr lang="en-GB" sz="1400" dirty="0"/>
                    </a:p>
                  </a:txBody>
                  <a:tcPr marT="45723" marB="45723"/>
                </a:tc>
                <a:tc>
                  <a:txBody>
                    <a:bodyPr/>
                    <a:lstStyle/>
                    <a:p>
                      <a:r>
                        <a:rPr lang="en-US" sz="1400" dirty="0"/>
                        <a:t>0010</a:t>
                      </a:r>
                      <a:endParaRPr lang="en-GB" sz="1400" dirty="0"/>
                    </a:p>
                  </a:txBody>
                  <a:tcPr marT="45723" marB="45723"/>
                </a:tc>
                <a:extLst>
                  <a:ext uri="{0D108BD9-81ED-4DB2-BD59-A6C34878D82A}">
                    <a16:rowId xmlns:a16="http://schemas.microsoft.com/office/drawing/2014/main" val="10015"/>
                  </a:ext>
                </a:extLst>
              </a:tr>
              <a:tr h="304819">
                <a:tc>
                  <a:txBody>
                    <a:bodyPr/>
                    <a:lstStyle/>
                    <a:p>
                      <a:r>
                        <a:rPr lang="en-US" sz="1400" dirty="0"/>
                        <a:t>1111</a:t>
                      </a:r>
                      <a:endParaRPr lang="en-GB" sz="1400" dirty="0"/>
                    </a:p>
                  </a:txBody>
                  <a:tcPr marT="45723" marB="45723"/>
                </a:tc>
                <a:tc>
                  <a:txBody>
                    <a:bodyPr/>
                    <a:lstStyle/>
                    <a:p>
                      <a:r>
                        <a:rPr lang="en-US" sz="1400" dirty="0"/>
                        <a:t>0001</a:t>
                      </a:r>
                      <a:endParaRPr lang="en-GB" sz="1400" dirty="0"/>
                    </a:p>
                  </a:txBody>
                  <a:tcPr marT="45723" marB="45723"/>
                </a:tc>
                <a:extLst>
                  <a:ext uri="{0D108BD9-81ED-4DB2-BD59-A6C34878D82A}">
                    <a16:rowId xmlns:a16="http://schemas.microsoft.com/office/drawing/2014/main" val="10016"/>
                  </a:ext>
                </a:extLst>
              </a:tr>
            </a:tbl>
          </a:graphicData>
        </a:graphic>
      </p:graphicFrame>
      <p:cxnSp>
        <p:nvCxnSpPr>
          <p:cNvPr id="21564" name="Straight Connector 121">
            <a:extLst>
              <a:ext uri="{FF2B5EF4-FFF2-40B4-BE49-F238E27FC236}">
                <a16:creationId xmlns:a16="http://schemas.microsoft.com/office/drawing/2014/main" id="{8EB29898-2E91-5A0A-D4C3-762417325EB6}"/>
              </a:ext>
            </a:extLst>
          </p:cNvPr>
          <p:cNvCxnSpPr>
            <a:cxnSpLocks noChangeShapeType="1"/>
          </p:cNvCxnSpPr>
          <p:nvPr/>
        </p:nvCxnSpPr>
        <p:spPr bwMode="auto">
          <a:xfrm rot="10800000">
            <a:off x="8545286" y="6210300"/>
            <a:ext cx="228600" cy="1588"/>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21565" name="Straight Connector 122">
            <a:extLst>
              <a:ext uri="{FF2B5EF4-FFF2-40B4-BE49-F238E27FC236}">
                <a16:creationId xmlns:a16="http://schemas.microsoft.com/office/drawing/2014/main" id="{ED24FAA6-767F-3E58-0BA6-47178DA413EF}"/>
              </a:ext>
            </a:extLst>
          </p:cNvPr>
          <p:cNvCxnSpPr>
            <a:cxnSpLocks noChangeShapeType="1"/>
          </p:cNvCxnSpPr>
          <p:nvPr/>
        </p:nvCxnSpPr>
        <p:spPr bwMode="auto">
          <a:xfrm rot="10800000">
            <a:off x="10145486" y="6210300"/>
            <a:ext cx="228600" cy="1588"/>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21566" name="Straight Connector 124">
            <a:extLst>
              <a:ext uri="{FF2B5EF4-FFF2-40B4-BE49-F238E27FC236}">
                <a16:creationId xmlns:a16="http://schemas.microsoft.com/office/drawing/2014/main" id="{6ED755D2-8776-783A-C884-FF99494FC413}"/>
              </a:ext>
            </a:extLst>
          </p:cNvPr>
          <p:cNvCxnSpPr>
            <a:cxnSpLocks noChangeShapeType="1"/>
          </p:cNvCxnSpPr>
          <p:nvPr/>
        </p:nvCxnSpPr>
        <p:spPr bwMode="auto">
          <a:xfrm rot="5400000" flipH="1" flipV="1">
            <a:off x="6307705" y="3963194"/>
            <a:ext cx="4495800" cy="1588"/>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21567" name="Straight Arrow Connector 126">
            <a:extLst>
              <a:ext uri="{FF2B5EF4-FFF2-40B4-BE49-F238E27FC236}">
                <a16:creationId xmlns:a16="http://schemas.microsoft.com/office/drawing/2014/main" id="{34D783CD-CCC8-6EFF-06A5-FCE5CE609D5B}"/>
              </a:ext>
            </a:extLst>
          </p:cNvPr>
          <p:cNvCxnSpPr>
            <a:cxnSpLocks noChangeShapeType="1"/>
          </p:cNvCxnSpPr>
          <p:nvPr/>
        </p:nvCxnSpPr>
        <p:spPr bwMode="auto">
          <a:xfrm>
            <a:off x="8577036" y="1714500"/>
            <a:ext cx="228600" cy="1588"/>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21568" name="Straight Connector 128">
            <a:extLst>
              <a:ext uri="{FF2B5EF4-FFF2-40B4-BE49-F238E27FC236}">
                <a16:creationId xmlns:a16="http://schemas.microsoft.com/office/drawing/2014/main" id="{28057C47-326F-E96C-5A5F-1E4119F8DAC0}"/>
              </a:ext>
            </a:extLst>
          </p:cNvPr>
          <p:cNvCxnSpPr>
            <a:cxnSpLocks noChangeShapeType="1"/>
          </p:cNvCxnSpPr>
          <p:nvPr/>
        </p:nvCxnSpPr>
        <p:spPr bwMode="auto">
          <a:xfrm rot="5400000" flipH="1" flipV="1">
            <a:off x="8111106" y="3953670"/>
            <a:ext cx="4525963" cy="3175"/>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21569" name="Straight Arrow Connector 130">
            <a:extLst>
              <a:ext uri="{FF2B5EF4-FFF2-40B4-BE49-F238E27FC236}">
                <a16:creationId xmlns:a16="http://schemas.microsoft.com/office/drawing/2014/main" id="{BF558A20-6DC8-408C-58E6-2A0E270790AB}"/>
              </a:ext>
            </a:extLst>
          </p:cNvPr>
          <p:cNvCxnSpPr>
            <a:cxnSpLocks noChangeShapeType="1"/>
          </p:cNvCxnSpPr>
          <p:nvPr/>
        </p:nvCxnSpPr>
        <p:spPr bwMode="auto">
          <a:xfrm rot="10800000">
            <a:off x="10145486" y="1670050"/>
            <a:ext cx="228600" cy="1588"/>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sp>
        <p:nvSpPr>
          <p:cNvPr id="3" name="Title 2">
            <a:extLst>
              <a:ext uri="{FF2B5EF4-FFF2-40B4-BE49-F238E27FC236}">
                <a16:creationId xmlns:a16="http://schemas.microsoft.com/office/drawing/2014/main" id="{04FBE3A6-FBF8-B462-B811-4DA91D3F5FFD}"/>
              </a:ext>
            </a:extLst>
          </p:cNvPr>
          <p:cNvSpPr>
            <a:spLocks noGrp="1"/>
          </p:cNvSpPr>
          <p:nvPr>
            <p:ph type="title"/>
          </p:nvPr>
        </p:nvSpPr>
        <p:spPr/>
        <p:txBody>
          <a:bodyPr>
            <a:normAutofit/>
          </a:bodyPr>
          <a:lstStyle/>
          <a:p>
            <a:r>
              <a:rPr lang="en-US" dirty="0"/>
              <a:t>Asynchronous Counters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Заголовок 1">
            <a:extLst>
              <a:ext uri="{FF2B5EF4-FFF2-40B4-BE49-F238E27FC236}">
                <a16:creationId xmlns:a16="http://schemas.microsoft.com/office/drawing/2014/main" id="{DCA6816E-374F-59AD-230E-98A36363C9D7}"/>
              </a:ext>
            </a:extLst>
          </p:cNvPr>
          <p:cNvSpPr>
            <a:spLocks noGrp="1" noChangeArrowheads="1"/>
          </p:cNvSpPr>
          <p:nvPr>
            <p:ph type="title"/>
          </p:nvPr>
        </p:nvSpPr>
        <p:spPr/>
        <p:txBody>
          <a:bodyPr/>
          <a:lstStyle/>
          <a:p>
            <a:r>
              <a:rPr lang="en-US" altLang="en-US"/>
              <a:t>Asynchronous Counters </a:t>
            </a:r>
            <a:endParaRPr lang="ru-RU" altLang="en-US"/>
          </a:p>
        </p:txBody>
      </p:sp>
      <p:sp>
        <p:nvSpPr>
          <p:cNvPr id="22531" name="Объект 2">
            <a:extLst>
              <a:ext uri="{FF2B5EF4-FFF2-40B4-BE49-F238E27FC236}">
                <a16:creationId xmlns:a16="http://schemas.microsoft.com/office/drawing/2014/main" id="{127EE384-7156-18BC-4E82-25FE5C2521C1}"/>
              </a:ext>
            </a:extLst>
          </p:cNvPr>
          <p:cNvSpPr>
            <a:spLocks noGrp="1" noChangeArrowheads="1"/>
          </p:cNvSpPr>
          <p:nvPr>
            <p:ph type="body" sz="quarter" idx="10"/>
          </p:nvPr>
        </p:nvSpPr>
        <p:spPr/>
        <p:txBody>
          <a:bodyPr/>
          <a:lstStyle/>
          <a:p>
            <a:r>
              <a:rPr lang="en-US" altLang="en-US" dirty="0"/>
              <a:t>The worst case - </a:t>
            </a:r>
            <a:r>
              <a:rPr lang="ru-RU" altLang="en-US" dirty="0"/>
              <a:t> </a:t>
            </a:r>
            <a:r>
              <a:rPr lang="en-US" altLang="en-US" dirty="0"/>
              <a:t>the carry propagates to all bits (from the lowest to the highest bit)</a:t>
            </a:r>
            <a:r>
              <a:rPr lang="ru-RU" altLang="en-US" dirty="0"/>
              <a:t>.</a:t>
            </a:r>
            <a:endParaRPr lang="en-US" altLang="en-US" dirty="0"/>
          </a:p>
          <a:p>
            <a:r>
              <a:rPr lang="en-US" altLang="en-US" dirty="0"/>
              <a:t>t</a:t>
            </a:r>
            <a:r>
              <a:rPr lang="ru-RU" altLang="en-US" dirty="0"/>
              <a:t> </a:t>
            </a:r>
            <a:r>
              <a:rPr lang="ru-RU" altLang="en-US" dirty="0">
                <a:sym typeface="Symbol" panose="05050102010706020507" pitchFamily="18" charset="2"/>
              </a:rPr>
              <a:t></a:t>
            </a:r>
            <a:r>
              <a:rPr lang="ru-RU" altLang="en-US" dirty="0"/>
              <a:t> </a:t>
            </a:r>
            <a:r>
              <a:rPr lang="en-US" altLang="en-US" dirty="0"/>
              <a:t>n</a:t>
            </a:r>
            <a:r>
              <a:rPr lang="ru-RU" altLang="en-US" dirty="0">
                <a:sym typeface="Symbol" panose="05050102010706020507" pitchFamily="18" charset="2"/>
              </a:rPr>
              <a:t></a:t>
            </a:r>
            <a:r>
              <a:rPr lang="ru-RU" altLang="en-US" dirty="0"/>
              <a:t>, </a:t>
            </a:r>
            <a:r>
              <a:rPr lang="en-US" altLang="en-US" dirty="0"/>
              <a:t>where</a:t>
            </a:r>
            <a:r>
              <a:rPr lang="ru-RU" altLang="en-US" dirty="0"/>
              <a:t> </a:t>
            </a:r>
            <a:r>
              <a:rPr lang="ru-RU" altLang="en-US" dirty="0">
                <a:sym typeface="Symbol" panose="05050102010706020507" pitchFamily="18" charset="2"/>
              </a:rPr>
              <a:t></a:t>
            </a:r>
            <a:r>
              <a:rPr lang="ru-RU" altLang="en-US" dirty="0"/>
              <a:t> - </a:t>
            </a:r>
            <a:r>
              <a:rPr lang="en-US" altLang="en-US" dirty="0"/>
              <a:t>time of FF switching</a:t>
            </a:r>
            <a:r>
              <a:rPr lang="ru-RU" altLang="en-US" dirty="0"/>
              <a:t>. </a:t>
            </a:r>
            <a:endParaRPr lang="en-US" altLang="en-US" dirty="0"/>
          </a:p>
          <a:p>
            <a:r>
              <a:rPr lang="en-US" altLang="en-US" dirty="0"/>
              <a:t>Maximum frequency of input pulses is limited by possibilities of FF of the lowest bit as all the following bits are switched by lower frequencies. </a:t>
            </a:r>
          </a:p>
          <a:p>
            <a:r>
              <a:rPr lang="en-US" altLang="en-US" dirty="0"/>
              <a:t>Advantage:</a:t>
            </a:r>
            <a:r>
              <a:rPr lang="ru-RU" altLang="en-US" dirty="0"/>
              <a:t> </a:t>
            </a:r>
            <a:endParaRPr lang="en-US" altLang="en-US" dirty="0"/>
          </a:p>
          <a:p>
            <a:pPr lvl="1"/>
            <a:r>
              <a:rPr lang="en-US" altLang="en-US" dirty="0"/>
              <a:t>Simplicity of the circuit</a:t>
            </a:r>
          </a:p>
          <a:p>
            <a:r>
              <a:rPr lang="en-US" altLang="en-US" dirty="0"/>
              <a:t>Disadvantages:</a:t>
            </a:r>
            <a:r>
              <a:rPr lang="ru-RU" altLang="en-US" dirty="0"/>
              <a:t> </a:t>
            </a:r>
            <a:endParaRPr lang="en-US" altLang="en-US" dirty="0"/>
          </a:p>
          <a:p>
            <a:pPr lvl="1"/>
            <a:r>
              <a:rPr lang="en-US" altLang="en-US" dirty="0"/>
              <a:t>Relatively low performance</a:t>
            </a:r>
          </a:p>
          <a:p>
            <a:pPr lvl="1"/>
            <a:r>
              <a:rPr lang="en-US" altLang="en-US" dirty="0"/>
              <a:t>Occurrence of false states because of delays of FF switching in transition processes.</a:t>
            </a:r>
          </a:p>
          <a:p>
            <a:endParaRPr lang="ru-RU" alt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4">
            <a:extLst>
              <a:ext uri="{FF2B5EF4-FFF2-40B4-BE49-F238E27FC236}">
                <a16:creationId xmlns:a16="http://schemas.microsoft.com/office/drawing/2014/main" id="{D2CBE7F0-3673-A4C0-C988-4BE5097D00D1}"/>
              </a:ext>
            </a:extLst>
          </p:cNvPr>
          <p:cNvSpPr>
            <a:spLocks noGrp="1" noChangeArrowheads="1"/>
          </p:cNvSpPr>
          <p:nvPr>
            <p:ph type="title"/>
          </p:nvPr>
        </p:nvSpPr>
        <p:spPr/>
        <p:txBody>
          <a:bodyPr/>
          <a:lstStyle/>
          <a:p>
            <a:r>
              <a:rPr lang="en-GB" altLang="en-US"/>
              <a:t>Asynchronous Modulo 8 Up-Down Counter </a:t>
            </a:r>
            <a:endParaRPr lang="ru-RU" altLang="en-US"/>
          </a:p>
        </p:txBody>
      </p:sp>
      <p:grpSp>
        <p:nvGrpSpPr>
          <p:cNvPr id="23555" name="Группа 2">
            <a:extLst>
              <a:ext uri="{FF2B5EF4-FFF2-40B4-BE49-F238E27FC236}">
                <a16:creationId xmlns:a16="http://schemas.microsoft.com/office/drawing/2014/main" id="{260C73BD-1520-46D1-BDE5-D4E55AC767C1}"/>
              </a:ext>
            </a:extLst>
          </p:cNvPr>
          <p:cNvGrpSpPr>
            <a:grpSpLocks/>
          </p:cNvGrpSpPr>
          <p:nvPr/>
        </p:nvGrpSpPr>
        <p:grpSpPr bwMode="auto">
          <a:xfrm>
            <a:off x="1828801" y="1600201"/>
            <a:ext cx="8939213" cy="3825875"/>
            <a:chOff x="304800" y="1600200"/>
            <a:chExt cx="8939213" cy="3825316"/>
          </a:xfrm>
        </p:grpSpPr>
        <p:sp>
          <p:nvSpPr>
            <p:cNvPr id="23556" name="Text Box 82">
              <a:extLst>
                <a:ext uri="{FF2B5EF4-FFF2-40B4-BE49-F238E27FC236}">
                  <a16:creationId xmlns:a16="http://schemas.microsoft.com/office/drawing/2014/main" id="{B76A052C-0802-D319-EF3F-970651397B5A}"/>
                </a:ext>
              </a:extLst>
            </p:cNvPr>
            <p:cNvSpPr txBox="1">
              <a:spLocks noChangeArrowheads="1"/>
            </p:cNvSpPr>
            <p:nvPr/>
          </p:nvSpPr>
          <p:spPr bwMode="auto">
            <a:xfrm>
              <a:off x="8486775" y="2774950"/>
              <a:ext cx="757238" cy="555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t>q</a:t>
              </a:r>
              <a:r>
                <a:rPr lang="en-US" altLang="en-US" sz="1600" baseline="-25000"/>
                <a:t>2</a:t>
              </a:r>
              <a:endParaRPr lang="en-US" altLang="en-US" sz="1600"/>
            </a:p>
            <a:p>
              <a:pPr eaLnBrk="1" hangingPunct="1"/>
              <a:endParaRPr lang="ru-RU" altLang="en-US" sz="1600"/>
            </a:p>
          </p:txBody>
        </p:sp>
        <p:grpSp>
          <p:nvGrpSpPr>
            <p:cNvPr id="23557" name="Группа 1">
              <a:extLst>
                <a:ext uri="{FF2B5EF4-FFF2-40B4-BE49-F238E27FC236}">
                  <a16:creationId xmlns:a16="http://schemas.microsoft.com/office/drawing/2014/main" id="{3D088D2B-85EF-348A-70A5-A6D2938DFEF5}"/>
                </a:ext>
              </a:extLst>
            </p:cNvPr>
            <p:cNvGrpSpPr>
              <a:grpSpLocks/>
            </p:cNvGrpSpPr>
            <p:nvPr/>
          </p:nvGrpSpPr>
          <p:grpSpPr bwMode="auto">
            <a:xfrm>
              <a:off x="304800" y="1600200"/>
              <a:ext cx="8534401" cy="3825316"/>
              <a:chOff x="304800" y="1600200"/>
              <a:chExt cx="8534401" cy="3825316"/>
            </a:xfrm>
          </p:grpSpPr>
          <p:sp>
            <p:nvSpPr>
              <p:cNvPr id="23558" name="Line 76">
                <a:extLst>
                  <a:ext uri="{FF2B5EF4-FFF2-40B4-BE49-F238E27FC236}">
                    <a16:creationId xmlns:a16="http://schemas.microsoft.com/office/drawing/2014/main" id="{6C4410FB-98BC-79E0-D595-36C39533894B}"/>
                  </a:ext>
                </a:extLst>
              </p:cNvPr>
              <p:cNvSpPr>
                <a:spLocks noChangeShapeType="1"/>
              </p:cNvSpPr>
              <p:nvPr/>
            </p:nvSpPr>
            <p:spPr bwMode="auto">
              <a:xfrm>
                <a:off x="7891463" y="3909219"/>
                <a:ext cx="0" cy="29175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559" name="Line 6">
                <a:extLst>
                  <a:ext uri="{FF2B5EF4-FFF2-40B4-BE49-F238E27FC236}">
                    <a16:creationId xmlns:a16="http://schemas.microsoft.com/office/drawing/2014/main" id="{333507F8-CD15-2803-30A4-AB6D911BF0FB}"/>
                  </a:ext>
                </a:extLst>
              </p:cNvPr>
              <p:cNvSpPr>
                <a:spLocks noChangeShapeType="1"/>
              </p:cNvSpPr>
              <p:nvPr/>
            </p:nvSpPr>
            <p:spPr bwMode="auto">
              <a:xfrm flipV="1">
                <a:off x="1273175" y="2106613"/>
                <a:ext cx="457676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392" name="Rectangle 7">
                <a:extLst>
                  <a:ext uri="{FF2B5EF4-FFF2-40B4-BE49-F238E27FC236}">
                    <a16:creationId xmlns:a16="http://schemas.microsoft.com/office/drawing/2014/main" id="{09956F29-B2BB-4D20-BEAC-C48579B61A11}"/>
                  </a:ext>
                </a:extLst>
              </p:cNvPr>
              <p:cNvSpPr>
                <a:spLocks noChangeArrowheads="1"/>
              </p:cNvSpPr>
              <p:nvPr/>
            </p:nvSpPr>
            <p:spPr bwMode="auto">
              <a:xfrm>
                <a:off x="4618038" y="2501768"/>
                <a:ext cx="809625" cy="1330131"/>
              </a:xfrm>
              <a:prstGeom prst="rect">
                <a:avLst/>
              </a:prstGeom>
              <a:solidFill>
                <a:schemeClr val="accent1">
                  <a:lumMod val="40000"/>
                  <a:lumOff val="60000"/>
                </a:schemeClr>
              </a:solidFill>
              <a:ln w="25400">
                <a:solidFill>
                  <a:srgbClr val="000000"/>
                </a:solidFill>
                <a:miter lim="800000"/>
                <a:headEnd/>
                <a:tailEnd/>
              </a:ln>
            </p:spPr>
            <p:txBody>
              <a:bodyPr/>
              <a:lstStyle/>
              <a:p>
                <a:pPr eaLnBrk="1" hangingPunct="1">
                  <a:defRPr/>
                </a:pPr>
                <a:endParaRPr lang="ru-RU" sz="1600"/>
              </a:p>
            </p:txBody>
          </p:sp>
          <p:sp>
            <p:nvSpPr>
              <p:cNvPr id="16393" name="Rectangle 8">
                <a:extLst>
                  <a:ext uri="{FF2B5EF4-FFF2-40B4-BE49-F238E27FC236}">
                    <a16:creationId xmlns:a16="http://schemas.microsoft.com/office/drawing/2014/main" id="{B9EAE7EB-89AC-4A4D-9239-06563E11DD41}"/>
                  </a:ext>
                </a:extLst>
              </p:cNvPr>
              <p:cNvSpPr>
                <a:spLocks noChangeArrowheads="1"/>
              </p:cNvSpPr>
              <p:nvPr/>
            </p:nvSpPr>
            <p:spPr bwMode="auto">
              <a:xfrm>
                <a:off x="1752600" y="2514466"/>
                <a:ext cx="808038" cy="1330131"/>
              </a:xfrm>
              <a:prstGeom prst="rect">
                <a:avLst/>
              </a:prstGeom>
              <a:solidFill>
                <a:schemeClr val="accent1">
                  <a:lumMod val="40000"/>
                  <a:lumOff val="60000"/>
                </a:schemeClr>
              </a:solidFill>
              <a:ln w="25400">
                <a:solidFill>
                  <a:srgbClr val="000000"/>
                </a:solidFill>
                <a:miter lim="800000"/>
                <a:headEnd/>
                <a:tailEnd/>
              </a:ln>
            </p:spPr>
            <p:txBody>
              <a:bodyPr/>
              <a:lstStyle/>
              <a:p>
                <a:pPr eaLnBrk="1" hangingPunct="1">
                  <a:defRPr/>
                </a:pPr>
                <a:endParaRPr lang="ru-RU" sz="1600"/>
              </a:p>
            </p:txBody>
          </p:sp>
          <p:sp>
            <p:nvSpPr>
              <p:cNvPr id="23562" name="Oval 9">
                <a:extLst>
                  <a:ext uri="{FF2B5EF4-FFF2-40B4-BE49-F238E27FC236}">
                    <a16:creationId xmlns:a16="http://schemas.microsoft.com/office/drawing/2014/main" id="{9CEB6CB0-417A-2B89-FCDA-A237B1B1AF03}"/>
                  </a:ext>
                </a:extLst>
              </p:cNvPr>
              <p:cNvSpPr>
                <a:spLocks noChangeArrowheads="1"/>
              </p:cNvSpPr>
              <p:nvPr/>
            </p:nvSpPr>
            <p:spPr bwMode="auto">
              <a:xfrm>
                <a:off x="2546350" y="3489325"/>
                <a:ext cx="138113" cy="147638"/>
              </a:xfrm>
              <a:prstGeom prst="ellipse">
                <a:avLst/>
              </a:prstGeom>
              <a:solidFill>
                <a:srgbClr val="FFFFFF"/>
              </a:solidFill>
              <a:ln w="25400">
                <a:solidFill>
                  <a:srgbClr val="000000"/>
                </a:solidFill>
                <a:round/>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sz="1600"/>
              </a:p>
            </p:txBody>
          </p:sp>
          <p:sp>
            <p:nvSpPr>
              <p:cNvPr id="23563" name="Line 10">
                <a:extLst>
                  <a:ext uri="{FF2B5EF4-FFF2-40B4-BE49-F238E27FC236}">
                    <a16:creationId xmlns:a16="http://schemas.microsoft.com/office/drawing/2014/main" id="{94EE7741-9BF4-7A1B-5538-64F2D0D7DE19}"/>
                  </a:ext>
                </a:extLst>
              </p:cNvPr>
              <p:cNvSpPr>
                <a:spLocks noChangeShapeType="1"/>
              </p:cNvSpPr>
              <p:nvPr/>
            </p:nvSpPr>
            <p:spPr bwMode="auto">
              <a:xfrm>
                <a:off x="2576513" y="2744788"/>
                <a:ext cx="63182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564" name="Line 11">
                <a:extLst>
                  <a:ext uri="{FF2B5EF4-FFF2-40B4-BE49-F238E27FC236}">
                    <a16:creationId xmlns:a16="http://schemas.microsoft.com/office/drawing/2014/main" id="{414BF77A-88A9-ABE4-5CA0-3CD91EA05E64}"/>
                  </a:ext>
                </a:extLst>
              </p:cNvPr>
              <p:cNvSpPr>
                <a:spLocks noChangeShapeType="1"/>
              </p:cNvSpPr>
              <p:nvPr/>
            </p:nvSpPr>
            <p:spPr bwMode="auto">
              <a:xfrm>
                <a:off x="2701925" y="3565525"/>
                <a:ext cx="46990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565" name="Line 12">
                <a:extLst>
                  <a:ext uri="{FF2B5EF4-FFF2-40B4-BE49-F238E27FC236}">
                    <a16:creationId xmlns:a16="http://schemas.microsoft.com/office/drawing/2014/main" id="{DF5085CC-DBB3-9531-A0AB-C9842B188EBC}"/>
                  </a:ext>
                </a:extLst>
              </p:cNvPr>
              <p:cNvSpPr>
                <a:spLocks noChangeShapeType="1"/>
              </p:cNvSpPr>
              <p:nvPr/>
            </p:nvSpPr>
            <p:spPr bwMode="auto">
              <a:xfrm>
                <a:off x="4418013" y="3149600"/>
                <a:ext cx="185738"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566" name="Line 13">
                <a:extLst>
                  <a:ext uri="{FF2B5EF4-FFF2-40B4-BE49-F238E27FC236}">
                    <a16:creationId xmlns:a16="http://schemas.microsoft.com/office/drawing/2014/main" id="{63659332-002B-DC25-1785-B1B6464B6C34}"/>
                  </a:ext>
                </a:extLst>
              </p:cNvPr>
              <p:cNvSpPr>
                <a:spLocks noChangeShapeType="1"/>
              </p:cNvSpPr>
              <p:nvPr/>
            </p:nvSpPr>
            <p:spPr bwMode="auto">
              <a:xfrm>
                <a:off x="1406525" y="3195638"/>
                <a:ext cx="32861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567" name="Text Box 14">
                <a:extLst>
                  <a:ext uri="{FF2B5EF4-FFF2-40B4-BE49-F238E27FC236}">
                    <a16:creationId xmlns:a16="http://schemas.microsoft.com/office/drawing/2014/main" id="{859AF1CA-728B-CC26-8DC8-A24C93B5D150}"/>
                  </a:ext>
                </a:extLst>
              </p:cNvPr>
              <p:cNvSpPr txBox="1">
                <a:spLocks noChangeArrowheads="1"/>
              </p:cNvSpPr>
              <p:nvPr/>
            </p:nvSpPr>
            <p:spPr bwMode="auto">
              <a:xfrm>
                <a:off x="304800" y="3025775"/>
                <a:ext cx="992188" cy="555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000"/>
                  <a:t>Input</a:t>
                </a:r>
              </a:p>
              <a:p>
                <a:pPr eaLnBrk="1" hangingPunct="1"/>
                <a:endParaRPr lang="ru-RU" altLang="en-US" sz="2000"/>
              </a:p>
            </p:txBody>
          </p:sp>
          <p:sp>
            <p:nvSpPr>
              <p:cNvPr id="23568" name="Text Box 15">
                <a:extLst>
                  <a:ext uri="{FF2B5EF4-FFF2-40B4-BE49-F238E27FC236}">
                    <a16:creationId xmlns:a16="http://schemas.microsoft.com/office/drawing/2014/main" id="{CE1D385D-3AAD-48AB-683C-2282DB6BBD94}"/>
                  </a:ext>
                </a:extLst>
              </p:cNvPr>
              <p:cNvSpPr txBox="1">
                <a:spLocks noChangeArrowheads="1"/>
              </p:cNvSpPr>
              <p:nvPr/>
            </p:nvSpPr>
            <p:spPr bwMode="auto">
              <a:xfrm>
                <a:off x="304800" y="4384675"/>
                <a:ext cx="3179763" cy="41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000"/>
                  <a:t>Down_Count</a:t>
                </a:r>
              </a:p>
              <a:p>
                <a:pPr eaLnBrk="1" hangingPunct="1"/>
                <a:endParaRPr lang="ru-RU" altLang="en-US" sz="2000"/>
              </a:p>
            </p:txBody>
          </p:sp>
          <p:sp>
            <p:nvSpPr>
              <p:cNvPr id="23569" name="Text Box 16">
                <a:extLst>
                  <a:ext uri="{FF2B5EF4-FFF2-40B4-BE49-F238E27FC236}">
                    <a16:creationId xmlns:a16="http://schemas.microsoft.com/office/drawing/2014/main" id="{7091E70E-0F0F-15F8-A57B-5CC576DC960C}"/>
                  </a:ext>
                </a:extLst>
              </p:cNvPr>
              <p:cNvSpPr txBox="1">
                <a:spLocks noChangeArrowheads="1"/>
              </p:cNvSpPr>
              <p:nvPr/>
            </p:nvSpPr>
            <p:spPr bwMode="auto">
              <a:xfrm>
                <a:off x="304800" y="1600200"/>
                <a:ext cx="1717675" cy="611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000"/>
                  <a:t>Up_Count</a:t>
                </a:r>
              </a:p>
              <a:p>
                <a:pPr eaLnBrk="1" hangingPunct="1"/>
                <a:endParaRPr lang="ru-RU" altLang="en-US" sz="2000"/>
              </a:p>
              <a:p>
                <a:pPr eaLnBrk="1" hangingPunct="1"/>
                <a:endParaRPr lang="ru-RU" altLang="en-US" sz="2000"/>
              </a:p>
            </p:txBody>
          </p:sp>
          <p:sp>
            <p:nvSpPr>
              <p:cNvPr id="16402" name="Freeform 17">
                <a:extLst>
                  <a:ext uri="{FF2B5EF4-FFF2-40B4-BE49-F238E27FC236}">
                    <a16:creationId xmlns:a16="http://schemas.microsoft.com/office/drawing/2014/main" id="{E704F651-3836-4F6A-B60C-0389005EE674}"/>
                  </a:ext>
                </a:extLst>
              </p:cNvPr>
              <p:cNvSpPr>
                <a:spLocks/>
              </p:cNvSpPr>
              <p:nvPr/>
            </p:nvSpPr>
            <p:spPr bwMode="auto">
              <a:xfrm>
                <a:off x="1754188" y="3109692"/>
                <a:ext cx="163512" cy="177774"/>
              </a:xfrm>
              <a:custGeom>
                <a:avLst/>
                <a:gdLst>
                  <a:gd name="T0" fmla="*/ 0 w 129"/>
                  <a:gd name="T1" fmla="*/ 2147483647 h 133"/>
                  <a:gd name="T2" fmla="*/ 2147483647 w 129"/>
                  <a:gd name="T3" fmla="*/ 2147483647 h 133"/>
                  <a:gd name="T4" fmla="*/ 0 w 129"/>
                  <a:gd name="T5" fmla="*/ 0 h 133"/>
                  <a:gd name="T6" fmla="*/ 0 60000 65536"/>
                  <a:gd name="T7" fmla="*/ 0 60000 65536"/>
                  <a:gd name="T8" fmla="*/ 0 60000 65536"/>
                  <a:gd name="T9" fmla="*/ 0 w 129"/>
                  <a:gd name="T10" fmla="*/ 0 h 133"/>
                  <a:gd name="T11" fmla="*/ 129 w 129"/>
                  <a:gd name="T12" fmla="*/ 133 h 133"/>
                </a:gdLst>
                <a:ahLst/>
                <a:cxnLst>
                  <a:cxn ang="T6">
                    <a:pos x="T0" y="T1"/>
                  </a:cxn>
                  <a:cxn ang="T7">
                    <a:pos x="T2" y="T3"/>
                  </a:cxn>
                  <a:cxn ang="T8">
                    <a:pos x="T4" y="T5"/>
                  </a:cxn>
                </a:cxnLst>
                <a:rect l="T9" t="T10" r="T11" b="T12"/>
                <a:pathLst>
                  <a:path w="129" h="133">
                    <a:moveTo>
                      <a:pt x="0" y="133"/>
                    </a:moveTo>
                    <a:lnTo>
                      <a:pt x="129" y="66"/>
                    </a:lnTo>
                    <a:lnTo>
                      <a:pt x="0" y="0"/>
                    </a:lnTo>
                  </a:path>
                </a:pathLst>
              </a:custGeom>
              <a:solidFill>
                <a:schemeClr val="accent1">
                  <a:lumMod val="40000"/>
                  <a:lumOff val="60000"/>
                </a:schemeClr>
              </a:solidFill>
              <a:ln w="25400" cap="flat">
                <a:solidFill>
                  <a:srgbClr val="000000"/>
                </a:solidFill>
                <a:prstDash val="solid"/>
                <a:miter lim="800000"/>
                <a:headEnd/>
                <a:tailEnd/>
              </a:ln>
            </p:spPr>
            <p:txBody>
              <a:bodyPr/>
              <a:lstStyle/>
              <a:p>
                <a:pPr eaLnBrk="1" hangingPunct="1">
                  <a:defRPr/>
                </a:pPr>
                <a:endParaRPr lang="en-GB"/>
              </a:p>
            </p:txBody>
          </p:sp>
          <p:sp>
            <p:nvSpPr>
              <p:cNvPr id="16403" name="Freeform 18">
                <a:extLst>
                  <a:ext uri="{FF2B5EF4-FFF2-40B4-BE49-F238E27FC236}">
                    <a16:creationId xmlns:a16="http://schemas.microsoft.com/office/drawing/2014/main" id="{97AE18CE-00AE-477D-A0BD-6ADA9FD2AAC8}"/>
                  </a:ext>
                </a:extLst>
              </p:cNvPr>
              <p:cNvSpPr>
                <a:spLocks/>
              </p:cNvSpPr>
              <p:nvPr/>
            </p:nvSpPr>
            <p:spPr bwMode="auto">
              <a:xfrm>
                <a:off x="4632325" y="3084296"/>
                <a:ext cx="165100" cy="177774"/>
              </a:xfrm>
              <a:custGeom>
                <a:avLst/>
                <a:gdLst>
                  <a:gd name="T0" fmla="*/ 0 w 129"/>
                  <a:gd name="T1" fmla="*/ 2147483647 h 133"/>
                  <a:gd name="T2" fmla="*/ 2147483647 w 129"/>
                  <a:gd name="T3" fmla="*/ 2147483647 h 133"/>
                  <a:gd name="T4" fmla="*/ 0 w 129"/>
                  <a:gd name="T5" fmla="*/ 0 h 133"/>
                  <a:gd name="T6" fmla="*/ 0 60000 65536"/>
                  <a:gd name="T7" fmla="*/ 0 60000 65536"/>
                  <a:gd name="T8" fmla="*/ 0 60000 65536"/>
                  <a:gd name="T9" fmla="*/ 0 w 129"/>
                  <a:gd name="T10" fmla="*/ 0 h 133"/>
                  <a:gd name="T11" fmla="*/ 129 w 129"/>
                  <a:gd name="T12" fmla="*/ 133 h 133"/>
                </a:gdLst>
                <a:ahLst/>
                <a:cxnLst>
                  <a:cxn ang="T6">
                    <a:pos x="T0" y="T1"/>
                  </a:cxn>
                  <a:cxn ang="T7">
                    <a:pos x="T2" y="T3"/>
                  </a:cxn>
                  <a:cxn ang="T8">
                    <a:pos x="T4" y="T5"/>
                  </a:cxn>
                </a:cxnLst>
                <a:rect l="T9" t="T10" r="T11" b="T12"/>
                <a:pathLst>
                  <a:path w="129" h="133">
                    <a:moveTo>
                      <a:pt x="0" y="133"/>
                    </a:moveTo>
                    <a:lnTo>
                      <a:pt x="129" y="66"/>
                    </a:lnTo>
                    <a:lnTo>
                      <a:pt x="0" y="0"/>
                    </a:lnTo>
                  </a:path>
                </a:pathLst>
              </a:custGeom>
              <a:solidFill>
                <a:schemeClr val="accent1">
                  <a:lumMod val="40000"/>
                  <a:lumOff val="60000"/>
                </a:schemeClr>
              </a:solidFill>
              <a:ln w="25400" cap="flat">
                <a:solidFill>
                  <a:srgbClr val="000000"/>
                </a:solidFill>
                <a:prstDash val="solid"/>
                <a:miter lim="800000"/>
                <a:headEnd/>
                <a:tailEnd/>
              </a:ln>
            </p:spPr>
            <p:txBody>
              <a:bodyPr/>
              <a:lstStyle/>
              <a:p>
                <a:pPr eaLnBrk="1" hangingPunct="1">
                  <a:defRPr/>
                </a:pPr>
                <a:endParaRPr lang="en-GB"/>
              </a:p>
            </p:txBody>
          </p:sp>
          <p:sp>
            <p:nvSpPr>
              <p:cNvPr id="23572" name="Line 19">
                <a:extLst>
                  <a:ext uri="{FF2B5EF4-FFF2-40B4-BE49-F238E27FC236}">
                    <a16:creationId xmlns:a16="http://schemas.microsoft.com/office/drawing/2014/main" id="{105B5473-E3B9-FEA0-DD28-16C3B66926F5}"/>
                  </a:ext>
                </a:extLst>
              </p:cNvPr>
              <p:cNvSpPr>
                <a:spLocks noChangeShapeType="1"/>
              </p:cNvSpPr>
              <p:nvPr/>
            </p:nvSpPr>
            <p:spPr bwMode="auto">
              <a:xfrm flipV="1">
                <a:off x="3605213" y="3462338"/>
                <a:ext cx="15081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573" name="Line 20">
                <a:extLst>
                  <a:ext uri="{FF2B5EF4-FFF2-40B4-BE49-F238E27FC236}">
                    <a16:creationId xmlns:a16="http://schemas.microsoft.com/office/drawing/2014/main" id="{4F65FECA-2085-E74B-E689-A36BEDEFD586}"/>
                  </a:ext>
                </a:extLst>
              </p:cNvPr>
              <p:cNvSpPr>
                <a:spLocks noChangeShapeType="1"/>
              </p:cNvSpPr>
              <p:nvPr/>
            </p:nvSpPr>
            <p:spPr bwMode="auto">
              <a:xfrm>
                <a:off x="3605213" y="2862263"/>
                <a:ext cx="15081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574" name="Line 21">
                <a:extLst>
                  <a:ext uri="{FF2B5EF4-FFF2-40B4-BE49-F238E27FC236}">
                    <a16:creationId xmlns:a16="http://schemas.microsoft.com/office/drawing/2014/main" id="{1065C364-F808-54A2-05CB-A6E3A620DA23}"/>
                  </a:ext>
                </a:extLst>
              </p:cNvPr>
              <p:cNvSpPr>
                <a:spLocks noChangeShapeType="1"/>
              </p:cNvSpPr>
              <p:nvPr/>
            </p:nvSpPr>
            <p:spPr bwMode="auto">
              <a:xfrm>
                <a:off x="3775075" y="2862263"/>
                <a:ext cx="0" cy="16351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575" name="Line 22">
                <a:extLst>
                  <a:ext uri="{FF2B5EF4-FFF2-40B4-BE49-F238E27FC236}">
                    <a16:creationId xmlns:a16="http://schemas.microsoft.com/office/drawing/2014/main" id="{3D2178D7-75DD-7953-FBE7-9AA272A063B0}"/>
                  </a:ext>
                </a:extLst>
              </p:cNvPr>
              <p:cNvSpPr>
                <a:spLocks noChangeShapeType="1"/>
              </p:cNvSpPr>
              <p:nvPr/>
            </p:nvSpPr>
            <p:spPr bwMode="auto">
              <a:xfrm>
                <a:off x="3775075" y="3016250"/>
                <a:ext cx="15081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576" name="Line 23">
                <a:extLst>
                  <a:ext uri="{FF2B5EF4-FFF2-40B4-BE49-F238E27FC236}">
                    <a16:creationId xmlns:a16="http://schemas.microsoft.com/office/drawing/2014/main" id="{BF03E968-869D-7450-6F86-6917329B2925}"/>
                  </a:ext>
                </a:extLst>
              </p:cNvPr>
              <p:cNvSpPr>
                <a:spLocks noChangeShapeType="1"/>
              </p:cNvSpPr>
              <p:nvPr/>
            </p:nvSpPr>
            <p:spPr bwMode="auto">
              <a:xfrm>
                <a:off x="3756025" y="3305175"/>
                <a:ext cx="14922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577" name="Line 24">
                <a:extLst>
                  <a:ext uri="{FF2B5EF4-FFF2-40B4-BE49-F238E27FC236}">
                    <a16:creationId xmlns:a16="http://schemas.microsoft.com/office/drawing/2014/main" id="{2ABFB968-0834-C537-E91D-8B8314CEDE4E}"/>
                  </a:ext>
                </a:extLst>
              </p:cNvPr>
              <p:cNvSpPr>
                <a:spLocks noChangeShapeType="1"/>
              </p:cNvSpPr>
              <p:nvPr/>
            </p:nvSpPr>
            <p:spPr bwMode="auto">
              <a:xfrm>
                <a:off x="3762375" y="3294063"/>
                <a:ext cx="0" cy="16351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410" name="AutoShape 25">
                <a:extLst>
                  <a:ext uri="{FF2B5EF4-FFF2-40B4-BE49-F238E27FC236}">
                    <a16:creationId xmlns:a16="http://schemas.microsoft.com/office/drawing/2014/main" id="{F3A20AB4-BE73-49CC-AFB6-7F86DD16F016}"/>
                  </a:ext>
                </a:extLst>
              </p:cNvPr>
              <p:cNvSpPr>
                <a:spLocks noChangeArrowheads="1"/>
              </p:cNvSpPr>
              <p:nvPr/>
            </p:nvSpPr>
            <p:spPr bwMode="auto">
              <a:xfrm>
                <a:off x="3184525" y="2609702"/>
                <a:ext cx="404813" cy="495228"/>
              </a:xfrm>
              <a:prstGeom prst="flowChartDelay">
                <a:avLst/>
              </a:prstGeom>
              <a:solidFill>
                <a:schemeClr val="accent1">
                  <a:lumMod val="40000"/>
                  <a:lumOff val="60000"/>
                </a:schemeClr>
              </a:solidFill>
              <a:ln w="25400">
                <a:solidFill>
                  <a:srgbClr val="000000"/>
                </a:solidFill>
                <a:miter lim="800000"/>
                <a:headEnd/>
                <a:tailEnd/>
              </a:ln>
            </p:spPr>
            <p:txBody>
              <a:bodyPr/>
              <a:lstStyle/>
              <a:p>
                <a:pPr eaLnBrk="1" hangingPunct="1">
                  <a:defRPr/>
                </a:pPr>
                <a:endParaRPr lang="ru-RU" sz="1600"/>
              </a:p>
            </p:txBody>
          </p:sp>
          <p:sp>
            <p:nvSpPr>
              <p:cNvPr id="16411" name="AutoShape 26">
                <a:extLst>
                  <a:ext uri="{FF2B5EF4-FFF2-40B4-BE49-F238E27FC236}">
                    <a16:creationId xmlns:a16="http://schemas.microsoft.com/office/drawing/2014/main" id="{4260BA03-788A-4935-B8EA-58A31E7DB7E3}"/>
                  </a:ext>
                </a:extLst>
              </p:cNvPr>
              <p:cNvSpPr>
                <a:spLocks noChangeArrowheads="1"/>
              </p:cNvSpPr>
              <p:nvPr/>
            </p:nvSpPr>
            <p:spPr bwMode="auto">
              <a:xfrm>
                <a:off x="3192463" y="3217627"/>
                <a:ext cx="404812" cy="495228"/>
              </a:xfrm>
              <a:prstGeom prst="flowChartDelay">
                <a:avLst/>
              </a:prstGeom>
              <a:solidFill>
                <a:schemeClr val="accent1">
                  <a:lumMod val="40000"/>
                  <a:lumOff val="60000"/>
                </a:schemeClr>
              </a:solidFill>
              <a:ln w="25400">
                <a:solidFill>
                  <a:srgbClr val="000000"/>
                </a:solidFill>
                <a:miter lim="800000"/>
                <a:headEnd/>
                <a:tailEnd/>
              </a:ln>
            </p:spPr>
            <p:txBody>
              <a:bodyPr/>
              <a:lstStyle/>
              <a:p>
                <a:pPr eaLnBrk="1" hangingPunct="1">
                  <a:defRPr/>
                </a:pPr>
                <a:endParaRPr lang="ru-RU" sz="1600"/>
              </a:p>
            </p:txBody>
          </p:sp>
          <p:sp>
            <p:nvSpPr>
              <p:cNvPr id="23580" name="AutoShape 27">
                <a:extLst>
                  <a:ext uri="{FF2B5EF4-FFF2-40B4-BE49-F238E27FC236}">
                    <a16:creationId xmlns:a16="http://schemas.microsoft.com/office/drawing/2014/main" id="{B5EBDC33-424B-D73F-73B7-B8E8F965C505}"/>
                  </a:ext>
                </a:extLst>
              </p:cNvPr>
              <p:cNvSpPr>
                <a:spLocks noChangeArrowheads="1"/>
              </p:cNvSpPr>
              <p:nvPr/>
            </p:nvSpPr>
            <p:spPr bwMode="auto">
              <a:xfrm flipH="1">
                <a:off x="3883025" y="2914650"/>
                <a:ext cx="404813" cy="501650"/>
              </a:xfrm>
              <a:prstGeom prst="moon">
                <a:avLst>
                  <a:gd name="adj" fmla="val 84819"/>
                </a:avLst>
              </a:prstGeom>
              <a:noFill/>
              <a:ln w="254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sz="1600"/>
              </a:p>
            </p:txBody>
          </p:sp>
          <p:sp>
            <p:nvSpPr>
              <p:cNvPr id="16413" name="Oval 28">
                <a:extLst>
                  <a:ext uri="{FF2B5EF4-FFF2-40B4-BE49-F238E27FC236}">
                    <a16:creationId xmlns:a16="http://schemas.microsoft.com/office/drawing/2014/main" id="{2FE8B476-82F3-4BFD-B3B3-A32E5CE3BD54}"/>
                  </a:ext>
                </a:extLst>
              </p:cNvPr>
              <p:cNvSpPr>
                <a:spLocks noChangeArrowheads="1"/>
              </p:cNvSpPr>
              <p:nvPr/>
            </p:nvSpPr>
            <p:spPr bwMode="auto">
              <a:xfrm>
                <a:off x="4283075" y="3071598"/>
                <a:ext cx="138113" cy="149203"/>
              </a:xfrm>
              <a:prstGeom prst="ellipse">
                <a:avLst/>
              </a:prstGeom>
              <a:solidFill>
                <a:schemeClr val="accent1">
                  <a:lumMod val="40000"/>
                  <a:lumOff val="60000"/>
                </a:schemeClr>
              </a:solidFill>
              <a:ln w="25400">
                <a:solidFill>
                  <a:srgbClr val="000000"/>
                </a:solidFill>
                <a:miter lim="800000"/>
                <a:headEnd/>
                <a:tailEnd/>
              </a:ln>
            </p:spPr>
            <p:txBody>
              <a:bodyPr/>
              <a:lstStyle/>
              <a:p>
                <a:pPr eaLnBrk="1" hangingPunct="1">
                  <a:defRPr/>
                </a:pPr>
                <a:endParaRPr lang="ru-RU" sz="1600"/>
              </a:p>
            </p:txBody>
          </p:sp>
          <p:sp>
            <p:nvSpPr>
              <p:cNvPr id="23582" name="Line 29">
                <a:extLst>
                  <a:ext uri="{FF2B5EF4-FFF2-40B4-BE49-F238E27FC236}">
                    <a16:creationId xmlns:a16="http://schemas.microsoft.com/office/drawing/2014/main" id="{9B17A72A-AB7E-670F-9550-EF038DF963C8}"/>
                  </a:ext>
                </a:extLst>
              </p:cNvPr>
              <p:cNvSpPr>
                <a:spLocks noChangeShapeType="1"/>
              </p:cNvSpPr>
              <p:nvPr/>
            </p:nvSpPr>
            <p:spPr bwMode="auto">
              <a:xfrm flipV="1">
                <a:off x="1325563" y="4381500"/>
                <a:ext cx="450691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583" name="Line 30">
                <a:extLst>
                  <a:ext uri="{FF2B5EF4-FFF2-40B4-BE49-F238E27FC236}">
                    <a16:creationId xmlns:a16="http://schemas.microsoft.com/office/drawing/2014/main" id="{98D9D06B-08CA-BD5D-73F1-A8BD9AFD69B7}"/>
                  </a:ext>
                </a:extLst>
              </p:cNvPr>
              <p:cNvSpPr>
                <a:spLocks noChangeShapeType="1"/>
              </p:cNvSpPr>
              <p:nvPr/>
            </p:nvSpPr>
            <p:spPr bwMode="auto">
              <a:xfrm flipV="1">
                <a:off x="2814638" y="2316163"/>
                <a:ext cx="0" cy="1247775"/>
              </a:xfrm>
              <a:prstGeom prst="line">
                <a:avLst/>
              </a:prstGeom>
              <a:noFill/>
              <a:ln w="25400">
                <a:solidFill>
                  <a:srgbClr val="000000"/>
                </a:solidFill>
                <a:round/>
                <a:headEnd type="oval" w="med" len="med"/>
                <a:tailEnd type="none" w="sm" len="sm"/>
              </a:ln>
              <a:extLst>
                <a:ext uri="{909E8E84-426E-40DD-AFC4-6F175D3DCCD1}">
                  <a14:hiddenFill xmlns:a14="http://schemas.microsoft.com/office/drawing/2010/main">
                    <a:noFill/>
                  </a14:hiddenFill>
                </a:ext>
              </a:extLst>
            </p:spPr>
            <p:txBody>
              <a:bodyPr/>
              <a:lstStyle/>
              <a:p>
                <a:endParaRPr lang="en-US"/>
              </a:p>
            </p:txBody>
          </p:sp>
          <p:sp>
            <p:nvSpPr>
              <p:cNvPr id="23584" name="Line 31">
                <a:extLst>
                  <a:ext uri="{FF2B5EF4-FFF2-40B4-BE49-F238E27FC236}">
                    <a16:creationId xmlns:a16="http://schemas.microsoft.com/office/drawing/2014/main" id="{BD65B791-7F92-A450-CC2B-8B50C0259BAC}"/>
                  </a:ext>
                </a:extLst>
              </p:cNvPr>
              <p:cNvSpPr>
                <a:spLocks noChangeShapeType="1"/>
              </p:cNvSpPr>
              <p:nvPr/>
            </p:nvSpPr>
            <p:spPr bwMode="auto">
              <a:xfrm>
                <a:off x="1516063" y="2316163"/>
                <a:ext cx="130492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585" name="Text Box 32">
                <a:extLst>
                  <a:ext uri="{FF2B5EF4-FFF2-40B4-BE49-F238E27FC236}">
                    <a16:creationId xmlns:a16="http://schemas.microsoft.com/office/drawing/2014/main" id="{DE396A87-AB6D-F79D-D7D2-29EA829A3F63}"/>
                  </a:ext>
                </a:extLst>
              </p:cNvPr>
              <p:cNvSpPr txBox="1">
                <a:spLocks noChangeArrowheads="1"/>
              </p:cNvSpPr>
              <p:nvPr/>
            </p:nvSpPr>
            <p:spPr bwMode="auto">
              <a:xfrm>
                <a:off x="1701800" y="2578100"/>
                <a:ext cx="585788" cy="555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D</a:t>
                </a:r>
                <a:endParaRPr lang="ru-RU" altLang="en-US"/>
              </a:p>
            </p:txBody>
          </p:sp>
          <p:sp>
            <p:nvSpPr>
              <p:cNvPr id="23586" name="Text Box 33">
                <a:extLst>
                  <a:ext uri="{FF2B5EF4-FFF2-40B4-BE49-F238E27FC236}">
                    <a16:creationId xmlns:a16="http://schemas.microsoft.com/office/drawing/2014/main" id="{0D8A27D5-C08A-DA22-AF84-EC354BE76AF2}"/>
                  </a:ext>
                </a:extLst>
              </p:cNvPr>
              <p:cNvSpPr txBox="1">
                <a:spLocks noChangeArrowheads="1"/>
              </p:cNvSpPr>
              <p:nvPr/>
            </p:nvSpPr>
            <p:spPr bwMode="auto">
              <a:xfrm>
                <a:off x="4591050" y="2538413"/>
                <a:ext cx="590550" cy="555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D</a:t>
                </a:r>
                <a:endParaRPr lang="ru-RU" altLang="en-US"/>
              </a:p>
            </p:txBody>
          </p:sp>
          <p:sp>
            <p:nvSpPr>
              <p:cNvPr id="23587" name="Line 34">
                <a:extLst>
                  <a:ext uri="{FF2B5EF4-FFF2-40B4-BE49-F238E27FC236}">
                    <a16:creationId xmlns:a16="http://schemas.microsoft.com/office/drawing/2014/main" id="{1BC54782-D077-0EC3-4B06-5E7503C66285}"/>
                  </a:ext>
                </a:extLst>
              </p:cNvPr>
              <p:cNvSpPr>
                <a:spLocks noChangeShapeType="1"/>
              </p:cNvSpPr>
              <p:nvPr/>
            </p:nvSpPr>
            <p:spPr bwMode="auto">
              <a:xfrm>
                <a:off x="1503363" y="2732088"/>
                <a:ext cx="22542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588" name="Line 35">
                <a:extLst>
                  <a:ext uri="{FF2B5EF4-FFF2-40B4-BE49-F238E27FC236}">
                    <a16:creationId xmlns:a16="http://schemas.microsoft.com/office/drawing/2014/main" id="{ED5B4101-307D-227A-3235-91C6A6B2FBF8}"/>
                  </a:ext>
                </a:extLst>
              </p:cNvPr>
              <p:cNvSpPr>
                <a:spLocks noChangeShapeType="1"/>
              </p:cNvSpPr>
              <p:nvPr/>
            </p:nvSpPr>
            <p:spPr bwMode="auto">
              <a:xfrm flipV="1">
                <a:off x="1503363" y="2316163"/>
                <a:ext cx="0" cy="407988"/>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589" name="Line 36">
                <a:extLst>
                  <a:ext uri="{FF2B5EF4-FFF2-40B4-BE49-F238E27FC236}">
                    <a16:creationId xmlns:a16="http://schemas.microsoft.com/office/drawing/2014/main" id="{CCE2C136-8EC0-01ED-DF26-5E48CF4EB0FB}"/>
                  </a:ext>
                </a:extLst>
              </p:cNvPr>
              <p:cNvSpPr>
                <a:spLocks noChangeShapeType="1"/>
              </p:cNvSpPr>
              <p:nvPr/>
            </p:nvSpPr>
            <p:spPr bwMode="auto">
              <a:xfrm flipV="1">
                <a:off x="2997200" y="2100263"/>
                <a:ext cx="0" cy="892175"/>
              </a:xfrm>
              <a:prstGeom prst="line">
                <a:avLst/>
              </a:prstGeom>
              <a:noFill/>
              <a:ln w="25400">
                <a:solidFill>
                  <a:srgbClr val="000000"/>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23590" name="Line 37">
                <a:extLst>
                  <a:ext uri="{FF2B5EF4-FFF2-40B4-BE49-F238E27FC236}">
                    <a16:creationId xmlns:a16="http://schemas.microsoft.com/office/drawing/2014/main" id="{0909B40F-9F39-DA4E-191A-C70782688091}"/>
                  </a:ext>
                </a:extLst>
              </p:cNvPr>
              <p:cNvSpPr>
                <a:spLocks noChangeShapeType="1"/>
              </p:cNvSpPr>
              <p:nvPr/>
            </p:nvSpPr>
            <p:spPr bwMode="auto">
              <a:xfrm>
                <a:off x="3000375" y="2995613"/>
                <a:ext cx="16986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591" name="Line 38">
                <a:extLst>
                  <a:ext uri="{FF2B5EF4-FFF2-40B4-BE49-F238E27FC236}">
                    <a16:creationId xmlns:a16="http://schemas.microsoft.com/office/drawing/2014/main" id="{07D89D6E-23D8-E139-6477-3553DBB5EDE8}"/>
                  </a:ext>
                </a:extLst>
              </p:cNvPr>
              <p:cNvSpPr>
                <a:spLocks noChangeShapeType="1"/>
              </p:cNvSpPr>
              <p:nvPr/>
            </p:nvSpPr>
            <p:spPr bwMode="auto">
              <a:xfrm>
                <a:off x="3014663" y="3335338"/>
                <a:ext cx="16986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592" name="Line 39">
                <a:extLst>
                  <a:ext uri="{FF2B5EF4-FFF2-40B4-BE49-F238E27FC236}">
                    <a16:creationId xmlns:a16="http://schemas.microsoft.com/office/drawing/2014/main" id="{15D1ADBB-1847-DC0F-9D23-FF98C8B72FE0}"/>
                  </a:ext>
                </a:extLst>
              </p:cNvPr>
              <p:cNvSpPr>
                <a:spLocks noChangeShapeType="1"/>
              </p:cNvSpPr>
              <p:nvPr/>
            </p:nvSpPr>
            <p:spPr bwMode="auto">
              <a:xfrm flipV="1">
                <a:off x="3014663" y="3335338"/>
                <a:ext cx="0" cy="1031875"/>
              </a:xfrm>
              <a:prstGeom prst="line">
                <a:avLst/>
              </a:prstGeom>
              <a:noFill/>
              <a:ln w="25400">
                <a:solidFill>
                  <a:srgbClr val="000000"/>
                </a:solidFill>
                <a:round/>
                <a:headEnd type="oval"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16425" name="Oval 40">
                <a:extLst>
                  <a:ext uri="{FF2B5EF4-FFF2-40B4-BE49-F238E27FC236}">
                    <a16:creationId xmlns:a16="http://schemas.microsoft.com/office/drawing/2014/main" id="{7B8F2730-AEBA-48D4-8204-110664375382}"/>
                  </a:ext>
                </a:extLst>
              </p:cNvPr>
              <p:cNvSpPr>
                <a:spLocks noChangeArrowheads="1"/>
              </p:cNvSpPr>
              <p:nvPr/>
            </p:nvSpPr>
            <p:spPr bwMode="auto">
              <a:xfrm>
                <a:off x="5411788" y="3457304"/>
                <a:ext cx="138112" cy="149203"/>
              </a:xfrm>
              <a:prstGeom prst="ellipse">
                <a:avLst/>
              </a:prstGeom>
              <a:solidFill>
                <a:schemeClr val="accent1">
                  <a:lumMod val="40000"/>
                  <a:lumOff val="60000"/>
                </a:schemeClr>
              </a:solidFill>
              <a:ln w="25400">
                <a:solidFill>
                  <a:srgbClr val="000000"/>
                </a:solidFill>
                <a:round/>
                <a:headEnd/>
                <a:tailEnd/>
              </a:ln>
            </p:spPr>
            <p:txBody>
              <a:bodyPr/>
              <a:lstStyle/>
              <a:p>
                <a:pPr eaLnBrk="1" hangingPunct="1">
                  <a:defRPr/>
                </a:pPr>
                <a:endParaRPr lang="ru-RU" sz="1600"/>
              </a:p>
            </p:txBody>
          </p:sp>
          <p:sp>
            <p:nvSpPr>
              <p:cNvPr id="23594" name="Line 41">
                <a:extLst>
                  <a:ext uri="{FF2B5EF4-FFF2-40B4-BE49-F238E27FC236}">
                    <a16:creationId xmlns:a16="http://schemas.microsoft.com/office/drawing/2014/main" id="{E91B0B91-B07F-087D-4FD9-1AD16BFA7C26}"/>
                  </a:ext>
                </a:extLst>
              </p:cNvPr>
              <p:cNvSpPr>
                <a:spLocks noChangeShapeType="1"/>
              </p:cNvSpPr>
              <p:nvPr/>
            </p:nvSpPr>
            <p:spPr bwMode="auto">
              <a:xfrm>
                <a:off x="5446713" y="2730500"/>
                <a:ext cx="57626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595" name="Line 42">
                <a:extLst>
                  <a:ext uri="{FF2B5EF4-FFF2-40B4-BE49-F238E27FC236}">
                    <a16:creationId xmlns:a16="http://schemas.microsoft.com/office/drawing/2014/main" id="{B2FE029A-A34C-EE66-4BB2-6203715443DE}"/>
                  </a:ext>
                </a:extLst>
              </p:cNvPr>
              <p:cNvSpPr>
                <a:spLocks noChangeShapeType="1"/>
              </p:cNvSpPr>
              <p:nvPr/>
            </p:nvSpPr>
            <p:spPr bwMode="auto">
              <a:xfrm>
                <a:off x="5568950" y="3551238"/>
                <a:ext cx="458788"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596" name="Line 43">
                <a:extLst>
                  <a:ext uri="{FF2B5EF4-FFF2-40B4-BE49-F238E27FC236}">
                    <a16:creationId xmlns:a16="http://schemas.microsoft.com/office/drawing/2014/main" id="{11B8D749-9E1B-99F4-4648-44738A0DDBBD}"/>
                  </a:ext>
                </a:extLst>
              </p:cNvPr>
              <p:cNvSpPr>
                <a:spLocks noChangeShapeType="1"/>
              </p:cNvSpPr>
              <p:nvPr/>
            </p:nvSpPr>
            <p:spPr bwMode="auto">
              <a:xfrm>
                <a:off x="7270750" y="3133725"/>
                <a:ext cx="18256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597" name="Line 44">
                <a:extLst>
                  <a:ext uri="{FF2B5EF4-FFF2-40B4-BE49-F238E27FC236}">
                    <a16:creationId xmlns:a16="http://schemas.microsoft.com/office/drawing/2014/main" id="{2F1236A6-FCD7-BF81-9E21-27DB32D0852E}"/>
                  </a:ext>
                </a:extLst>
              </p:cNvPr>
              <p:cNvSpPr>
                <a:spLocks noChangeShapeType="1"/>
              </p:cNvSpPr>
              <p:nvPr/>
            </p:nvSpPr>
            <p:spPr bwMode="auto">
              <a:xfrm flipV="1">
                <a:off x="6442075" y="3476625"/>
                <a:ext cx="15081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598" name="Line 45">
                <a:extLst>
                  <a:ext uri="{FF2B5EF4-FFF2-40B4-BE49-F238E27FC236}">
                    <a16:creationId xmlns:a16="http://schemas.microsoft.com/office/drawing/2014/main" id="{EAC4AE45-E048-952E-1D71-EE4F8E84C51B}"/>
                  </a:ext>
                </a:extLst>
              </p:cNvPr>
              <p:cNvSpPr>
                <a:spLocks noChangeShapeType="1"/>
              </p:cNvSpPr>
              <p:nvPr/>
            </p:nvSpPr>
            <p:spPr bwMode="auto">
              <a:xfrm>
                <a:off x="6442075" y="2846388"/>
                <a:ext cx="16986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599" name="Line 46">
                <a:extLst>
                  <a:ext uri="{FF2B5EF4-FFF2-40B4-BE49-F238E27FC236}">
                    <a16:creationId xmlns:a16="http://schemas.microsoft.com/office/drawing/2014/main" id="{48F88B5A-F9DB-5732-5923-5F230D387304}"/>
                  </a:ext>
                </a:extLst>
              </p:cNvPr>
              <p:cNvSpPr>
                <a:spLocks noChangeShapeType="1"/>
              </p:cNvSpPr>
              <p:nvPr/>
            </p:nvSpPr>
            <p:spPr bwMode="auto">
              <a:xfrm>
                <a:off x="6613525" y="2846388"/>
                <a:ext cx="0" cy="16351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600" name="Line 47">
                <a:extLst>
                  <a:ext uri="{FF2B5EF4-FFF2-40B4-BE49-F238E27FC236}">
                    <a16:creationId xmlns:a16="http://schemas.microsoft.com/office/drawing/2014/main" id="{C34C2123-F4A4-50A0-5201-50628E2F14CC}"/>
                  </a:ext>
                </a:extLst>
              </p:cNvPr>
              <p:cNvSpPr>
                <a:spLocks noChangeShapeType="1"/>
              </p:cNvSpPr>
              <p:nvPr/>
            </p:nvSpPr>
            <p:spPr bwMode="auto">
              <a:xfrm>
                <a:off x="6613525" y="3001963"/>
                <a:ext cx="15081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601" name="Line 48">
                <a:extLst>
                  <a:ext uri="{FF2B5EF4-FFF2-40B4-BE49-F238E27FC236}">
                    <a16:creationId xmlns:a16="http://schemas.microsoft.com/office/drawing/2014/main" id="{1290E013-3D56-4FFA-E37B-56110C2B9292}"/>
                  </a:ext>
                </a:extLst>
              </p:cNvPr>
              <p:cNvSpPr>
                <a:spLocks noChangeShapeType="1"/>
              </p:cNvSpPr>
              <p:nvPr/>
            </p:nvSpPr>
            <p:spPr bwMode="auto">
              <a:xfrm>
                <a:off x="6592888" y="3289300"/>
                <a:ext cx="15081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602" name="Line 49">
                <a:extLst>
                  <a:ext uri="{FF2B5EF4-FFF2-40B4-BE49-F238E27FC236}">
                    <a16:creationId xmlns:a16="http://schemas.microsoft.com/office/drawing/2014/main" id="{35181728-B4E3-F713-EED0-E8C9E5FE7FAB}"/>
                  </a:ext>
                </a:extLst>
              </p:cNvPr>
              <p:cNvSpPr>
                <a:spLocks noChangeShapeType="1"/>
              </p:cNvSpPr>
              <p:nvPr/>
            </p:nvSpPr>
            <p:spPr bwMode="auto">
              <a:xfrm>
                <a:off x="6586538" y="3294063"/>
                <a:ext cx="0" cy="16351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435" name="AutoShape 50">
                <a:extLst>
                  <a:ext uri="{FF2B5EF4-FFF2-40B4-BE49-F238E27FC236}">
                    <a16:creationId xmlns:a16="http://schemas.microsoft.com/office/drawing/2014/main" id="{68E44A9E-54F7-4C48-BA6B-9FFF703438E4}"/>
                  </a:ext>
                </a:extLst>
              </p:cNvPr>
              <p:cNvSpPr>
                <a:spLocks noChangeArrowheads="1"/>
              </p:cNvSpPr>
              <p:nvPr/>
            </p:nvSpPr>
            <p:spPr bwMode="auto">
              <a:xfrm>
                <a:off x="6022975" y="2593830"/>
                <a:ext cx="403225" cy="495228"/>
              </a:xfrm>
              <a:prstGeom prst="flowChartDelay">
                <a:avLst/>
              </a:prstGeom>
              <a:solidFill>
                <a:schemeClr val="accent1">
                  <a:lumMod val="40000"/>
                  <a:lumOff val="60000"/>
                </a:schemeClr>
              </a:solidFill>
              <a:ln w="25400">
                <a:solidFill>
                  <a:srgbClr val="000000"/>
                </a:solidFill>
                <a:miter lim="800000"/>
                <a:headEnd/>
                <a:tailEnd/>
              </a:ln>
            </p:spPr>
            <p:txBody>
              <a:bodyPr/>
              <a:lstStyle/>
              <a:p>
                <a:pPr eaLnBrk="1" hangingPunct="1">
                  <a:defRPr/>
                </a:pPr>
                <a:endParaRPr lang="ru-RU" sz="1600"/>
              </a:p>
            </p:txBody>
          </p:sp>
          <p:sp>
            <p:nvSpPr>
              <p:cNvPr id="16436" name="AutoShape 51">
                <a:extLst>
                  <a:ext uri="{FF2B5EF4-FFF2-40B4-BE49-F238E27FC236}">
                    <a16:creationId xmlns:a16="http://schemas.microsoft.com/office/drawing/2014/main" id="{E2EE8F62-EAB5-44B3-B28C-7A34D865414A}"/>
                  </a:ext>
                </a:extLst>
              </p:cNvPr>
              <p:cNvSpPr>
                <a:spLocks noChangeArrowheads="1"/>
              </p:cNvSpPr>
              <p:nvPr/>
            </p:nvSpPr>
            <p:spPr bwMode="auto">
              <a:xfrm>
                <a:off x="6030913" y="3201754"/>
                <a:ext cx="403225" cy="495228"/>
              </a:xfrm>
              <a:prstGeom prst="flowChartDelay">
                <a:avLst/>
              </a:prstGeom>
              <a:solidFill>
                <a:schemeClr val="accent1">
                  <a:lumMod val="40000"/>
                  <a:lumOff val="60000"/>
                </a:schemeClr>
              </a:solidFill>
              <a:ln w="25400">
                <a:solidFill>
                  <a:srgbClr val="000000"/>
                </a:solidFill>
                <a:miter lim="800000"/>
                <a:headEnd/>
                <a:tailEnd/>
              </a:ln>
            </p:spPr>
            <p:txBody>
              <a:bodyPr/>
              <a:lstStyle/>
              <a:p>
                <a:pPr eaLnBrk="1" hangingPunct="1">
                  <a:defRPr/>
                </a:pPr>
                <a:endParaRPr lang="ru-RU" sz="1600"/>
              </a:p>
            </p:txBody>
          </p:sp>
          <p:sp>
            <p:nvSpPr>
              <p:cNvPr id="23605" name="AutoShape 52">
                <a:extLst>
                  <a:ext uri="{FF2B5EF4-FFF2-40B4-BE49-F238E27FC236}">
                    <a16:creationId xmlns:a16="http://schemas.microsoft.com/office/drawing/2014/main" id="{E6E7ECB5-635D-FCA7-B922-932BAFF5082A}"/>
                  </a:ext>
                </a:extLst>
              </p:cNvPr>
              <p:cNvSpPr>
                <a:spLocks noChangeArrowheads="1"/>
              </p:cNvSpPr>
              <p:nvPr/>
            </p:nvSpPr>
            <p:spPr bwMode="auto">
              <a:xfrm flipH="1">
                <a:off x="6721475" y="2898775"/>
                <a:ext cx="403225" cy="503238"/>
              </a:xfrm>
              <a:prstGeom prst="moon">
                <a:avLst>
                  <a:gd name="adj" fmla="val 84819"/>
                </a:avLst>
              </a:prstGeom>
              <a:noFill/>
              <a:ln w="254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sz="1600"/>
              </a:p>
            </p:txBody>
          </p:sp>
          <p:sp>
            <p:nvSpPr>
              <p:cNvPr id="16438" name="Oval 53">
                <a:extLst>
                  <a:ext uri="{FF2B5EF4-FFF2-40B4-BE49-F238E27FC236}">
                    <a16:creationId xmlns:a16="http://schemas.microsoft.com/office/drawing/2014/main" id="{BF279A70-68F7-490F-B186-2B8B31C15158}"/>
                  </a:ext>
                </a:extLst>
              </p:cNvPr>
              <p:cNvSpPr>
                <a:spLocks noChangeArrowheads="1"/>
              </p:cNvSpPr>
              <p:nvPr/>
            </p:nvSpPr>
            <p:spPr bwMode="auto">
              <a:xfrm>
                <a:off x="7121525" y="3057312"/>
                <a:ext cx="136525" cy="147616"/>
              </a:xfrm>
              <a:prstGeom prst="ellipse">
                <a:avLst/>
              </a:prstGeom>
              <a:solidFill>
                <a:schemeClr val="accent1">
                  <a:lumMod val="40000"/>
                  <a:lumOff val="60000"/>
                </a:schemeClr>
              </a:solidFill>
              <a:ln w="25400">
                <a:solidFill>
                  <a:srgbClr val="000000"/>
                </a:solidFill>
                <a:miter lim="800000"/>
                <a:headEnd/>
                <a:tailEnd/>
              </a:ln>
            </p:spPr>
            <p:txBody>
              <a:bodyPr/>
              <a:lstStyle/>
              <a:p>
                <a:pPr eaLnBrk="1" hangingPunct="1">
                  <a:defRPr/>
                </a:pPr>
                <a:endParaRPr lang="ru-RU" sz="1600"/>
              </a:p>
            </p:txBody>
          </p:sp>
          <p:sp>
            <p:nvSpPr>
              <p:cNvPr id="23607" name="Line 54">
                <a:extLst>
                  <a:ext uri="{FF2B5EF4-FFF2-40B4-BE49-F238E27FC236}">
                    <a16:creationId xmlns:a16="http://schemas.microsoft.com/office/drawing/2014/main" id="{7115F834-9B01-7F87-1A42-989CC63394D8}"/>
                  </a:ext>
                </a:extLst>
              </p:cNvPr>
              <p:cNvSpPr>
                <a:spLocks noChangeShapeType="1"/>
              </p:cNvSpPr>
              <p:nvPr/>
            </p:nvSpPr>
            <p:spPr bwMode="auto">
              <a:xfrm flipV="1">
                <a:off x="5642356" y="2300288"/>
                <a:ext cx="0" cy="1247775"/>
              </a:xfrm>
              <a:prstGeom prst="line">
                <a:avLst/>
              </a:prstGeom>
              <a:noFill/>
              <a:ln w="25400">
                <a:solidFill>
                  <a:srgbClr val="000000"/>
                </a:solidFill>
                <a:round/>
                <a:headEnd type="oval" w="med" len="med"/>
                <a:tailEnd type="none" w="sm" len="sm"/>
              </a:ln>
              <a:extLst>
                <a:ext uri="{909E8E84-426E-40DD-AFC4-6F175D3DCCD1}">
                  <a14:hiddenFill xmlns:a14="http://schemas.microsoft.com/office/drawing/2010/main">
                    <a:noFill/>
                  </a14:hiddenFill>
                </a:ext>
              </a:extLst>
            </p:spPr>
            <p:txBody>
              <a:bodyPr/>
              <a:lstStyle/>
              <a:p>
                <a:endParaRPr lang="en-US"/>
              </a:p>
            </p:txBody>
          </p:sp>
          <p:sp>
            <p:nvSpPr>
              <p:cNvPr id="23608" name="Line 55">
                <a:extLst>
                  <a:ext uri="{FF2B5EF4-FFF2-40B4-BE49-F238E27FC236}">
                    <a16:creationId xmlns:a16="http://schemas.microsoft.com/office/drawing/2014/main" id="{1E487A4E-2973-2480-3086-06CFABA326EC}"/>
                  </a:ext>
                </a:extLst>
              </p:cNvPr>
              <p:cNvSpPr>
                <a:spLocks noChangeShapeType="1"/>
              </p:cNvSpPr>
              <p:nvPr/>
            </p:nvSpPr>
            <p:spPr bwMode="auto">
              <a:xfrm flipV="1">
                <a:off x="5851525" y="2116138"/>
                <a:ext cx="0" cy="868363"/>
              </a:xfrm>
              <a:prstGeom prst="line">
                <a:avLst/>
              </a:prstGeom>
              <a:noFill/>
              <a:ln w="25400">
                <a:solidFill>
                  <a:srgbClr val="000000"/>
                </a:solidFill>
                <a:round/>
                <a:headEnd/>
                <a:tailEnd type="none" w="sm" len="sm"/>
              </a:ln>
              <a:extLst>
                <a:ext uri="{909E8E84-426E-40DD-AFC4-6F175D3DCCD1}">
                  <a14:hiddenFill xmlns:a14="http://schemas.microsoft.com/office/drawing/2010/main">
                    <a:noFill/>
                  </a14:hiddenFill>
                </a:ext>
              </a:extLst>
            </p:spPr>
            <p:txBody>
              <a:bodyPr/>
              <a:lstStyle/>
              <a:p>
                <a:endParaRPr lang="en-US"/>
              </a:p>
            </p:txBody>
          </p:sp>
          <p:sp>
            <p:nvSpPr>
              <p:cNvPr id="23609" name="Line 56">
                <a:extLst>
                  <a:ext uri="{FF2B5EF4-FFF2-40B4-BE49-F238E27FC236}">
                    <a16:creationId xmlns:a16="http://schemas.microsoft.com/office/drawing/2014/main" id="{4C4C1C3F-27D6-FC25-2D53-EFAFCD18744B}"/>
                  </a:ext>
                </a:extLst>
              </p:cNvPr>
              <p:cNvSpPr>
                <a:spLocks noChangeShapeType="1"/>
              </p:cNvSpPr>
              <p:nvPr/>
            </p:nvSpPr>
            <p:spPr bwMode="auto">
              <a:xfrm>
                <a:off x="5851525" y="2979738"/>
                <a:ext cx="17145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610" name="Line 57">
                <a:extLst>
                  <a:ext uri="{FF2B5EF4-FFF2-40B4-BE49-F238E27FC236}">
                    <a16:creationId xmlns:a16="http://schemas.microsoft.com/office/drawing/2014/main" id="{D02D7821-3FEF-49EB-3D5A-6966B96054F0}"/>
                  </a:ext>
                </a:extLst>
              </p:cNvPr>
              <p:cNvSpPr>
                <a:spLocks noChangeShapeType="1"/>
              </p:cNvSpPr>
              <p:nvPr/>
            </p:nvSpPr>
            <p:spPr bwMode="auto">
              <a:xfrm>
                <a:off x="5837238" y="3319463"/>
                <a:ext cx="16986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611" name="Line 58">
                <a:extLst>
                  <a:ext uri="{FF2B5EF4-FFF2-40B4-BE49-F238E27FC236}">
                    <a16:creationId xmlns:a16="http://schemas.microsoft.com/office/drawing/2014/main" id="{91A9A8C3-7E24-C925-4B5E-1DA597136DE0}"/>
                  </a:ext>
                </a:extLst>
              </p:cNvPr>
              <p:cNvSpPr>
                <a:spLocks noChangeShapeType="1"/>
              </p:cNvSpPr>
              <p:nvPr/>
            </p:nvSpPr>
            <p:spPr bwMode="auto">
              <a:xfrm flipV="1">
                <a:off x="5837238" y="3319463"/>
                <a:ext cx="0" cy="1055688"/>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23612" name="Line 59">
                <a:extLst>
                  <a:ext uri="{FF2B5EF4-FFF2-40B4-BE49-F238E27FC236}">
                    <a16:creationId xmlns:a16="http://schemas.microsoft.com/office/drawing/2014/main" id="{A1DD410B-FA5E-1EDD-7227-18CC5A6C1775}"/>
                  </a:ext>
                </a:extLst>
              </p:cNvPr>
              <p:cNvSpPr>
                <a:spLocks noChangeShapeType="1"/>
              </p:cNvSpPr>
              <p:nvPr/>
            </p:nvSpPr>
            <p:spPr bwMode="auto">
              <a:xfrm>
                <a:off x="4395788" y="2300288"/>
                <a:ext cx="123031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613" name="Line 60">
                <a:extLst>
                  <a:ext uri="{FF2B5EF4-FFF2-40B4-BE49-F238E27FC236}">
                    <a16:creationId xmlns:a16="http://schemas.microsoft.com/office/drawing/2014/main" id="{BC2E7EBC-63AC-D924-8A4A-5F0DF96334FC}"/>
                  </a:ext>
                </a:extLst>
              </p:cNvPr>
              <p:cNvSpPr>
                <a:spLocks noChangeShapeType="1"/>
              </p:cNvSpPr>
              <p:nvPr/>
            </p:nvSpPr>
            <p:spPr bwMode="auto">
              <a:xfrm>
                <a:off x="4383088" y="2717800"/>
                <a:ext cx="22701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614" name="Line 61">
                <a:extLst>
                  <a:ext uri="{FF2B5EF4-FFF2-40B4-BE49-F238E27FC236}">
                    <a16:creationId xmlns:a16="http://schemas.microsoft.com/office/drawing/2014/main" id="{590DDB13-0718-A9D7-C0FA-55A3FE5B7D89}"/>
                  </a:ext>
                </a:extLst>
              </p:cNvPr>
              <p:cNvSpPr>
                <a:spLocks noChangeShapeType="1"/>
              </p:cNvSpPr>
              <p:nvPr/>
            </p:nvSpPr>
            <p:spPr bwMode="auto">
              <a:xfrm>
                <a:off x="4383088" y="2300288"/>
                <a:ext cx="0" cy="414338"/>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447" name="Rectangle 62">
                <a:extLst>
                  <a:ext uri="{FF2B5EF4-FFF2-40B4-BE49-F238E27FC236}">
                    <a16:creationId xmlns:a16="http://schemas.microsoft.com/office/drawing/2014/main" id="{95E378C5-CEDB-4441-BC49-71CCCE6E5A15}"/>
                  </a:ext>
                </a:extLst>
              </p:cNvPr>
              <p:cNvSpPr>
                <a:spLocks noChangeArrowheads="1"/>
              </p:cNvSpPr>
              <p:nvPr/>
            </p:nvSpPr>
            <p:spPr bwMode="auto">
              <a:xfrm>
                <a:off x="7485063" y="2470023"/>
                <a:ext cx="808037" cy="1330131"/>
              </a:xfrm>
              <a:prstGeom prst="rect">
                <a:avLst/>
              </a:prstGeom>
              <a:solidFill>
                <a:schemeClr val="accent1">
                  <a:lumMod val="40000"/>
                  <a:lumOff val="60000"/>
                </a:schemeClr>
              </a:solidFill>
              <a:ln w="25400">
                <a:solidFill>
                  <a:srgbClr val="000000"/>
                </a:solidFill>
                <a:miter lim="800000"/>
                <a:headEnd/>
                <a:tailEnd/>
              </a:ln>
            </p:spPr>
            <p:txBody>
              <a:bodyPr/>
              <a:lstStyle/>
              <a:p>
                <a:pPr eaLnBrk="1" hangingPunct="1">
                  <a:defRPr/>
                </a:pPr>
                <a:endParaRPr lang="ru-RU" sz="1600"/>
              </a:p>
            </p:txBody>
          </p:sp>
          <p:sp>
            <p:nvSpPr>
              <p:cNvPr id="16448" name="Freeform 63">
                <a:extLst>
                  <a:ext uri="{FF2B5EF4-FFF2-40B4-BE49-F238E27FC236}">
                    <a16:creationId xmlns:a16="http://schemas.microsoft.com/office/drawing/2014/main" id="{86397E20-876C-49B3-ADDB-32F18F0058FD}"/>
                  </a:ext>
                </a:extLst>
              </p:cNvPr>
              <p:cNvSpPr>
                <a:spLocks/>
              </p:cNvSpPr>
              <p:nvPr/>
            </p:nvSpPr>
            <p:spPr bwMode="auto">
              <a:xfrm>
                <a:off x="7497763" y="3054138"/>
                <a:ext cx="165100" cy="177774"/>
              </a:xfrm>
              <a:custGeom>
                <a:avLst/>
                <a:gdLst>
                  <a:gd name="T0" fmla="*/ 0 w 129"/>
                  <a:gd name="T1" fmla="*/ 2147483647 h 133"/>
                  <a:gd name="T2" fmla="*/ 2147483647 w 129"/>
                  <a:gd name="T3" fmla="*/ 2147483647 h 133"/>
                  <a:gd name="T4" fmla="*/ 0 w 129"/>
                  <a:gd name="T5" fmla="*/ 0 h 133"/>
                  <a:gd name="T6" fmla="*/ 0 60000 65536"/>
                  <a:gd name="T7" fmla="*/ 0 60000 65536"/>
                  <a:gd name="T8" fmla="*/ 0 60000 65536"/>
                  <a:gd name="T9" fmla="*/ 0 w 129"/>
                  <a:gd name="T10" fmla="*/ 0 h 133"/>
                  <a:gd name="T11" fmla="*/ 129 w 129"/>
                  <a:gd name="T12" fmla="*/ 133 h 133"/>
                </a:gdLst>
                <a:ahLst/>
                <a:cxnLst>
                  <a:cxn ang="T6">
                    <a:pos x="T0" y="T1"/>
                  </a:cxn>
                  <a:cxn ang="T7">
                    <a:pos x="T2" y="T3"/>
                  </a:cxn>
                  <a:cxn ang="T8">
                    <a:pos x="T4" y="T5"/>
                  </a:cxn>
                </a:cxnLst>
                <a:rect l="T9" t="T10" r="T11" b="T12"/>
                <a:pathLst>
                  <a:path w="129" h="133">
                    <a:moveTo>
                      <a:pt x="0" y="133"/>
                    </a:moveTo>
                    <a:lnTo>
                      <a:pt x="129" y="66"/>
                    </a:lnTo>
                    <a:lnTo>
                      <a:pt x="0" y="0"/>
                    </a:lnTo>
                  </a:path>
                </a:pathLst>
              </a:custGeom>
              <a:solidFill>
                <a:schemeClr val="accent1">
                  <a:lumMod val="40000"/>
                  <a:lumOff val="60000"/>
                </a:schemeClr>
              </a:solidFill>
              <a:ln w="25400" cap="flat">
                <a:solidFill>
                  <a:srgbClr val="000000"/>
                </a:solidFill>
                <a:prstDash val="solid"/>
                <a:miter lim="800000"/>
                <a:headEnd/>
                <a:tailEnd/>
              </a:ln>
            </p:spPr>
            <p:txBody>
              <a:bodyPr/>
              <a:lstStyle/>
              <a:p>
                <a:pPr eaLnBrk="1" hangingPunct="1">
                  <a:defRPr/>
                </a:pPr>
                <a:endParaRPr lang="en-GB"/>
              </a:p>
            </p:txBody>
          </p:sp>
          <p:sp>
            <p:nvSpPr>
              <p:cNvPr id="23617" name="Text Box 64">
                <a:extLst>
                  <a:ext uri="{FF2B5EF4-FFF2-40B4-BE49-F238E27FC236}">
                    <a16:creationId xmlns:a16="http://schemas.microsoft.com/office/drawing/2014/main" id="{9963E157-2D3F-AF30-2234-9A0DBE82EBD8}"/>
                  </a:ext>
                </a:extLst>
              </p:cNvPr>
              <p:cNvSpPr txBox="1">
                <a:spLocks noChangeArrowheads="1"/>
              </p:cNvSpPr>
              <p:nvPr/>
            </p:nvSpPr>
            <p:spPr bwMode="auto">
              <a:xfrm>
                <a:off x="7456488" y="2508250"/>
                <a:ext cx="544513"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D</a:t>
                </a:r>
                <a:endParaRPr lang="ru-RU" altLang="en-US"/>
              </a:p>
            </p:txBody>
          </p:sp>
          <p:sp>
            <p:nvSpPr>
              <p:cNvPr id="16450" name="Oval 65">
                <a:extLst>
                  <a:ext uri="{FF2B5EF4-FFF2-40B4-BE49-F238E27FC236}">
                    <a16:creationId xmlns:a16="http://schemas.microsoft.com/office/drawing/2014/main" id="{26D6A580-62FD-4F84-AD06-09AB40E6AA56}"/>
                  </a:ext>
                </a:extLst>
              </p:cNvPr>
              <p:cNvSpPr>
                <a:spLocks noChangeArrowheads="1"/>
              </p:cNvSpPr>
              <p:nvPr/>
            </p:nvSpPr>
            <p:spPr bwMode="auto">
              <a:xfrm>
                <a:off x="8278813" y="3427146"/>
                <a:ext cx="136525" cy="147615"/>
              </a:xfrm>
              <a:prstGeom prst="ellipse">
                <a:avLst/>
              </a:prstGeom>
              <a:solidFill>
                <a:schemeClr val="accent1">
                  <a:lumMod val="40000"/>
                  <a:lumOff val="60000"/>
                </a:schemeClr>
              </a:solidFill>
              <a:ln w="25400">
                <a:solidFill>
                  <a:srgbClr val="000000"/>
                </a:solidFill>
                <a:round/>
                <a:headEnd/>
                <a:tailEnd/>
              </a:ln>
            </p:spPr>
            <p:txBody>
              <a:bodyPr/>
              <a:lstStyle/>
              <a:p>
                <a:pPr eaLnBrk="1" hangingPunct="1">
                  <a:defRPr/>
                </a:pPr>
                <a:endParaRPr lang="ru-RU" sz="1600"/>
              </a:p>
            </p:txBody>
          </p:sp>
          <p:sp>
            <p:nvSpPr>
              <p:cNvPr id="23619" name="Line 66">
                <a:extLst>
                  <a:ext uri="{FF2B5EF4-FFF2-40B4-BE49-F238E27FC236}">
                    <a16:creationId xmlns:a16="http://schemas.microsoft.com/office/drawing/2014/main" id="{45CDA07C-1211-F54C-BAE8-209514972974}"/>
                  </a:ext>
                </a:extLst>
              </p:cNvPr>
              <p:cNvSpPr>
                <a:spLocks noChangeShapeType="1"/>
              </p:cNvSpPr>
              <p:nvPr/>
            </p:nvSpPr>
            <p:spPr bwMode="auto">
              <a:xfrm>
                <a:off x="8308975" y="2698750"/>
                <a:ext cx="52387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620" name="Line 67">
                <a:extLst>
                  <a:ext uri="{FF2B5EF4-FFF2-40B4-BE49-F238E27FC236}">
                    <a16:creationId xmlns:a16="http://schemas.microsoft.com/office/drawing/2014/main" id="{01AB85BB-D455-2DEE-8934-BA0CD2B39C0F}"/>
                  </a:ext>
                </a:extLst>
              </p:cNvPr>
              <p:cNvSpPr>
                <a:spLocks noChangeShapeType="1"/>
              </p:cNvSpPr>
              <p:nvPr/>
            </p:nvSpPr>
            <p:spPr bwMode="auto">
              <a:xfrm>
                <a:off x="8434388" y="3519488"/>
                <a:ext cx="40481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621" name="Line 68">
                <a:extLst>
                  <a:ext uri="{FF2B5EF4-FFF2-40B4-BE49-F238E27FC236}">
                    <a16:creationId xmlns:a16="http://schemas.microsoft.com/office/drawing/2014/main" id="{D91E8BC1-8847-AD1E-011F-A94FE15077C4}"/>
                  </a:ext>
                </a:extLst>
              </p:cNvPr>
              <p:cNvSpPr>
                <a:spLocks noChangeShapeType="1"/>
              </p:cNvSpPr>
              <p:nvPr/>
            </p:nvSpPr>
            <p:spPr bwMode="auto">
              <a:xfrm flipV="1">
                <a:off x="8507794" y="2270125"/>
                <a:ext cx="0" cy="1247775"/>
              </a:xfrm>
              <a:prstGeom prst="line">
                <a:avLst/>
              </a:prstGeom>
              <a:noFill/>
              <a:ln w="25400">
                <a:solidFill>
                  <a:srgbClr val="000000"/>
                </a:solidFill>
                <a:round/>
                <a:headEnd type="oval" w="med" len="med"/>
                <a:tailEnd type="none" w="sm" len="sm"/>
              </a:ln>
              <a:extLst>
                <a:ext uri="{909E8E84-426E-40DD-AFC4-6F175D3DCCD1}">
                  <a14:hiddenFill xmlns:a14="http://schemas.microsoft.com/office/drawing/2010/main">
                    <a:noFill/>
                  </a14:hiddenFill>
                </a:ext>
              </a:extLst>
            </p:spPr>
            <p:txBody>
              <a:bodyPr/>
              <a:lstStyle/>
              <a:p>
                <a:endParaRPr lang="en-US"/>
              </a:p>
            </p:txBody>
          </p:sp>
          <p:sp>
            <p:nvSpPr>
              <p:cNvPr id="23622" name="Line 69">
                <a:extLst>
                  <a:ext uri="{FF2B5EF4-FFF2-40B4-BE49-F238E27FC236}">
                    <a16:creationId xmlns:a16="http://schemas.microsoft.com/office/drawing/2014/main" id="{DB4EC64F-4EC2-53A8-5F59-758C0BB0E501}"/>
                  </a:ext>
                </a:extLst>
              </p:cNvPr>
              <p:cNvSpPr>
                <a:spLocks noChangeShapeType="1"/>
              </p:cNvSpPr>
              <p:nvPr/>
            </p:nvSpPr>
            <p:spPr bwMode="auto">
              <a:xfrm>
                <a:off x="7262813" y="2270125"/>
                <a:ext cx="123031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623" name="Line 70">
                <a:extLst>
                  <a:ext uri="{FF2B5EF4-FFF2-40B4-BE49-F238E27FC236}">
                    <a16:creationId xmlns:a16="http://schemas.microsoft.com/office/drawing/2014/main" id="{4109B101-C11E-DD1F-E33E-08A20B9A3AB8}"/>
                  </a:ext>
                </a:extLst>
              </p:cNvPr>
              <p:cNvSpPr>
                <a:spLocks noChangeShapeType="1"/>
              </p:cNvSpPr>
              <p:nvPr/>
            </p:nvSpPr>
            <p:spPr bwMode="auto">
              <a:xfrm>
                <a:off x="7248525" y="2686050"/>
                <a:ext cx="22701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624" name="Line 71">
                <a:extLst>
                  <a:ext uri="{FF2B5EF4-FFF2-40B4-BE49-F238E27FC236}">
                    <a16:creationId xmlns:a16="http://schemas.microsoft.com/office/drawing/2014/main" id="{A635EEE2-8C1F-CF43-DEA1-5B71AB02A3B3}"/>
                  </a:ext>
                </a:extLst>
              </p:cNvPr>
              <p:cNvSpPr>
                <a:spLocks noChangeShapeType="1"/>
              </p:cNvSpPr>
              <p:nvPr/>
            </p:nvSpPr>
            <p:spPr bwMode="auto">
              <a:xfrm>
                <a:off x="7262813" y="2270125"/>
                <a:ext cx="0" cy="414338"/>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457" name="Oval 72">
                <a:extLst>
                  <a:ext uri="{FF2B5EF4-FFF2-40B4-BE49-F238E27FC236}">
                    <a16:creationId xmlns:a16="http://schemas.microsoft.com/office/drawing/2014/main" id="{C518DF5A-139C-4CD3-8058-D56C2CA97F64}"/>
                  </a:ext>
                </a:extLst>
              </p:cNvPr>
              <p:cNvSpPr>
                <a:spLocks noChangeArrowheads="1"/>
              </p:cNvSpPr>
              <p:nvPr/>
            </p:nvSpPr>
            <p:spPr bwMode="auto">
              <a:xfrm>
                <a:off x="2071688" y="3835073"/>
                <a:ext cx="134937" cy="147616"/>
              </a:xfrm>
              <a:prstGeom prst="ellipse">
                <a:avLst/>
              </a:prstGeom>
              <a:solidFill>
                <a:schemeClr val="accent1">
                  <a:lumMod val="40000"/>
                  <a:lumOff val="60000"/>
                </a:schemeClr>
              </a:solidFill>
              <a:ln w="25400">
                <a:solidFill>
                  <a:srgbClr val="000000"/>
                </a:solidFill>
                <a:miter lim="800000"/>
                <a:headEnd/>
                <a:tailEnd/>
              </a:ln>
            </p:spPr>
            <p:txBody>
              <a:bodyPr/>
              <a:lstStyle/>
              <a:p>
                <a:pPr eaLnBrk="1" hangingPunct="1">
                  <a:defRPr/>
                </a:pPr>
                <a:endParaRPr lang="ru-RU" sz="1600"/>
              </a:p>
            </p:txBody>
          </p:sp>
          <p:sp>
            <p:nvSpPr>
              <p:cNvPr id="16458" name="Oval 73">
                <a:extLst>
                  <a:ext uri="{FF2B5EF4-FFF2-40B4-BE49-F238E27FC236}">
                    <a16:creationId xmlns:a16="http://schemas.microsoft.com/office/drawing/2014/main" id="{7C6D09C7-A36B-453E-9E61-966B5BC1EB3E}"/>
                  </a:ext>
                </a:extLst>
              </p:cNvPr>
              <p:cNvSpPr>
                <a:spLocks noChangeArrowheads="1"/>
              </p:cNvSpPr>
              <p:nvPr/>
            </p:nvSpPr>
            <p:spPr bwMode="auto">
              <a:xfrm>
                <a:off x="4916488" y="3839836"/>
                <a:ext cx="136525" cy="149203"/>
              </a:xfrm>
              <a:prstGeom prst="ellipse">
                <a:avLst/>
              </a:prstGeom>
              <a:solidFill>
                <a:schemeClr val="accent1">
                  <a:lumMod val="40000"/>
                  <a:lumOff val="60000"/>
                </a:schemeClr>
              </a:solidFill>
              <a:ln w="25400">
                <a:solidFill>
                  <a:srgbClr val="000000"/>
                </a:solidFill>
                <a:miter lim="800000"/>
                <a:headEnd/>
                <a:tailEnd/>
              </a:ln>
            </p:spPr>
            <p:txBody>
              <a:bodyPr/>
              <a:lstStyle/>
              <a:p>
                <a:pPr eaLnBrk="1" hangingPunct="1">
                  <a:defRPr/>
                </a:pPr>
                <a:endParaRPr lang="ru-RU" sz="1600"/>
              </a:p>
            </p:txBody>
          </p:sp>
          <p:sp>
            <p:nvSpPr>
              <p:cNvPr id="16459" name="Oval 74">
                <a:extLst>
                  <a:ext uri="{FF2B5EF4-FFF2-40B4-BE49-F238E27FC236}">
                    <a16:creationId xmlns:a16="http://schemas.microsoft.com/office/drawing/2014/main" id="{6D508EF7-7EB7-4060-9E35-CE6FD29B1728}"/>
                  </a:ext>
                </a:extLst>
              </p:cNvPr>
              <p:cNvSpPr>
                <a:spLocks noChangeArrowheads="1"/>
              </p:cNvSpPr>
              <p:nvPr/>
            </p:nvSpPr>
            <p:spPr bwMode="auto">
              <a:xfrm>
                <a:off x="7820025" y="3800154"/>
                <a:ext cx="136525" cy="147616"/>
              </a:xfrm>
              <a:prstGeom prst="ellipse">
                <a:avLst/>
              </a:prstGeom>
              <a:solidFill>
                <a:schemeClr val="accent1">
                  <a:lumMod val="40000"/>
                  <a:lumOff val="60000"/>
                </a:schemeClr>
              </a:solidFill>
              <a:ln w="25400">
                <a:solidFill>
                  <a:srgbClr val="000000"/>
                </a:solidFill>
                <a:miter lim="800000"/>
                <a:headEnd/>
                <a:tailEnd/>
              </a:ln>
            </p:spPr>
            <p:txBody>
              <a:bodyPr/>
              <a:lstStyle/>
              <a:p>
                <a:pPr eaLnBrk="1" hangingPunct="1">
                  <a:defRPr/>
                </a:pPr>
                <a:endParaRPr lang="ru-RU" sz="1600"/>
              </a:p>
            </p:txBody>
          </p:sp>
          <p:sp>
            <p:nvSpPr>
              <p:cNvPr id="23628" name="Line 75">
                <a:extLst>
                  <a:ext uri="{FF2B5EF4-FFF2-40B4-BE49-F238E27FC236}">
                    <a16:creationId xmlns:a16="http://schemas.microsoft.com/office/drawing/2014/main" id="{488007DF-9A05-748D-D0F5-CB509F2522FC}"/>
                  </a:ext>
                </a:extLst>
              </p:cNvPr>
              <p:cNvSpPr>
                <a:spLocks noChangeShapeType="1"/>
              </p:cNvSpPr>
              <p:nvPr/>
            </p:nvSpPr>
            <p:spPr bwMode="auto">
              <a:xfrm>
                <a:off x="1330325" y="4195763"/>
                <a:ext cx="6561138"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629" name="Line 77">
                <a:extLst>
                  <a:ext uri="{FF2B5EF4-FFF2-40B4-BE49-F238E27FC236}">
                    <a16:creationId xmlns:a16="http://schemas.microsoft.com/office/drawing/2014/main" id="{77A8EF96-6C54-7049-67A6-4115C1E9D55B}"/>
                  </a:ext>
                </a:extLst>
              </p:cNvPr>
              <p:cNvSpPr>
                <a:spLocks noChangeShapeType="1"/>
              </p:cNvSpPr>
              <p:nvPr/>
            </p:nvSpPr>
            <p:spPr bwMode="auto">
              <a:xfrm>
                <a:off x="4981575" y="3983038"/>
                <a:ext cx="0" cy="220663"/>
              </a:xfrm>
              <a:prstGeom prst="line">
                <a:avLst/>
              </a:prstGeom>
              <a:noFill/>
              <a:ln w="25400">
                <a:solidFill>
                  <a:srgbClr val="000000"/>
                </a:solidFill>
                <a:round/>
                <a:headEnd type="none" w="sm" len="sm"/>
                <a:tailEnd type="oval" w="sm" len="sm"/>
              </a:ln>
              <a:extLst>
                <a:ext uri="{909E8E84-426E-40DD-AFC4-6F175D3DCCD1}">
                  <a14:hiddenFill xmlns:a14="http://schemas.microsoft.com/office/drawing/2010/main">
                    <a:noFill/>
                  </a14:hiddenFill>
                </a:ext>
              </a:extLst>
            </p:spPr>
            <p:txBody>
              <a:bodyPr/>
              <a:lstStyle/>
              <a:p>
                <a:endParaRPr lang="en-US"/>
              </a:p>
            </p:txBody>
          </p:sp>
          <p:sp>
            <p:nvSpPr>
              <p:cNvPr id="23630" name="Line 78">
                <a:extLst>
                  <a:ext uri="{FF2B5EF4-FFF2-40B4-BE49-F238E27FC236}">
                    <a16:creationId xmlns:a16="http://schemas.microsoft.com/office/drawing/2014/main" id="{E535BEAE-F9CA-05A4-1668-C64C001A5652}"/>
                  </a:ext>
                </a:extLst>
              </p:cNvPr>
              <p:cNvSpPr>
                <a:spLocks noChangeShapeType="1"/>
              </p:cNvSpPr>
              <p:nvPr/>
            </p:nvSpPr>
            <p:spPr bwMode="auto">
              <a:xfrm>
                <a:off x="2128838" y="3983038"/>
                <a:ext cx="0" cy="220663"/>
              </a:xfrm>
              <a:prstGeom prst="line">
                <a:avLst/>
              </a:prstGeom>
              <a:noFill/>
              <a:ln w="25400">
                <a:solidFill>
                  <a:srgbClr val="000000"/>
                </a:solidFill>
                <a:round/>
                <a:headEnd type="none" w="sm" len="sm"/>
                <a:tailEnd type="oval" w="sm" len="sm"/>
              </a:ln>
              <a:extLst>
                <a:ext uri="{909E8E84-426E-40DD-AFC4-6F175D3DCCD1}">
                  <a14:hiddenFill xmlns:a14="http://schemas.microsoft.com/office/drawing/2010/main">
                    <a:noFill/>
                  </a14:hiddenFill>
                </a:ext>
              </a:extLst>
            </p:spPr>
            <p:txBody>
              <a:bodyPr/>
              <a:lstStyle/>
              <a:p>
                <a:endParaRPr lang="en-US"/>
              </a:p>
            </p:txBody>
          </p:sp>
          <p:sp>
            <p:nvSpPr>
              <p:cNvPr id="23631" name="Text Box 79">
                <a:extLst>
                  <a:ext uri="{FF2B5EF4-FFF2-40B4-BE49-F238E27FC236}">
                    <a16:creationId xmlns:a16="http://schemas.microsoft.com/office/drawing/2014/main" id="{99BCE384-20D4-0254-4CB3-2D9C203294B3}"/>
                  </a:ext>
                </a:extLst>
              </p:cNvPr>
              <p:cNvSpPr txBox="1">
                <a:spLocks noChangeArrowheads="1"/>
              </p:cNvSpPr>
              <p:nvPr/>
            </p:nvSpPr>
            <p:spPr bwMode="auto">
              <a:xfrm>
                <a:off x="304800" y="3937000"/>
                <a:ext cx="1370013" cy="555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000"/>
                  <a:t>Reset</a:t>
                </a:r>
              </a:p>
              <a:p>
                <a:pPr eaLnBrk="1" hangingPunct="1"/>
                <a:endParaRPr lang="ru-RU" altLang="en-US" sz="2000"/>
              </a:p>
            </p:txBody>
          </p:sp>
          <p:sp>
            <p:nvSpPr>
              <p:cNvPr id="23632" name="Text Box 80">
                <a:extLst>
                  <a:ext uri="{FF2B5EF4-FFF2-40B4-BE49-F238E27FC236}">
                    <a16:creationId xmlns:a16="http://schemas.microsoft.com/office/drawing/2014/main" id="{C85B4948-EA70-C9C7-5A40-DD9AA0C4B7EB}"/>
                  </a:ext>
                </a:extLst>
              </p:cNvPr>
              <p:cNvSpPr txBox="1">
                <a:spLocks noChangeArrowheads="1"/>
              </p:cNvSpPr>
              <p:nvPr/>
            </p:nvSpPr>
            <p:spPr bwMode="auto">
              <a:xfrm>
                <a:off x="2513013" y="2425700"/>
                <a:ext cx="820738" cy="555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200"/>
                  <a:t>q</a:t>
                </a:r>
                <a:r>
                  <a:rPr lang="en-US" altLang="en-US" sz="1200" baseline="-25000"/>
                  <a:t>0</a:t>
                </a:r>
                <a:endParaRPr lang="en-US" altLang="en-US" sz="1200"/>
              </a:p>
              <a:p>
                <a:pPr eaLnBrk="1" hangingPunct="1"/>
                <a:endParaRPr lang="ru-RU" altLang="en-US" sz="1200"/>
              </a:p>
            </p:txBody>
          </p:sp>
          <p:sp>
            <p:nvSpPr>
              <p:cNvPr id="23633" name="Text Box 81">
                <a:extLst>
                  <a:ext uri="{FF2B5EF4-FFF2-40B4-BE49-F238E27FC236}">
                    <a16:creationId xmlns:a16="http://schemas.microsoft.com/office/drawing/2014/main" id="{B6B8AF3C-1EA4-EBD8-E347-FC5C167F912D}"/>
                  </a:ext>
                </a:extLst>
              </p:cNvPr>
              <p:cNvSpPr txBox="1">
                <a:spLocks noChangeArrowheads="1"/>
              </p:cNvSpPr>
              <p:nvPr/>
            </p:nvSpPr>
            <p:spPr bwMode="auto">
              <a:xfrm>
                <a:off x="5381625" y="2433638"/>
                <a:ext cx="820738" cy="555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200"/>
                  <a:t>q</a:t>
                </a:r>
                <a:r>
                  <a:rPr lang="en-US" altLang="en-US" sz="1200" baseline="-25000"/>
                  <a:t>1</a:t>
                </a:r>
                <a:endParaRPr lang="en-US" altLang="en-US" sz="1200"/>
              </a:p>
              <a:p>
                <a:pPr eaLnBrk="1" hangingPunct="1"/>
                <a:endParaRPr lang="ru-RU" altLang="en-US" sz="1200"/>
              </a:p>
            </p:txBody>
          </p:sp>
          <p:sp>
            <p:nvSpPr>
              <p:cNvPr id="23634" name="Text Box 85">
                <a:extLst>
                  <a:ext uri="{FF2B5EF4-FFF2-40B4-BE49-F238E27FC236}">
                    <a16:creationId xmlns:a16="http://schemas.microsoft.com/office/drawing/2014/main" id="{16141EC7-6B18-F79A-C569-43B10D3BEAD2}"/>
                  </a:ext>
                </a:extLst>
              </p:cNvPr>
              <p:cNvSpPr txBox="1">
                <a:spLocks noChangeArrowheads="1"/>
              </p:cNvSpPr>
              <p:nvPr/>
            </p:nvSpPr>
            <p:spPr bwMode="auto">
              <a:xfrm>
                <a:off x="533400" y="5028699"/>
                <a:ext cx="4724401" cy="3968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D flip-flops are used as a T flip-flops</a:t>
                </a:r>
                <a:r>
                  <a:rPr lang="ru-RU" altLang="en-US" sz="2000"/>
                  <a:t> </a:t>
                </a:r>
              </a:p>
            </p:txBody>
          </p:sp>
        </p:gr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a:extLst>
              <a:ext uri="{FF2B5EF4-FFF2-40B4-BE49-F238E27FC236}">
                <a16:creationId xmlns:a16="http://schemas.microsoft.com/office/drawing/2014/main" id="{A93CED8F-13D6-B349-77E0-811346E5129D}"/>
              </a:ext>
            </a:extLst>
          </p:cNvPr>
          <p:cNvSpPr>
            <a:spLocks noGrp="1" noChangeArrowheads="1"/>
          </p:cNvSpPr>
          <p:nvPr>
            <p:ph type="title"/>
          </p:nvPr>
        </p:nvSpPr>
        <p:spPr/>
        <p:txBody>
          <a:bodyPr/>
          <a:lstStyle/>
          <a:p>
            <a:r>
              <a:rPr lang="en-US" altLang="en-US"/>
              <a:t>N-bit Binary Counter based on Adder</a:t>
            </a:r>
            <a:endParaRPr lang="en-GB" altLang="en-US"/>
          </a:p>
        </p:txBody>
      </p:sp>
      <p:grpSp>
        <p:nvGrpSpPr>
          <p:cNvPr id="24579" name="Group 70">
            <a:extLst>
              <a:ext uri="{FF2B5EF4-FFF2-40B4-BE49-F238E27FC236}">
                <a16:creationId xmlns:a16="http://schemas.microsoft.com/office/drawing/2014/main" id="{A4AE998C-5CAB-03E4-239C-6AF847692F69}"/>
              </a:ext>
            </a:extLst>
          </p:cNvPr>
          <p:cNvGrpSpPr>
            <a:grpSpLocks/>
          </p:cNvGrpSpPr>
          <p:nvPr/>
        </p:nvGrpSpPr>
        <p:grpSpPr bwMode="auto">
          <a:xfrm>
            <a:off x="2667000" y="1981200"/>
            <a:ext cx="7315200" cy="2262188"/>
            <a:chOff x="1143000" y="2057400"/>
            <a:chExt cx="7315200" cy="2262615"/>
          </a:xfrm>
        </p:grpSpPr>
        <p:sp>
          <p:nvSpPr>
            <p:cNvPr id="24580" name="TextBox 22">
              <a:extLst>
                <a:ext uri="{FF2B5EF4-FFF2-40B4-BE49-F238E27FC236}">
                  <a16:creationId xmlns:a16="http://schemas.microsoft.com/office/drawing/2014/main" id="{21ED6C70-769E-8659-A1D4-87559027AEB2}"/>
                </a:ext>
              </a:extLst>
            </p:cNvPr>
            <p:cNvSpPr txBox="1">
              <a:spLocks noChangeArrowheads="1"/>
            </p:cNvSpPr>
            <p:nvPr/>
          </p:nvSpPr>
          <p:spPr bwMode="auto">
            <a:xfrm>
              <a:off x="4495800" y="2209800"/>
              <a:ext cx="3962400" cy="1631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2000"/>
                <a:t>The counter consists of an n-bit adder and a register.  On each cycle, the counter adds 1 to the value stored</a:t>
              </a:r>
            </a:p>
            <a:p>
              <a:pPr eaLnBrk="1" hangingPunct="1"/>
              <a:r>
                <a:rPr lang="en-GB" altLang="en-US" sz="2000"/>
                <a:t>in the register.</a:t>
              </a:r>
            </a:p>
          </p:txBody>
        </p:sp>
        <p:grpSp>
          <p:nvGrpSpPr>
            <p:cNvPr id="24581" name="Group 69">
              <a:extLst>
                <a:ext uri="{FF2B5EF4-FFF2-40B4-BE49-F238E27FC236}">
                  <a16:creationId xmlns:a16="http://schemas.microsoft.com/office/drawing/2014/main" id="{AAFFFC80-2ABB-7B20-2812-99231F01C5D1}"/>
                </a:ext>
              </a:extLst>
            </p:cNvPr>
            <p:cNvGrpSpPr>
              <a:grpSpLocks/>
            </p:cNvGrpSpPr>
            <p:nvPr/>
          </p:nvGrpSpPr>
          <p:grpSpPr bwMode="auto">
            <a:xfrm>
              <a:off x="1143000" y="2057400"/>
              <a:ext cx="2895600" cy="2262615"/>
              <a:chOff x="1143000" y="2057400"/>
              <a:chExt cx="2895600" cy="2262615"/>
            </a:xfrm>
          </p:grpSpPr>
          <p:sp>
            <p:nvSpPr>
              <p:cNvPr id="2051" name="AutoShape 3">
                <a:extLst>
                  <a:ext uri="{FF2B5EF4-FFF2-40B4-BE49-F238E27FC236}">
                    <a16:creationId xmlns:a16="http://schemas.microsoft.com/office/drawing/2014/main" id="{ED16500E-8401-4E4C-B09E-F6E010EE1941}"/>
                  </a:ext>
                </a:extLst>
              </p:cNvPr>
              <p:cNvSpPr>
                <a:spLocks noChangeArrowheads="1"/>
              </p:cNvSpPr>
              <p:nvPr/>
            </p:nvSpPr>
            <p:spPr bwMode="auto">
              <a:xfrm rot="16200000">
                <a:off x="1381007" y="2670340"/>
                <a:ext cx="1248011" cy="514350"/>
              </a:xfrm>
              <a:custGeom>
                <a:avLst/>
                <a:gdLst>
                  <a:gd name="G0" fmla="+- 5400 0 0"/>
                  <a:gd name="G1" fmla="+- 21600 0 5400"/>
                  <a:gd name="G2" fmla="*/ 5400 1 2"/>
                  <a:gd name="G3" fmla="+- 21600 0 G2"/>
                  <a:gd name="G4" fmla="+/ 5400 21600 2"/>
                  <a:gd name="G5" fmla="+/ G1 0 2"/>
                  <a:gd name="G6" fmla="*/ 21600 21600 5400"/>
                  <a:gd name="G7" fmla="*/ G6 1 2"/>
                  <a:gd name="G8" fmla="+- 21600 0 G7"/>
                  <a:gd name="G9" fmla="*/ 21600 1 2"/>
                  <a:gd name="G10" fmla="+- 5400 0 G9"/>
                  <a:gd name="G11" fmla="?: G10 G8 0"/>
                  <a:gd name="G12" fmla="?: G10 G7 21600"/>
                  <a:gd name="T0" fmla="*/ 18900 w 21600"/>
                  <a:gd name="T1" fmla="*/ 10800 h 21600"/>
                  <a:gd name="T2" fmla="*/ 10800 w 21600"/>
                  <a:gd name="T3" fmla="*/ 21600 h 21600"/>
                  <a:gd name="T4" fmla="*/ 2700 w 21600"/>
                  <a:gd name="T5" fmla="*/ 10800 h 21600"/>
                  <a:gd name="T6" fmla="*/ 10800 w 21600"/>
                  <a:gd name="T7" fmla="*/ 0 h 21600"/>
                  <a:gd name="T8" fmla="*/ 4500 w 21600"/>
                  <a:gd name="T9" fmla="*/ 4500 h 21600"/>
                  <a:gd name="T10" fmla="*/ 17100 w 21600"/>
                  <a:gd name="T11" fmla="*/ 17100 h 21600"/>
                </a:gdLst>
                <a:ahLst/>
                <a:cxnLst>
                  <a:cxn ang="0">
                    <a:pos x="T0" y="T1"/>
                  </a:cxn>
                  <a:cxn ang="0">
                    <a:pos x="T2" y="T3"/>
                  </a:cxn>
                  <a:cxn ang="0">
                    <a:pos x="T4" y="T5"/>
                  </a:cxn>
                  <a:cxn ang="0">
                    <a:pos x="T6" y="T7"/>
                  </a:cxn>
                </a:cxnLst>
                <a:rect l="T8" t="T9" r="T10" b="T11"/>
                <a:pathLst>
                  <a:path w="21600" h="21600">
                    <a:moveTo>
                      <a:pt x="0" y="0"/>
                    </a:moveTo>
                    <a:lnTo>
                      <a:pt x="5400" y="21600"/>
                    </a:lnTo>
                    <a:lnTo>
                      <a:pt x="16200" y="21600"/>
                    </a:lnTo>
                    <a:lnTo>
                      <a:pt x="21600" y="0"/>
                    </a:lnTo>
                    <a:close/>
                  </a:path>
                </a:pathLst>
              </a:custGeom>
              <a:solidFill>
                <a:schemeClr val="accent1">
                  <a:lumMod val="60000"/>
                  <a:lumOff val="40000"/>
                </a:schemeClr>
              </a:solidFill>
              <a:ln w="28575">
                <a:solidFill>
                  <a:srgbClr val="000000"/>
                </a:solidFill>
                <a:miter lim="800000"/>
                <a:headEnd/>
                <a:tailEnd/>
              </a:ln>
            </p:spPr>
            <p:txBody>
              <a:bodyPr/>
              <a:lstStyle/>
              <a:p>
                <a:pPr>
                  <a:spcAft>
                    <a:spcPts val="1000"/>
                  </a:spcAft>
                  <a:defRPr/>
                </a:pPr>
                <a:r>
                  <a:rPr lang="en-US" sz="1100" dirty="0">
                    <a:latin typeface="Calibri" pitchFamily="34" charset="0"/>
                  </a:rPr>
                  <a:t> </a:t>
                </a:r>
                <a:endParaRPr lang="en-US" dirty="0"/>
              </a:p>
            </p:txBody>
          </p:sp>
          <p:cxnSp>
            <p:nvCxnSpPr>
              <p:cNvPr id="24583" name="AutoShape 4">
                <a:extLst>
                  <a:ext uri="{FF2B5EF4-FFF2-40B4-BE49-F238E27FC236}">
                    <a16:creationId xmlns:a16="http://schemas.microsoft.com/office/drawing/2014/main" id="{5B79A877-F9D9-607E-2AB0-E71C273E77C9}"/>
                  </a:ext>
                </a:extLst>
              </p:cNvPr>
              <p:cNvCxnSpPr>
                <a:cxnSpLocks noChangeShapeType="1"/>
              </p:cNvCxnSpPr>
              <p:nvPr/>
            </p:nvCxnSpPr>
            <p:spPr bwMode="auto">
              <a:xfrm>
                <a:off x="2276584" y="2924724"/>
                <a:ext cx="635315" cy="1588"/>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24584" name="AutoShape 5">
                <a:extLst>
                  <a:ext uri="{FF2B5EF4-FFF2-40B4-BE49-F238E27FC236}">
                    <a16:creationId xmlns:a16="http://schemas.microsoft.com/office/drawing/2014/main" id="{F5195806-7093-C837-7FF6-2E6476EBDDD4}"/>
                  </a:ext>
                </a:extLst>
              </p:cNvPr>
              <p:cNvCxnSpPr>
                <a:cxnSpLocks noChangeShapeType="1"/>
              </p:cNvCxnSpPr>
              <p:nvPr/>
            </p:nvCxnSpPr>
            <p:spPr bwMode="auto">
              <a:xfrm rot="5400000">
                <a:off x="2465845" y="2874838"/>
                <a:ext cx="109728" cy="109728"/>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sp>
            <p:nvSpPr>
              <p:cNvPr id="24585" name="Text Box 6">
                <a:extLst>
                  <a:ext uri="{FF2B5EF4-FFF2-40B4-BE49-F238E27FC236}">
                    <a16:creationId xmlns:a16="http://schemas.microsoft.com/office/drawing/2014/main" id="{DAB6D90C-4A30-6258-98B1-15EDF5168DCA}"/>
                  </a:ext>
                </a:extLst>
              </p:cNvPr>
              <p:cNvSpPr txBox="1">
                <a:spLocks noChangeArrowheads="1"/>
              </p:cNvSpPr>
              <p:nvPr/>
            </p:nvSpPr>
            <p:spPr bwMode="auto">
              <a:xfrm>
                <a:off x="2394099" y="2548268"/>
                <a:ext cx="604457" cy="3154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Aft>
                    <a:spcPts val="1000"/>
                  </a:spcAft>
                </a:pPr>
                <a:r>
                  <a:rPr lang="en-US" altLang="en-US" sz="1600">
                    <a:latin typeface="Calibri" panose="020F0502020204030204" pitchFamily="34" charset="0"/>
                  </a:rPr>
                  <a:t>n</a:t>
                </a:r>
                <a:endParaRPr lang="en-US" altLang="en-US" sz="1600"/>
              </a:p>
            </p:txBody>
          </p:sp>
          <p:sp>
            <p:nvSpPr>
              <p:cNvPr id="2055" name="Rectangle 7">
                <a:extLst>
                  <a:ext uri="{FF2B5EF4-FFF2-40B4-BE49-F238E27FC236}">
                    <a16:creationId xmlns:a16="http://schemas.microsoft.com/office/drawing/2014/main" id="{E793408C-6004-4B58-9EDA-464939D3BF74}"/>
                  </a:ext>
                </a:extLst>
              </p:cNvPr>
              <p:cNvSpPr>
                <a:spLocks noChangeArrowheads="1"/>
              </p:cNvSpPr>
              <p:nvPr/>
            </p:nvSpPr>
            <p:spPr bwMode="auto">
              <a:xfrm>
                <a:off x="2911475" y="2503572"/>
                <a:ext cx="639763" cy="1355981"/>
              </a:xfrm>
              <a:prstGeom prst="rect">
                <a:avLst/>
              </a:prstGeom>
              <a:solidFill>
                <a:schemeClr val="accent1">
                  <a:lumMod val="60000"/>
                  <a:lumOff val="40000"/>
                </a:schemeClr>
              </a:solidFill>
              <a:ln w="28575">
                <a:solidFill>
                  <a:srgbClr val="000000"/>
                </a:solidFill>
                <a:miter lim="800000"/>
                <a:headEnd/>
                <a:tailEnd/>
              </a:ln>
            </p:spPr>
            <p:txBody>
              <a:bodyPr/>
              <a:lstStyle/>
              <a:p>
                <a:pPr>
                  <a:spcAft>
                    <a:spcPts val="1000"/>
                  </a:spcAft>
                  <a:defRPr/>
                </a:pPr>
                <a:r>
                  <a:rPr lang="en-US" dirty="0">
                    <a:latin typeface="Calibri" pitchFamily="34" charset="0"/>
                  </a:rPr>
                  <a:t>RG</a:t>
                </a:r>
                <a:endParaRPr lang="en-US" dirty="0"/>
              </a:p>
            </p:txBody>
          </p:sp>
          <p:cxnSp>
            <p:nvCxnSpPr>
              <p:cNvPr id="24587" name="AutoShape 8">
                <a:extLst>
                  <a:ext uri="{FF2B5EF4-FFF2-40B4-BE49-F238E27FC236}">
                    <a16:creationId xmlns:a16="http://schemas.microsoft.com/office/drawing/2014/main" id="{741925E1-011C-4639-3045-9E64D47D2297}"/>
                  </a:ext>
                </a:extLst>
              </p:cNvPr>
              <p:cNvCxnSpPr>
                <a:cxnSpLocks noChangeShapeType="1"/>
              </p:cNvCxnSpPr>
              <p:nvPr/>
            </p:nvCxnSpPr>
            <p:spPr bwMode="auto">
              <a:xfrm>
                <a:off x="2913321" y="3359888"/>
                <a:ext cx="141694" cy="107675"/>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24588" name="AutoShape 9">
                <a:extLst>
                  <a:ext uri="{FF2B5EF4-FFF2-40B4-BE49-F238E27FC236}">
                    <a16:creationId xmlns:a16="http://schemas.microsoft.com/office/drawing/2014/main" id="{B8DC01D6-D202-88FE-0D5D-F151A19EE92D}"/>
                  </a:ext>
                </a:extLst>
              </p:cNvPr>
              <p:cNvCxnSpPr>
                <a:cxnSpLocks noChangeShapeType="1"/>
              </p:cNvCxnSpPr>
              <p:nvPr/>
            </p:nvCxnSpPr>
            <p:spPr bwMode="auto">
              <a:xfrm rot="10800000" flipV="1">
                <a:off x="2902690" y="3481918"/>
                <a:ext cx="149350" cy="90622"/>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24589" name="AutoShape 10">
                <a:extLst>
                  <a:ext uri="{FF2B5EF4-FFF2-40B4-BE49-F238E27FC236}">
                    <a16:creationId xmlns:a16="http://schemas.microsoft.com/office/drawing/2014/main" id="{1F55B02E-BE45-C481-6CDC-E7256A637DB6}"/>
                  </a:ext>
                </a:extLst>
              </p:cNvPr>
              <p:cNvCxnSpPr>
                <a:cxnSpLocks noChangeShapeType="1"/>
              </p:cNvCxnSpPr>
              <p:nvPr/>
            </p:nvCxnSpPr>
            <p:spPr bwMode="auto">
              <a:xfrm>
                <a:off x="2616024" y="3478946"/>
                <a:ext cx="295875" cy="1588"/>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24590" name="AutoShape 11">
                <a:extLst>
                  <a:ext uri="{FF2B5EF4-FFF2-40B4-BE49-F238E27FC236}">
                    <a16:creationId xmlns:a16="http://schemas.microsoft.com/office/drawing/2014/main" id="{93311751-4979-10B5-7B88-44A1E1228B6C}"/>
                  </a:ext>
                </a:extLst>
              </p:cNvPr>
              <p:cNvCxnSpPr>
                <a:cxnSpLocks noChangeShapeType="1"/>
              </p:cNvCxnSpPr>
              <p:nvPr/>
            </p:nvCxnSpPr>
            <p:spPr bwMode="auto">
              <a:xfrm>
                <a:off x="3542035" y="2949270"/>
                <a:ext cx="411480" cy="1588"/>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24591" name="AutoShape 12">
                <a:extLst>
                  <a:ext uri="{FF2B5EF4-FFF2-40B4-BE49-F238E27FC236}">
                    <a16:creationId xmlns:a16="http://schemas.microsoft.com/office/drawing/2014/main" id="{D3DB80BE-1DA5-21DB-A2A0-56FCC88AFF06}"/>
                  </a:ext>
                </a:extLst>
              </p:cNvPr>
              <p:cNvCxnSpPr>
                <a:cxnSpLocks noChangeShapeType="1"/>
              </p:cNvCxnSpPr>
              <p:nvPr/>
            </p:nvCxnSpPr>
            <p:spPr bwMode="auto">
              <a:xfrm rot="5400000">
                <a:off x="3516120" y="2502373"/>
                <a:ext cx="868680" cy="1588"/>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24592" name="AutoShape 13">
                <a:extLst>
                  <a:ext uri="{FF2B5EF4-FFF2-40B4-BE49-F238E27FC236}">
                    <a16:creationId xmlns:a16="http://schemas.microsoft.com/office/drawing/2014/main" id="{E0FFFE8E-2896-EAD6-C8E5-8948782BDB17}"/>
                  </a:ext>
                </a:extLst>
              </p:cNvPr>
              <p:cNvCxnSpPr>
                <a:cxnSpLocks noChangeShapeType="1"/>
              </p:cNvCxnSpPr>
              <p:nvPr/>
            </p:nvCxnSpPr>
            <p:spPr bwMode="auto">
              <a:xfrm rot="10800000">
                <a:off x="1457028" y="2057400"/>
                <a:ext cx="2505373" cy="1588"/>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24593" name="AutoShape 14">
                <a:extLst>
                  <a:ext uri="{FF2B5EF4-FFF2-40B4-BE49-F238E27FC236}">
                    <a16:creationId xmlns:a16="http://schemas.microsoft.com/office/drawing/2014/main" id="{59EF0E8A-6887-EFD3-A7E8-1024E2E74A36}"/>
                  </a:ext>
                </a:extLst>
              </p:cNvPr>
              <p:cNvCxnSpPr>
                <a:cxnSpLocks noChangeShapeType="1"/>
              </p:cNvCxnSpPr>
              <p:nvPr/>
            </p:nvCxnSpPr>
            <p:spPr bwMode="auto">
              <a:xfrm rot="5400000">
                <a:off x="1185492" y="2328935"/>
                <a:ext cx="543070" cy="1588"/>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24594" name="AutoShape 15">
                <a:extLst>
                  <a:ext uri="{FF2B5EF4-FFF2-40B4-BE49-F238E27FC236}">
                    <a16:creationId xmlns:a16="http://schemas.microsoft.com/office/drawing/2014/main" id="{B9082920-E682-3B36-A0AB-85AAD68E761B}"/>
                  </a:ext>
                </a:extLst>
              </p:cNvPr>
              <p:cNvCxnSpPr>
                <a:cxnSpLocks noChangeShapeType="1"/>
              </p:cNvCxnSpPr>
              <p:nvPr/>
            </p:nvCxnSpPr>
            <p:spPr bwMode="auto">
              <a:xfrm>
                <a:off x="1457027" y="2600470"/>
                <a:ext cx="290430" cy="1588"/>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24595" name="AutoShape 16">
                <a:extLst>
                  <a:ext uri="{FF2B5EF4-FFF2-40B4-BE49-F238E27FC236}">
                    <a16:creationId xmlns:a16="http://schemas.microsoft.com/office/drawing/2014/main" id="{E2804267-78A3-800E-CABE-8A1C3AE389D8}"/>
                  </a:ext>
                </a:extLst>
              </p:cNvPr>
              <p:cNvCxnSpPr>
                <a:cxnSpLocks noChangeShapeType="1"/>
              </p:cNvCxnSpPr>
              <p:nvPr/>
            </p:nvCxnSpPr>
            <p:spPr bwMode="auto">
              <a:xfrm>
                <a:off x="1210162" y="3263718"/>
                <a:ext cx="537295" cy="1588"/>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sp>
            <p:nvSpPr>
              <p:cNvPr id="24596" name="Text Box 17">
                <a:extLst>
                  <a:ext uri="{FF2B5EF4-FFF2-40B4-BE49-F238E27FC236}">
                    <a16:creationId xmlns:a16="http://schemas.microsoft.com/office/drawing/2014/main" id="{322D497F-7006-ED0D-D2E9-D99BB228741D}"/>
                  </a:ext>
                </a:extLst>
              </p:cNvPr>
              <p:cNvSpPr txBox="1">
                <a:spLocks noChangeArrowheads="1"/>
              </p:cNvSpPr>
              <p:nvPr/>
            </p:nvSpPr>
            <p:spPr bwMode="auto">
              <a:xfrm>
                <a:off x="1143000" y="2954202"/>
                <a:ext cx="604457" cy="4036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Aft>
                    <a:spcPts val="1000"/>
                  </a:spcAft>
                </a:pPr>
                <a:r>
                  <a:rPr lang="en-US" altLang="en-US">
                    <a:latin typeface="Calibri" panose="020F0502020204030204" pitchFamily="34" charset="0"/>
                  </a:rPr>
                  <a:t>“1”</a:t>
                </a:r>
                <a:endParaRPr lang="en-US" altLang="en-US"/>
              </a:p>
            </p:txBody>
          </p:sp>
          <p:cxnSp>
            <p:nvCxnSpPr>
              <p:cNvPr id="24597" name="AutoShape 18">
                <a:extLst>
                  <a:ext uri="{FF2B5EF4-FFF2-40B4-BE49-F238E27FC236}">
                    <a16:creationId xmlns:a16="http://schemas.microsoft.com/office/drawing/2014/main" id="{67AE0EB1-149A-C1AD-6A23-B08AB3E08E26}"/>
                  </a:ext>
                </a:extLst>
              </p:cNvPr>
              <p:cNvCxnSpPr>
                <a:cxnSpLocks noChangeShapeType="1"/>
              </p:cNvCxnSpPr>
              <p:nvPr/>
            </p:nvCxnSpPr>
            <p:spPr bwMode="auto">
              <a:xfrm>
                <a:off x="1747457" y="2822686"/>
                <a:ext cx="147938" cy="120178"/>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24598" name="AutoShape 19">
                <a:extLst>
                  <a:ext uri="{FF2B5EF4-FFF2-40B4-BE49-F238E27FC236}">
                    <a16:creationId xmlns:a16="http://schemas.microsoft.com/office/drawing/2014/main" id="{6201D715-AF6C-A1DC-28B6-D9ACD15D39DF}"/>
                  </a:ext>
                </a:extLst>
              </p:cNvPr>
              <p:cNvCxnSpPr>
                <a:cxnSpLocks noChangeShapeType="1"/>
              </p:cNvCxnSpPr>
              <p:nvPr/>
            </p:nvCxnSpPr>
            <p:spPr bwMode="auto">
              <a:xfrm rot="10800000" flipV="1">
                <a:off x="1747457" y="2937624"/>
                <a:ext cx="147938" cy="117911"/>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sp>
            <p:nvSpPr>
              <p:cNvPr id="24599" name="Text Box 20">
                <a:extLst>
                  <a:ext uri="{FF2B5EF4-FFF2-40B4-BE49-F238E27FC236}">
                    <a16:creationId xmlns:a16="http://schemas.microsoft.com/office/drawing/2014/main" id="{0586BFD1-F448-B272-B980-323BEEB793C9}"/>
                  </a:ext>
                </a:extLst>
              </p:cNvPr>
              <p:cNvSpPr txBox="1">
                <a:spLocks noChangeArrowheads="1"/>
              </p:cNvSpPr>
              <p:nvPr/>
            </p:nvSpPr>
            <p:spPr bwMode="auto">
              <a:xfrm>
                <a:off x="2133601" y="3276600"/>
                <a:ext cx="609600" cy="4036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Aft>
                    <a:spcPts val="1000"/>
                  </a:spcAft>
                </a:pPr>
                <a:r>
                  <a:rPr lang="en-US" altLang="en-US">
                    <a:latin typeface="Calibri" panose="020F0502020204030204" pitchFamily="34" charset="0"/>
                  </a:rPr>
                  <a:t>CLK</a:t>
                </a:r>
                <a:endParaRPr lang="en-US" altLang="en-US"/>
              </a:p>
            </p:txBody>
          </p:sp>
          <p:cxnSp>
            <p:nvCxnSpPr>
              <p:cNvPr id="24600" name="AutoShape 21">
                <a:extLst>
                  <a:ext uri="{FF2B5EF4-FFF2-40B4-BE49-F238E27FC236}">
                    <a16:creationId xmlns:a16="http://schemas.microsoft.com/office/drawing/2014/main" id="{57336C20-EE81-4024-5AD7-4B304BE3789D}"/>
                  </a:ext>
                </a:extLst>
              </p:cNvPr>
              <p:cNvCxnSpPr>
                <a:cxnSpLocks noChangeShapeType="1"/>
              </p:cNvCxnSpPr>
              <p:nvPr/>
            </p:nvCxnSpPr>
            <p:spPr bwMode="auto">
              <a:xfrm rot="5400000">
                <a:off x="3699850" y="2902896"/>
                <a:ext cx="89567" cy="86220"/>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sp>
            <p:nvSpPr>
              <p:cNvPr id="24601" name="AutoShape 22">
                <a:extLst>
                  <a:ext uri="{FF2B5EF4-FFF2-40B4-BE49-F238E27FC236}">
                    <a16:creationId xmlns:a16="http://schemas.microsoft.com/office/drawing/2014/main" id="{61E1909E-C9DA-B7E0-4EEA-34353246BA68}"/>
                  </a:ext>
                </a:extLst>
              </p:cNvPr>
              <p:cNvSpPr>
                <a:spLocks noChangeArrowheads="1"/>
              </p:cNvSpPr>
              <p:nvPr/>
            </p:nvSpPr>
            <p:spPr bwMode="auto">
              <a:xfrm>
                <a:off x="3110528" y="3858941"/>
                <a:ext cx="128016" cy="128115"/>
              </a:xfrm>
              <a:prstGeom prst="flowChartConnector">
                <a:avLst/>
              </a:prstGeom>
              <a:solidFill>
                <a:srgbClr val="FFFFFF"/>
              </a:solidFill>
              <a:ln w="19050">
                <a:solidFill>
                  <a:srgbClr val="000000"/>
                </a:solidFill>
                <a:round/>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cxnSp>
            <p:nvCxnSpPr>
              <p:cNvPr id="24602" name="AutoShape 23">
                <a:extLst>
                  <a:ext uri="{FF2B5EF4-FFF2-40B4-BE49-F238E27FC236}">
                    <a16:creationId xmlns:a16="http://schemas.microsoft.com/office/drawing/2014/main" id="{2148CE03-F48B-4B05-B89C-6196FEC3ACDE}"/>
                  </a:ext>
                </a:extLst>
              </p:cNvPr>
              <p:cNvCxnSpPr>
                <a:cxnSpLocks noChangeShapeType="1"/>
              </p:cNvCxnSpPr>
              <p:nvPr/>
            </p:nvCxnSpPr>
            <p:spPr bwMode="auto">
              <a:xfrm rot="5400000">
                <a:off x="3113546" y="4061316"/>
                <a:ext cx="148522" cy="1588"/>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24603" name="AutoShape 24">
                <a:extLst>
                  <a:ext uri="{FF2B5EF4-FFF2-40B4-BE49-F238E27FC236}">
                    <a16:creationId xmlns:a16="http://schemas.microsoft.com/office/drawing/2014/main" id="{532180A0-B071-9CA8-9A5F-B1C545F51CB2}"/>
                  </a:ext>
                </a:extLst>
              </p:cNvPr>
              <p:cNvCxnSpPr>
                <a:cxnSpLocks noChangeShapeType="1"/>
              </p:cNvCxnSpPr>
              <p:nvPr/>
            </p:nvCxnSpPr>
            <p:spPr bwMode="auto">
              <a:xfrm rot="10800000">
                <a:off x="2625099" y="4135577"/>
                <a:ext cx="562708" cy="1588"/>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sp>
            <p:nvSpPr>
              <p:cNvPr id="24604" name="Text Box 25">
                <a:extLst>
                  <a:ext uri="{FF2B5EF4-FFF2-40B4-BE49-F238E27FC236}">
                    <a16:creationId xmlns:a16="http://schemas.microsoft.com/office/drawing/2014/main" id="{62761181-DD13-5E30-63EF-9ECAEE54DFD3}"/>
                  </a:ext>
                </a:extLst>
              </p:cNvPr>
              <p:cNvSpPr txBox="1">
                <a:spLocks noChangeArrowheads="1"/>
              </p:cNvSpPr>
              <p:nvPr/>
            </p:nvSpPr>
            <p:spPr bwMode="auto">
              <a:xfrm>
                <a:off x="1937127" y="3916397"/>
                <a:ext cx="733411" cy="4036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Aft>
                    <a:spcPts val="1000"/>
                  </a:spcAft>
                </a:pPr>
                <a:r>
                  <a:rPr lang="en-US" altLang="en-US">
                    <a:latin typeface="Calibri" panose="020F0502020204030204" pitchFamily="34" charset="0"/>
                  </a:rPr>
                  <a:t>Reset</a:t>
                </a:r>
                <a:endParaRPr lang="en-US" altLang="en-US"/>
              </a:p>
            </p:txBody>
          </p:sp>
          <p:sp>
            <p:nvSpPr>
              <p:cNvPr id="24605" name="Text Box 26">
                <a:extLst>
                  <a:ext uri="{FF2B5EF4-FFF2-40B4-BE49-F238E27FC236}">
                    <a16:creationId xmlns:a16="http://schemas.microsoft.com/office/drawing/2014/main" id="{8100841A-FA0F-D25A-2928-608EFEB1731E}"/>
                  </a:ext>
                </a:extLst>
              </p:cNvPr>
              <p:cNvSpPr txBox="1">
                <a:spLocks noChangeArrowheads="1"/>
              </p:cNvSpPr>
              <p:nvPr/>
            </p:nvSpPr>
            <p:spPr bwMode="auto">
              <a:xfrm>
                <a:off x="3581400" y="2589031"/>
                <a:ext cx="4572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Aft>
                    <a:spcPts val="1000"/>
                  </a:spcAft>
                </a:pPr>
                <a:r>
                  <a:rPr lang="en-US" altLang="en-US" sz="1600">
                    <a:latin typeface="Calibri" panose="020F0502020204030204" pitchFamily="34" charset="0"/>
                  </a:rPr>
                  <a:t>n</a:t>
                </a:r>
                <a:endParaRPr lang="en-US" altLang="en-US" sz="1600"/>
              </a:p>
            </p:txBody>
          </p:sp>
          <p:sp>
            <p:nvSpPr>
              <p:cNvPr id="24606" name="TextBox 48">
                <a:extLst>
                  <a:ext uri="{FF2B5EF4-FFF2-40B4-BE49-F238E27FC236}">
                    <a16:creationId xmlns:a16="http://schemas.microsoft.com/office/drawing/2014/main" id="{C91E3873-C6D1-9B0C-F498-5F10084B5564}"/>
                  </a:ext>
                </a:extLst>
              </p:cNvPr>
              <p:cNvSpPr txBox="1">
                <a:spLocks noChangeArrowheads="1"/>
              </p:cNvSpPr>
              <p:nvPr/>
            </p:nvSpPr>
            <p:spPr bwMode="auto">
              <a:xfrm>
                <a:off x="1873101" y="2762697"/>
                <a:ext cx="4572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a:t>+</a:t>
                </a:r>
                <a:endParaRPr lang="en-GB" altLang="en-US"/>
              </a:p>
            </p:txBody>
          </p:sp>
        </p:gr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ext Box 5">
            <a:extLst>
              <a:ext uri="{FF2B5EF4-FFF2-40B4-BE49-F238E27FC236}">
                <a16:creationId xmlns:a16="http://schemas.microsoft.com/office/drawing/2014/main" id="{863F3A11-9B89-7CE6-3909-BBEB582AF0B6}"/>
              </a:ext>
            </a:extLst>
          </p:cNvPr>
          <p:cNvSpPr txBox="1">
            <a:spLocks noChangeArrowheads="1"/>
          </p:cNvSpPr>
          <p:nvPr/>
        </p:nvSpPr>
        <p:spPr bwMode="auto">
          <a:xfrm>
            <a:off x="2035176" y="1295401"/>
            <a:ext cx="7794625"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000"/>
              <a:t>Design a circuit of 3-bit counter using  T flip-flops. </a:t>
            </a:r>
          </a:p>
          <a:p>
            <a:pPr eaLnBrk="1" hangingPunct="1"/>
            <a:r>
              <a:rPr lang="en-US" altLang="en-US" sz="2000"/>
              <a:t>Table of transitions of the counter</a:t>
            </a:r>
          </a:p>
        </p:txBody>
      </p:sp>
      <p:sp>
        <p:nvSpPr>
          <p:cNvPr id="18" name="Rectangle 4">
            <a:extLst>
              <a:ext uri="{FF2B5EF4-FFF2-40B4-BE49-F238E27FC236}">
                <a16:creationId xmlns:a16="http://schemas.microsoft.com/office/drawing/2014/main" id="{82EA24F1-DEE5-4DD8-AA62-99FE228999E6}"/>
              </a:ext>
            </a:extLst>
          </p:cNvPr>
          <p:cNvSpPr txBox="1">
            <a:spLocks noChangeArrowheads="1"/>
          </p:cNvSpPr>
          <p:nvPr/>
        </p:nvSpPr>
        <p:spPr bwMode="auto">
          <a:xfrm>
            <a:off x="1981200" y="277814"/>
            <a:ext cx="8229600" cy="788987"/>
          </a:xfrm>
          <a:prstGeom prst="rect">
            <a:avLst/>
          </a:prstGeom>
          <a:noFill/>
          <a:ln w="9525">
            <a:noFill/>
            <a:miter lim="800000"/>
            <a:headEnd/>
            <a:tailEnd/>
          </a:ln>
        </p:spPr>
        <p:txBody>
          <a:bodyPr/>
          <a:lstStyle/>
          <a:p>
            <a:pPr eaLnBrk="1" hangingPunct="1">
              <a:defRPr/>
            </a:pPr>
            <a:endParaRPr lang="en-US" sz="3600" b="1" kern="0" dirty="0">
              <a:latin typeface="+mj-lt"/>
              <a:ea typeface="+mj-ea"/>
              <a:cs typeface="+mj-cs"/>
            </a:endParaRPr>
          </a:p>
        </p:txBody>
      </p:sp>
      <p:graphicFrame>
        <p:nvGraphicFramePr>
          <p:cNvPr id="2" name="Таблица 1">
            <a:extLst>
              <a:ext uri="{FF2B5EF4-FFF2-40B4-BE49-F238E27FC236}">
                <a16:creationId xmlns:a16="http://schemas.microsoft.com/office/drawing/2014/main" id="{22E7E480-1AC8-4BC9-A937-690C28F53D55}"/>
              </a:ext>
            </a:extLst>
          </p:cNvPr>
          <p:cNvGraphicFramePr>
            <a:graphicFrameLocks noGrp="1"/>
          </p:cNvGraphicFramePr>
          <p:nvPr>
            <p:extLst>
              <p:ext uri="{D42A27DB-BD31-4B8C-83A1-F6EECF244321}">
                <p14:modId xmlns:p14="http://schemas.microsoft.com/office/powerpoint/2010/main" val="1179083866"/>
              </p:ext>
            </p:extLst>
          </p:nvPr>
        </p:nvGraphicFramePr>
        <p:xfrm>
          <a:off x="2514600" y="2159001"/>
          <a:ext cx="2971800" cy="3565818"/>
        </p:xfrm>
        <a:graphic>
          <a:graphicData uri="http://schemas.openxmlformats.org/drawingml/2006/table">
            <a:tbl>
              <a:tblPr firstRow="1" bandRow="1">
                <a:tableStyleId>{5C22544A-7EE6-4342-B048-85BDC9FD1C3A}</a:tableStyleId>
              </a:tblPr>
              <a:tblGrid>
                <a:gridCol w="1485900">
                  <a:extLst>
                    <a:ext uri="{9D8B030D-6E8A-4147-A177-3AD203B41FA5}">
                      <a16:colId xmlns:a16="http://schemas.microsoft.com/office/drawing/2014/main" val="20000"/>
                    </a:ext>
                  </a:extLst>
                </a:gridCol>
                <a:gridCol w="1485900">
                  <a:extLst>
                    <a:ext uri="{9D8B030D-6E8A-4147-A177-3AD203B41FA5}">
                      <a16:colId xmlns:a16="http://schemas.microsoft.com/office/drawing/2014/main" val="20001"/>
                    </a:ext>
                  </a:extLst>
                </a:gridCol>
              </a:tblGrid>
              <a:tr h="39616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bg2"/>
                          </a:solidFill>
                          <a:effectLst/>
                          <a:latin typeface="Arial" pitchFamily="34" charset="0"/>
                          <a:cs typeface="Arial" pitchFamily="34" charset="0"/>
                        </a:rPr>
                        <a:t>q</a:t>
                      </a:r>
                      <a:r>
                        <a:rPr kumimoji="0" lang="en-US" sz="2000" b="0" i="0" u="none" strike="noStrike" cap="none" normalizeH="0" baseline="-25000" dirty="0">
                          <a:ln>
                            <a:noFill/>
                          </a:ln>
                          <a:solidFill>
                            <a:schemeClr val="bg2"/>
                          </a:solidFill>
                          <a:effectLst/>
                          <a:latin typeface="Arial" pitchFamily="34" charset="0"/>
                          <a:cs typeface="Arial" pitchFamily="34" charset="0"/>
                        </a:rPr>
                        <a:t>2</a:t>
                      </a:r>
                      <a:r>
                        <a:rPr kumimoji="0" lang="en-US" sz="2000" b="0" i="0" u="none" strike="noStrike" cap="none" normalizeH="0" baseline="0" dirty="0">
                          <a:ln>
                            <a:noFill/>
                          </a:ln>
                          <a:solidFill>
                            <a:schemeClr val="bg2"/>
                          </a:solidFill>
                          <a:effectLst/>
                          <a:latin typeface="Arial" pitchFamily="34" charset="0"/>
                          <a:cs typeface="Arial" pitchFamily="34" charset="0"/>
                        </a:rPr>
                        <a:t>q</a:t>
                      </a:r>
                      <a:r>
                        <a:rPr kumimoji="0" lang="en-US" sz="2000" b="0" i="0" u="none" strike="noStrike" cap="none" normalizeH="0" baseline="-25000" dirty="0">
                          <a:ln>
                            <a:noFill/>
                          </a:ln>
                          <a:solidFill>
                            <a:schemeClr val="bg2"/>
                          </a:solidFill>
                          <a:effectLst/>
                          <a:latin typeface="Arial" pitchFamily="34" charset="0"/>
                          <a:cs typeface="Arial" pitchFamily="34" charset="0"/>
                        </a:rPr>
                        <a:t>1</a:t>
                      </a:r>
                      <a:r>
                        <a:rPr kumimoji="0" lang="en-US" sz="2000" b="0" i="0" u="none" strike="noStrike" cap="none" normalizeH="0" baseline="0" dirty="0">
                          <a:ln>
                            <a:noFill/>
                          </a:ln>
                          <a:solidFill>
                            <a:schemeClr val="bg2"/>
                          </a:solidFill>
                          <a:effectLst/>
                          <a:latin typeface="Arial" pitchFamily="34" charset="0"/>
                          <a:cs typeface="Arial" pitchFamily="34" charset="0"/>
                        </a:rPr>
                        <a:t> q</a:t>
                      </a:r>
                      <a:r>
                        <a:rPr kumimoji="0" lang="en-US" sz="2000" b="0" i="0" u="none" strike="noStrike" cap="none" normalizeH="0" baseline="-25000" dirty="0">
                          <a:ln>
                            <a:noFill/>
                          </a:ln>
                          <a:solidFill>
                            <a:schemeClr val="bg2"/>
                          </a:solidFill>
                          <a:effectLst/>
                          <a:latin typeface="Arial" pitchFamily="34" charset="0"/>
                          <a:cs typeface="Arial" pitchFamily="34" charset="0"/>
                        </a:rPr>
                        <a:t>0</a:t>
                      </a:r>
                      <a:endParaRPr kumimoji="0" lang="en-US" sz="2000" b="0" i="0" u="none" strike="noStrike" cap="none" normalizeH="0" baseline="0" dirty="0">
                        <a:ln>
                          <a:noFill/>
                        </a:ln>
                        <a:solidFill>
                          <a:schemeClr val="bg2"/>
                        </a:solidFill>
                        <a:effectLst/>
                        <a:latin typeface="Arial" pitchFamily="34" charset="0"/>
                        <a:cs typeface="Arial" pitchFamily="34" charset="0"/>
                      </a:endParaRPr>
                    </a:p>
                  </a:txBody>
                  <a:tcPr marT="45701" marB="45701"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bg2"/>
                          </a:solidFill>
                          <a:effectLst/>
                          <a:latin typeface="Arial" pitchFamily="34" charset="0"/>
                          <a:cs typeface="Arial" pitchFamily="34" charset="0"/>
                        </a:rPr>
                        <a:t>t</a:t>
                      </a:r>
                      <a:r>
                        <a:rPr kumimoji="0" lang="en-US" sz="2000" b="0" i="0" u="none" strike="noStrike" cap="none" normalizeH="0" baseline="-25000" dirty="0">
                          <a:ln>
                            <a:noFill/>
                          </a:ln>
                          <a:solidFill>
                            <a:schemeClr val="bg2"/>
                          </a:solidFill>
                          <a:effectLst/>
                          <a:latin typeface="Arial" pitchFamily="34" charset="0"/>
                          <a:cs typeface="Arial" pitchFamily="34" charset="0"/>
                        </a:rPr>
                        <a:t>2</a:t>
                      </a:r>
                      <a:r>
                        <a:rPr kumimoji="0" lang="en-US" sz="2000" b="0" i="0" u="none" strike="noStrike" cap="none" normalizeH="0" baseline="0" dirty="0">
                          <a:ln>
                            <a:noFill/>
                          </a:ln>
                          <a:solidFill>
                            <a:schemeClr val="bg2"/>
                          </a:solidFill>
                          <a:effectLst/>
                          <a:latin typeface="Arial" pitchFamily="34" charset="0"/>
                          <a:cs typeface="Arial" pitchFamily="34" charset="0"/>
                        </a:rPr>
                        <a:t>  t</a:t>
                      </a:r>
                      <a:r>
                        <a:rPr kumimoji="0" lang="en-US" sz="2000" b="0" i="0" u="none" strike="noStrike" cap="none" normalizeH="0" baseline="-25000" dirty="0">
                          <a:ln>
                            <a:noFill/>
                          </a:ln>
                          <a:solidFill>
                            <a:schemeClr val="bg2"/>
                          </a:solidFill>
                          <a:effectLst/>
                          <a:latin typeface="Arial" pitchFamily="34" charset="0"/>
                          <a:cs typeface="Arial" pitchFamily="34" charset="0"/>
                        </a:rPr>
                        <a:t>1</a:t>
                      </a:r>
                      <a:r>
                        <a:rPr kumimoji="0" lang="en-US" sz="2000" b="0" i="0" u="none" strike="noStrike" cap="none" normalizeH="0" baseline="0" dirty="0">
                          <a:ln>
                            <a:noFill/>
                          </a:ln>
                          <a:solidFill>
                            <a:schemeClr val="bg2"/>
                          </a:solidFill>
                          <a:effectLst/>
                          <a:latin typeface="Arial" pitchFamily="34" charset="0"/>
                          <a:cs typeface="Arial" pitchFamily="34" charset="0"/>
                        </a:rPr>
                        <a:t>  t</a:t>
                      </a:r>
                      <a:r>
                        <a:rPr kumimoji="0" lang="en-US" sz="2000" b="0" i="0" u="none" strike="noStrike" cap="none" normalizeH="0" baseline="-25000" dirty="0">
                          <a:ln>
                            <a:noFill/>
                          </a:ln>
                          <a:solidFill>
                            <a:schemeClr val="bg2"/>
                          </a:solidFill>
                          <a:effectLst/>
                          <a:latin typeface="Arial" pitchFamily="34" charset="0"/>
                          <a:cs typeface="Arial" pitchFamily="34" charset="0"/>
                        </a:rPr>
                        <a:t>0</a:t>
                      </a:r>
                      <a:endParaRPr kumimoji="0" lang="en-US" sz="2000" b="0" i="0" u="none" strike="noStrike" cap="none" normalizeH="0" baseline="0" dirty="0">
                        <a:ln>
                          <a:noFill/>
                        </a:ln>
                        <a:solidFill>
                          <a:schemeClr val="bg2"/>
                        </a:solidFill>
                        <a:effectLst/>
                        <a:latin typeface="Arial" pitchFamily="34" charset="0"/>
                        <a:cs typeface="Arial" pitchFamily="34" charset="0"/>
                      </a:endParaRPr>
                    </a:p>
                  </a:txBody>
                  <a:tcPr marT="45701" marB="45701" horzOverflow="overflow"/>
                </a:tc>
                <a:extLst>
                  <a:ext uri="{0D108BD9-81ED-4DB2-BD59-A6C34878D82A}">
                    <a16:rowId xmlns:a16="http://schemas.microsoft.com/office/drawing/2014/main" val="10000"/>
                  </a:ext>
                </a:extLst>
              </a:tr>
              <a:tr h="39616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pitchFamily="34" charset="0"/>
                          <a:cs typeface="Arial" pitchFamily="34" charset="0"/>
                        </a:rPr>
                        <a:t>0   0   0</a:t>
                      </a:r>
                    </a:p>
                  </a:txBody>
                  <a:tcPr marT="45701" marB="45701"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pitchFamily="34" charset="0"/>
                          <a:cs typeface="Arial" pitchFamily="34" charset="0"/>
                        </a:rPr>
                        <a:t>0   0   1</a:t>
                      </a:r>
                    </a:p>
                  </a:txBody>
                  <a:tcPr marT="45701" marB="45701" horzOverflow="overflow"/>
                </a:tc>
                <a:extLst>
                  <a:ext uri="{0D108BD9-81ED-4DB2-BD59-A6C34878D82A}">
                    <a16:rowId xmlns:a16="http://schemas.microsoft.com/office/drawing/2014/main" val="10001"/>
                  </a:ext>
                </a:extLst>
              </a:tr>
              <a:tr h="39616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Arial" pitchFamily="34" charset="0"/>
                          <a:cs typeface="Arial" pitchFamily="34" charset="0"/>
                        </a:rPr>
                        <a:t>0   0   1</a:t>
                      </a:r>
                    </a:p>
                  </a:txBody>
                  <a:tcPr marT="45701" marB="45701"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pitchFamily="34" charset="0"/>
                          <a:cs typeface="Arial" pitchFamily="34" charset="0"/>
                        </a:rPr>
                        <a:t>0   1   1</a:t>
                      </a:r>
                    </a:p>
                  </a:txBody>
                  <a:tcPr marT="45701" marB="45701" horzOverflow="overflow"/>
                </a:tc>
                <a:extLst>
                  <a:ext uri="{0D108BD9-81ED-4DB2-BD59-A6C34878D82A}">
                    <a16:rowId xmlns:a16="http://schemas.microsoft.com/office/drawing/2014/main" val="10002"/>
                  </a:ext>
                </a:extLst>
              </a:tr>
              <a:tr h="39616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pitchFamily="34" charset="0"/>
                          <a:cs typeface="Arial" pitchFamily="34" charset="0"/>
                        </a:rPr>
                        <a:t>0   1   0</a:t>
                      </a:r>
                    </a:p>
                  </a:txBody>
                  <a:tcPr marT="45701" marB="45701"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Arial" pitchFamily="34" charset="0"/>
                          <a:cs typeface="Arial" pitchFamily="34" charset="0"/>
                        </a:rPr>
                        <a:t>0   0   1</a:t>
                      </a:r>
                    </a:p>
                  </a:txBody>
                  <a:tcPr marT="45701" marB="45701" horzOverflow="overflow"/>
                </a:tc>
                <a:extLst>
                  <a:ext uri="{0D108BD9-81ED-4DB2-BD59-A6C34878D82A}">
                    <a16:rowId xmlns:a16="http://schemas.microsoft.com/office/drawing/2014/main" val="10003"/>
                  </a:ext>
                </a:extLst>
              </a:tr>
              <a:tr h="39616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pitchFamily="34" charset="0"/>
                          <a:cs typeface="Arial" pitchFamily="34" charset="0"/>
                        </a:rPr>
                        <a:t>0   1   1</a:t>
                      </a:r>
                    </a:p>
                  </a:txBody>
                  <a:tcPr marT="45701" marB="45701"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pitchFamily="34" charset="0"/>
                          <a:cs typeface="Arial" pitchFamily="34" charset="0"/>
                        </a:rPr>
                        <a:t>1   1   1</a:t>
                      </a:r>
                    </a:p>
                  </a:txBody>
                  <a:tcPr marT="45701" marB="45701" horzOverflow="overflow"/>
                </a:tc>
                <a:extLst>
                  <a:ext uri="{0D108BD9-81ED-4DB2-BD59-A6C34878D82A}">
                    <a16:rowId xmlns:a16="http://schemas.microsoft.com/office/drawing/2014/main" val="10004"/>
                  </a:ext>
                </a:extLst>
              </a:tr>
              <a:tr h="39616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pitchFamily="34" charset="0"/>
                          <a:cs typeface="Arial" pitchFamily="34" charset="0"/>
                        </a:rPr>
                        <a:t>1   0   0</a:t>
                      </a:r>
                    </a:p>
                  </a:txBody>
                  <a:tcPr marT="45701" marB="45701"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pitchFamily="34" charset="0"/>
                          <a:cs typeface="Arial" pitchFamily="34" charset="0"/>
                        </a:rPr>
                        <a:t>0   0   1</a:t>
                      </a:r>
                    </a:p>
                  </a:txBody>
                  <a:tcPr marT="45701" marB="45701" horzOverflow="overflow"/>
                </a:tc>
                <a:extLst>
                  <a:ext uri="{0D108BD9-81ED-4DB2-BD59-A6C34878D82A}">
                    <a16:rowId xmlns:a16="http://schemas.microsoft.com/office/drawing/2014/main" val="10005"/>
                  </a:ext>
                </a:extLst>
              </a:tr>
              <a:tr h="39616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pitchFamily="34" charset="0"/>
                          <a:cs typeface="Arial" pitchFamily="34" charset="0"/>
                        </a:rPr>
                        <a:t>1   0   1</a:t>
                      </a:r>
                    </a:p>
                  </a:txBody>
                  <a:tcPr marT="45701" marB="45701"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pitchFamily="34" charset="0"/>
                          <a:cs typeface="Arial" pitchFamily="34" charset="0"/>
                        </a:rPr>
                        <a:t>0   1   1</a:t>
                      </a:r>
                    </a:p>
                  </a:txBody>
                  <a:tcPr marT="45701" marB="45701" horzOverflow="overflow"/>
                </a:tc>
                <a:extLst>
                  <a:ext uri="{0D108BD9-81ED-4DB2-BD59-A6C34878D82A}">
                    <a16:rowId xmlns:a16="http://schemas.microsoft.com/office/drawing/2014/main" val="10006"/>
                  </a:ext>
                </a:extLst>
              </a:tr>
              <a:tr h="39616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pitchFamily="34" charset="0"/>
                          <a:cs typeface="Arial" pitchFamily="34" charset="0"/>
                        </a:rPr>
                        <a:t>1   1   0</a:t>
                      </a:r>
                    </a:p>
                  </a:txBody>
                  <a:tcPr marT="45701" marB="45701"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pitchFamily="34" charset="0"/>
                          <a:cs typeface="Arial" pitchFamily="34" charset="0"/>
                        </a:rPr>
                        <a:t>0   0   1</a:t>
                      </a:r>
                    </a:p>
                  </a:txBody>
                  <a:tcPr marT="45701" marB="45701" horzOverflow="overflow"/>
                </a:tc>
                <a:extLst>
                  <a:ext uri="{0D108BD9-81ED-4DB2-BD59-A6C34878D82A}">
                    <a16:rowId xmlns:a16="http://schemas.microsoft.com/office/drawing/2014/main" val="10007"/>
                  </a:ext>
                </a:extLst>
              </a:tr>
              <a:tr h="39616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pitchFamily="34" charset="0"/>
                          <a:cs typeface="Arial" pitchFamily="34" charset="0"/>
                        </a:rPr>
                        <a:t>1   1   1</a:t>
                      </a:r>
                    </a:p>
                  </a:txBody>
                  <a:tcPr marT="45701" marB="45701"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Arial" pitchFamily="34" charset="0"/>
                          <a:cs typeface="Arial" pitchFamily="34" charset="0"/>
                        </a:rPr>
                        <a:t>1   1   1</a:t>
                      </a:r>
                    </a:p>
                  </a:txBody>
                  <a:tcPr marT="45701" marB="45701" horzOverflow="overflow"/>
                </a:tc>
                <a:extLst>
                  <a:ext uri="{0D108BD9-81ED-4DB2-BD59-A6C34878D82A}">
                    <a16:rowId xmlns:a16="http://schemas.microsoft.com/office/drawing/2014/main" val="10008"/>
                  </a:ext>
                </a:extLst>
              </a:tr>
            </a:tbl>
          </a:graphicData>
        </a:graphic>
      </p:graphicFrame>
      <p:graphicFrame>
        <p:nvGraphicFramePr>
          <p:cNvPr id="17465" name="Group 57">
            <a:extLst>
              <a:ext uri="{FF2B5EF4-FFF2-40B4-BE49-F238E27FC236}">
                <a16:creationId xmlns:a16="http://schemas.microsoft.com/office/drawing/2014/main" id="{8932B5C2-75AA-4769-804F-3740824089DA}"/>
              </a:ext>
            </a:extLst>
          </p:cNvPr>
          <p:cNvGraphicFramePr>
            <a:graphicFrameLocks noGrp="1"/>
          </p:cNvGraphicFramePr>
          <p:nvPr>
            <p:extLst>
              <p:ext uri="{D42A27DB-BD31-4B8C-83A1-F6EECF244321}">
                <p14:modId xmlns:p14="http://schemas.microsoft.com/office/powerpoint/2010/main" val="2408748149"/>
              </p:ext>
            </p:extLst>
          </p:nvPr>
        </p:nvGraphicFramePr>
        <p:xfrm>
          <a:off x="5915025" y="3581400"/>
          <a:ext cx="3048000" cy="1981200"/>
        </p:xfrm>
        <a:graphic>
          <a:graphicData uri="http://schemas.openxmlformats.org/drawingml/2006/table">
            <a:tbl>
              <a:tblPr/>
              <a:tblGrid>
                <a:gridCol w="1524000">
                  <a:extLst>
                    <a:ext uri="{9D8B030D-6E8A-4147-A177-3AD203B41FA5}">
                      <a16:colId xmlns:a16="http://schemas.microsoft.com/office/drawing/2014/main" val="20000"/>
                    </a:ext>
                  </a:extLst>
                </a:gridCol>
                <a:gridCol w="1524000">
                  <a:extLst>
                    <a:ext uri="{9D8B030D-6E8A-4147-A177-3AD203B41FA5}">
                      <a16:colId xmlns:a16="http://schemas.microsoft.com/office/drawing/2014/main" val="20001"/>
                    </a:ext>
                  </a:extLst>
                </a:gridCol>
              </a:tblGrid>
              <a:tr h="3714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dirty="0">
                          <a:ln>
                            <a:noFill/>
                          </a:ln>
                          <a:solidFill>
                            <a:schemeClr val="bg2"/>
                          </a:solidFill>
                          <a:effectLst/>
                          <a:latin typeface="Arial" pitchFamily="34" charset="0"/>
                          <a:cs typeface="Arial" pitchFamily="34" charset="0"/>
                        </a:rPr>
                        <a:t>Transition</a:t>
                      </a:r>
                      <a:endParaRPr kumimoji="0" lang="ru-RU" sz="2000" b="0" i="0" u="none" strike="noStrike" cap="none" normalizeH="0" baseline="0" dirty="0">
                        <a:ln>
                          <a:noFill/>
                        </a:ln>
                        <a:solidFill>
                          <a:schemeClr val="bg2"/>
                        </a:solidFill>
                        <a:effectLst/>
                        <a:latin typeface="Arial" pitchFamily="34" charset="0"/>
                        <a:cs typeface="Arial"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dirty="0">
                          <a:ln>
                            <a:noFill/>
                          </a:ln>
                          <a:solidFill>
                            <a:schemeClr val="bg2"/>
                          </a:solidFill>
                          <a:effectLst/>
                          <a:latin typeface="Arial" pitchFamily="34" charset="0"/>
                          <a:cs typeface="Arial" pitchFamily="34" charset="0"/>
                        </a:rPr>
                        <a:t>T</a:t>
                      </a:r>
                      <a:endParaRPr kumimoji="0" lang="ru-RU" sz="2000" b="0" i="0" u="none" strike="noStrike" cap="none" normalizeH="0" baseline="0" dirty="0">
                        <a:ln>
                          <a:noFill/>
                        </a:ln>
                        <a:solidFill>
                          <a:schemeClr val="bg2"/>
                        </a:solidFill>
                        <a:effectLst/>
                        <a:latin typeface="Arial" pitchFamily="34" charset="0"/>
                        <a:cs typeface="Arial"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3714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a:ln>
                            <a:noFill/>
                          </a:ln>
                          <a:solidFill>
                            <a:schemeClr val="tx1"/>
                          </a:solidFill>
                          <a:effectLst/>
                          <a:latin typeface="Arial" pitchFamily="34" charset="0"/>
                          <a:cs typeface="Arial" pitchFamily="34" charset="0"/>
                          <a:sym typeface="Symbol" pitchFamily="18" charset="2"/>
                        </a:rPr>
                        <a:t>0  0</a:t>
                      </a:r>
                      <a:endParaRPr kumimoji="0" lang="en-US" sz="2000" b="0" i="0" u="none" strike="noStrike" cap="none" normalizeH="0" baseline="0">
                        <a:ln>
                          <a:noFill/>
                        </a:ln>
                        <a:solidFill>
                          <a:schemeClr val="tx1"/>
                        </a:solidFill>
                        <a:effectLst/>
                        <a:latin typeface="Arial" pitchFamily="34" charset="0"/>
                        <a:cs typeface="Arial"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a:ln>
                            <a:noFill/>
                          </a:ln>
                          <a:solidFill>
                            <a:schemeClr val="tx1"/>
                          </a:solidFill>
                          <a:effectLst/>
                          <a:latin typeface="Arial" pitchFamily="34" charset="0"/>
                          <a:cs typeface="Arial" pitchFamily="34" charset="0"/>
                        </a:rPr>
                        <a:t>0</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1"/>
                  </a:ext>
                </a:extLst>
              </a:tr>
              <a:tr h="3714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a:ln>
                            <a:noFill/>
                          </a:ln>
                          <a:solidFill>
                            <a:schemeClr val="tx1"/>
                          </a:solidFill>
                          <a:effectLst/>
                          <a:latin typeface="Arial" pitchFamily="34" charset="0"/>
                          <a:cs typeface="Arial" pitchFamily="34" charset="0"/>
                          <a:sym typeface="Symbol" pitchFamily="18" charset="2"/>
                        </a:rPr>
                        <a:t>0  1</a:t>
                      </a:r>
                      <a:endParaRPr kumimoji="0" lang="en-US" sz="2000" b="0" i="0" u="none" strike="noStrike" cap="none" normalizeH="0" baseline="0">
                        <a:ln>
                          <a:noFill/>
                        </a:ln>
                        <a:solidFill>
                          <a:schemeClr val="tx1"/>
                        </a:solidFill>
                        <a:effectLst/>
                        <a:latin typeface="Arial" pitchFamily="34" charset="0"/>
                        <a:cs typeface="Arial"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a:ln>
                            <a:noFill/>
                          </a:ln>
                          <a:solidFill>
                            <a:schemeClr val="tx1"/>
                          </a:solidFill>
                          <a:effectLst/>
                          <a:latin typeface="Arial" pitchFamily="34" charset="0"/>
                          <a:cs typeface="Arial" pitchFamily="34" charset="0"/>
                        </a:rPr>
                        <a:t>1</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2"/>
                  </a:ext>
                </a:extLst>
              </a:tr>
              <a:tr h="3714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a:ln>
                            <a:noFill/>
                          </a:ln>
                          <a:solidFill>
                            <a:schemeClr val="tx1"/>
                          </a:solidFill>
                          <a:effectLst/>
                          <a:latin typeface="Arial" pitchFamily="34" charset="0"/>
                          <a:cs typeface="Arial" pitchFamily="34" charset="0"/>
                          <a:sym typeface="Symbol" pitchFamily="18" charset="2"/>
                        </a:rPr>
                        <a:t>1  0</a:t>
                      </a:r>
                      <a:endParaRPr kumimoji="0" lang="en-US" sz="2000" b="0" i="0" u="none" strike="noStrike" cap="none" normalizeH="0" baseline="0">
                        <a:ln>
                          <a:noFill/>
                        </a:ln>
                        <a:solidFill>
                          <a:schemeClr val="tx1"/>
                        </a:solidFill>
                        <a:effectLst/>
                        <a:latin typeface="Arial" pitchFamily="34" charset="0"/>
                        <a:cs typeface="Arial"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a:ln>
                            <a:noFill/>
                          </a:ln>
                          <a:solidFill>
                            <a:schemeClr val="tx1"/>
                          </a:solidFill>
                          <a:effectLst/>
                          <a:latin typeface="Arial" pitchFamily="34" charset="0"/>
                          <a:cs typeface="Arial" pitchFamily="34" charset="0"/>
                        </a:rPr>
                        <a:t>1</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3"/>
                  </a:ext>
                </a:extLst>
              </a:tr>
              <a:tr h="3714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dirty="0">
                          <a:ln>
                            <a:noFill/>
                          </a:ln>
                          <a:solidFill>
                            <a:schemeClr val="tx1"/>
                          </a:solidFill>
                          <a:effectLst/>
                          <a:latin typeface="Arial" pitchFamily="34" charset="0"/>
                          <a:cs typeface="Arial" pitchFamily="34" charset="0"/>
                          <a:sym typeface="Symbol" pitchFamily="18" charset="2"/>
                        </a:rPr>
                        <a:t>1  1</a:t>
                      </a:r>
                      <a:endParaRPr kumimoji="0" lang="en-US" sz="2000" b="0" i="0" u="none" strike="noStrike" cap="none" normalizeH="0" baseline="0" dirty="0">
                        <a:ln>
                          <a:noFill/>
                        </a:ln>
                        <a:solidFill>
                          <a:schemeClr val="tx1"/>
                        </a:solidFill>
                        <a:effectLst/>
                        <a:latin typeface="Arial" pitchFamily="34" charset="0"/>
                        <a:cs typeface="Arial"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dirty="0">
                          <a:ln>
                            <a:noFill/>
                          </a:ln>
                          <a:solidFill>
                            <a:schemeClr val="tx1"/>
                          </a:solidFill>
                          <a:effectLst/>
                          <a:latin typeface="Arial" pitchFamily="34" charset="0"/>
                          <a:cs typeface="Arial" pitchFamily="34" charset="0"/>
                        </a:rPr>
                        <a:t>0</a:t>
                      </a:r>
                      <a:endParaRPr kumimoji="0" lang="ru-RU" sz="2000" b="0" i="0" u="none" strike="noStrike" cap="none" normalizeH="0" baseline="0" dirty="0">
                        <a:ln>
                          <a:noFill/>
                        </a:ln>
                        <a:solidFill>
                          <a:schemeClr val="tx1"/>
                        </a:solidFill>
                        <a:effectLst/>
                        <a:latin typeface="Arial" pitchFamily="34" charset="0"/>
                        <a:cs typeface="Arial"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4"/>
                  </a:ext>
                </a:extLst>
              </a:tr>
            </a:tbl>
          </a:graphicData>
        </a:graphic>
      </p:graphicFrame>
      <p:grpSp>
        <p:nvGrpSpPr>
          <p:cNvPr id="25656" name="Group 5">
            <a:extLst>
              <a:ext uri="{FF2B5EF4-FFF2-40B4-BE49-F238E27FC236}">
                <a16:creationId xmlns:a16="http://schemas.microsoft.com/office/drawing/2014/main" id="{3466F0E0-FB6B-9B20-7105-6675AE0470BB}"/>
              </a:ext>
            </a:extLst>
          </p:cNvPr>
          <p:cNvGrpSpPr>
            <a:grpSpLocks/>
          </p:cNvGrpSpPr>
          <p:nvPr/>
        </p:nvGrpSpPr>
        <p:grpSpPr bwMode="auto">
          <a:xfrm>
            <a:off x="5740400" y="2125664"/>
            <a:ext cx="3327400" cy="1209675"/>
            <a:chOff x="3987798" y="2125133"/>
            <a:chExt cx="3251202" cy="1210736"/>
          </a:xfrm>
          <a:solidFill>
            <a:schemeClr val="accent1">
              <a:lumMod val="60000"/>
              <a:lumOff val="40000"/>
            </a:schemeClr>
          </a:solidFill>
        </p:grpSpPr>
        <p:sp>
          <p:nvSpPr>
            <p:cNvPr id="25657" name="Oval 6">
              <a:extLst>
                <a:ext uri="{FF2B5EF4-FFF2-40B4-BE49-F238E27FC236}">
                  <a16:creationId xmlns:a16="http://schemas.microsoft.com/office/drawing/2014/main" id="{89FB3B78-0F33-E74B-1C36-8439F5CBB2CB}"/>
                </a:ext>
              </a:extLst>
            </p:cNvPr>
            <p:cNvSpPr>
              <a:spLocks noChangeArrowheads="1"/>
            </p:cNvSpPr>
            <p:nvPr/>
          </p:nvSpPr>
          <p:spPr bwMode="auto">
            <a:xfrm>
              <a:off x="3987798" y="2133600"/>
              <a:ext cx="457200" cy="457200"/>
            </a:xfrm>
            <a:prstGeom prst="ellipse">
              <a:avLst/>
            </a:prstGeom>
            <a:grpFill/>
            <a:ln w="9525" algn="ctr">
              <a:solidFill>
                <a:schemeClr val="tx1"/>
              </a:solidFill>
              <a:round/>
              <a:headEnd/>
              <a:tailEnd/>
            </a:ln>
          </p:spPr>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solidFill>
                    <a:srgbClr val="0000FF"/>
                  </a:solidFill>
                </a:rPr>
                <a:t>0</a:t>
              </a:r>
            </a:p>
          </p:txBody>
        </p:sp>
        <p:sp>
          <p:nvSpPr>
            <p:cNvPr id="25658" name="Oval 7">
              <a:extLst>
                <a:ext uri="{FF2B5EF4-FFF2-40B4-BE49-F238E27FC236}">
                  <a16:creationId xmlns:a16="http://schemas.microsoft.com/office/drawing/2014/main" id="{7E8D2AA1-66FA-6964-3A35-2DD9424BCED7}"/>
                </a:ext>
              </a:extLst>
            </p:cNvPr>
            <p:cNvSpPr>
              <a:spLocks noChangeArrowheads="1"/>
            </p:cNvSpPr>
            <p:nvPr/>
          </p:nvSpPr>
          <p:spPr bwMode="auto">
            <a:xfrm>
              <a:off x="5825074" y="2133600"/>
              <a:ext cx="457200" cy="457200"/>
            </a:xfrm>
            <a:prstGeom prst="ellipse">
              <a:avLst/>
            </a:prstGeom>
            <a:grpFill/>
            <a:ln w="9525" algn="ctr">
              <a:solidFill>
                <a:schemeClr val="tx1"/>
              </a:solidFill>
              <a:round/>
              <a:headEnd/>
              <a:tailEnd/>
            </a:ln>
          </p:spPr>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solidFill>
                    <a:srgbClr val="0000FF"/>
                  </a:solidFill>
                </a:rPr>
                <a:t>2</a:t>
              </a:r>
            </a:p>
          </p:txBody>
        </p:sp>
        <p:sp>
          <p:nvSpPr>
            <p:cNvPr id="25659" name="Oval 8">
              <a:extLst>
                <a:ext uri="{FF2B5EF4-FFF2-40B4-BE49-F238E27FC236}">
                  <a16:creationId xmlns:a16="http://schemas.microsoft.com/office/drawing/2014/main" id="{1502F095-7CD3-C2C4-289B-B87F5ACF633E}"/>
                </a:ext>
              </a:extLst>
            </p:cNvPr>
            <p:cNvSpPr>
              <a:spLocks noChangeArrowheads="1"/>
            </p:cNvSpPr>
            <p:nvPr/>
          </p:nvSpPr>
          <p:spPr bwMode="auto">
            <a:xfrm>
              <a:off x="4910665" y="2133600"/>
              <a:ext cx="457200" cy="457200"/>
            </a:xfrm>
            <a:prstGeom prst="ellipse">
              <a:avLst/>
            </a:prstGeom>
            <a:grpFill/>
            <a:ln w="9525" algn="ctr">
              <a:solidFill>
                <a:schemeClr val="tx1"/>
              </a:solidFill>
              <a:round/>
              <a:headEnd/>
              <a:tailEnd/>
            </a:ln>
          </p:spPr>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solidFill>
                    <a:srgbClr val="0000FF"/>
                  </a:solidFill>
                </a:rPr>
                <a:t>1</a:t>
              </a:r>
            </a:p>
          </p:txBody>
        </p:sp>
        <p:sp>
          <p:nvSpPr>
            <p:cNvPr id="25660" name="Oval 9">
              <a:extLst>
                <a:ext uri="{FF2B5EF4-FFF2-40B4-BE49-F238E27FC236}">
                  <a16:creationId xmlns:a16="http://schemas.microsoft.com/office/drawing/2014/main" id="{1808FD38-854A-2C30-A57E-EC623AF89B36}"/>
                </a:ext>
              </a:extLst>
            </p:cNvPr>
            <p:cNvSpPr>
              <a:spLocks noChangeArrowheads="1"/>
            </p:cNvSpPr>
            <p:nvPr/>
          </p:nvSpPr>
          <p:spPr bwMode="auto">
            <a:xfrm>
              <a:off x="6731016" y="2125133"/>
              <a:ext cx="457200" cy="457200"/>
            </a:xfrm>
            <a:prstGeom prst="ellipse">
              <a:avLst/>
            </a:prstGeom>
            <a:grpFill/>
            <a:ln w="9525" algn="ctr">
              <a:solidFill>
                <a:schemeClr val="tx1"/>
              </a:solidFill>
              <a:round/>
              <a:headEnd/>
              <a:tailEnd/>
            </a:ln>
          </p:spPr>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solidFill>
                    <a:srgbClr val="0000FF"/>
                  </a:solidFill>
                </a:rPr>
                <a:t>3</a:t>
              </a:r>
            </a:p>
          </p:txBody>
        </p:sp>
        <p:cxnSp>
          <p:nvCxnSpPr>
            <p:cNvPr id="25661" name="Straight Arrow Connector 10">
              <a:extLst>
                <a:ext uri="{FF2B5EF4-FFF2-40B4-BE49-F238E27FC236}">
                  <a16:creationId xmlns:a16="http://schemas.microsoft.com/office/drawing/2014/main" id="{B294C6E9-1452-ABE8-A904-F4581F7B3611}"/>
                </a:ext>
              </a:extLst>
            </p:cNvPr>
            <p:cNvCxnSpPr>
              <a:cxnSpLocks noChangeShapeType="1"/>
            </p:cNvCxnSpPr>
            <p:nvPr/>
          </p:nvCxnSpPr>
          <p:spPr bwMode="auto">
            <a:xfrm>
              <a:off x="4428064" y="2362200"/>
              <a:ext cx="508002" cy="0"/>
            </a:xfrm>
            <a:prstGeom prst="straightConnector1">
              <a:avLst/>
            </a:prstGeom>
            <a:grpFill/>
            <a:ln w="9525" algn="ctr">
              <a:solidFill>
                <a:schemeClr val="tx1"/>
              </a:solidFill>
              <a:round/>
              <a:headEnd/>
              <a:tailEnd type="triangle" w="med" len="med"/>
            </a:ln>
          </p:spPr>
        </p:cxnSp>
        <p:cxnSp>
          <p:nvCxnSpPr>
            <p:cNvPr id="25662" name="Straight Arrow Connector 11">
              <a:extLst>
                <a:ext uri="{FF2B5EF4-FFF2-40B4-BE49-F238E27FC236}">
                  <a16:creationId xmlns:a16="http://schemas.microsoft.com/office/drawing/2014/main" id="{02E553CB-DBA3-51B4-1C0A-ACBB5CD2A287}"/>
                </a:ext>
              </a:extLst>
            </p:cNvPr>
            <p:cNvCxnSpPr>
              <a:cxnSpLocks noChangeShapeType="1"/>
            </p:cNvCxnSpPr>
            <p:nvPr/>
          </p:nvCxnSpPr>
          <p:spPr bwMode="auto">
            <a:xfrm>
              <a:off x="5350933" y="2370667"/>
              <a:ext cx="457200" cy="0"/>
            </a:xfrm>
            <a:prstGeom prst="straightConnector1">
              <a:avLst/>
            </a:prstGeom>
            <a:grpFill/>
            <a:ln w="9525" algn="ctr">
              <a:solidFill>
                <a:schemeClr val="tx1"/>
              </a:solidFill>
              <a:round/>
              <a:headEnd/>
              <a:tailEnd type="triangle" w="med" len="med"/>
            </a:ln>
          </p:spPr>
        </p:cxnSp>
        <p:cxnSp>
          <p:nvCxnSpPr>
            <p:cNvPr id="25663" name="Straight Arrow Connector 12">
              <a:extLst>
                <a:ext uri="{FF2B5EF4-FFF2-40B4-BE49-F238E27FC236}">
                  <a16:creationId xmlns:a16="http://schemas.microsoft.com/office/drawing/2014/main" id="{84C1E8FE-CE97-453F-892C-2A27AE6905CF}"/>
                </a:ext>
              </a:extLst>
            </p:cNvPr>
            <p:cNvCxnSpPr>
              <a:cxnSpLocks noChangeShapeType="1"/>
            </p:cNvCxnSpPr>
            <p:nvPr/>
          </p:nvCxnSpPr>
          <p:spPr bwMode="auto">
            <a:xfrm>
              <a:off x="6282274" y="2353733"/>
              <a:ext cx="457200" cy="0"/>
            </a:xfrm>
            <a:prstGeom prst="straightConnector1">
              <a:avLst/>
            </a:prstGeom>
            <a:grpFill/>
            <a:ln w="9525" algn="ctr">
              <a:solidFill>
                <a:schemeClr val="tx1"/>
              </a:solidFill>
              <a:round/>
              <a:headEnd/>
              <a:tailEnd type="triangle" w="med" len="med"/>
            </a:ln>
          </p:spPr>
        </p:cxnSp>
        <p:sp>
          <p:nvSpPr>
            <p:cNvPr id="25664" name="Oval 13">
              <a:extLst>
                <a:ext uri="{FF2B5EF4-FFF2-40B4-BE49-F238E27FC236}">
                  <a16:creationId xmlns:a16="http://schemas.microsoft.com/office/drawing/2014/main" id="{701CD602-8B26-0D71-DA73-EF3BE8C7E939}"/>
                </a:ext>
              </a:extLst>
            </p:cNvPr>
            <p:cNvSpPr>
              <a:spLocks noChangeArrowheads="1"/>
            </p:cNvSpPr>
            <p:nvPr/>
          </p:nvSpPr>
          <p:spPr bwMode="auto">
            <a:xfrm>
              <a:off x="5875858" y="2878669"/>
              <a:ext cx="457200" cy="457200"/>
            </a:xfrm>
            <a:prstGeom prst="ellipse">
              <a:avLst/>
            </a:prstGeom>
            <a:grpFill/>
            <a:ln w="9525" algn="ctr">
              <a:solidFill>
                <a:schemeClr val="tx1"/>
              </a:solidFill>
              <a:round/>
              <a:headEnd/>
              <a:tailEnd/>
            </a:ln>
          </p:spPr>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solidFill>
                    <a:srgbClr val="0000FF"/>
                  </a:solidFill>
                </a:rPr>
                <a:t>5</a:t>
              </a:r>
            </a:p>
          </p:txBody>
        </p:sp>
        <p:sp>
          <p:nvSpPr>
            <p:cNvPr id="25665" name="Oval 14">
              <a:extLst>
                <a:ext uri="{FF2B5EF4-FFF2-40B4-BE49-F238E27FC236}">
                  <a16:creationId xmlns:a16="http://schemas.microsoft.com/office/drawing/2014/main" id="{D2C61B31-8208-BA23-6B8E-9FDA94E58388}"/>
                </a:ext>
              </a:extLst>
            </p:cNvPr>
            <p:cNvSpPr>
              <a:spLocks noChangeArrowheads="1"/>
            </p:cNvSpPr>
            <p:nvPr/>
          </p:nvSpPr>
          <p:spPr bwMode="auto">
            <a:xfrm>
              <a:off x="4961449" y="2878669"/>
              <a:ext cx="457200" cy="457200"/>
            </a:xfrm>
            <a:prstGeom prst="ellipse">
              <a:avLst/>
            </a:prstGeom>
            <a:grpFill/>
            <a:ln w="9525" algn="ctr">
              <a:solidFill>
                <a:schemeClr val="tx1"/>
              </a:solidFill>
              <a:round/>
              <a:headEnd/>
              <a:tailEnd/>
            </a:ln>
          </p:spPr>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solidFill>
                    <a:srgbClr val="0000FF"/>
                  </a:solidFill>
                </a:rPr>
                <a:t>6</a:t>
              </a:r>
            </a:p>
          </p:txBody>
        </p:sp>
        <p:sp>
          <p:nvSpPr>
            <p:cNvPr id="25666" name="Oval 15">
              <a:extLst>
                <a:ext uri="{FF2B5EF4-FFF2-40B4-BE49-F238E27FC236}">
                  <a16:creationId xmlns:a16="http://schemas.microsoft.com/office/drawing/2014/main" id="{3D54D6F6-E407-B89C-33B8-2D8A434D9E60}"/>
                </a:ext>
              </a:extLst>
            </p:cNvPr>
            <p:cNvSpPr>
              <a:spLocks noChangeArrowheads="1"/>
            </p:cNvSpPr>
            <p:nvPr/>
          </p:nvSpPr>
          <p:spPr bwMode="auto">
            <a:xfrm>
              <a:off x="6781800" y="2870202"/>
              <a:ext cx="457200" cy="457200"/>
            </a:xfrm>
            <a:prstGeom prst="ellipse">
              <a:avLst/>
            </a:prstGeom>
            <a:grpFill/>
            <a:ln w="9525" algn="ctr">
              <a:solidFill>
                <a:schemeClr val="tx1"/>
              </a:solidFill>
              <a:round/>
              <a:headEnd/>
              <a:tailEnd/>
            </a:ln>
          </p:spPr>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solidFill>
                    <a:srgbClr val="0000FF"/>
                  </a:solidFill>
                </a:rPr>
                <a:t>4</a:t>
              </a:r>
            </a:p>
          </p:txBody>
        </p:sp>
        <p:cxnSp>
          <p:nvCxnSpPr>
            <p:cNvPr id="25667" name="Straight Arrow Connector 16">
              <a:extLst>
                <a:ext uri="{FF2B5EF4-FFF2-40B4-BE49-F238E27FC236}">
                  <a16:creationId xmlns:a16="http://schemas.microsoft.com/office/drawing/2014/main" id="{5588D151-8319-FB69-C44F-223E474312EF}"/>
                </a:ext>
              </a:extLst>
            </p:cNvPr>
            <p:cNvCxnSpPr>
              <a:cxnSpLocks noChangeShapeType="1"/>
            </p:cNvCxnSpPr>
            <p:nvPr/>
          </p:nvCxnSpPr>
          <p:spPr bwMode="auto">
            <a:xfrm>
              <a:off x="4478848" y="3107269"/>
              <a:ext cx="508002" cy="0"/>
            </a:xfrm>
            <a:prstGeom prst="straightConnector1">
              <a:avLst/>
            </a:prstGeom>
            <a:grpFill/>
            <a:ln w="9525" algn="ctr">
              <a:solidFill>
                <a:schemeClr val="tx1"/>
              </a:solidFill>
              <a:round/>
              <a:headEnd type="triangle" w="med" len="med"/>
              <a:tailEnd/>
            </a:ln>
          </p:spPr>
        </p:cxnSp>
        <p:cxnSp>
          <p:nvCxnSpPr>
            <p:cNvPr id="25668" name="Straight Arrow Connector 18">
              <a:extLst>
                <a:ext uri="{FF2B5EF4-FFF2-40B4-BE49-F238E27FC236}">
                  <a16:creationId xmlns:a16="http://schemas.microsoft.com/office/drawing/2014/main" id="{EB3F7B1D-F426-867D-6C14-63BA33B239D8}"/>
                </a:ext>
              </a:extLst>
            </p:cNvPr>
            <p:cNvCxnSpPr>
              <a:cxnSpLocks noChangeShapeType="1"/>
            </p:cNvCxnSpPr>
            <p:nvPr/>
          </p:nvCxnSpPr>
          <p:spPr bwMode="auto">
            <a:xfrm>
              <a:off x="5401717" y="3115736"/>
              <a:ext cx="457200" cy="0"/>
            </a:xfrm>
            <a:prstGeom prst="straightConnector1">
              <a:avLst/>
            </a:prstGeom>
            <a:grpFill/>
            <a:ln w="9525" algn="ctr">
              <a:solidFill>
                <a:schemeClr val="tx1"/>
              </a:solidFill>
              <a:round/>
              <a:headEnd type="triangle" w="med" len="med"/>
              <a:tailEnd/>
            </a:ln>
          </p:spPr>
        </p:cxnSp>
        <p:cxnSp>
          <p:nvCxnSpPr>
            <p:cNvPr id="25669" name="Straight Arrow Connector 19">
              <a:extLst>
                <a:ext uri="{FF2B5EF4-FFF2-40B4-BE49-F238E27FC236}">
                  <a16:creationId xmlns:a16="http://schemas.microsoft.com/office/drawing/2014/main" id="{7BF6EDB7-6266-21B0-6A54-537642A1F5EA}"/>
                </a:ext>
              </a:extLst>
            </p:cNvPr>
            <p:cNvCxnSpPr>
              <a:cxnSpLocks noChangeShapeType="1"/>
            </p:cNvCxnSpPr>
            <p:nvPr/>
          </p:nvCxnSpPr>
          <p:spPr bwMode="auto">
            <a:xfrm>
              <a:off x="6333058" y="3098802"/>
              <a:ext cx="457200" cy="0"/>
            </a:xfrm>
            <a:prstGeom prst="straightConnector1">
              <a:avLst/>
            </a:prstGeom>
            <a:grpFill/>
            <a:ln w="9525" algn="ctr">
              <a:solidFill>
                <a:schemeClr val="tx1"/>
              </a:solidFill>
              <a:round/>
              <a:headEnd type="triangle" w="med" len="med"/>
              <a:tailEnd/>
            </a:ln>
          </p:spPr>
        </p:cxnSp>
        <p:sp>
          <p:nvSpPr>
            <p:cNvPr id="25670" name="Oval 20">
              <a:extLst>
                <a:ext uri="{FF2B5EF4-FFF2-40B4-BE49-F238E27FC236}">
                  <a16:creationId xmlns:a16="http://schemas.microsoft.com/office/drawing/2014/main" id="{7C27B6EE-0807-CC4F-3A9F-2137BE8A3199}"/>
                </a:ext>
              </a:extLst>
            </p:cNvPr>
            <p:cNvSpPr>
              <a:spLocks noChangeArrowheads="1"/>
            </p:cNvSpPr>
            <p:nvPr/>
          </p:nvSpPr>
          <p:spPr bwMode="auto">
            <a:xfrm>
              <a:off x="3996265" y="2870202"/>
              <a:ext cx="457200" cy="457200"/>
            </a:xfrm>
            <a:prstGeom prst="ellipse">
              <a:avLst/>
            </a:prstGeom>
            <a:grpFill/>
            <a:ln w="9525" algn="ctr">
              <a:solidFill>
                <a:schemeClr val="tx1"/>
              </a:solidFill>
              <a:round/>
              <a:headEnd/>
              <a:tailEnd/>
            </a:ln>
          </p:spPr>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solidFill>
                    <a:srgbClr val="0000FF"/>
                  </a:solidFill>
                </a:rPr>
                <a:t>7</a:t>
              </a:r>
            </a:p>
          </p:txBody>
        </p:sp>
        <p:cxnSp>
          <p:nvCxnSpPr>
            <p:cNvPr id="25671" name="Straight Arrow Connector 21">
              <a:extLst>
                <a:ext uri="{FF2B5EF4-FFF2-40B4-BE49-F238E27FC236}">
                  <a16:creationId xmlns:a16="http://schemas.microsoft.com/office/drawing/2014/main" id="{8BAB4420-11F2-4C93-21D4-51D4ABA1654A}"/>
                </a:ext>
              </a:extLst>
            </p:cNvPr>
            <p:cNvCxnSpPr>
              <a:cxnSpLocks noChangeShapeType="1"/>
            </p:cNvCxnSpPr>
            <p:nvPr/>
          </p:nvCxnSpPr>
          <p:spPr bwMode="auto">
            <a:xfrm>
              <a:off x="6993484" y="2582333"/>
              <a:ext cx="0" cy="274320"/>
            </a:xfrm>
            <a:prstGeom prst="straightConnector1">
              <a:avLst/>
            </a:prstGeom>
            <a:grpFill/>
            <a:ln w="9525" algn="ctr">
              <a:solidFill>
                <a:schemeClr val="tx1"/>
              </a:solidFill>
              <a:round/>
              <a:headEnd type="triangle" w="med" len="med"/>
              <a:tailEnd/>
            </a:ln>
          </p:spPr>
        </p:cxnSp>
        <p:cxnSp>
          <p:nvCxnSpPr>
            <p:cNvPr id="25672" name="Straight Arrow Connector 22">
              <a:extLst>
                <a:ext uri="{FF2B5EF4-FFF2-40B4-BE49-F238E27FC236}">
                  <a16:creationId xmlns:a16="http://schemas.microsoft.com/office/drawing/2014/main" id="{CF2EDDA8-7E52-8C0E-7708-188A50D4B2E5}"/>
                </a:ext>
              </a:extLst>
            </p:cNvPr>
            <p:cNvCxnSpPr>
              <a:cxnSpLocks noChangeShapeType="1"/>
            </p:cNvCxnSpPr>
            <p:nvPr/>
          </p:nvCxnSpPr>
          <p:spPr bwMode="auto">
            <a:xfrm>
              <a:off x="4216398" y="2590800"/>
              <a:ext cx="0" cy="274320"/>
            </a:xfrm>
            <a:prstGeom prst="straightConnector1">
              <a:avLst/>
            </a:prstGeom>
            <a:grpFill/>
            <a:ln w="9525" algn="ctr">
              <a:solidFill>
                <a:schemeClr val="tx1"/>
              </a:solidFill>
              <a:round/>
              <a:headEnd type="triangle" w="med" len="med"/>
              <a:tailEnd/>
            </a:ln>
          </p:spPr>
        </p:cxnSp>
      </p:grpSp>
      <p:sp>
        <p:nvSpPr>
          <p:cNvPr id="5" name="Title 4">
            <a:extLst>
              <a:ext uri="{FF2B5EF4-FFF2-40B4-BE49-F238E27FC236}">
                <a16:creationId xmlns:a16="http://schemas.microsoft.com/office/drawing/2014/main" id="{83342E18-9363-7085-7DE4-3C85F37FF007}"/>
              </a:ext>
            </a:extLst>
          </p:cNvPr>
          <p:cNvSpPr>
            <a:spLocks noGrp="1"/>
          </p:cNvSpPr>
          <p:nvPr>
            <p:ph type="title"/>
          </p:nvPr>
        </p:nvSpPr>
        <p:spPr/>
        <p:txBody>
          <a:bodyPr>
            <a:normAutofit/>
          </a:bodyPr>
          <a:lstStyle/>
          <a:p>
            <a:r>
              <a:rPr lang="en-US" dirty="0"/>
              <a:t>Parallel Up Counter Design</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4">
            <a:extLst>
              <a:ext uri="{FF2B5EF4-FFF2-40B4-BE49-F238E27FC236}">
                <a16:creationId xmlns:a16="http://schemas.microsoft.com/office/drawing/2014/main" id="{BC5B0C0D-57A9-EFE9-619F-30C1B83A7978}"/>
              </a:ext>
            </a:extLst>
          </p:cNvPr>
          <p:cNvSpPr>
            <a:spLocks noGrp="1" noChangeArrowheads="1"/>
          </p:cNvSpPr>
          <p:nvPr>
            <p:ph type="title"/>
          </p:nvPr>
        </p:nvSpPr>
        <p:spPr/>
        <p:txBody>
          <a:bodyPr/>
          <a:lstStyle/>
          <a:p>
            <a:r>
              <a:rPr lang="en-US" altLang="en-US"/>
              <a:t>Parallel Up Counter Design (2)</a:t>
            </a:r>
            <a:endParaRPr lang="ru-RU" altLang="en-US"/>
          </a:p>
        </p:txBody>
      </p:sp>
      <p:sp>
        <p:nvSpPr>
          <p:cNvPr id="26627" name="Text Box 43">
            <a:extLst>
              <a:ext uri="{FF2B5EF4-FFF2-40B4-BE49-F238E27FC236}">
                <a16:creationId xmlns:a16="http://schemas.microsoft.com/office/drawing/2014/main" id="{263E2328-6F3F-D2E8-7DA0-712F4D5E2301}"/>
              </a:ext>
            </a:extLst>
          </p:cNvPr>
          <p:cNvSpPr txBox="1">
            <a:spLocks noChangeArrowheads="1"/>
          </p:cNvSpPr>
          <p:nvPr/>
        </p:nvSpPr>
        <p:spPr bwMode="auto">
          <a:xfrm>
            <a:off x="1965326" y="1295401"/>
            <a:ext cx="8397875"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400"/>
              <a:t>Define the excitation functions with the help of Karnaugh maps.</a:t>
            </a:r>
            <a:endParaRPr lang="ru-RU" altLang="en-US" sz="2400"/>
          </a:p>
        </p:txBody>
      </p:sp>
      <p:grpSp>
        <p:nvGrpSpPr>
          <p:cNvPr id="26628" name="Group 41">
            <a:extLst>
              <a:ext uri="{FF2B5EF4-FFF2-40B4-BE49-F238E27FC236}">
                <a16:creationId xmlns:a16="http://schemas.microsoft.com/office/drawing/2014/main" id="{24539827-1372-F364-9B6B-E9CC039EE43D}"/>
              </a:ext>
            </a:extLst>
          </p:cNvPr>
          <p:cNvGrpSpPr>
            <a:grpSpLocks/>
          </p:cNvGrpSpPr>
          <p:nvPr/>
        </p:nvGrpSpPr>
        <p:grpSpPr bwMode="auto">
          <a:xfrm>
            <a:off x="3886200" y="2057400"/>
            <a:ext cx="4724400" cy="3429000"/>
            <a:chOff x="1219200" y="2005013"/>
            <a:chExt cx="4724400" cy="3641725"/>
          </a:xfrm>
        </p:grpSpPr>
        <p:sp>
          <p:nvSpPr>
            <p:cNvPr id="26629" name="Text Box 24">
              <a:extLst>
                <a:ext uri="{FF2B5EF4-FFF2-40B4-BE49-F238E27FC236}">
                  <a16:creationId xmlns:a16="http://schemas.microsoft.com/office/drawing/2014/main" id="{7F434A8F-1193-BE83-9520-5758E08D37B1}"/>
                </a:ext>
              </a:extLst>
            </p:cNvPr>
            <p:cNvSpPr txBox="1">
              <a:spLocks noChangeArrowheads="1"/>
            </p:cNvSpPr>
            <p:nvPr/>
          </p:nvSpPr>
          <p:spPr bwMode="auto">
            <a:xfrm>
              <a:off x="4419600" y="2456857"/>
              <a:ext cx="1524000" cy="28437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400"/>
                <a:t>t</a:t>
              </a:r>
              <a:r>
                <a:rPr lang="en-US" altLang="en-US" sz="2400" baseline="-25000"/>
                <a:t>0</a:t>
              </a:r>
              <a:r>
                <a:rPr lang="en-US" altLang="en-US" sz="2400"/>
                <a:t> = 1</a:t>
              </a:r>
            </a:p>
            <a:p>
              <a:pPr eaLnBrk="1" hangingPunct="1">
                <a:spcBef>
                  <a:spcPct val="50000"/>
                </a:spcBef>
              </a:pPr>
              <a:r>
                <a:rPr lang="en-US" altLang="en-US" sz="2400"/>
                <a:t>t</a:t>
              </a:r>
              <a:r>
                <a:rPr lang="en-US" altLang="en-US" sz="2400" baseline="-25000"/>
                <a:t>1</a:t>
              </a:r>
              <a:r>
                <a:rPr lang="en-US" altLang="en-US" sz="2400"/>
                <a:t> = q</a:t>
              </a:r>
              <a:r>
                <a:rPr lang="en-US" altLang="en-US" sz="2400" baseline="-25000"/>
                <a:t>0</a:t>
              </a:r>
              <a:endParaRPr lang="en-US" altLang="en-US" sz="2400"/>
            </a:p>
            <a:p>
              <a:pPr eaLnBrk="1" hangingPunct="1">
                <a:spcBef>
                  <a:spcPct val="50000"/>
                </a:spcBef>
              </a:pPr>
              <a:endParaRPr lang="en-US" altLang="en-US" sz="2400"/>
            </a:p>
            <a:p>
              <a:pPr eaLnBrk="1" hangingPunct="1">
                <a:spcBef>
                  <a:spcPct val="50000"/>
                </a:spcBef>
              </a:pPr>
              <a:endParaRPr lang="en-US" altLang="en-US" sz="2400"/>
            </a:p>
            <a:p>
              <a:pPr eaLnBrk="1" hangingPunct="1">
                <a:spcBef>
                  <a:spcPct val="50000"/>
                </a:spcBef>
              </a:pPr>
              <a:r>
                <a:rPr lang="en-US" altLang="en-US" sz="2400"/>
                <a:t>t</a:t>
              </a:r>
              <a:r>
                <a:rPr lang="en-US" altLang="en-US" sz="2400" baseline="-25000"/>
                <a:t>2</a:t>
              </a:r>
              <a:r>
                <a:rPr lang="en-US" altLang="en-US" sz="2400"/>
                <a:t> = q</a:t>
              </a:r>
              <a:r>
                <a:rPr lang="en-US" altLang="en-US" sz="2400" baseline="-25000"/>
                <a:t>1</a:t>
              </a:r>
              <a:r>
                <a:rPr lang="en-US" altLang="en-US" sz="2400"/>
                <a:t>q</a:t>
              </a:r>
              <a:r>
                <a:rPr lang="en-US" altLang="en-US" sz="2400" baseline="-25000"/>
                <a:t>0</a:t>
              </a:r>
              <a:endParaRPr lang="en-US" altLang="en-US" sz="2400"/>
            </a:p>
          </p:txBody>
        </p:sp>
        <p:sp>
          <p:nvSpPr>
            <p:cNvPr id="18438" name="Rectangle 26">
              <a:extLst>
                <a:ext uri="{FF2B5EF4-FFF2-40B4-BE49-F238E27FC236}">
                  <a16:creationId xmlns:a16="http://schemas.microsoft.com/office/drawing/2014/main" id="{326D0EDC-40E3-490C-A5D3-7953B593DF34}"/>
                </a:ext>
              </a:extLst>
            </p:cNvPr>
            <p:cNvSpPr>
              <a:spLocks noChangeArrowheads="1"/>
            </p:cNvSpPr>
            <p:nvPr/>
          </p:nvSpPr>
          <p:spPr bwMode="auto">
            <a:xfrm>
              <a:off x="1803400" y="4572767"/>
              <a:ext cx="2057400" cy="1065542"/>
            </a:xfrm>
            <a:prstGeom prst="rect">
              <a:avLst/>
            </a:prstGeom>
            <a:solidFill>
              <a:schemeClr val="accent1">
                <a:lumMod val="40000"/>
                <a:lumOff val="60000"/>
              </a:schemeClr>
            </a:solidFill>
            <a:ln w="25400">
              <a:solidFill>
                <a:schemeClr val="tx1"/>
              </a:solidFill>
              <a:miter lim="800000"/>
              <a:headEnd/>
              <a:tailEnd/>
            </a:ln>
          </p:spPr>
          <p:txBody>
            <a:bodyPr wrap="none" anchor="ctr"/>
            <a:lstStyle/>
            <a:p>
              <a:pPr eaLnBrk="1" hangingPunct="1">
                <a:defRPr/>
              </a:pPr>
              <a:endParaRPr lang="ru-RU"/>
            </a:p>
          </p:txBody>
        </p:sp>
        <p:sp>
          <p:nvSpPr>
            <p:cNvPr id="26631" name="Line 27">
              <a:extLst>
                <a:ext uri="{FF2B5EF4-FFF2-40B4-BE49-F238E27FC236}">
                  <a16:creationId xmlns:a16="http://schemas.microsoft.com/office/drawing/2014/main" id="{5A5CB816-0BE5-97DA-21F0-EFEC9DE9EB64}"/>
                </a:ext>
              </a:extLst>
            </p:cNvPr>
            <p:cNvSpPr>
              <a:spLocks noChangeShapeType="1"/>
            </p:cNvSpPr>
            <p:nvPr/>
          </p:nvSpPr>
          <p:spPr bwMode="auto">
            <a:xfrm>
              <a:off x="1803400" y="5105400"/>
              <a:ext cx="20574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32" name="Line 28">
              <a:extLst>
                <a:ext uri="{FF2B5EF4-FFF2-40B4-BE49-F238E27FC236}">
                  <a16:creationId xmlns:a16="http://schemas.microsoft.com/office/drawing/2014/main" id="{EFDAAA94-8AD7-0928-8E22-5807DCD8FCFB}"/>
                </a:ext>
              </a:extLst>
            </p:cNvPr>
            <p:cNvSpPr>
              <a:spLocks noChangeShapeType="1"/>
            </p:cNvSpPr>
            <p:nvPr/>
          </p:nvSpPr>
          <p:spPr bwMode="auto">
            <a:xfrm>
              <a:off x="2857500" y="4572000"/>
              <a:ext cx="0" cy="106203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33" name="Line 29">
              <a:extLst>
                <a:ext uri="{FF2B5EF4-FFF2-40B4-BE49-F238E27FC236}">
                  <a16:creationId xmlns:a16="http://schemas.microsoft.com/office/drawing/2014/main" id="{417C3EB6-71A9-DDEC-7A63-FB919848534F}"/>
                </a:ext>
              </a:extLst>
            </p:cNvPr>
            <p:cNvSpPr>
              <a:spLocks noChangeShapeType="1"/>
            </p:cNvSpPr>
            <p:nvPr/>
          </p:nvSpPr>
          <p:spPr bwMode="auto">
            <a:xfrm>
              <a:off x="2324100" y="4584700"/>
              <a:ext cx="0" cy="106203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34" name="Line 30">
              <a:extLst>
                <a:ext uri="{FF2B5EF4-FFF2-40B4-BE49-F238E27FC236}">
                  <a16:creationId xmlns:a16="http://schemas.microsoft.com/office/drawing/2014/main" id="{CE03B107-E52D-498A-11AC-EEC0910FB819}"/>
                </a:ext>
              </a:extLst>
            </p:cNvPr>
            <p:cNvSpPr>
              <a:spLocks noChangeShapeType="1"/>
            </p:cNvSpPr>
            <p:nvPr/>
          </p:nvSpPr>
          <p:spPr bwMode="auto">
            <a:xfrm>
              <a:off x="3352800" y="4584700"/>
              <a:ext cx="0" cy="106203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35" name="Line 31">
              <a:extLst>
                <a:ext uri="{FF2B5EF4-FFF2-40B4-BE49-F238E27FC236}">
                  <a16:creationId xmlns:a16="http://schemas.microsoft.com/office/drawing/2014/main" id="{EDC4A70F-0E74-3824-FFD1-0F80A42218D0}"/>
                </a:ext>
              </a:extLst>
            </p:cNvPr>
            <p:cNvSpPr>
              <a:spLocks noChangeShapeType="1"/>
            </p:cNvSpPr>
            <p:nvPr/>
          </p:nvSpPr>
          <p:spPr bwMode="auto">
            <a:xfrm>
              <a:off x="1498600" y="4191000"/>
              <a:ext cx="304800" cy="3810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36" name="Text Box 32">
              <a:extLst>
                <a:ext uri="{FF2B5EF4-FFF2-40B4-BE49-F238E27FC236}">
                  <a16:creationId xmlns:a16="http://schemas.microsoft.com/office/drawing/2014/main" id="{184B4256-4BF3-E8D9-B228-00D91D2744E2}"/>
                </a:ext>
              </a:extLst>
            </p:cNvPr>
            <p:cNvSpPr txBox="1">
              <a:spLocks noChangeArrowheads="1"/>
            </p:cNvSpPr>
            <p:nvPr/>
          </p:nvSpPr>
          <p:spPr bwMode="auto">
            <a:xfrm>
              <a:off x="1879600" y="4191734"/>
              <a:ext cx="635000" cy="421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00</a:t>
              </a:r>
            </a:p>
          </p:txBody>
        </p:sp>
        <p:sp>
          <p:nvSpPr>
            <p:cNvPr id="26637" name="Text Box 33">
              <a:extLst>
                <a:ext uri="{FF2B5EF4-FFF2-40B4-BE49-F238E27FC236}">
                  <a16:creationId xmlns:a16="http://schemas.microsoft.com/office/drawing/2014/main" id="{4CEA79FC-8463-ECA7-0719-87585A5F4308}"/>
                </a:ext>
              </a:extLst>
            </p:cNvPr>
            <p:cNvSpPr txBox="1">
              <a:spLocks noChangeArrowheads="1"/>
            </p:cNvSpPr>
            <p:nvPr/>
          </p:nvSpPr>
          <p:spPr bwMode="auto">
            <a:xfrm>
              <a:off x="2400300" y="4203536"/>
              <a:ext cx="647700" cy="421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01</a:t>
              </a:r>
            </a:p>
          </p:txBody>
        </p:sp>
        <p:sp>
          <p:nvSpPr>
            <p:cNvPr id="26638" name="Text Box 34">
              <a:extLst>
                <a:ext uri="{FF2B5EF4-FFF2-40B4-BE49-F238E27FC236}">
                  <a16:creationId xmlns:a16="http://schemas.microsoft.com/office/drawing/2014/main" id="{18864E4C-96F6-2297-1C57-5FD2A11E5229}"/>
                </a:ext>
              </a:extLst>
            </p:cNvPr>
            <p:cNvSpPr txBox="1">
              <a:spLocks noChangeArrowheads="1"/>
            </p:cNvSpPr>
            <p:nvPr/>
          </p:nvSpPr>
          <p:spPr bwMode="auto">
            <a:xfrm>
              <a:off x="2921000" y="4203536"/>
              <a:ext cx="660400" cy="421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11</a:t>
              </a:r>
            </a:p>
          </p:txBody>
        </p:sp>
        <p:sp>
          <p:nvSpPr>
            <p:cNvPr id="26639" name="Text Box 35">
              <a:extLst>
                <a:ext uri="{FF2B5EF4-FFF2-40B4-BE49-F238E27FC236}">
                  <a16:creationId xmlns:a16="http://schemas.microsoft.com/office/drawing/2014/main" id="{609D1A2B-88FD-E055-7085-C34072E4A4F2}"/>
                </a:ext>
              </a:extLst>
            </p:cNvPr>
            <p:cNvSpPr txBox="1">
              <a:spLocks noChangeArrowheads="1"/>
            </p:cNvSpPr>
            <p:nvPr/>
          </p:nvSpPr>
          <p:spPr bwMode="auto">
            <a:xfrm>
              <a:off x="3390900" y="4203536"/>
              <a:ext cx="723900" cy="421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10</a:t>
              </a:r>
            </a:p>
          </p:txBody>
        </p:sp>
        <p:sp>
          <p:nvSpPr>
            <p:cNvPr id="26640" name="Text Box 36">
              <a:extLst>
                <a:ext uri="{FF2B5EF4-FFF2-40B4-BE49-F238E27FC236}">
                  <a16:creationId xmlns:a16="http://schemas.microsoft.com/office/drawing/2014/main" id="{1D3B9D16-35A9-59A4-7BDF-FD30A712C168}"/>
                </a:ext>
              </a:extLst>
            </p:cNvPr>
            <p:cNvSpPr txBox="1">
              <a:spLocks noChangeArrowheads="1"/>
            </p:cNvSpPr>
            <p:nvPr/>
          </p:nvSpPr>
          <p:spPr bwMode="auto">
            <a:xfrm>
              <a:off x="1409700" y="4635148"/>
              <a:ext cx="457200" cy="421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0</a:t>
              </a:r>
            </a:p>
          </p:txBody>
        </p:sp>
        <p:sp>
          <p:nvSpPr>
            <p:cNvPr id="26641" name="Text Box 37">
              <a:extLst>
                <a:ext uri="{FF2B5EF4-FFF2-40B4-BE49-F238E27FC236}">
                  <a16:creationId xmlns:a16="http://schemas.microsoft.com/office/drawing/2014/main" id="{DD1CCF3E-6FCD-9F3B-264E-528F0CC00261}"/>
                </a:ext>
              </a:extLst>
            </p:cNvPr>
            <p:cNvSpPr txBox="1">
              <a:spLocks noChangeArrowheads="1"/>
            </p:cNvSpPr>
            <p:nvPr/>
          </p:nvSpPr>
          <p:spPr bwMode="auto">
            <a:xfrm>
              <a:off x="1397000" y="5144315"/>
              <a:ext cx="457200" cy="421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1</a:t>
              </a:r>
            </a:p>
          </p:txBody>
        </p:sp>
        <p:sp>
          <p:nvSpPr>
            <p:cNvPr id="26642" name="Text Box 38">
              <a:extLst>
                <a:ext uri="{FF2B5EF4-FFF2-40B4-BE49-F238E27FC236}">
                  <a16:creationId xmlns:a16="http://schemas.microsoft.com/office/drawing/2014/main" id="{2F7DBCB9-E581-CC17-E9F9-51246889C7E4}"/>
                </a:ext>
              </a:extLst>
            </p:cNvPr>
            <p:cNvSpPr txBox="1">
              <a:spLocks noChangeArrowheads="1"/>
            </p:cNvSpPr>
            <p:nvPr/>
          </p:nvSpPr>
          <p:spPr bwMode="auto">
            <a:xfrm>
              <a:off x="2946400" y="4648636"/>
              <a:ext cx="457200" cy="421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1</a:t>
              </a:r>
            </a:p>
          </p:txBody>
        </p:sp>
        <p:sp>
          <p:nvSpPr>
            <p:cNvPr id="26643" name="Text Box 39">
              <a:extLst>
                <a:ext uri="{FF2B5EF4-FFF2-40B4-BE49-F238E27FC236}">
                  <a16:creationId xmlns:a16="http://schemas.microsoft.com/office/drawing/2014/main" id="{90E6EE02-632D-398D-9DEB-2BEDE1F06E47}"/>
                </a:ext>
              </a:extLst>
            </p:cNvPr>
            <p:cNvSpPr txBox="1">
              <a:spLocks noChangeArrowheads="1"/>
            </p:cNvSpPr>
            <p:nvPr/>
          </p:nvSpPr>
          <p:spPr bwMode="auto">
            <a:xfrm>
              <a:off x="2921000" y="5181406"/>
              <a:ext cx="457200" cy="421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1</a:t>
              </a:r>
            </a:p>
          </p:txBody>
        </p:sp>
        <p:sp>
          <p:nvSpPr>
            <p:cNvPr id="26644" name="AutoShape 40">
              <a:extLst>
                <a:ext uri="{FF2B5EF4-FFF2-40B4-BE49-F238E27FC236}">
                  <a16:creationId xmlns:a16="http://schemas.microsoft.com/office/drawing/2014/main" id="{4589F7D7-A2C0-C5B1-2FB2-C4C24212C27E}"/>
                </a:ext>
              </a:extLst>
            </p:cNvPr>
            <p:cNvSpPr>
              <a:spLocks noChangeArrowheads="1"/>
            </p:cNvSpPr>
            <p:nvPr/>
          </p:nvSpPr>
          <p:spPr bwMode="auto">
            <a:xfrm>
              <a:off x="2914650" y="4648200"/>
              <a:ext cx="381000" cy="914400"/>
            </a:xfrm>
            <a:prstGeom prst="roundRect">
              <a:avLst>
                <a:gd name="adj" fmla="val 16667"/>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solidFill>
                  <a:schemeClr val="tx2"/>
                </a:solidFill>
              </a:endParaRPr>
            </a:p>
          </p:txBody>
        </p:sp>
        <p:sp>
          <p:nvSpPr>
            <p:cNvPr id="26645" name="Text Box 41">
              <a:extLst>
                <a:ext uri="{FF2B5EF4-FFF2-40B4-BE49-F238E27FC236}">
                  <a16:creationId xmlns:a16="http://schemas.microsoft.com/office/drawing/2014/main" id="{340D2591-E380-2122-2D52-B2C4676C0EF6}"/>
                </a:ext>
              </a:extLst>
            </p:cNvPr>
            <p:cNvSpPr txBox="1">
              <a:spLocks noChangeArrowheads="1"/>
            </p:cNvSpPr>
            <p:nvPr/>
          </p:nvSpPr>
          <p:spPr bwMode="auto">
            <a:xfrm>
              <a:off x="1447800" y="3886571"/>
              <a:ext cx="685800" cy="421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q</a:t>
              </a:r>
              <a:r>
                <a:rPr lang="en-US" altLang="en-US" sz="2000" b="1" baseline="-25000"/>
                <a:t>1</a:t>
              </a:r>
              <a:r>
                <a:rPr lang="en-US" altLang="en-US" sz="2000"/>
                <a:t>q</a:t>
              </a:r>
              <a:r>
                <a:rPr lang="en-US" altLang="en-US" sz="2000" b="1" baseline="-25000"/>
                <a:t>0</a:t>
              </a:r>
            </a:p>
          </p:txBody>
        </p:sp>
        <p:sp>
          <p:nvSpPr>
            <p:cNvPr id="26646" name="Text Box 42">
              <a:extLst>
                <a:ext uri="{FF2B5EF4-FFF2-40B4-BE49-F238E27FC236}">
                  <a16:creationId xmlns:a16="http://schemas.microsoft.com/office/drawing/2014/main" id="{7DA3AE1F-3AE5-2A61-FAF8-D758F135978E}"/>
                </a:ext>
              </a:extLst>
            </p:cNvPr>
            <p:cNvSpPr txBox="1">
              <a:spLocks noChangeArrowheads="1"/>
            </p:cNvSpPr>
            <p:nvPr/>
          </p:nvSpPr>
          <p:spPr bwMode="auto">
            <a:xfrm>
              <a:off x="1358900" y="4267603"/>
              <a:ext cx="469900" cy="421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q</a:t>
              </a:r>
              <a:r>
                <a:rPr lang="en-US" altLang="en-US" sz="2000" b="1" baseline="-25000"/>
                <a:t>2</a:t>
              </a:r>
            </a:p>
          </p:txBody>
        </p:sp>
        <p:sp>
          <p:nvSpPr>
            <p:cNvPr id="18455" name="Rectangle 6">
              <a:extLst>
                <a:ext uri="{FF2B5EF4-FFF2-40B4-BE49-F238E27FC236}">
                  <a16:creationId xmlns:a16="http://schemas.microsoft.com/office/drawing/2014/main" id="{94995065-71FF-4EB9-BC97-2EF6920665F1}"/>
                </a:ext>
              </a:extLst>
            </p:cNvPr>
            <p:cNvSpPr>
              <a:spLocks noChangeArrowheads="1"/>
            </p:cNvSpPr>
            <p:nvPr/>
          </p:nvSpPr>
          <p:spPr bwMode="auto">
            <a:xfrm>
              <a:off x="1752600" y="2667605"/>
              <a:ext cx="2057400" cy="1065542"/>
            </a:xfrm>
            <a:prstGeom prst="rect">
              <a:avLst/>
            </a:prstGeom>
            <a:solidFill>
              <a:schemeClr val="accent1">
                <a:lumMod val="40000"/>
                <a:lumOff val="60000"/>
              </a:schemeClr>
            </a:solidFill>
            <a:ln w="25400">
              <a:solidFill>
                <a:schemeClr val="tx1"/>
              </a:solidFill>
              <a:miter lim="800000"/>
              <a:headEnd/>
              <a:tailEnd/>
            </a:ln>
          </p:spPr>
          <p:txBody>
            <a:bodyPr wrap="none" anchor="ctr"/>
            <a:lstStyle/>
            <a:p>
              <a:pPr eaLnBrk="1" hangingPunct="1">
                <a:defRPr/>
              </a:pPr>
              <a:endParaRPr lang="ru-RU"/>
            </a:p>
          </p:txBody>
        </p:sp>
        <p:sp>
          <p:nvSpPr>
            <p:cNvPr id="26648" name="Line 7">
              <a:extLst>
                <a:ext uri="{FF2B5EF4-FFF2-40B4-BE49-F238E27FC236}">
                  <a16:creationId xmlns:a16="http://schemas.microsoft.com/office/drawing/2014/main" id="{F3DD9A86-3D27-DA09-72C4-3E7C51081ECE}"/>
                </a:ext>
              </a:extLst>
            </p:cNvPr>
            <p:cNvSpPr>
              <a:spLocks noChangeShapeType="1"/>
            </p:cNvSpPr>
            <p:nvPr/>
          </p:nvSpPr>
          <p:spPr bwMode="auto">
            <a:xfrm>
              <a:off x="1752600" y="3200400"/>
              <a:ext cx="20574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49" name="Line 8">
              <a:extLst>
                <a:ext uri="{FF2B5EF4-FFF2-40B4-BE49-F238E27FC236}">
                  <a16:creationId xmlns:a16="http://schemas.microsoft.com/office/drawing/2014/main" id="{2461A5DF-4DF9-A83D-FFAA-FA912C258DB9}"/>
                </a:ext>
              </a:extLst>
            </p:cNvPr>
            <p:cNvSpPr>
              <a:spLocks noChangeShapeType="1"/>
            </p:cNvSpPr>
            <p:nvPr/>
          </p:nvSpPr>
          <p:spPr bwMode="auto">
            <a:xfrm>
              <a:off x="2806700" y="2667000"/>
              <a:ext cx="0" cy="106203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50" name="Line 9">
              <a:extLst>
                <a:ext uri="{FF2B5EF4-FFF2-40B4-BE49-F238E27FC236}">
                  <a16:creationId xmlns:a16="http://schemas.microsoft.com/office/drawing/2014/main" id="{2748E29C-E0C9-BEAC-3D8D-D046D4C344FE}"/>
                </a:ext>
              </a:extLst>
            </p:cNvPr>
            <p:cNvSpPr>
              <a:spLocks noChangeShapeType="1"/>
            </p:cNvSpPr>
            <p:nvPr/>
          </p:nvSpPr>
          <p:spPr bwMode="auto">
            <a:xfrm>
              <a:off x="2273300" y="2679700"/>
              <a:ext cx="0" cy="106203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51" name="Line 10">
              <a:extLst>
                <a:ext uri="{FF2B5EF4-FFF2-40B4-BE49-F238E27FC236}">
                  <a16:creationId xmlns:a16="http://schemas.microsoft.com/office/drawing/2014/main" id="{080C05DF-BB47-999B-524E-5584FB1D47E2}"/>
                </a:ext>
              </a:extLst>
            </p:cNvPr>
            <p:cNvSpPr>
              <a:spLocks noChangeShapeType="1"/>
            </p:cNvSpPr>
            <p:nvPr/>
          </p:nvSpPr>
          <p:spPr bwMode="auto">
            <a:xfrm>
              <a:off x="3302000" y="2679700"/>
              <a:ext cx="0" cy="106203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52" name="Line 11">
              <a:extLst>
                <a:ext uri="{FF2B5EF4-FFF2-40B4-BE49-F238E27FC236}">
                  <a16:creationId xmlns:a16="http://schemas.microsoft.com/office/drawing/2014/main" id="{AC40F09E-BCA1-ACF8-5CD9-6F0D7793B62A}"/>
                </a:ext>
              </a:extLst>
            </p:cNvPr>
            <p:cNvSpPr>
              <a:spLocks noChangeShapeType="1"/>
            </p:cNvSpPr>
            <p:nvPr/>
          </p:nvSpPr>
          <p:spPr bwMode="auto">
            <a:xfrm>
              <a:off x="1447800" y="2286000"/>
              <a:ext cx="304800" cy="3810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53" name="Text Box 12">
              <a:extLst>
                <a:ext uri="{FF2B5EF4-FFF2-40B4-BE49-F238E27FC236}">
                  <a16:creationId xmlns:a16="http://schemas.microsoft.com/office/drawing/2014/main" id="{1F6E7EA0-E3F5-C574-B340-83DB4D55A7C3}"/>
                </a:ext>
              </a:extLst>
            </p:cNvPr>
            <p:cNvSpPr txBox="1">
              <a:spLocks noChangeArrowheads="1"/>
            </p:cNvSpPr>
            <p:nvPr/>
          </p:nvSpPr>
          <p:spPr bwMode="auto">
            <a:xfrm>
              <a:off x="1219200" y="2438311"/>
              <a:ext cx="457200" cy="421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q</a:t>
              </a:r>
              <a:r>
                <a:rPr lang="en-US" altLang="en-US" sz="2000" b="1" baseline="-25000"/>
                <a:t>2</a:t>
              </a:r>
            </a:p>
          </p:txBody>
        </p:sp>
        <p:sp>
          <p:nvSpPr>
            <p:cNvPr id="26654" name="Text Box 13">
              <a:extLst>
                <a:ext uri="{FF2B5EF4-FFF2-40B4-BE49-F238E27FC236}">
                  <a16:creationId xmlns:a16="http://schemas.microsoft.com/office/drawing/2014/main" id="{617A236E-0345-18DF-D5E0-A5A1DB4A4BCA}"/>
                </a:ext>
              </a:extLst>
            </p:cNvPr>
            <p:cNvSpPr txBox="1">
              <a:spLocks noChangeArrowheads="1"/>
            </p:cNvSpPr>
            <p:nvPr/>
          </p:nvSpPr>
          <p:spPr bwMode="auto">
            <a:xfrm>
              <a:off x="1828800" y="2286572"/>
              <a:ext cx="609600" cy="421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00</a:t>
              </a:r>
            </a:p>
          </p:txBody>
        </p:sp>
        <p:sp>
          <p:nvSpPr>
            <p:cNvPr id="26655" name="Text Box 14">
              <a:extLst>
                <a:ext uri="{FF2B5EF4-FFF2-40B4-BE49-F238E27FC236}">
                  <a16:creationId xmlns:a16="http://schemas.microsoft.com/office/drawing/2014/main" id="{BAF609F4-4287-2047-2746-0C85A3FBE670}"/>
                </a:ext>
              </a:extLst>
            </p:cNvPr>
            <p:cNvSpPr txBox="1">
              <a:spLocks noChangeArrowheads="1"/>
            </p:cNvSpPr>
            <p:nvPr/>
          </p:nvSpPr>
          <p:spPr bwMode="auto">
            <a:xfrm>
              <a:off x="2349500" y="2298374"/>
              <a:ext cx="469900" cy="421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01</a:t>
              </a:r>
            </a:p>
          </p:txBody>
        </p:sp>
        <p:sp>
          <p:nvSpPr>
            <p:cNvPr id="26656" name="Text Box 15">
              <a:extLst>
                <a:ext uri="{FF2B5EF4-FFF2-40B4-BE49-F238E27FC236}">
                  <a16:creationId xmlns:a16="http://schemas.microsoft.com/office/drawing/2014/main" id="{4C2ABF19-7AAE-3E79-6E85-48B129D1906C}"/>
                </a:ext>
              </a:extLst>
            </p:cNvPr>
            <p:cNvSpPr txBox="1">
              <a:spLocks noChangeArrowheads="1"/>
            </p:cNvSpPr>
            <p:nvPr/>
          </p:nvSpPr>
          <p:spPr bwMode="auto">
            <a:xfrm>
              <a:off x="2870200" y="2298374"/>
              <a:ext cx="558800" cy="421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11</a:t>
              </a:r>
            </a:p>
          </p:txBody>
        </p:sp>
        <p:sp>
          <p:nvSpPr>
            <p:cNvPr id="26657" name="Text Box 16">
              <a:extLst>
                <a:ext uri="{FF2B5EF4-FFF2-40B4-BE49-F238E27FC236}">
                  <a16:creationId xmlns:a16="http://schemas.microsoft.com/office/drawing/2014/main" id="{000B2C37-2454-43ED-4F29-8B0023EB0D15}"/>
                </a:ext>
              </a:extLst>
            </p:cNvPr>
            <p:cNvSpPr txBox="1">
              <a:spLocks noChangeArrowheads="1"/>
            </p:cNvSpPr>
            <p:nvPr/>
          </p:nvSpPr>
          <p:spPr bwMode="auto">
            <a:xfrm>
              <a:off x="3340100" y="2298374"/>
              <a:ext cx="698500" cy="421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10</a:t>
              </a:r>
            </a:p>
          </p:txBody>
        </p:sp>
        <p:sp>
          <p:nvSpPr>
            <p:cNvPr id="26658" name="Text Box 17">
              <a:extLst>
                <a:ext uri="{FF2B5EF4-FFF2-40B4-BE49-F238E27FC236}">
                  <a16:creationId xmlns:a16="http://schemas.microsoft.com/office/drawing/2014/main" id="{AC0E6FB6-04D1-1A5A-FAC4-29051204F7F3}"/>
                </a:ext>
              </a:extLst>
            </p:cNvPr>
            <p:cNvSpPr txBox="1">
              <a:spLocks noChangeArrowheads="1"/>
            </p:cNvSpPr>
            <p:nvPr/>
          </p:nvSpPr>
          <p:spPr bwMode="auto">
            <a:xfrm>
              <a:off x="1358900" y="2729986"/>
              <a:ext cx="457200" cy="421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0</a:t>
              </a:r>
            </a:p>
          </p:txBody>
        </p:sp>
        <p:sp>
          <p:nvSpPr>
            <p:cNvPr id="26659" name="Text Box 18">
              <a:extLst>
                <a:ext uri="{FF2B5EF4-FFF2-40B4-BE49-F238E27FC236}">
                  <a16:creationId xmlns:a16="http://schemas.microsoft.com/office/drawing/2014/main" id="{F5E2EFAE-E3CC-88E8-E9EA-762F9868E5FA}"/>
                </a:ext>
              </a:extLst>
            </p:cNvPr>
            <p:cNvSpPr txBox="1">
              <a:spLocks noChangeArrowheads="1"/>
            </p:cNvSpPr>
            <p:nvPr/>
          </p:nvSpPr>
          <p:spPr bwMode="auto">
            <a:xfrm>
              <a:off x="1346200" y="3239153"/>
              <a:ext cx="457200" cy="421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1</a:t>
              </a:r>
            </a:p>
          </p:txBody>
        </p:sp>
        <p:sp>
          <p:nvSpPr>
            <p:cNvPr id="26660" name="Text Box 19">
              <a:extLst>
                <a:ext uri="{FF2B5EF4-FFF2-40B4-BE49-F238E27FC236}">
                  <a16:creationId xmlns:a16="http://schemas.microsoft.com/office/drawing/2014/main" id="{3806CCD9-34C4-6809-8E84-632DE084C978}"/>
                </a:ext>
              </a:extLst>
            </p:cNvPr>
            <p:cNvSpPr txBox="1">
              <a:spLocks noChangeArrowheads="1"/>
            </p:cNvSpPr>
            <p:nvPr/>
          </p:nvSpPr>
          <p:spPr bwMode="auto">
            <a:xfrm>
              <a:off x="2362200" y="2755276"/>
              <a:ext cx="457200" cy="421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1</a:t>
              </a:r>
            </a:p>
          </p:txBody>
        </p:sp>
        <p:sp>
          <p:nvSpPr>
            <p:cNvPr id="26661" name="Text Box 20">
              <a:extLst>
                <a:ext uri="{FF2B5EF4-FFF2-40B4-BE49-F238E27FC236}">
                  <a16:creationId xmlns:a16="http://schemas.microsoft.com/office/drawing/2014/main" id="{37CB3D1C-0D92-D981-D951-6E5D07088A71}"/>
                </a:ext>
              </a:extLst>
            </p:cNvPr>
            <p:cNvSpPr txBox="1">
              <a:spLocks noChangeArrowheads="1"/>
            </p:cNvSpPr>
            <p:nvPr/>
          </p:nvSpPr>
          <p:spPr bwMode="auto">
            <a:xfrm>
              <a:off x="2870200" y="2755276"/>
              <a:ext cx="457200" cy="421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1</a:t>
              </a:r>
            </a:p>
          </p:txBody>
        </p:sp>
        <p:sp>
          <p:nvSpPr>
            <p:cNvPr id="26662" name="Text Box 21">
              <a:extLst>
                <a:ext uri="{FF2B5EF4-FFF2-40B4-BE49-F238E27FC236}">
                  <a16:creationId xmlns:a16="http://schemas.microsoft.com/office/drawing/2014/main" id="{207A6EAF-E04C-D78C-4BF1-748C9D9AAC60}"/>
                </a:ext>
              </a:extLst>
            </p:cNvPr>
            <p:cNvSpPr txBox="1">
              <a:spLocks noChangeArrowheads="1"/>
            </p:cNvSpPr>
            <p:nvPr/>
          </p:nvSpPr>
          <p:spPr bwMode="auto">
            <a:xfrm>
              <a:off x="2857500" y="3276245"/>
              <a:ext cx="457200" cy="421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1</a:t>
              </a:r>
            </a:p>
          </p:txBody>
        </p:sp>
        <p:sp>
          <p:nvSpPr>
            <p:cNvPr id="26663" name="Text Box 22">
              <a:extLst>
                <a:ext uri="{FF2B5EF4-FFF2-40B4-BE49-F238E27FC236}">
                  <a16:creationId xmlns:a16="http://schemas.microsoft.com/office/drawing/2014/main" id="{B6E5F3BA-62EF-92E7-7150-628E756BABEA}"/>
                </a:ext>
              </a:extLst>
            </p:cNvPr>
            <p:cNvSpPr txBox="1">
              <a:spLocks noChangeArrowheads="1"/>
            </p:cNvSpPr>
            <p:nvPr/>
          </p:nvSpPr>
          <p:spPr bwMode="auto">
            <a:xfrm>
              <a:off x="2349500" y="3239153"/>
              <a:ext cx="457200" cy="421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1</a:t>
              </a:r>
            </a:p>
          </p:txBody>
        </p:sp>
        <p:sp>
          <p:nvSpPr>
            <p:cNvPr id="26664" name="AutoShape 23">
              <a:extLst>
                <a:ext uri="{FF2B5EF4-FFF2-40B4-BE49-F238E27FC236}">
                  <a16:creationId xmlns:a16="http://schemas.microsoft.com/office/drawing/2014/main" id="{D5192AAD-FBB5-14B7-5936-33B2D0A20747}"/>
                </a:ext>
              </a:extLst>
            </p:cNvPr>
            <p:cNvSpPr>
              <a:spLocks noChangeArrowheads="1"/>
            </p:cNvSpPr>
            <p:nvPr/>
          </p:nvSpPr>
          <p:spPr bwMode="auto">
            <a:xfrm>
              <a:off x="2319338" y="2743200"/>
              <a:ext cx="914400" cy="914400"/>
            </a:xfrm>
            <a:prstGeom prst="roundRect">
              <a:avLst>
                <a:gd name="adj" fmla="val 16667"/>
              </a:avLst>
            </a:prstGeom>
            <a:noFill/>
            <a:ln w="25400">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6665" name="Text Box 44">
              <a:extLst>
                <a:ext uri="{FF2B5EF4-FFF2-40B4-BE49-F238E27FC236}">
                  <a16:creationId xmlns:a16="http://schemas.microsoft.com/office/drawing/2014/main" id="{87E95B2C-09FE-FFDA-7FFB-BB236188BFE7}"/>
                </a:ext>
              </a:extLst>
            </p:cNvPr>
            <p:cNvSpPr txBox="1">
              <a:spLocks noChangeArrowheads="1"/>
            </p:cNvSpPr>
            <p:nvPr/>
          </p:nvSpPr>
          <p:spPr bwMode="auto">
            <a:xfrm>
              <a:off x="1403350" y="2005013"/>
              <a:ext cx="685800" cy="421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q</a:t>
              </a:r>
              <a:r>
                <a:rPr lang="en-US" altLang="en-US" sz="2000" b="1" baseline="-25000"/>
                <a:t>1</a:t>
              </a:r>
              <a:r>
                <a:rPr lang="en-US" altLang="en-US" sz="2000"/>
                <a:t>q</a:t>
              </a:r>
              <a:r>
                <a:rPr lang="en-US" altLang="en-US" sz="2000" b="1" baseline="-25000"/>
                <a:t>0</a:t>
              </a:r>
            </a:p>
          </p:txBody>
        </p:sp>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ext Box 56">
            <a:extLst>
              <a:ext uri="{FF2B5EF4-FFF2-40B4-BE49-F238E27FC236}">
                <a16:creationId xmlns:a16="http://schemas.microsoft.com/office/drawing/2014/main" id="{70170155-0E4A-1415-A1FE-23C6E2B99DB0}"/>
              </a:ext>
            </a:extLst>
          </p:cNvPr>
          <p:cNvSpPr txBox="1">
            <a:spLocks noChangeArrowheads="1"/>
          </p:cNvSpPr>
          <p:nvPr/>
        </p:nvSpPr>
        <p:spPr bwMode="auto">
          <a:xfrm>
            <a:off x="2041526" y="4740276"/>
            <a:ext cx="8093075"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000"/>
              <a:t>F – frequency of clock signals. Counter – frequency divider.</a:t>
            </a:r>
          </a:p>
          <a:p>
            <a:pPr eaLnBrk="1" hangingPunct="1"/>
            <a:r>
              <a:rPr lang="en-US" altLang="en-US" sz="2000"/>
              <a:t>Low bit (q0) - F/2, q1 – F/4, q2 – F/8.</a:t>
            </a:r>
          </a:p>
        </p:txBody>
      </p:sp>
      <p:sp>
        <p:nvSpPr>
          <p:cNvPr id="55" name="Rectangle 4">
            <a:extLst>
              <a:ext uri="{FF2B5EF4-FFF2-40B4-BE49-F238E27FC236}">
                <a16:creationId xmlns:a16="http://schemas.microsoft.com/office/drawing/2014/main" id="{B3332920-149C-4CF9-B3AE-58551647FD8A}"/>
              </a:ext>
            </a:extLst>
          </p:cNvPr>
          <p:cNvSpPr txBox="1">
            <a:spLocks noChangeArrowheads="1"/>
          </p:cNvSpPr>
          <p:nvPr/>
        </p:nvSpPr>
        <p:spPr bwMode="auto">
          <a:xfrm>
            <a:off x="1981200" y="277814"/>
            <a:ext cx="8229600" cy="1139825"/>
          </a:xfrm>
          <a:prstGeom prst="rect">
            <a:avLst/>
          </a:prstGeom>
          <a:noFill/>
          <a:ln w="9525">
            <a:noFill/>
            <a:miter lim="800000"/>
            <a:headEnd/>
            <a:tailEnd/>
          </a:ln>
        </p:spPr>
        <p:txBody>
          <a:bodyPr/>
          <a:lstStyle/>
          <a:p>
            <a:pPr eaLnBrk="1" hangingPunct="1">
              <a:defRPr/>
            </a:pPr>
            <a:endParaRPr lang="ru-RU" sz="3600" b="1" kern="0" dirty="0">
              <a:latin typeface="+mj-lt"/>
              <a:ea typeface="+mj-ea"/>
              <a:cs typeface="+mj-cs"/>
            </a:endParaRPr>
          </a:p>
        </p:txBody>
      </p:sp>
      <p:grpSp>
        <p:nvGrpSpPr>
          <p:cNvPr id="27652" name="Group 65">
            <a:extLst>
              <a:ext uri="{FF2B5EF4-FFF2-40B4-BE49-F238E27FC236}">
                <a16:creationId xmlns:a16="http://schemas.microsoft.com/office/drawing/2014/main" id="{92136A93-460F-D333-3C71-D33DC97342C8}"/>
              </a:ext>
            </a:extLst>
          </p:cNvPr>
          <p:cNvGrpSpPr>
            <a:grpSpLocks/>
          </p:cNvGrpSpPr>
          <p:nvPr/>
        </p:nvGrpSpPr>
        <p:grpSpPr bwMode="auto">
          <a:xfrm>
            <a:off x="2209800" y="1524001"/>
            <a:ext cx="7315200" cy="3059113"/>
            <a:chOff x="685800" y="1524000"/>
            <a:chExt cx="7620000" cy="3059173"/>
          </a:xfrm>
        </p:grpSpPr>
        <p:sp>
          <p:nvSpPr>
            <p:cNvPr id="19459" name="Rectangle 6">
              <a:extLst>
                <a:ext uri="{FF2B5EF4-FFF2-40B4-BE49-F238E27FC236}">
                  <a16:creationId xmlns:a16="http://schemas.microsoft.com/office/drawing/2014/main" id="{90B87DBC-A959-4B14-8B3E-4D64CE8C3CF4}"/>
                </a:ext>
              </a:extLst>
            </p:cNvPr>
            <p:cNvSpPr>
              <a:spLocks noChangeArrowheads="1"/>
            </p:cNvSpPr>
            <p:nvPr/>
          </p:nvSpPr>
          <p:spPr bwMode="auto">
            <a:xfrm>
              <a:off x="2278261" y="2173301"/>
              <a:ext cx="957460" cy="1231924"/>
            </a:xfrm>
            <a:prstGeom prst="rect">
              <a:avLst/>
            </a:prstGeom>
            <a:solidFill>
              <a:schemeClr val="accent1">
                <a:lumMod val="40000"/>
                <a:lumOff val="60000"/>
              </a:schemeClr>
            </a:solidFill>
            <a:ln w="25400">
              <a:solidFill>
                <a:schemeClr val="tx1"/>
              </a:solidFill>
              <a:miter lim="800000"/>
              <a:headEnd/>
              <a:tailEnd/>
            </a:ln>
          </p:spPr>
          <p:txBody>
            <a:bodyPr wrap="none" anchor="ctr"/>
            <a:lstStyle/>
            <a:p>
              <a:pPr eaLnBrk="1" hangingPunct="1">
                <a:defRPr/>
              </a:pPr>
              <a:endParaRPr lang="ru-RU" sz="2000"/>
            </a:p>
          </p:txBody>
        </p:sp>
        <p:sp>
          <p:nvSpPr>
            <p:cNvPr id="19464" name="Text Box 8">
              <a:extLst>
                <a:ext uri="{FF2B5EF4-FFF2-40B4-BE49-F238E27FC236}">
                  <a16:creationId xmlns:a16="http://schemas.microsoft.com/office/drawing/2014/main" id="{3413FA5C-9CBB-467F-92BE-9EE128F6A222}"/>
                </a:ext>
              </a:extLst>
            </p:cNvPr>
            <p:cNvSpPr txBox="1">
              <a:spLocks noChangeArrowheads="1"/>
            </p:cNvSpPr>
            <p:nvPr/>
          </p:nvSpPr>
          <p:spPr bwMode="auto">
            <a:xfrm>
              <a:off x="2346060" y="2313003"/>
              <a:ext cx="479557" cy="396883"/>
            </a:xfrm>
            <a:prstGeom prst="rect">
              <a:avLst/>
            </a:prstGeom>
            <a:noFill/>
            <a:ln w="25400">
              <a:noFill/>
              <a:miter lim="800000"/>
              <a:headEnd/>
              <a:tailEnd/>
            </a:ln>
          </p:spPr>
          <p:txBody>
            <a:bodyPr>
              <a:spAutoFit/>
            </a:bodyPr>
            <a:lstStyle/>
            <a:p>
              <a:pPr eaLnBrk="1" hangingPunct="1">
                <a:spcBef>
                  <a:spcPct val="50000"/>
                </a:spcBef>
                <a:defRPr/>
              </a:pPr>
              <a:r>
                <a:rPr lang="en-US" sz="2000" dirty="0">
                  <a:latin typeface="+mj-lt"/>
                </a:rPr>
                <a:t>T</a:t>
              </a:r>
            </a:p>
          </p:txBody>
        </p:sp>
        <p:sp>
          <p:nvSpPr>
            <p:cNvPr id="19465" name="Text Box 9">
              <a:extLst>
                <a:ext uri="{FF2B5EF4-FFF2-40B4-BE49-F238E27FC236}">
                  <a16:creationId xmlns:a16="http://schemas.microsoft.com/office/drawing/2014/main" id="{7188932F-A623-48A3-A015-33A93F4F0EA1}"/>
                </a:ext>
              </a:extLst>
            </p:cNvPr>
            <p:cNvSpPr txBox="1">
              <a:spLocks noChangeArrowheads="1"/>
            </p:cNvSpPr>
            <p:nvPr/>
          </p:nvSpPr>
          <p:spPr bwMode="auto">
            <a:xfrm>
              <a:off x="2334485" y="2744812"/>
              <a:ext cx="479557" cy="396883"/>
            </a:xfrm>
            <a:prstGeom prst="rect">
              <a:avLst/>
            </a:prstGeom>
            <a:noFill/>
            <a:ln w="25400">
              <a:noFill/>
              <a:miter lim="800000"/>
              <a:headEnd/>
              <a:tailEnd/>
            </a:ln>
          </p:spPr>
          <p:txBody>
            <a:bodyPr>
              <a:spAutoFit/>
            </a:bodyPr>
            <a:lstStyle/>
            <a:p>
              <a:pPr eaLnBrk="1" hangingPunct="1">
                <a:spcBef>
                  <a:spcPct val="50000"/>
                </a:spcBef>
                <a:defRPr/>
              </a:pPr>
              <a:r>
                <a:rPr lang="en-US" sz="2000" dirty="0">
                  <a:latin typeface="+mj-lt"/>
                </a:rPr>
                <a:t>C</a:t>
              </a:r>
            </a:p>
          </p:txBody>
        </p:sp>
        <p:sp>
          <p:nvSpPr>
            <p:cNvPr id="19462" name="Rectangle 10">
              <a:extLst>
                <a:ext uri="{FF2B5EF4-FFF2-40B4-BE49-F238E27FC236}">
                  <a16:creationId xmlns:a16="http://schemas.microsoft.com/office/drawing/2014/main" id="{1F63FD28-ECA8-486B-9656-A3A18864A263}"/>
                </a:ext>
              </a:extLst>
            </p:cNvPr>
            <p:cNvSpPr>
              <a:spLocks noChangeArrowheads="1"/>
            </p:cNvSpPr>
            <p:nvPr/>
          </p:nvSpPr>
          <p:spPr bwMode="auto">
            <a:xfrm>
              <a:off x="4499107" y="2144725"/>
              <a:ext cx="957461" cy="1233511"/>
            </a:xfrm>
            <a:prstGeom prst="rect">
              <a:avLst/>
            </a:prstGeom>
            <a:solidFill>
              <a:schemeClr val="accent1">
                <a:lumMod val="40000"/>
                <a:lumOff val="60000"/>
              </a:schemeClr>
            </a:solidFill>
            <a:ln w="25400">
              <a:solidFill>
                <a:schemeClr val="tx1"/>
              </a:solidFill>
              <a:miter lim="800000"/>
              <a:headEnd/>
              <a:tailEnd/>
            </a:ln>
          </p:spPr>
          <p:txBody>
            <a:bodyPr wrap="none" anchor="ctr"/>
            <a:lstStyle/>
            <a:p>
              <a:pPr eaLnBrk="1" hangingPunct="1">
                <a:defRPr/>
              </a:pPr>
              <a:endParaRPr lang="ru-RU" sz="2000"/>
            </a:p>
          </p:txBody>
        </p:sp>
        <p:sp>
          <p:nvSpPr>
            <p:cNvPr id="19468" name="Text Box 12">
              <a:extLst>
                <a:ext uri="{FF2B5EF4-FFF2-40B4-BE49-F238E27FC236}">
                  <a16:creationId xmlns:a16="http://schemas.microsoft.com/office/drawing/2014/main" id="{14FEA98B-16FD-4D2B-ADE9-1283BCA60A35}"/>
                </a:ext>
              </a:extLst>
            </p:cNvPr>
            <p:cNvSpPr txBox="1">
              <a:spLocks noChangeArrowheads="1"/>
            </p:cNvSpPr>
            <p:nvPr/>
          </p:nvSpPr>
          <p:spPr bwMode="auto">
            <a:xfrm>
              <a:off x="4566907" y="2286015"/>
              <a:ext cx="479557" cy="396883"/>
            </a:xfrm>
            <a:prstGeom prst="rect">
              <a:avLst/>
            </a:prstGeom>
            <a:noFill/>
            <a:ln w="25400">
              <a:noFill/>
              <a:miter lim="800000"/>
              <a:headEnd/>
              <a:tailEnd/>
            </a:ln>
          </p:spPr>
          <p:txBody>
            <a:bodyPr>
              <a:spAutoFit/>
            </a:bodyPr>
            <a:lstStyle/>
            <a:p>
              <a:pPr eaLnBrk="1" hangingPunct="1">
                <a:spcBef>
                  <a:spcPct val="50000"/>
                </a:spcBef>
                <a:defRPr/>
              </a:pPr>
              <a:r>
                <a:rPr lang="en-US" sz="2000" dirty="0">
                  <a:latin typeface="+mj-lt"/>
                </a:rPr>
                <a:t>T</a:t>
              </a:r>
            </a:p>
          </p:txBody>
        </p:sp>
        <p:sp>
          <p:nvSpPr>
            <p:cNvPr id="19469" name="Text Box 13">
              <a:extLst>
                <a:ext uri="{FF2B5EF4-FFF2-40B4-BE49-F238E27FC236}">
                  <a16:creationId xmlns:a16="http://schemas.microsoft.com/office/drawing/2014/main" id="{83336A40-F08D-4606-9DE9-0ABAE8D8ED4D}"/>
                </a:ext>
              </a:extLst>
            </p:cNvPr>
            <p:cNvSpPr txBox="1">
              <a:spLocks noChangeArrowheads="1"/>
            </p:cNvSpPr>
            <p:nvPr/>
          </p:nvSpPr>
          <p:spPr bwMode="auto">
            <a:xfrm>
              <a:off x="4566907" y="2717823"/>
              <a:ext cx="479557" cy="396883"/>
            </a:xfrm>
            <a:prstGeom prst="rect">
              <a:avLst/>
            </a:prstGeom>
            <a:noFill/>
            <a:ln w="25400">
              <a:noFill/>
              <a:miter lim="800000"/>
              <a:headEnd/>
              <a:tailEnd/>
            </a:ln>
          </p:spPr>
          <p:txBody>
            <a:bodyPr>
              <a:spAutoFit/>
            </a:bodyPr>
            <a:lstStyle/>
            <a:p>
              <a:pPr eaLnBrk="1" hangingPunct="1">
                <a:spcBef>
                  <a:spcPct val="50000"/>
                </a:spcBef>
                <a:defRPr/>
              </a:pPr>
              <a:r>
                <a:rPr lang="en-US" sz="2000" dirty="0">
                  <a:latin typeface="+mj-lt"/>
                </a:rPr>
                <a:t>C</a:t>
              </a:r>
            </a:p>
          </p:txBody>
        </p:sp>
        <p:sp>
          <p:nvSpPr>
            <p:cNvPr id="2" name="Rectangle 14">
              <a:extLst>
                <a:ext uri="{FF2B5EF4-FFF2-40B4-BE49-F238E27FC236}">
                  <a16:creationId xmlns:a16="http://schemas.microsoft.com/office/drawing/2014/main" id="{3E6F812A-0E76-4ED3-81A1-595417F6EABD}"/>
                </a:ext>
              </a:extLst>
            </p:cNvPr>
            <p:cNvSpPr>
              <a:spLocks noChangeArrowheads="1"/>
            </p:cNvSpPr>
            <p:nvPr/>
          </p:nvSpPr>
          <p:spPr bwMode="auto">
            <a:xfrm>
              <a:off x="6514902" y="2116150"/>
              <a:ext cx="957460" cy="1231924"/>
            </a:xfrm>
            <a:prstGeom prst="rect">
              <a:avLst/>
            </a:prstGeom>
            <a:solidFill>
              <a:schemeClr val="accent1">
                <a:lumMod val="40000"/>
                <a:lumOff val="60000"/>
              </a:schemeClr>
            </a:solidFill>
            <a:ln w="25400">
              <a:solidFill>
                <a:schemeClr val="tx1"/>
              </a:solidFill>
              <a:miter lim="800000"/>
              <a:headEnd/>
              <a:tailEnd/>
            </a:ln>
          </p:spPr>
          <p:txBody>
            <a:bodyPr wrap="none" anchor="ctr"/>
            <a:lstStyle/>
            <a:p>
              <a:pPr eaLnBrk="1" hangingPunct="1">
                <a:defRPr/>
              </a:pPr>
              <a:endParaRPr lang="ru-RU" sz="2000"/>
            </a:p>
          </p:txBody>
        </p:sp>
        <p:sp>
          <p:nvSpPr>
            <p:cNvPr id="19472" name="Text Box 16">
              <a:extLst>
                <a:ext uri="{FF2B5EF4-FFF2-40B4-BE49-F238E27FC236}">
                  <a16:creationId xmlns:a16="http://schemas.microsoft.com/office/drawing/2014/main" id="{B529514D-846D-46B9-B5CC-C85524B18732}"/>
                </a:ext>
              </a:extLst>
            </p:cNvPr>
            <p:cNvSpPr txBox="1">
              <a:spLocks noChangeArrowheads="1"/>
            </p:cNvSpPr>
            <p:nvPr/>
          </p:nvSpPr>
          <p:spPr bwMode="auto">
            <a:xfrm>
              <a:off x="6582701" y="2216164"/>
              <a:ext cx="477904" cy="396883"/>
            </a:xfrm>
            <a:prstGeom prst="rect">
              <a:avLst/>
            </a:prstGeom>
            <a:noFill/>
            <a:ln w="25400">
              <a:noFill/>
              <a:miter lim="800000"/>
              <a:headEnd/>
              <a:tailEnd/>
            </a:ln>
          </p:spPr>
          <p:txBody>
            <a:bodyPr>
              <a:spAutoFit/>
            </a:bodyPr>
            <a:lstStyle/>
            <a:p>
              <a:pPr eaLnBrk="1" hangingPunct="1">
                <a:spcBef>
                  <a:spcPct val="50000"/>
                </a:spcBef>
                <a:defRPr/>
              </a:pPr>
              <a:r>
                <a:rPr lang="en-US" sz="2000" dirty="0">
                  <a:latin typeface="+mj-lt"/>
                </a:rPr>
                <a:t>T</a:t>
              </a:r>
            </a:p>
          </p:txBody>
        </p:sp>
        <p:sp>
          <p:nvSpPr>
            <p:cNvPr id="19473" name="Text Box 17">
              <a:extLst>
                <a:ext uri="{FF2B5EF4-FFF2-40B4-BE49-F238E27FC236}">
                  <a16:creationId xmlns:a16="http://schemas.microsoft.com/office/drawing/2014/main" id="{86603AF6-2E10-40F2-B660-FE53730DE673}"/>
                </a:ext>
              </a:extLst>
            </p:cNvPr>
            <p:cNvSpPr txBox="1">
              <a:spLocks noChangeArrowheads="1"/>
            </p:cNvSpPr>
            <p:nvPr/>
          </p:nvSpPr>
          <p:spPr bwMode="auto">
            <a:xfrm>
              <a:off x="6572779" y="2647972"/>
              <a:ext cx="477904" cy="396883"/>
            </a:xfrm>
            <a:prstGeom prst="rect">
              <a:avLst/>
            </a:prstGeom>
            <a:noFill/>
            <a:ln w="25400">
              <a:noFill/>
              <a:miter lim="800000"/>
              <a:headEnd/>
              <a:tailEnd/>
            </a:ln>
          </p:spPr>
          <p:txBody>
            <a:bodyPr>
              <a:spAutoFit/>
            </a:bodyPr>
            <a:lstStyle/>
            <a:p>
              <a:pPr eaLnBrk="1" hangingPunct="1">
                <a:spcBef>
                  <a:spcPct val="50000"/>
                </a:spcBef>
                <a:defRPr/>
              </a:pPr>
              <a:r>
                <a:rPr lang="en-US" sz="2000" dirty="0">
                  <a:latin typeface="+mj-lt"/>
                </a:rPr>
                <a:t>C</a:t>
              </a:r>
            </a:p>
          </p:txBody>
        </p:sp>
        <p:sp>
          <p:nvSpPr>
            <p:cNvPr id="27662" name="Line 18">
              <a:extLst>
                <a:ext uri="{FF2B5EF4-FFF2-40B4-BE49-F238E27FC236}">
                  <a16:creationId xmlns:a16="http://schemas.microsoft.com/office/drawing/2014/main" id="{E20D510C-A1C3-CCA7-E84E-D1FE11C0E7B8}"/>
                </a:ext>
              </a:extLst>
            </p:cNvPr>
            <p:cNvSpPr>
              <a:spLocks noChangeShapeType="1"/>
            </p:cNvSpPr>
            <p:nvPr/>
          </p:nvSpPr>
          <p:spPr bwMode="auto">
            <a:xfrm>
              <a:off x="3235325" y="2366963"/>
              <a:ext cx="33813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63" name="Line 19">
              <a:extLst>
                <a:ext uri="{FF2B5EF4-FFF2-40B4-BE49-F238E27FC236}">
                  <a16:creationId xmlns:a16="http://schemas.microsoft.com/office/drawing/2014/main" id="{31335920-267E-EC30-9C3E-48E9E5AAAAB4}"/>
                </a:ext>
              </a:extLst>
            </p:cNvPr>
            <p:cNvSpPr>
              <a:spLocks noChangeShapeType="1"/>
            </p:cNvSpPr>
            <p:nvPr/>
          </p:nvSpPr>
          <p:spPr bwMode="auto">
            <a:xfrm>
              <a:off x="1436688" y="3859213"/>
              <a:ext cx="487521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64" name="Line 20">
              <a:extLst>
                <a:ext uri="{FF2B5EF4-FFF2-40B4-BE49-F238E27FC236}">
                  <a16:creationId xmlns:a16="http://schemas.microsoft.com/office/drawing/2014/main" id="{CA84C3DD-EFE4-970D-D499-449DB7FB2C64}"/>
                </a:ext>
              </a:extLst>
            </p:cNvPr>
            <p:cNvSpPr>
              <a:spLocks noChangeShapeType="1"/>
            </p:cNvSpPr>
            <p:nvPr/>
          </p:nvSpPr>
          <p:spPr bwMode="auto">
            <a:xfrm>
              <a:off x="6310313" y="2820988"/>
              <a:ext cx="204787"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65" name="Line 21">
              <a:extLst>
                <a:ext uri="{FF2B5EF4-FFF2-40B4-BE49-F238E27FC236}">
                  <a16:creationId xmlns:a16="http://schemas.microsoft.com/office/drawing/2014/main" id="{CFD72FBF-9629-E811-574B-23D0E040927A}"/>
                </a:ext>
              </a:extLst>
            </p:cNvPr>
            <p:cNvSpPr>
              <a:spLocks noChangeShapeType="1"/>
            </p:cNvSpPr>
            <p:nvPr/>
          </p:nvSpPr>
          <p:spPr bwMode="auto">
            <a:xfrm>
              <a:off x="6310313" y="2820988"/>
              <a:ext cx="0" cy="103822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66" name="Line 22">
              <a:extLst>
                <a:ext uri="{FF2B5EF4-FFF2-40B4-BE49-F238E27FC236}">
                  <a16:creationId xmlns:a16="http://schemas.microsoft.com/office/drawing/2014/main" id="{065B065B-C308-F0BE-969F-DFA20B6C258F}"/>
                </a:ext>
              </a:extLst>
            </p:cNvPr>
            <p:cNvSpPr>
              <a:spLocks noChangeShapeType="1"/>
            </p:cNvSpPr>
            <p:nvPr/>
          </p:nvSpPr>
          <p:spPr bwMode="auto">
            <a:xfrm>
              <a:off x="4283075" y="2820988"/>
              <a:ext cx="20478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67" name="Line 23">
              <a:extLst>
                <a:ext uri="{FF2B5EF4-FFF2-40B4-BE49-F238E27FC236}">
                  <a16:creationId xmlns:a16="http://schemas.microsoft.com/office/drawing/2014/main" id="{ABD921AB-D8B6-F5DC-3EDC-7A089E28C563}"/>
                </a:ext>
              </a:extLst>
            </p:cNvPr>
            <p:cNvSpPr>
              <a:spLocks noChangeShapeType="1"/>
            </p:cNvSpPr>
            <p:nvPr/>
          </p:nvSpPr>
          <p:spPr bwMode="auto">
            <a:xfrm>
              <a:off x="4283075" y="2820988"/>
              <a:ext cx="0" cy="1038225"/>
            </a:xfrm>
            <a:prstGeom prst="line">
              <a:avLst/>
            </a:prstGeom>
            <a:noFill/>
            <a:ln w="25400">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27668" name="Line 24">
              <a:extLst>
                <a:ext uri="{FF2B5EF4-FFF2-40B4-BE49-F238E27FC236}">
                  <a16:creationId xmlns:a16="http://schemas.microsoft.com/office/drawing/2014/main" id="{A404693F-0137-A8D9-8E5E-8D8C118927F3}"/>
                </a:ext>
              </a:extLst>
            </p:cNvPr>
            <p:cNvSpPr>
              <a:spLocks noChangeShapeType="1"/>
            </p:cNvSpPr>
            <p:nvPr/>
          </p:nvSpPr>
          <p:spPr bwMode="auto">
            <a:xfrm>
              <a:off x="2062163" y="2820988"/>
              <a:ext cx="204787"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69" name="Line 25">
              <a:extLst>
                <a:ext uri="{FF2B5EF4-FFF2-40B4-BE49-F238E27FC236}">
                  <a16:creationId xmlns:a16="http://schemas.microsoft.com/office/drawing/2014/main" id="{9C01324B-167A-84D0-2DEF-4E2409875519}"/>
                </a:ext>
              </a:extLst>
            </p:cNvPr>
            <p:cNvSpPr>
              <a:spLocks noChangeShapeType="1"/>
            </p:cNvSpPr>
            <p:nvPr/>
          </p:nvSpPr>
          <p:spPr bwMode="auto">
            <a:xfrm>
              <a:off x="2062163" y="2820988"/>
              <a:ext cx="0" cy="1038225"/>
            </a:xfrm>
            <a:prstGeom prst="line">
              <a:avLst/>
            </a:prstGeom>
            <a:noFill/>
            <a:ln w="25400">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27670" name="Line 29">
              <a:extLst>
                <a:ext uri="{FF2B5EF4-FFF2-40B4-BE49-F238E27FC236}">
                  <a16:creationId xmlns:a16="http://schemas.microsoft.com/office/drawing/2014/main" id="{7300DAAE-D5BD-9E54-5748-D43EE0FBF976}"/>
                </a:ext>
              </a:extLst>
            </p:cNvPr>
            <p:cNvSpPr>
              <a:spLocks noChangeShapeType="1"/>
            </p:cNvSpPr>
            <p:nvPr/>
          </p:nvSpPr>
          <p:spPr bwMode="auto">
            <a:xfrm>
              <a:off x="6310313" y="2366963"/>
              <a:ext cx="204787"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483" name="Text Box 31">
              <a:extLst>
                <a:ext uri="{FF2B5EF4-FFF2-40B4-BE49-F238E27FC236}">
                  <a16:creationId xmlns:a16="http://schemas.microsoft.com/office/drawing/2014/main" id="{01472414-B533-4604-8533-8FE4BE13EBBD}"/>
                </a:ext>
              </a:extLst>
            </p:cNvPr>
            <p:cNvSpPr txBox="1">
              <a:spLocks noChangeArrowheads="1"/>
            </p:cNvSpPr>
            <p:nvPr/>
          </p:nvSpPr>
          <p:spPr bwMode="auto">
            <a:xfrm>
              <a:off x="3200996" y="1968509"/>
              <a:ext cx="501054" cy="396883"/>
            </a:xfrm>
            <a:prstGeom prst="rect">
              <a:avLst/>
            </a:prstGeom>
            <a:noFill/>
            <a:ln w="25400">
              <a:noFill/>
              <a:miter lim="800000"/>
              <a:headEnd/>
              <a:tailEnd/>
            </a:ln>
          </p:spPr>
          <p:txBody>
            <a:bodyPr>
              <a:spAutoFit/>
            </a:bodyPr>
            <a:lstStyle/>
            <a:p>
              <a:pPr eaLnBrk="1" hangingPunct="1">
                <a:defRPr/>
              </a:pPr>
              <a:r>
                <a:rPr lang="en-US" sz="2000" dirty="0">
                  <a:latin typeface="+mj-lt"/>
                </a:rPr>
                <a:t>q</a:t>
              </a:r>
              <a:r>
                <a:rPr lang="en-US" sz="2000" baseline="-25000" dirty="0">
                  <a:latin typeface="+mj-lt"/>
                </a:rPr>
                <a:t>2</a:t>
              </a:r>
              <a:endParaRPr lang="en-US" sz="2000" dirty="0">
                <a:latin typeface="+mj-lt"/>
              </a:endParaRPr>
            </a:p>
          </p:txBody>
        </p:sp>
        <p:sp>
          <p:nvSpPr>
            <p:cNvPr id="27672" name="Text Box 32">
              <a:extLst>
                <a:ext uri="{FF2B5EF4-FFF2-40B4-BE49-F238E27FC236}">
                  <a16:creationId xmlns:a16="http://schemas.microsoft.com/office/drawing/2014/main" id="{2C4BAC42-8EFF-8EF0-68D0-7D8BDB98468B}"/>
                </a:ext>
              </a:extLst>
            </p:cNvPr>
            <p:cNvSpPr txBox="1">
              <a:spLocks noChangeArrowheads="1"/>
            </p:cNvSpPr>
            <p:nvPr/>
          </p:nvSpPr>
          <p:spPr bwMode="auto">
            <a:xfrm>
              <a:off x="5430838" y="1905000"/>
              <a:ext cx="58896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000">
                  <a:latin typeface="Times New Roman" panose="02020603050405020304" pitchFamily="18" charset="0"/>
                </a:rPr>
                <a:t>q</a:t>
              </a:r>
              <a:r>
                <a:rPr lang="en-US" altLang="en-US" sz="2000" baseline="-25000">
                  <a:latin typeface="Times New Roman" panose="02020603050405020304" pitchFamily="18" charset="0"/>
                </a:rPr>
                <a:t>1</a:t>
              </a:r>
              <a:endParaRPr lang="en-US" altLang="en-US" sz="2000">
                <a:latin typeface="Times New Roman" panose="02020603050405020304" pitchFamily="18" charset="0"/>
              </a:endParaRPr>
            </a:p>
          </p:txBody>
        </p:sp>
        <p:sp>
          <p:nvSpPr>
            <p:cNvPr id="19485" name="Text Box 33">
              <a:extLst>
                <a:ext uri="{FF2B5EF4-FFF2-40B4-BE49-F238E27FC236}">
                  <a16:creationId xmlns:a16="http://schemas.microsoft.com/office/drawing/2014/main" id="{74F31ED2-A73B-49D6-9B66-439E07EA34CB}"/>
                </a:ext>
              </a:extLst>
            </p:cNvPr>
            <p:cNvSpPr txBox="1">
              <a:spLocks noChangeArrowheads="1"/>
            </p:cNvSpPr>
            <p:nvPr/>
          </p:nvSpPr>
          <p:spPr bwMode="auto">
            <a:xfrm>
              <a:off x="7424407" y="1893895"/>
              <a:ext cx="653190" cy="400058"/>
            </a:xfrm>
            <a:prstGeom prst="rect">
              <a:avLst/>
            </a:prstGeom>
            <a:noFill/>
            <a:ln w="25400">
              <a:noFill/>
              <a:miter lim="800000"/>
              <a:headEnd/>
              <a:tailEnd/>
            </a:ln>
          </p:spPr>
          <p:txBody>
            <a:bodyPr>
              <a:spAutoFit/>
            </a:bodyPr>
            <a:lstStyle/>
            <a:p>
              <a:pPr eaLnBrk="1" hangingPunct="1">
                <a:defRPr/>
              </a:pPr>
              <a:r>
                <a:rPr lang="en-US" sz="2000" dirty="0">
                  <a:latin typeface="+mj-lt"/>
                </a:rPr>
                <a:t>q</a:t>
              </a:r>
              <a:r>
                <a:rPr lang="en-US" sz="2000" baseline="-25000" dirty="0">
                  <a:latin typeface="+mj-lt"/>
                </a:rPr>
                <a:t>0</a:t>
              </a:r>
              <a:endParaRPr lang="en-US" sz="2000" dirty="0">
                <a:latin typeface="+mj-lt"/>
              </a:endParaRPr>
            </a:p>
          </p:txBody>
        </p:sp>
        <p:sp>
          <p:nvSpPr>
            <p:cNvPr id="27674" name="Line 34">
              <a:extLst>
                <a:ext uri="{FF2B5EF4-FFF2-40B4-BE49-F238E27FC236}">
                  <a16:creationId xmlns:a16="http://schemas.microsoft.com/office/drawing/2014/main" id="{2837B262-42AB-7A2C-7029-F5AF0F9A3FB4}"/>
                </a:ext>
              </a:extLst>
            </p:cNvPr>
            <p:cNvSpPr>
              <a:spLocks noChangeShapeType="1"/>
            </p:cNvSpPr>
            <p:nvPr/>
          </p:nvSpPr>
          <p:spPr bwMode="auto">
            <a:xfrm>
              <a:off x="4200525" y="2366963"/>
              <a:ext cx="30638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75" name="Line 35">
              <a:extLst>
                <a:ext uri="{FF2B5EF4-FFF2-40B4-BE49-F238E27FC236}">
                  <a16:creationId xmlns:a16="http://schemas.microsoft.com/office/drawing/2014/main" id="{F5029237-AA1C-6CE9-538B-19E8194E919B}"/>
                </a:ext>
              </a:extLst>
            </p:cNvPr>
            <p:cNvSpPr>
              <a:spLocks noChangeShapeType="1"/>
            </p:cNvSpPr>
            <p:nvPr/>
          </p:nvSpPr>
          <p:spPr bwMode="auto">
            <a:xfrm>
              <a:off x="7472363" y="2301875"/>
              <a:ext cx="341312" cy="0"/>
            </a:xfrm>
            <a:prstGeom prst="line">
              <a:avLst/>
            </a:prstGeom>
            <a:noFill/>
            <a:ln w="25400">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27676" name="Line 36">
              <a:extLst>
                <a:ext uri="{FF2B5EF4-FFF2-40B4-BE49-F238E27FC236}">
                  <a16:creationId xmlns:a16="http://schemas.microsoft.com/office/drawing/2014/main" id="{8994EB87-1C72-0416-2202-76382B14E580}"/>
                </a:ext>
              </a:extLst>
            </p:cNvPr>
            <p:cNvSpPr>
              <a:spLocks noChangeShapeType="1"/>
            </p:cNvSpPr>
            <p:nvPr/>
          </p:nvSpPr>
          <p:spPr bwMode="auto">
            <a:xfrm>
              <a:off x="5467350" y="2355850"/>
              <a:ext cx="34131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77" name="Line 37">
              <a:extLst>
                <a:ext uri="{FF2B5EF4-FFF2-40B4-BE49-F238E27FC236}">
                  <a16:creationId xmlns:a16="http://schemas.microsoft.com/office/drawing/2014/main" id="{946E8608-E8A2-0BED-F9A5-3603EE2D946D}"/>
                </a:ext>
              </a:extLst>
            </p:cNvPr>
            <p:cNvSpPr>
              <a:spLocks noChangeShapeType="1"/>
            </p:cNvSpPr>
            <p:nvPr/>
          </p:nvSpPr>
          <p:spPr bwMode="auto">
            <a:xfrm flipV="1">
              <a:off x="5808663" y="1773238"/>
              <a:ext cx="0" cy="58261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78" name="Line 38">
              <a:extLst>
                <a:ext uri="{FF2B5EF4-FFF2-40B4-BE49-F238E27FC236}">
                  <a16:creationId xmlns:a16="http://schemas.microsoft.com/office/drawing/2014/main" id="{08F7726C-4F5A-B7C6-F974-C71B2A75BA80}"/>
                </a:ext>
              </a:extLst>
            </p:cNvPr>
            <p:cNvSpPr>
              <a:spLocks noChangeShapeType="1"/>
            </p:cNvSpPr>
            <p:nvPr/>
          </p:nvSpPr>
          <p:spPr bwMode="auto">
            <a:xfrm flipH="1">
              <a:off x="1243013" y="1773238"/>
              <a:ext cx="45720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79" name="Line 39">
              <a:extLst>
                <a:ext uri="{FF2B5EF4-FFF2-40B4-BE49-F238E27FC236}">
                  <a16:creationId xmlns:a16="http://schemas.microsoft.com/office/drawing/2014/main" id="{2A3A1ECD-BF68-5545-B152-161E3BFDEBF7}"/>
                </a:ext>
              </a:extLst>
            </p:cNvPr>
            <p:cNvSpPr>
              <a:spLocks noChangeShapeType="1"/>
            </p:cNvSpPr>
            <p:nvPr/>
          </p:nvSpPr>
          <p:spPr bwMode="auto">
            <a:xfrm>
              <a:off x="1243013" y="1782763"/>
              <a:ext cx="0" cy="50641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80" name="Line 40">
              <a:extLst>
                <a:ext uri="{FF2B5EF4-FFF2-40B4-BE49-F238E27FC236}">
                  <a16:creationId xmlns:a16="http://schemas.microsoft.com/office/drawing/2014/main" id="{677E13DB-DED9-EFE9-D803-70B57FFF708D}"/>
                </a:ext>
              </a:extLst>
            </p:cNvPr>
            <p:cNvSpPr>
              <a:spLocks noChangeShapeType="1"/>
            </p:cNvSpPr>
            <p:nvPr/>
          </p:nvSpPr>
          <p:spPr bwMode="auto">
            <a:xfrm>
              <a:off x="1243013" y="2290763"/>
              <a:ext cx="2413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81" name="Line 41">
              <a:extLst>
                <a:ext uri="{FF2B5EF4-FFF2-40B4-BE49-F238E27FC236}">
                  <a16:creationId xmlns:a16="http://schemas.microsoft.com/office/drawing/2014/main" id="{0E1EAC83-6C66-3556-9815-E3225009689D}"/>
                </a:ext>
              </a:extLst>
            </p:cNvPr>
            <p:cNvSpPr>
              <a:spLocks noChangeShapeType="1"/>
            </p:cNvSpPr>
            <p:nvPr/>
          </p:nvSpPr>
          <p:spPr bwMode="auto">
            <a:xfrm flipV="1">
              <a:off x="1049338" y="2540000"/>
              <a:ext cx="45085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82" name="Line 42">
              <a:extLst>
                <a:ext uri="{FF2B5EF4-FFF2-40B4-BE49-F238E27FC236}">
                  <a16:creationId xmlns:a16="http://schemas.microsoft.com/office/drawing/2014/main" id="{57BAB053-556B-8838-BC21-FD16EE8EA1E9}"/>
                </a:ext>
              </a:extLst>
            </p:cNvPr>
            <p:cNvSpPr>
              <a:spLocks noChangeShapeType="1"/>
            </p:cNvSpPr>
            <p:nvPr/>
          </p:nvSpPr>
          <p:spPr bwMode="auto">
            <a:xfrm flipV="1">
              <a:off x="1049338" y="1524000"/>
              <a:ext cx="0" cy="10207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83" name="Line 43">
              <a:extLst>
                <a:ext uri="{FF2B5EF4-FFF2-40B4-BE49-F238E27FC236}">
                  <a16:creationId xmlns:a16="http://schemas.microsoft.com/office/drawing/2014/main" id="{EC7A11CA-99C0-CD17-5155-1987809401BD}"/>
                </a:ext>
              </a:extLst>
            </p:cNvPr>
            <p:cNvSpPr>
              <a:spLocks noChangeShapeType="1"/>
            </p:cNvSpPr>
            <p:nvPr/>
          </p:nvSpPr>
          <p:spPr bwMode="auto">
            <a:xfrm>
              <a:off x="1049338" y="1535113"/>
              <a:ext cx="6764337"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84" name="Line 44">
              <a:extLst>
                <a:ext uri="{FF2B5EF4-FFF2-40B4-BE49-F238E27FC236}">
                  <a16:creationId xmlns:a16="http://schemas.microsoft.com/office/drawing/2014/main" id="{3C8091D9-1E86-B3CB-F1B0-6B008A13D3E6}"/>
                </a:ext>
              </a:extLst>
            </p:cNvPr>
            <p:cNvSpPr>
              <a:spLocks noChangeShapeType="1"/>
            </p:cNvSpPr>
            <p:nvPr/>
          </p:nvSpPr>
          <p:spPr bwMode="auto">
            <a:xfrm>
              <a:off x="7813675" y="1546225"/>
              <a:ext cx="14288" cy="25066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85" name="Line 45">
              <a:extLst>
                <a:ext uri="{FF2B5EF4-FFF2-40B4-BE49-F238E27FC236}">
                  <a16:creationId xmlns:a16="http://schemas.microsoft.com/office/drawing/2014/main" id="{BD45BF12-CC1D-B8AA-C050-5315F00C8A39}"/>
                </a:ext>
              </a:extLst>
            </p:cNvPr>
            <p:cNvSpPr>
              <a:spLocks noChangeShapeType="1"/>
            </p:cNvSpPr>
            <p:nvPr/>
          </p:nvSpPr>
          <p:spPr bwMode="auto">
            <a:xfrm flipV="1">
              <a:off x="4214813" y="1535113"/>
              <a:ext cx="0" cy="828675"/>
            </a:xfrm>
            <a:prstGeom prst="line">
              <a:avLst/>
            </a:prstGeom>
            <a:noFill/>
            <a:ln w="25400">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27686" name="Line 46">
              <a:extLst>
                <a:ext uri="{FF2B5EF4-FFF2-40B4-BE49-F238E27FC236}">
                  <a16:creationId xmlns:a16="http://schemas.microsoft.com/office/drawing/2014/main" id="{96E8BE54-3661-F76A-FC32-F50727B87D49}"/>
                </a:ext>
              </a:extLst>
            </p:cNvPr>
            <p:cNvSpPr>
              <a:spLocks noChangeShapeType="1"/>
            </p:cNvSpPr>
            <p:nvPr/>
          </p:nvSpPr>
          <p:spPr bwMode="auto">
            <a:xfrm>
              <a:off x="1900238" y="2420938"/>
              <a:ext cx="37147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87" name="Text Box 47">
              <a:extLst>
                <a:ext uri="{FF2B5EF4-FFF2-40B4-BE49-F238E27FC236}">
                  <a16:creationId xmlns:a16="http://schemas.microsoft.com/office/drawing/2014/main" id="{B27EFBB1-0AC1-9191-ABD6-1A40B03526E4}"/>
                </a:ext>
              </a:extLst>
            </p:cNvPr>
            <p:cNvSpPr txBox="1">
              <a:spLocks noChangeArrowheads="1"/>
            </p:cNvSpPr>
            <p:nvPr/>
          </p:nvSpPr>
          <p:spPr bwMode="auto">
            <a:xfrm>
              <a:off x="5983288" y="2065338"/>
              <a:ext cx="6826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000">
                  <a:latin typeface="Times New Roman" panose="02020603050405020304" pitchFamily="18" charset="0"/>
                </a:rPr>
                <a:t>“1”</a:t>
              </a:r>
            </a:p>
          </p:txBody>
        </p:sp>
        <p:sp>
          <p:nvSpPr>
            <p:cNvPr id="19500" name="Text Box 48">
              <a:extLst>
                <a:ext uri="{FF2B5EF4-FFF2-40B4-BE49-F238E27FC236}">
                  <a16:creationId xmlns:a16="http://schemas.microsoft.com/office/drawing/2014/main" id="{AD4BB5C8-95D6-4BA3-A379-C738FC5AF108}"/>
                </a:ext>
              </a:extLst>
            </p:cNvPr>
            <p:cNvSpPr txBox="1">
              <a:spLocks noChangeArrowheads="1"/>
            </p:cNvSpPr>
            <p:nvPr/>
          </p:nvSpPr>
          <p:spPr bwMode="auto">
            <a:xfrm>
              <a:off x="852819" y="3733843"/>
              <a:ext cx="975651" cy="396883"/>
            </a:xfrm>
            <a:prstGeom prst="rect">
              <a:avLst/>
            </a:prstGeom>
            <a:noFill/>
            <a:ln w="25400">
              <a:noFill/>
              <a:miter lim="800000"/>
              <a:headEnd/>
              <a:tailEnd/>
            </a:ln>
          </p:spPr>
          <p:txBody>
            <a:bodyPr>
              <a:spAutoFit/>
            </a:bodyPr>
            <a:lstStyle/>
            <a:p>
              <a:pPr eaLnBrk="1" hangingPunct="1">
                <a:defRPr/>
              </a:pPr>
              <a:r>
                <a:rPr lang="en-US" sz="2000" dirty="0" err="1">
                  <a:latin typeface="+mj-lt"/>
                </a:rPr>
                <a:t>Clk</a:t>
              </a:r>
              <a:endParaRPr lang="en-US" sz="2000" dirty="0">
                <a:latin typeface="+mj-lt"/>
              </a:endParaRPr>
            </a:p>
          </p:txBody>
        </p:sp>
        <p:sp>
          <p:nvSpPr>
            <p:cNvPr id="27689" name="Line 49">
              <a:extLst>
                <a:ext uri="{FF2B5EF4-FFF2-40B4-BE49-F238E27FC236}">
                  <a16:creationId xmlns:a16="http://schemas.microsoft.com/office/drawing/2014/main" id="{5465C2EE-0F91-4A92-F7BA-A4439EDD501E}"/>
                </a:ext>
              </a:extLst>
            </p:cNvPr>
            <p:cNvSpPr>
              <a:spLocks noChangeShapeType="1"/>
            </p:cNvSpPr>
            <p:nvPr/>
          </p:nvSpPr>
          <p:spPr bwMode="auto">
            <a:xfrm>
              <a:off x="3557588" y="2366963"/>
              <a:ext cx="0" cy="18161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90" name="Line 50">
              <a:extLst>
                <a:ext uri="{FF2B5EF4-FFF2-40B4-BE49-F238E27FC236}">
                  <a16:creationId xmlns:a16="http://schemas.microsoft.com/office/drawing/2014/main" id="{D5320DC0-3E71-8091-3D75-4A0651317034}"/>
                </a:ext>
              </a:extLst>
            </p:cNvPr>
            <p:cNvSpPr>
              <a:spLocks noChangeShapeType="1"/>
            </p:cNvSpPr>
            <p:nvPr/>
          </p:nvSpPr>
          <p:spPr bwMode="auto">
            <a:xfrm>
              <a:off x="5811838" y="2366963"/>
              <a:ext cx="0" cy="1816100"/>
            </a:xfrm>
            <a:prstGeom prst="line">
              <a:avLst/>
            </a:prstGeom>
            <a:noFill/>
            <a:ln w="2540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19503" name="Text Box 52">
              <a:extLst>
                <a:ext uri="{FF2B5EF4-FFF2-40B4-BE49-F238E27FC236}">
                  <a16:creationId xmlns:a16="http://schemas.microsoft.com/office/drawing/2014/main" id="{3813A416-97FE-4162-AF96-0AC2998E9B3E}"/>
                </a:ext>
              </a:extLst>
            </p:cNvPr>
            <p:cNvSpPr txBox="1">
              <a:spLocks noChangeArrowheads="1"/>
            </p:cNvSpPr>
            <p:nvPr/>
          </p:nvSpPr>
          <p:spPr bwMode="auto">
            <a:xfrm>
              <a:off x="1062831" y="4118026"/>
              <a:ext cx="547357" cy="400058"/>
            </a:xfrm>
            <a:prstGeom prst="rect">
              <a:avLst/>
            </a:prstGeom>
            <a:noFill/>
            <a:ln w="9525">
              <a:noFill/>
              <a:miter lim="800000"/>
              <a:headEnd/>
              <a:tailEnd/>
            </a:ln>
          </p:spPr>
          <p:txBody>
            <a:bodyPr>
              <a:spAutoFit/>
            </a:bodyPr>
            <a:lstStyle/>
            <a:p>
              <a:pPr eaLnBrk="1" hangingPunct="1">
                <a:defRPr/>
              </a:pPr>
              <a:r>
                <a:rPr lang="en-US" sz="2000" dirty="0">
                  <a:latin typeface="+mj-lt"/>
                </a:rPr>
                <a:t>F</a:t>
              </a:r>
            </a:p>
          </p:txBody>
        </p:sp>
        <p:sp>
          <p:nvSpPr>
            <p:cNvPr id="19504" name="Text Box 53">
              <a:extLst>
                <a:ext uri="{FF2B5EF4-FFF2-40B4-BE49-F238E27FC236}">
                  <a16:creationId xmlns:a16="http://schemas.microsoft.com/office/drawing/2014/main" id="{CDAB2797-1233-4088-9FC7-B0663585D22F}"/>
                </a:ext>
              </a:extLst>
            </p:cNvPr>
            <p:cNvSpPr txBox="1">
              <a:spLocks noChangeArrowheads="1"/>
            </p:cNvSpPr>
            <p:nvPr/>
          </p:nvSpPr>
          <p:spPr bwMode="auto">
            <a:xfrm>
              <a:off x="7622845" y="4052938"/>
              <a:ext cx="682955" cy="400058"/>
            </a:xfrm>
            <a:prstGeom prst="rect">
              <a:avLst/>
            </a:prstGeom>
            <a:noFill/>
            <a:ln w="9525">
              <a:noFill/>
              <a:miter lim="800000"/>
              <a:headEnd/>
              <a:tailEnd/>
            </a:ln>
          </p:spPr>
          <p:txBody>
            <a:bodyPr>
              <a:spAutoFit/>
            </a:bodyPr>
            <a:lstStyle/>
            <a:p>
              <a:pPr eaLnBrk="1" hangingPunct="1">
                <a:defRPr/>
              </a:pPr>
              <a:r>
                <a:rPr lang="en-US" sz="2000" dirty="0">
                  <a:latin typeface="+mj-lt"/>
                </a:rPr>
                <a:t>F/2</a:t>
              </a:r>
            </a:p>
          </p:txBody>
        </p:sp>
        <p:sp>
          <p:nvSpPr>
            <p:cNvPr id="19505" name="Text Box 54">
              <a:extLst>
                <a:ext uri="{FF2B5EF4-FFF2-40B4-BE49-F238E27FC236}">
                  <a16:creationId xmlns:a16="http://schemas.microsoft.com/office/drawing/2014/main" id="{4E87FB71-870F-48B3-830C-0F544F8D8E28}"/>
                </a:ext>
              </a:extLst>
            </p:cNvPr>
            <p:cNvSpPr txBox="1">
              <a:spLocks noChangeArrowheads="1"/>
            </p:cNvSpPr>
            <p:nvPr/>
          </p:nvSpPr>
          <p:spPr bwMode="auto">
            <a:xfrm>
              <a:off x="5572324" y="4118026"/>
              <a:ext cx="684609" cy="400058"/>
            </a:xfrm>
            <a:prstGeom prst="rect">
              <a:avLst/>
            </a:prstGeom>
            <a:noFill/>
            <a:ln w="9525">
              <a:noFill/>
              <a:miter lim="800000"/>
              <a:headEnd/>
              <a:tailEnd/>
            </a:ln>
          </p:spPr>
          <p:txBody>
            <a:bodyPr>
              <a:spAutoFit/>
            </a:bodyPr>
            <a:lstStyle/>
            <a:p>
              <a:pPr eaLnBrk="1" hangingPunct="1">
                <a:defRPr/>
              </a:pPr>
              <a:r>
                <a:rPr lang="en-US" sz="2000" dirty="0">
                  <a:latin typeface="+mj-lt"/>
                </a:rPr>
                <a:t>F/4</a:t>
              </a:r>
            </a:p>
          </p:txBody>
        </p:sp>
        <p:sp>
          <p:nvSpPr>
            <p:cNvPr id="19506" name="Text Box 55">
              <a:extLst>
                <a:ext uri="{FF2B5EF4-FFF2-40B4-BE49-F238E27FC236}">
                  <a16:creationId xmlns:a16="http://schemas.microsoft.com/office/drawing/2014/main" id="{E05BCFB3-E198-4F00-9D2F-E552C1C4F95C}"/>
                </a:ext>
              </a:extLst>
            </p:cNvPr>
            <p:cNvSpPr txBox="1">
              <a:spLocks noChangeArrowheads="1"/>
            </p:cNvSpPr>
            <p:nvPr/>
          </p:nvSpPr>
          <p:spPr bwMode="auto">
            <a:xfrm>
              <a:off x="3318404" y="4183115"/>
              <a:ext cx="681302" cy="400058"/>
            </a:xfrm>
            <a:prstGeom prst="rect">
              <a:avLst/>
            </a:prstGeom>
            <a:noFill/>
            <a:ln w="9525">
              <a:noFill/>
              <a:miter lim="800000"/>
              <a:headEnd/>
              <a:tailEnd/>
            </a:ln>
          </p:spPr>
          <p:txBody>
            <a:bodyPr>
              <a:spAutoFit/>
            </a:bodyPr>
            <a:lstStyle/>
            <a:p>
              <a:pPr eaLnBrk="1" hangingPunct="1">
                <a:defRPr/>
              </a:pPr>
              <a:r>
                <a:rPr lang="en-US" sz="2000" dirty="0">
                  <a:latin typeface="+mj-lt"/>
                </a:rPr>
                <a:t>F/8</a:t>
              </a:r>
            </a:p>
          </p:txBody>
        </p:sp>
        <p:sp>
          <p:nvSpPr>
            <p:cNvPr id="27695" name="AutoShape 81">
              <a:extLst>
                <a:ext uri="{FF2B5EF4-FFF2-40B4-BE49-F238E27FC236}">
                  <a16:creationId xmlns:a16="http://schemas.microsoft.com/office/drawing/2014/main" id="{B7F2F90D-560D-8A86-8CFC-312C42686208}"/>
                </a:ext>
              </a:extLst>
            </p:cNvPr>
            <p:cNvSpPr>
              <a:spLocks noChangeArrowheads="1"/>
            </p:cNvSpPr>
            <p:nvPr/>
          </p:nvSpPr>
          <p:spPr bwMode="auto">
            <a:xfrm rot="5400000">
              <a:off x="4453347" y="2792817"/>
              <a:ext cx="228600" cy="137160"/>
            </a:xfrm>
            <a:prstGeom prst="triangle">
              <a:avLst>
                <a:gd name="adj" fmla="val 50000"/>
              </a:avLst>
            </a:prstGeom>
            <a:noFill/>
            <a:ln w="222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sz="2000"/>
            </a:p>
          </p:txBody>
        </p:sp>
        <p:sp>
          <p:nvSpPr>
            <p:cNvPr id="27696" name="AutoShape 81">
              <a:extLst>
                <a:ext uri="{FF2B5EF4-FFF2-40B4-BE49-F238E27FC236}">
                  <a16:creationId xmlns:a16="http://schemas.microsoft.com/office/drawing/2014/main" id="{A8E4E8B2-B5C7-3EF9-B030-6D3A4969B2AA}"/>
                </a:ext>
              </a:extLst>
            </p:cNvPr>
            <p:cNvSpPr>
              <a:spLocks noChangeArrowheads="1"/>
            </p:cNvSpPr>
            <p:nvPr/>
          </p:nvSpPr>
          <p:spPr bwMode="auto">
            <a:xfrm rot="5400000">
              <a:off x="2249488" y="2787650"/>
              <a:ext cx="195262" cy="109538"/>
            </a:xfrm>
            <a:prstGeom prst="triangle">
              <a:avLst>
                <a:gd name="adj" fmla="val 50000"/>
              </a:avLst>
            </a:prstGeom>
            <a:noFill/>
            <a:ln w="222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sz="2000"/>
            </a:p>
          </p:txBody>
        </p:sp>
        <p:sp>
          <p:nvSpPr>
            <p:cNvPr id="27697" name="AutoShape 81">
              <a:extLst>
                <a:ext uri="{FF2B5EF4-FFF2-40B4-BE49-F238E27FC236}">
                  <a16:creationId xmlns:a16="http://schemas.microsoft.com/office/drawing/2014/main" id="{E5B4C1FE-5F19-5402-56A4-7AB6955F9798}"/>
                </a:ext>
              </a:extLst>
            </p:cNvPr>
            <p:cNvSpPr>
              <a:spLocks noChangeArrowheads="1"/>
            </p:cNvSpPr>
            <p:nvPr/>
          </p:nvSpPr>
          <p:spPr bwMode="auto">
            <a:xfrm rot="5400000">
              <a:off x="6476207" y="2763044"/>
              <a:ext cx="196850" cy="109537"/>
            </a:xfrm>
            <a:prstGeom prst="triangle">
              <a:avLst>
                <a:gd name="adj" fmla="val 50000"/>
              </a:avLst>
            </a:prstGeom>
            <a:noFill/>
            <a:ln w="222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sz="2000"/>
            </a:p>
          </p:txBody>
        </p:sp>
        <p:sp>
          <p:nvSpPr>
            <p:cNvPr id="60" name="Flowchart: Delay 59">
              <a:extLst>
                <a:ext uri="{FF2B5EF4-FFF2-40B4-BE49-F238E27FC236}">
                  <a16:creationId xmlns:a16="http://schemas.microsoft.com/office/drawing/2014/main" id="{BF1A19EA-54C9-4A95-8C1B-55A4C955E1C8}"/>
                </a:ext>
              </a:extLst>
            </p:cNvPr>
            <p:cNvSpPr>
              <a:spLocks noChangeArrowheads="1"/>
            </p:cNvSpPr>
            <p:nvPr/>
          </p:nvSpPr>
          <p:spPr bwMode="auto">
            <a:xfrm>
              <a:off x="1472935" y="2205051"/>
              <a:ext cx="410104" cy="457209"/>
            </a:xfrm>
            <a:prstGeom prst="flowChartDelay">
              <a:avLst/>
            </a:prstGeom>
            <a:solidFill>
              <a:schemeClr val="accent1">
                <a:lumMod val="40000"/>
                <a:lumOff val="60000"/>
              </a:schemeClr>
            </a:solidFill>
            <a:ln w="25400" algn="ctr">
              <a:solidFill>
                <a:schemeClr val="tx1"/>
              </a:solidFill>
              <a:miter lim="800000"/>
              <a:headEnd/>
              <a:tailEnd/>
            </a:ln>
          </p:spPr>
          <p:txBody>
            <a:bodyPr anchor="ctr"/>
            <a:lstStyle/>
            <a:p>
              <a:pPr algn="ctr" eaLnBrk="1" hangingPunct="1">
                <a:defRPr/>
              </a:pPr>
              <a:endParaRPr lang="en-US" sz="2000" dirty="0">
                <a:solidFill>
                  <a:schemeClr val="lt1"/>
                </a:solidFill>
              </a:endParaRPr>
            </a:p>
          </p:txBody>
        </p:sp>
        <p:sp>
          <p:nvSpPr>
            <p:cNvPr id="50" name="Text Box 33">
              <a:extLst>
                <a:ext uri="{FF2B5EF4-FFF2-40B4-BE49-F238E27FC236}">
                  <a16:creationId xmlns:a16="http://schemas.microsoft.com/office/drawing/2014/main" id="{0D86BBB9-2BB2-4C25-8B61-27C9BB2ABB22}"/>
                </a:ext>
              </a:extLst>
            </p:cNvPr>
            <p:cNvSpPr txBox="1">
              <a:spLocks noChangeArrowheads="1"/>
            </p:cNvSpPr>
            <p:nvPr/>
          </p:nvSpPr>
          <p:spPr bwMode="auto">
            <a:xfrm>
              <a:off x="6815866" y="1676403"/>
              <a:ext cx="651536" cy="400058"/>
            </a:xfrm>
            <a:prstGeom prst="rect">
              <a:avLst/>
            </a:prstGeom>
            <a:noFill/>
            <a:ln w="25400">
              <a:noFill/>
              <a:miter lim="800000"/>
              <a:headEnd/>
              <a:tailEnd/>
            </a:ln>
          </p:spPr>
          <p:txBody>
            <a:bodyPr>
              <a:spAutoFit/>
            </a:bodyPr>
            <a:lstStyle/>
            <a:p>
              <a:pPr eaLnBrk="1" hangingPunct="1">
                <a:defRPr/>
              </a:pPr>
              <a:r>
                <a:rPr lang="en-US" sz="2000" b="1" dirty="0">
                  <a:latin typeface="+mj-lt"/>
                </a:rPr>
                <a:t>2</a:t>
              </a:r>
              <a:r>
                <a:rPr lang="en-US" sz="2000" b="1" baseline="30000" dirty="0">
                  <a:latin typeface="+mj-lt"/>
                </a:rPr>
                <a:t>0</a:t>
              </a:r>
              <a:endParaRPr lang="en-US" sz="2000" b="1" dirty="0">
                <a:latin typeface="+mj-lt"/>
              </a:endParaRPr>
            </a:p>
          </p:txBody>
        </p:sp>
        <p:sp>
          <p:nvSpPr>
            <p:cNvPr id="51" name="Text Box 33">
              <a:extLst>
                <a:ext uri="{FF2B5EF4-FFF2-40B4-BE49-F238E27FC236}">
                  <a16:creationId xmlns:a16="http://schemas.microsoft.com/office/drawing/2014/main" id="{6C631033-A7FD-4C1E-97E3-C63CF7FF366E}"/>
                </a:ext>
              </a:extLst>
            </p:cNvPr>
            <p:cNvSpPr txBox="1">
              <a:spLocks noChangeArrowheads="1"/>
            </p:cNvSpPr>
            <p:nvPr/>
          </p:nvSpPr>
          <p:spPr bwMode="auto">
            <a:xfrm>
              <a:off x="4841413" y="1752604"/>
              <a:ext cx="653190" cy="400058"/>
            </a:xfrm>
            <a:prstGeom prst="rect">
              <a:avLst/>
            </a:prstGeom>
            <a:noFill/>
            <a:ln w="25400">
              <a:noFill/>
              <a:miter lim="800000"/>
              <a:headEnd/>
              <a:tailEnd/>
            </a:ln>
          </p:spPr>
          <p:txBody>
            <a:bodyPr>
              <a:spAutoFit/>
            </a:bodyPr>
            <a:lstStyle/>
            <a:p>
              <a:pPr eaLnBrk="1" hangingPunct="1">
                <a:defRPr/>
              </a:pPr>
              <a:r>
                <a:rPr lang="en-US" sz="2000" b="1" dirty="0">
                  <a:latin typeface="+mj-lt"/>
                </a:rPr>
                <a:t>2</a:t>
              </a:r>
              <a:r>
                <a:rPr lang="en-US" sz="2000" b="1" baseline="30000" dirty="0">
                  <a:latin typeface="+mj-lt"/>
                </a:rPr>
                <a:t>1</a:t>
              </a:r>
              <a:endParaRPr lang="en-US" sz="2000" b="1" dirty="0">
                <a:latin typeface="+mj-lt"/>
              </a:endParaRPr>
            </a:p>
          </p:txBody>
        </p:sp>
        <p:sp>
          <p:nvSpPr>
            <p:cNvPr id="52" name="Text Box 33">
              <a:extLst>
                <a:ext uri="{FF2B5EF4-FFF2-40B4-BE49-F238E27FC236}">
                  <a16:creationId xmlns:a16="http://schemas.microsoft.com/office/drawing/2014/main" id="{582F47AC-7B33-4711-888D-733AD58C46B3}"/>
                </a:ext>
              </a:extLst>
            </p:cNvPr>
            <p:cNvSpPr txBox="1">
              <a:spLocks noChangeArrowheads="1"/>
            </p:cNvSpPr>
            <p:nvPr/>
          </p:nvSpPr>
          <p:spPr bwMode="auto">
            <a:xfrm>
              <a:off x="2618913" y="1787530"/>
              <a:ext cx="651536" cy="400058"/>
            </a:xfrm>
            <a:prstGeom prst="rect">
              <a:avLst/>
            </a:prstGeom>
            <a:noFill/>
            <a:ln w="25400">
              <a:noFill/>
              <a:miter lim="800000"/>
              <a:headEnd/>
              <a:tailEnd/>
            </a:ln>
          </p:spPr>
          <p:txBody>
            <a:bodyPr>
              <a:spAutoFit/>
            </a:bodyPr>
            <a:lstStyle/>
            <a:p>
              <a:pPr eaLnBrk="1" hangingPunct="1">
                <a:defRPr/>
              </a:pPr>
              <a:r>
                <a:rPr lang="en-US" sz="2000" b="1" dirty="0">
                  <a:latin typeface="+mj-lt"/>
                </a:rPr>
                <a:t>2</a:t>
              </a:r>
              <a:r>
                <a:rPr lang="en-US" sz="2000" b="1" baseline="30000" dirty="0">
                  <a:latin typeface="+mj-lt"/>
                </a:rPr>
                <a:t>2</a:t>
              </a:r>
              <a:endParaRPr lang="en-US" sz="2000" b="1" dirty="0">
                <a:latin typeface="+mj-lt"/>
              </a:endParaRPr>
            </a:p>
          </p:txBody>
        </p:sp>
        <p:sp>
          <p:nvSpPr>
            <p:cNvPr id="27702" name="Oval 55">
              <a:extLst>
                <a:ext uri="{FF2B5EF4-FFF2-40B4-BE49-F238E27FC236}">
                  <a16:creationId xmlns:a16="http://schemas.microsoft.com/office/drawing/2014/main" id="{87CF415B-F5D4-BDB4-7B53-9068E9D9F5B8}"/>
                </a:ext>
              </a:extLst>
            </p:cNvPr>
            <p:cNvSpPr>
              <a:spLocks noChangeArrowheads="1"/>
            </p:cNvSpPr>
            <p:nvPr/>
          </p:nvSpPr>
          <p:spPr bwMode="auto">
            <a:xfrm>
              <a:off x="2667000" y="3401290"/>
              <a:ext cx="155448" cy="155448"/>
            </a:xfrm>
            <a:prstGeom prst="ellipse">
              <a:avLst/>
            </a:prstGeom>
            <a:solidFill>
              <a:schemeClr val="accent1"/>
            </a:solidFill>
            <a:ln w="9525" algn="ctr">
              <a:solidFill>
                <a:schemeClr val="tx1"/>
              </a:solidFill>
              <a:round/>
              <a:headEnd/>
              <a:tailEnd/>
            </a:ln>
          </p:spPr>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GB" altLang="en-US" sz="2000"/>
            </a:p>
          </p:txBody>
        </p:sp>
        <p:sp>
          <p:nvSpPr>
            <p:cNvPr id="27703" name="Oval 56">
              <a:extLst>
                <a:ext uri="{FF2B5EF4-FFF2-40B4-BE49-F238E27FC236}">
                  <a16:creationId xmlns:a16="http://schemas.microsoft.com/office/drawing/2014/main" id="{D9C41631-FD1D-8FE6-3477-10CCFB36A2D1}"/>
                </a:ext>
              </a:extLst>
            </p:cNvPr>
            <p:cNvSpPr>
              <a:spLocks noChangeArrowheads="1"/>
            </p:cNvSpPr>
            <p:nvPr/>
          </p:nvSpPr>
          <p:spPr bwMode="auto">
            <a:xfrm>
              <a:off x="4904510" y="3380510"/>
              <a:ext cx="155448" cy="155448"/>
            </a:xfrm>
            <a:prstGeom prst="ellipse">
              <a:avLst/>
            </a:prstGeom>
            <a:solidFill>
              <a:schemeClr val="accent1"/>
            </a:solidFill>
            <a:ln w="9525" algn="ctr">
              <a:solidFill>
                <a:schemeClr val="tx1"/>
              </a:solidFill>
              <a:round/>
              <a:headEnd/>
              <a:tailEnd/>
            </a:ln>
          </p:spPr>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GB" altLang="en-US" sz="2000"/>
            </a:p>
          </p:txBody>
        </p:sp>
        <p:sp>
          <p:nvSpPr>
            <p:cNvPr id="27704" name="Oval 57">
              <a:extLst>
                <a:ext uri="{FF2B5EF4-FFF2-40B4-BE49-F238E27FC236}">
                  <a16:creationId xmlns:a16="http://schemas.microsoft.com/office/drawing/2014/main" id="{73F3D8A5-B3D6-CC7E-580A-D907D049AFCE}"/>
                </a:ext>
              </a:extLst>
            </p:cNvPr>
            <p:cNvSpPr>
              <a:spLocks noChangeArrowheads="1"/>
            </p:cNvSpPr>
            <p:nvPr/>
          </p:nvSpPr>
          <p:spPr bwMode="auto">
            <a:xfrm>
              <a:off x="6920345" y="3359730"/>
              <a:ext cx="155448" cy="155448"/>
            </a:xfrm>
            <a:prstGeom prst="ellipse">
              <a:avLst/>
            </a:prstGeom>
            <a:solidFill>
              <a:schemeClr val="accent1"/>
            </a:solidFill>
            <a:ln w="9525" algn="ctr">
              <a:solidFill>
                <a:schemeClr val="tx1"/>
              </a:solidFill>
              <a:round/>
              <a:headEnd/>
              <a:tailEnd/>
            </a:ln>
          </p:spPr>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GB" altLang="en-US" sz="2000"/>
            </a:p>
          </p:txBody>
        </p:sp>
        <p:cxnSp>
          <p:nvCxnSpPr>
            <p:cNvPr id="27705" name="Straight Connector 60">
              <a:extLst>
                <a:ext uri="{FF2B5EF4-FFF2-40B4-BE49-F238E27FC236}">
                  <a16:creationId xmlns:a16="http://schemas.microsoft.com/office/drawing/2014/main" id="{C1BCF931-068D-EFC2-85C0-BF396BF779EF}"/>
                </a:ext>
              </a:extLst>
            </p:cNvPr>
            <p:cNvCxnSpPr>
              <a:cxnSpLocks noChangeShapeType="1"/>
              <a:stCxn id="27702" idx="4"/>
            </p:cNvCxnSpPr>
            <p:nvPr/>
          </p:nvCxnSpPr>
          <p:spPr bwMode="auto">
            <a:xfrm rot="5400000">
              <a:off x="2655431" y="3644507"/>
              <a:ext cx="177062" cy="1524"/>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27706" name="Straight Connector 61">
              <a:extLst>
                <a:ext uri="{FF2B5EF4-FFF2-40B4-BE49-F238E27FC236}">
                  <a16:creationId xmlns:a16="http://schemas.microsoft.com/office/drawing/2014/main" id="{97A5CEFE-8EBF-F1B4-BC23-7B11974C1F1F}"/>
                </a:ext>
              </a:extLst>
            </p:cNvPr>
            <p:cNvCxnSpPr>
              <a:cxnSpLocks noChangeShapeType="1"/>
            </p:cNvCxnSpPr>
            <p:nvPr/>
          </p:nvCxnSpPr>
          <p:spPr bwMode="auto">
            <a:xfrm rot="5400000">
              <a:off x="4899866" y="3627604"/>
              <a:ext cx="177062" cy="1524"/>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27707" name="Straight Connector 62">
              <a:extLst>
                <a:ext uri="{FF2B5EF4-FFF2-40B4-BE49-F238E27FC236}">
                  <a16:creationId xmlns:a16="http://schemas.microsoft.com/office/drawing/2014/main" id="{E96C071F-DA7D-DFA3-3C01-3F46A3CC6DCD}"/>
                </a:ext>
              </a:extLst>
            </p:cNvPr>
            <p:cNvCxnSpPr>
              <a:cxnSpLocks noChangeShapeType="1"/>
            </p:cNvCxnSpPr>
            <p:nvPr/>
          </p:nvCxnSpPr>
          <p:spPr bwMode="auto">
            <a:xfrm rot="5400000">
              <a:off x="6912797" y="3623588"/>
              <a:ext cx="182880" cy="1524"/>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sp>
          <p:nvSpPr>
            <p:cNvPr id="27708" name="Line 19">
              <a:extLst>
                <a:ext uri="{FF2B5EF4-FFF2-40B4-BE49-F238E27FC236}">
                  <a16:creationId xmlns:a16="http://schemas.microsoft.com/office/drawing/2014/main" id="{CE685BB2-E3C4-D77E-D380-12BBC2AABE46}"/>
                </a:ext>
              </a:extLst>
            </p:cNvPr>
            <p:cNvSpPr>
              <a:spLocks noChangeShapeType="1"/>
            </p:cNvSpPr>
            <p:nvPr/>
          </p:nvSpPr>
          <p:spPr bwMode="auto">
            <a:xfrm>
              <a:off x="1454730" y="3733800"/>
              <a:ext cx="557784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5" name="Text Box 48">
              <a:extLst>
                <a:ext uri="{FF2B5EF4-FFF2-40B4-BE49-F238E27FC236}">
                  <a16:creationId xmlns:a16="http://schemas.microsoft.com/office/drawing/2014/main" id="{DD0C3265-EEED-4962-B3DF-A5391DD7346A}"/>
                </a:ext>
              </a:extLst>
            </p:cNvPr>
            <p:cNvSpPr txBox="1">
              <a:spLocks noChangeArrowheads="1"/>
            </p:cNvSpPr>
            <p:nvPr/>
          </p:nvSpPr>
          <p:spPr bwMode="auto">
            <a:xfrm>
              <a:off x="685800" y="3429037"/>
              <a:ext cx="975651" cy="396883"/>
            </a:xfrm>
            <a:prstGeom prst="rect">
              <a:avLst/>
            </a:prstGeom>
            <a:noFill/>
            <a:ln w="25400">
              <a:noFill/>
              <a:miter lim="800000"/>
              <a:headEnd/>
              <a:tailEnd/>
            </a:ln>
          </p:spPr>
          <p:txBody>
            <a:bodyPr>
              <a:spAutoFit/>
            </a:bodyPr>
            <a:lstStyle/>
            <a:p>
              <a:pPr eaLnBrk="1" hangingPunct="1">
                <a:defRPr/>
              </a:pPr>
              <a:r>
                <a:rPr lang="en-US" sz="2000" dirty="0">
                  <a:latin typeface="+mj-lt"/>
                </a:rPr>
                <a:t>Reset</a:t>
              </a:r>
            </a:p>
          </p:txBody>
        </p:sp>
        <p:sp>
          <p:nvSpPr>
            <p:cNvPr id="27710" name="Text Box 47">
              <a:extLst>
                <a:ext uri="{FF2B5EF4-FFF2-40B4-BE49-F238E27FC236}">
                  <a16:creationId xmlns:a16="http://schemas.microsoft.com/office/drawing/2014/main" id="{333590AA-A48F-1459-0486-2623D7A278F6}"/>
                </a:ext>
              </a:extLst>
            </p:cNvPr>
            <p:cNvSpPr txBox="1">
              <a:spLocks noChangeArrowheads="1"/>
            </p:cNvSpPr>
            <p:nvPr/>
          </p:nvSpPr>
          <p:spPr bwMode="auto">
            <a:xfrm>
              <a:off x="5943600" y="2362200"/>
              <a:ext cx="6826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000">
                  <a:latin typeface="Times New Roman" panose="02020603050405020304" pitchFamily="18" charset="0"/>
                </a:rPr>
                <a:t>t</a:t>
              </a:r>
              <a:r>
                <a:rPr lang="en-US" altLang="en-US" sz="2000" baseline="-25000">
                  <a:latin typeface="Times New Roman" panose="02020603050405020304" pitchFamily="18" charset="0"/>
                </a:rPr>
                <a:t>0</a:t>
              </a:r>
            </a:p>
          </p:txBody>
        </p:sp>
        <p:sp>
          <p:nvSpPr>
            <p:cNvPr id="27711" name="Text Box 47">
              <a:extLst>
                <a:ext uri="{FF2B5EF4-FFF2-40B4-BE49-F238E27FC236}">
                  <a16:creationId xmlns:a16="http://schemas.microsoft.com/office/drawing/2014/main" id="{4DBE8BDB-C226-F357-4660-8F4E87224346}"/>
                </a:ext>
              </a:extLst>
            </p:cNvPr>
            <p:cNvSpPr txBox="1">
              <a:spLocks noChangeArrowheads="1"/>
            </p:cNvSpPr>
            <p:nvPr/>
          </p:nvSpPr>
          <p:spPr bwMode="auto">
            <a:xfrm>
              <a:off x="4077594" y="2330301"/>
              <a:ext cx="6826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000">
                  <a:latin typeface="Times New Roman" panose="02020603050405020304" pitchFamily="18" charset="0"/>
                </a:rPr>
                <a:t>t</a:t>
              </a:r>
              <a:r>
                <a:rPr lang="en-US" altLang="en-US" sz="2000" baseline="-25000">
                  <a:latin typeface="Times New Roman" panose="02020603050405020304" pitchFamily="18" charset="0"/>
                </a:rPr>
                <a:t>1</a:t>
              </a:r>
            </a:p>
          </p:txBody>
        </p:sp>
        <p:sp>
          <p:nvSpPr>
            <p:cNvPr id="27712" name="Text Box 47">
              <a:extLst>
                <a:ext uri="{FF2B5EF4-FFF2-40B4-BE49-F238E27FC236}">
                  <a16:creationId xmlns:a16="http://schemas.microsoft.com/office/drawing/2014/main" id="{7B40966B-64C4-7194-B52A-BA50721D9BDF}"/>
                </a:ext>
              </a:extLst>
            </p:cNvPr>
            <p:cNvSpPr txBox="1">
              <a:spLocks noChangeArrowheads="1"/>
            </p:cNvSpPr>
            <p:nvPr/>
          </p:nvSpPr>
          <p:spPr bwMode="auto">
            <a:xfrm>
              <a:off x="1828800" y="2362200"/>
              <a:ext cx="6826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000">
                  <a:latin typeface="Times New Roman" panose="02020603050405020304" pitchFamily="18" charset="0"/>
                </a:rPr>
                <a:t>t</a:t>
              </a:r>
              <a:r>
                <a:rPr lang="en-US" altLang="en-US" sz="2000" baseline="-25000">
                  <a:latin typeface="Times New Roman" panose="02020603050405020304" pitchFamily="18" charset="0"/>
                </a:rPr>
                <a:t>2</a:t>
              </a:r>
            </a:p>
          </p:txBody>
        </p:sp>
      </p:grpSp>
      <p:sp>
        <p:nvSpPr>
          <p:cNvPr id="4" name="Title 3">
            <a:extLst>
              <a:ext uri="{FF2B5EF4-FFF2-40B4-BE49-F238E27FC236}">
                <a16:creationId xmlns:a16="http://schemas.microsoft.com/office/drawing/2014/main" id="{6AEE2DFD-6BC1-6D03-EFFE-7C0BE2F36D67}"/>
              </a:ext>
            </a:extLst>
          </p:cNvPr>
          <p:cNvSpPr>
            <a:spLocks noGrp="1"/>
          </p:cNvSpPr>
          <p:nvPr>
            <p:ph type="title"/>
          </p:nvPr>
        </p:nvSpPr>
        <p:spPr/>
        <p:txBody>
          <a:bodyPr>
            <a:normAutofit/>
          </a:bodyPr>
          <a:lstStyle/>
          <a:p>
            <a:r>
              <a:rPr lang="en-US" dirty="0"/>
              <a:t>Parallel Counter Design (3)</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8674" name="Group 84">
            <a:extLst>
              <a:ext uri="{FF2B5EF4-FFF2-40B4-BE49-F238E27FC236}">
                <a16:creationId xmlns:a16="http://schemas.microsoft.com/office/drawing/2014/main" id="{952E48D9-EF59-6078-E722-453B31234652}"/>
              </a:ext>
            </a:extLst>
          </p:cNvPr>
          <p:cNvGrpSpPr>
            <a:grpSpLocks/>
          </p:cNvGrpSpPr>
          <p:nvPr/>
        </p:nvGrpSpPr>
        <p:grpSpPr bwMode="auto">
          <a:xfrm>
            <a:off x="2665414" y="1485901"/>
            <a:ext cx="6319837" cy="3400425"/>
            <a:chOff x="144" y="624"/>
            <a:chExt cx="5587" cy="2880"/>
          </a:xfrm>
        </p:grpSpPr>
        <p:sp>
          <p:nvSpPr>
            <p:cNvPr id="28676" name="Line 6">
              <a:extLst>
                <a:ext uri="{FF2B5EF4-FFF2-40B4-BE49-F238E27FC236}">
                  <a16:creationId xmlns:a16="http://schemas.microsoft.com/office/drawing/2014/main" id="{CCB85BB5-8485-60B9-70D4-5FE8E103DE95}"/>
                </a:ext>
              </a:extLst>
            </p:cNvPr>
            <p:cNvSpPr>
              <a:spLocks noChangeShapeType="1"/>
            </p:cNvSpPr>
            <p:nvPr/>
          </p:nvSpPr>
          <p:spPr bwMode="auto">
            <a:xfrm>
              <a:off x="5080" y="2128"/>
              <a:ext cx="651"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677" name="Line 8">
              <a:extLst>
                <a:ext uri="{FF2B5EF4-FFF2-40B4-BE49-F238E27FC236}">
                  <a16:creationId xmlns:a16="http://schemas.microsoft.com/office/drawing/2014/main" id="{AC02E98B-D277-B19C-FB8C-285C5E7FC40B}"/>
                </a:ext>
              </a:extLst>
            </p:cNvPr>
            <p:cNvSpPr>
              <a:spLocks noChangeShapeType="1"/>
            </p:cNvSpPr>
            <p:nvPr/>
          </p:nvSpPr>
          <p:spPr bwMode="auto">
            <a:xfrm>
              <a:off x="144" y="624"/>
              <a:ext cx="0" cy="288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678" name="Line 9">
              <a:extLst>
                <a:ext uri="{FF2B5EF4-FFF2-40B4-BE49-F238E27FC236}">
                  <a16:creationId xmlns:a16="http://schemas.microsoft.com/office/drawing/2014/main" id="{6E93E38C-428E-22E6-A2CC-94CE93AFB5AB}"/>
                </a:ext>
              </a:extLst>
            </p:cNvPr>
            <p:cNvSpPr>
              <a:spLocks noChangeShapeType="1"/>
            </p:cNvSpPr>
            <p:nvPr/>
          </p:nvSpPr>
          <p:spPr bwMode="auto">
            <a:xfrm>
              <a:off x="480" y="1152"/>
              <a:ext cx="321"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679" name="Line 10">
              <a:extLst>
                <a:ext uri="{FF2B5EF4-FFF2-40B4-BE49-F238E27FC236}">
                  <a16:creationId xmlns:a16="http://schemas.microsoft.com/office/drawing/2014/main" id="{B513473E-34CF-06FD-FABB-946735914BA9}"/>
                </a:ext>
              </a:extLst>
            </p:cNvPr>
            <p:cNvSpPr>
              <a:spLocks noChangeShapeType="1"/>
            </p:cNvSpPr>
            <p:nvPr/>
          </p:nvSpPr>
          <p:spPr bwMode="auto">
            <a:xfrm>
              <a:off x="801" y="1152"/>
              <a:ext cx="0" cy="384"/>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680" name="Line 11">
              <a:extLst>
                <a:ext uri="{FF2B5EF4-FFF2-40B4-BE49-F238E27FC236}">
                  <a16:creationId xmlns:a16="http://schemas.microsoft.com/office/drawing/2014/main" id="{B8CE03FD-5A96-AF36-0703-A8B65571D1C3}"/>
                </a:ext>
              </a:extLst>
            </p:cNvPr>
            <p:cNvSpPr>
              <a:spLocks noChangeShapeType="1"/>
            </p:cNvSpPr>
            <p:nvPr/>
          </p:nvSpPr>
          <p:spPr bwMode="auto">
            <a:xfrm>
              <a:off x="801" y="1528"/>
              <a:ext cx="321"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681" name="Line 12">
              <a:extLst>
                <a:ext uri="{FF2B5EF4-FFF2-40B4-BE49-F238E27FC236}">
                  <a16:creationId xmlns:a16="http://schemas.microsoft.com/office/drawing/2014/main" id="{0F67D8F6-F6FF-8E5C-455E-C3D102EBADC9}"/>
                </a:ext>
              </a:extLst>
            </p:cNvPr>
            <p:cNvSpPr>
              <a:spLocks noChangeShapeType="1"/>
            </p:cNvSpPr>
            <p:nvPr/>
          </p:nvSpPr>
          <p:spPr bwMode="auto">
            <a:xfrm>
              <a:off x="1129" y="1152"/>
              <a:ext cx="0" cy="384"/>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682" name="Line 13">
              <a:extLst>
                <a:ext uri="{FF2B5EF4-FFF2-40B4-BE49-F238E27FC236}">
                  <a16:creationId xmlns:a16="http://schemas.microsoft.com/office/drawing/2014/main" id="{527D8990-A89F-11FF-89AE-5660B269F7A5}"/>
                </a:ext>
              </a:extLst>
            </p:cNvPr>
            <p:cNvSpPr>
              <a:spLocks noChangeShapeType="1"/>
            </p:cNvSpPr>
            <p:nvPr/>
          </p:nvSpPr>
          <p:spPr bwMode="auto">
            <a:xfrm>
              <a:off x="1120" y="1152"/>
              <a:ext cx="345"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683" name="Line 14">
              <a:extLst>
                <a:ext uri="{FF2B5EF4-FFF2-40B4-BE49-F238E27FC236}">
                  <a16:creationId xmlns:a16="http://schemas.microsoft.com/office/drawing/2014/main" id="{20BB8BCC-EE70-B739-21B6-DF35F5ADF058}"/>
                </a:ext>
              </a:extLst>
            </p:cNvPr>
            <p:cNvSpPr>
              <a:spLocks noChangeShapeType="1"/>
            </p:cNvSpPr>
            <p:nvPr/>
          </p:nvSpPr>
          <p:spPr bwMode="auto">
            <a:xfrm>
              <a:off x="1458" y="1160"/>
              <a:ext cx="0" cy="384"/>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684" name="Line 15">
              <a:extLst>
                <a:ext uri="{FF2B5EF4-FFF2-40B4-BE49-F238E27FC236}">
                  <a16:creationId xmlns:a16="http://schemas.microsoft.com/office/drawing/2014/main" id="{62CCC68E-415F-1933-7D65-79B75A5EB81C}"/>
                </a:ext>
              </a:extLst>
            </p:cNvPr>
            <p:cNvSpPr>
              <a:spLocks noChangeShapeType="1"/>
            </p:cNvSpPr>
            <p:nvPr/>
          </p:nvSpPr>
          <p:spPr bwMode="auto">
            <a:xfrm>
              <a:off x="1450" y="1536"/>
              <a:ext cx="321"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685" name="Line 16">
              <a:extLst>
                <a:ext uri="{FF2B5EF4-FFF2-40B4-BE49-F238E27FC236}">
                  <a16:creationId xmlns:a16="http://schemas.microsoft.com/office/drawing/2014/main" id="{344BF60B-44EA-4D96-F780-462D886305E5}"/>
                </a:ext>
              </a:extLst>
            </p:cNvPr>
            <p:cNvSpPr>
              <a:spLocks noChangeShapeType="1"/>
            </p:cNvSpPr>
            <p:nvPr/>
          </p:nvSpPr>
          <p:spPr bwMode="auto">
            <a:xfrm>
              <a:off x="1778" y="1152"/>
              <a:ext cx="0" cy="384"/>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686" name="Line 17">
              <a:extLst>
                <a:ext uri="{FF2B5EF4-FFF2-40B4-BE49-F238E27FC236}">
                  <a16:creationId xmlns:a16="http://schemas.microsoft.com/office/drawing/2014/main" id="{85E7CDFB-BFB5-CED5-4630-90C85B961196}"/>
                </a:ext>
              </a:extLst>
            </p:cNvPr>
            <p:cNvSpPr>
              <a:spLocks noChangeShapeType="1"/>
            </p:cNvSpPr>
            <p:nvPr/>
          </p:nvSpPr>
          <p:spPr bwMode="auto">
            <a:xfrm>
              <a:off x="1786" y="1152"/>
              <a:ext cx="321"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687" name="Line 18">
              <a:extLst>
                <a:ext uri="{FF2B5EF4-FFF2-40B4-BE49-F238E27FC236}">
                  <a16:creationId xmlns:a16="http://schemas.microsoft.com/office/drawing/2014/main" id="{13D20C33-4D63-0078-8435-9B682370388D}"/>
                </a:ext>
              </a:extLst>
            </p:cNvPr>
            <p:cNvSpPr>
              <a:spLocks noChangeShapeType="1"/>
            </p:cNvSpPr>
            <p:nvPr/>
          </p:nvSpPr>
          <p:spPr bwMode="auto">
            <a:xfrm>
              <a:off x="2107" y="1152"/>
              <a:ext cx="0" cy="384"/>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688" name="Line 19">
              <a:extLst>
                <a:ext uri="{FF2B5EF4-FFF2-40B4-BE49-F238E27FC236}">
                  <a16:creationId xmlns:a16="http://schemas.microsoft.com/office/drawing/2014/main" id="{BF41B28D-C1B9-18E8-0999-C50D9B0982A2}"/>
                </a:ext>
              </a:extLst>
            </p:cNvPr>
            <p:cNvSpPr>
              <a:spLocks noChangeShapeType="1"/>
            </p:cNvSpPr>
            <p:nvPr/>
          </p:nvSpPr>
          <p:spPr bwMode="auto">
            <a:xfrm>
              <a:off x="2114" y="1536"/>
              <a:ext cx="321"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689" name="Line 20">
              <a:extLst>
                <a:ext uri="{FF2B5EF4-FFF2-40B4-BE49-F238E27FC236}">
                  <a16:creationId xmlns:a16="http://schemas.microsoft.com/office/drawing/2014/main" id="{1376C6DB-A90D-195E-812F-2431599422F3}"/>
                </a:ext>
              </a:extLst>
            </p:cNvPr>
            <p:cNvSpPr>
              <a:spLocks noChangeShapeType="1"/>
            </p:cNvSpPr>
            <p:nvPr/>
          </p:nvSpPr>
          <p:spPr bwMode="auto">
            <a:xfrm>
              <a:off x="2443" y="1152"/>
              <a:ext cx="0" cy="384"/>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690" name="Line 21">
              <a:extLst>
                <a:ext uri="{FF2B5EF4-FFF2-40B4-BE49-F238E27FC236}">
                  <a16:creationId xmlns:a16="http://schemas.microsoft.com/office/drawing/2014/main" id="{1B9A362E-4FA9-CD89-1542-5C6859423CF6}"/>
                </a:ext>
              </a:extLst>
            </p:cNvPr>
            <p:cNvSpPr>
              <a:spLocks noChangeShapeType="1"/>
            </p:cNvSpPr>
            <p:nvPr/>
          </p:nvSpPr>
          <p:spPr bwMode="auto">
            <a:xfrm>
              <a:off x="2443" y="1152"/>
              <a:ext cx="321"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691" name="Line 22">
              <a:extLst>
                <a:ext uri="{FF2B5EF4-FFF2-40B4-BE49-F238E27FC236}">
                  <a16:creationId xmlns:a16="http://schemas.microsoft.com/office/drawing/2014/main" id="{C13153DE-E967-9FFC-4380-BA7F3BFCEB50}"/>
                </a:ext>
              </a:extLst>
            </p:cNvPr>
            <p:cNvSpPr>
              <a:spLocks noChangeShapeType="1"/>
            </p:cNvSpPr>
            <p:nvPr/>
          </p:nvSpPr>
          <p:spPr bwMode="auto">
            <a:xfrm>
              <a:off x="2771" y="1152"/>
              <a:ext cx="0" cy="384"/>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692" name="Line 23">
              <a:extLst>
                <a:ext uri="{FF2B5EF4-FFF2-40B4-BE49-F238E27FC236}">
                  <a16:creationId xmlns:a16="http://schemas.microsoft.com/office/drawing/2014/main" id="{0A43DAD2-2FB5-0DA7-D849-5C203D576282}"/>
                </a:ext>
              </a:extLst>
            </p:cNvPr>
            <p:cNvSpPr>
              <a:spLocks noChangeShapeType="1"/>
            </p:cNvSpPr>
            <p:nvPr/>
          </p:nvSpPr>
          <p:spPr bwMode="auto">
            <a:xfrm>
              <a:off x="2771" y="1536"/>
              <a:ext cx="321"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693" name="Line 24">
              <a:extLst>
                <a:ext uri="{FF2B5EF4-FFF2-40B4-BE49-F238E27FC236}">
                  <a16:creationId xmlns:a16="http://schemas.microsoft.com/office/drawing/2014/main" id="{B2FA2422-62EB-C3A8-24FD-A82BB27257BC}"/>
                </a:ext>
              </a:extLst>
            </p:cNvPr>
            <p:cNvSpPr>
              <a:spLocks noChangeShapeType="1"/>
            </p:cNvSpPr>
            <p:nvPr/>
          </p:nvSpPr>
          <p:spPr bwMode="auto">
            <a:xfrm>
              <a:off x="3100" y="1152"/>
              <a:ext cx="0" cy="384"/>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694" name="Line 25">
              <a:extLst>
                <a:ext uri="{FF2B5EF4-FFF2-40B4-BE49-F238E27FC236}">
                  <a16:creationId xmlns:a16="http://schemas.microsoft.com/office/drawing/2014/main" id="{E364A8C4-E6FA-CB9D-C19A-1D92798F6B56}"/>
                </a:ext>
              </a:extLst>
            </p:cNvPr>
            <p:cNvSpPr>
              <a:spLocks noChangeShapeType="1"/>
            </p:cNvSpPr>
            <p:nvPr/>
          </p:nvSpPr>
          <p:spPr bwMode="auto">
            <a:xfrm>
              <a:off x="3100" y="1144"/>
              <a:ext cx="320"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695" name="Line 26">
              <a:extLst>
                <a:ext uri="{FF2B5EF4-FFF2-40B4-BE49-F238E27FC236}">
                  <a16:creationId xmlns:a16="http://schemas.microsoft.com/office/drawing/2014/main" id="{4BF81AD7-89CC-21BF-F46C-137D892EC941}"/>
                </a:ext>
              </a:extLst>
            </p:cNvPr>
            <p:cNvSpPr>
              <a:spLocks noChangeShapeType="1"/>
            </p:cNvSpPr>
            <p:nvPr/>
          </p:nvSpPr>
          <p:spPr bwMode="auto">
            <a:xfrm>
              <a:off x="3420" y="1152"/>
              <a:ext cx="0" cy="384"/>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696" name="Line 27">
              <a:extLst>
                <a:ext uri="{FF2B5EF4-FFF2-40B4-BE49-F238E27FC236}">
                  <a16:creationId xmlns:a16="http://schemas.microsoft.com/office/drawing/2014/main" id="{C7D17699-0006-A4F4-221D-5BAC50CE5D30}"/>
                </a:ext>
              </a:extLst>
            </p:cNvPr>
            <p:cNvSpPr>
              <a:spLocks noChangeShapeType="1"/>
            </p:cNvSpPr>
            <p:nvPr/>
          </p:nvSpPr>
          <p:spPr bwMode="auto">
            <a:xfrm>
              <a:off x="3420" y="1528"/>
              <a:ext cx="321"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697" name="Line 28">
              <a:extLst>
                <a:ext uri="{FF2B5EF4-FFF2-40B4-BE49-F238E27FC236}">
                  <a16:creationId xmlns:a16="http://schemas.microsoft.com/office/drawing/2014/main" id="{257A0513-EECE-26E3-8B2B-A96707A7BACD}"/>
                </a:ext>
              </a:extLst>
            </p:cNvPr>
            <p:cNvSpPr>
              <a:spLocks noChangeShapeType="1"/>
            </p:cNvSpPr>
            <p:nvPr/>
          </p:nvSpPr>
          <p:spPr bwMode="auto">
            <a:xfrm>
              <a:off x="3741" y="1144"/>
              <a:ext cx="0" cy="384"/>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698" name="Line 29">
              <a:extLst>
                <a:ext uri="{FF2B5EF4-FFF2-40B4-BE49-F238E27FC236}">
                  <a16:creationId xmlns:a16="http://schemas.microsoft.com/office/drawing/2014/main" id="{FDDCA911-625A-7F3F-8940-83BA6C5597B7}"/>
                </a:ext>
              </a:extLst>
            </p:cNvPr>
            <p:cNvSpPr>
              <a:spLocks noChangeShapeType="1"/>
            </p:cNvSpPr>
            <p:nvPr/>
          </p:nvSpPr>
          <p:spPr bwMode="auto">
            <a:xfrm>
              <a:off x="3741" y="1136"/>
              <a:ext cx="321"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699" name="Line 30">
              <a:extLst>
                <a:ext uri="{FF2B5EF4-FFF2-40B4-BE49-F238E27FC236}">
                  <a16:creationId xmlns:a16="http://schemas.microsoft.com/office/drawing/2014/main" id="{AADD364D-2487-5BC8-DBC5-461DE696E61B}"/>
                </a:ext>
              </a:extLst>
            </p:cNvPr>
            <p:cNvSpPr>
              <a:spLocks noChangeShapeType="1"/>
            </p:cNvSpPr>
            <p:nvPr/>
          </p:nvSpPr>
          <p:spPr bwMode="auto">
            <a:xfrm>
              <a:off x="4070" y="1144"/>
              <a:ext cx="0" cy="384"/>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00" name="Line 31">
              <a:extLst>
                <a:ext uri="{FF2B5EF4-FFF2-40B4-BE49-F238E27FC236}">
                  <a16:creationId xmlns:a16="http://schemas.microsoft.com/office/drawing/2014/main" id="{A21B7073-4FA7-5E47-506C-089E80200451}"/>
                </a:ext>
              </a:extLst>
            </p:cNvPr>
            <p:cNvSpPr>
              <a:spLocks noChangeShapeType="1"/>
            </p:cNvSpPr>
            <p:nvPr/>
          </p:nvSpPr>
          <p:spPr bwMode="auto">
            <a:xfrm>
              <a:off x="4070" y="1528"/>
              <a:ext cx="320"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01" name="Line 32">
              <a:extLst>
                <a:ext uri="{FF2B5EF4-FFF2-40B4-BE49-F238E27FC236}">
                  <a16:creationId xmlns:a16="http://schemas.microsoft.com/office/drawing/2014/main" id="{F58EDA9C-D6B9-45A9-970F-F851BC81868B}"/>
                </a:ext>
              </a:extLst>
            </p:cNvPr>
            <p:cNvSpPr>
              <a:spLocks noChangeShapeType="1"/>
            </p:cNvSpPr>
            <p:nvPr/>
          </p:nvSpPr>
          <p:spPr bwMode="auto">
            <a:xfrm>
              <a:off x="4390" y="1144"/>
              <a:ext cx="0" cy="384"/>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02" name="Line 33">
              <a:extLst>
                <a:ext uri="{FF2B5EF4-FFF2-40B4-BE49-F238E27FC236}">
                  <a16:creationId xmlns:a16="http://schemas.microsoft.com/office/drawing/2014/main" id="{6578D006-E687-7CAA-EDE9-1425B20FB575}"/>
                </a:ext>
              </a:extLst>
            </p:cNvPr>
            <p:cNvSpPr>
              <a:spLocks noChangeShapeType="1"/>
            </p:cNvSpPr>
            <p:nvPr/>
          </p:nvSpPr>
          <p:spPr bwMode="auto">
            <a:xfrm>
              <a:off x="4390" y="1136"/>
              <a:ext cx="321"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03" name="Line 34">
              <a:extLst>
                <a:ext uri="{FF2B5EF4-FFF2-40B4-BE49-F238E27FC236}">
                  <a16:creationId xmlns:a16="http://schemas.microsoft.com/office/drawing/2014/main" id="{C48B84B8-3C81-06E4-7543-C427E5A91686}"/>
                </a:ext>
              </a:extLst>
            </p:cNvPr>
            <p:cNvSpPr>
              <a:spLocks noChangeShapeType="1"/>
            </p:cNvSpPr>
            <p:nvPr/>
          </p:nvSpPr>
          <p:spPr bwMode="auto">
            <a:xfrm>
              <a:off x="4711" y="1136"/>
              <a:ext cx="0" cy="384"/>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04" name="Line 35">
              <a:extLst>
                <a:ext uri="{FF2B5EF4-FFF2-40B4-BE49-F238E27FC236}">
                  <a16:creationId xmlns:a16="http://schemas.microsoft.com/office/drawing/2014/main" id="{7DD74F7E-613D-F19C-D95C-24504830BA60}"/>
                </a:ext>
              </a:extLst>
            </p:cNvPr>
            <p:cNvSpPr>
              <a:spLocks noChangeShapeType="1"/>
            </p:cNvSpPr>
            <p:nvPr/>
          </p:nvSpPr>
          <p:spPr bwMode="auto">
            <a:xfrm>
              <a:off x="4711" y="1528"/>
              <a:ext cx="321"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05" name="Line 36">
              <a:extLst>
                <a:ext uri="{FF2B5EF4-FFF2-40B4-BE49-F238E27FC236}">
                  <a16:creationId xmlns:a16="http://schemas.microsoft.com/office/drawing/2014/main" id="{6B49B734-C04D-8FE4-6603-EFB7ABEBC654}"/>
                </a:ext>
              </a:extLst>
            </p:cNvPr>
            <p:cNvSpPr>
              <a:spLocks noChangeShapeType="1"/>
            </p:cNvSpPr>
            <p:nvPr/>
          </p:nvSpPr>
          <p:spPr bwMode="auto">
            <a:xfrm>
              <a:off x="5032" y="1144"/>
              <a:ext cx="0" cy="384"/>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06" name="Line 37">
              <a:extLst>
                <a:ext uri="{FF2B5EF4-FFF2-40B4-BE49-F238E27FC236}">
                  <a16:creationId xmlns:a16="http://schemas.microsoft.com/office/drawing/2014/main" id="{2DC0BEE3-46CD-500D-A363-033C58D03749}"/>
                </a:ext>
              </a:extLst>
            </p:cNvPr>
            <p:cNvSpPr>
              <a:spLocks noChangeShapeType="1"/>
            </p:cNvSpPr>
            <p:nvPr/>
          </p:nvSpPr>
          <p:spPr bwMode="auto">
            <a:xfrm>
              <a:off x="5040" y="1136"/>
              <a:ext cx="320"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07" name="Line 38">
              <a:extLst>
                <a:ext uri="{FF2B5EF4-FFF2-40B4-BE49-F238E27FC236}">
                  <a16:creationId xmlns:a16="http://schemas.microsoft.com/office/drawing/2014/main" id="{FF4236CC-5445-5E0D-56D2-9AEC3307861F}"/>
                </a:ext>
              </a:extLst>
            </p:cNvPr>
            <p:cNvSpPr>
              <a:spLocks noChangeShapeType="1"/>
            </p:cNvSpPr>
            <p:nvPr/>
          </p:nvSpPr>
          <p:spPr bwMode="auto">
            <a:xfrm>
              <a:off x="5368" y="1136"/>
              <a:ext cx="0" cy="384"/>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08" name="Line 39">
              <a:extLst>
                <a:ext uri="{FF2B5EF4-FFF2-40B4-BE49-F238E27FC236}">
                  <a16:creationId xmlns:a16="http://schemas.microsoft.com/office/drawing/2014/main" id="{FA2BA621-D502-F61A-4AAF-046F14296B6F}"/>
                </a:ext>
              </a:extLst>
            </p:cNvPr>
            <p:cNvSpPr>
              <a:spLocks noChangeShapeType="1"/>
            </p:cNvSpPr>
            <p:nvPr/>
          </p:nvSpPr>
          <p:spPr bwMode="auto">
            <a:xfrm>
              <a:off x="5376" y="1528"/>
              <a:ext cx="320"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09" name="Line 40">
              <a:extLst>
                <a:ext uri="{FF2B5EF4-FFF2-40B4-BE49-F238E27FC236}">
                  <a16:creationId xmlns:a16="http://schemas.microsoft.com/office/drawing/2014/main" id="{FCD40B8E-C125-277A-ABB9-EFA4A1195B3A}"/>
                </a:ext>
              </a:extLst>
            </p:cNvPr>
            <p:cNvSpPr>
              <a:spLocks noChangeShapeType="1"/>
            </p:cNvSpPr>
            <p:nvPr/>
          </p:nvSpPr>
          <p:spPr bwMode="auto">
            <a:xfrm>
              <a:off x="481" y="1160"/>
              <a:ext cx="0" cy="384"/>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10" name="Line 41">
              <a:extLst>
                <a:ext uri="{FF2B5EF4-FFF2-40B4-BE49-F238E27FC236}">
                  <a16:creationId xmlns:a16="http://schemas.microsoft.com/office/drawing/2014/main" id="{B6BD528D-11A7-E439-0558-F7581361C311}"/>
                </a:ext>
              </a:extLst>
            </p:cNvPr>
            <p:cNvSpPr>
              <a:spLocks noChangeShapeType="1"/>
            </p:cNvSpPr>
            <p:nvPr/>
          </p:nvSpPr>
          <p:spPr bwMode="auto">
            <a:xfrm>
              <a:off x="161" y="1536"/>
              <a:ext cx="321"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521" name="Text Box 42">
              <a:extLst>
                <a:ext uri="{FF2B5EF4-FFF2-40B4-BE49-F238E27FC236}">
                  <a16:creationId xmlns:a16="http://schemas.microsoft.com/office/drawing/2014/main" id="{48986F63-407D-4E10-B55C-3B934D266FF5}"/>
                </a:ext>
              </a:extLst>
            </p:cNvPr>
            <p:cNvSpPr txBox="1">
              <a:spLocks noChangeArrowheads="1"/>
            </p:cNvSpPr>
            <p:nvPr/>
          </p:nvSpPr>
          <p:spPr bwMode="auto">
            <a:xfrm>
              <a:off x="529" y="1160"/>
              <a:ext cx="191" cy="262"/>
            </a:xfrm>
            <a:prstGeom prst="rect">
              <a:avLst/>
            </a:prstGeom>
            <a:noFill/>
            <a:ln w="31750">
              <a:noFill/>
              <a:miter lim="800000"/>
              <a:headEnd/>
              <a:tailEnd/>
            </a:ln>
          </p:spPr>
          <p:txBody>
            <a:bodyPr>
              <a:spAutoFit/>
            </a:bodyPr>
            <a:lstStyle/>
            <a:p>
              <a:pPr eaLnBrk="1" hangingPunct="1">
                <a:spcBef>
                  <a:spcPct val="50000"/>
                </a:spcBef>
                <a:defRPr/>
              </a:pPr>
              <a:r>
                <a:rPr lang="en-US" sz="1400" dirty="0">
                  <a:latin typeface="+mj-lt"/>
                </a:rPr>
                <a:t>1</a:t>
              </a:r>
            </a:p>
          </p:txBody>
        </p:sp>
        <p:sp>
          <p:nvSpPr>
            <p:cNvPr id="20522" name="Text Box 43">
              <a:extLst>
                <a:ext uri="{FF2B5EF4-FFF2-40B4-BE49-F238E27FC236}">
                  <a16:creationId xmlns:a16="http://schemas.microsoft.com/office/drawing/2014/main" id="{61D2A01F-1DCC-4178-A6ED-16B57FEEEC3E}"/>
                </a:ext>
              </a:extLst>
            </p:cNvPr>
            <p:cNvSpPr txBox="1">
              <a:spLocks noChangeArrowheads="1"/>
            </p:cNvSpPr>
            <p:nvPr/>
          </p:nvSpPr>
          <p:spPr bwMode="auto">
            <a:xfrm>
              <a:off x="1183" y="1160"/>
              <a:ext cx="191" cy="262"/>
            </a:xfrm>
            <a:prstGeom prst="rect">
              <a:avLst/>
            </a:prstGeom>
            <a:noFill/>
            <a:ln w="31750">
              <a:noFill/>
              <a:miter lim="800000"/>
              <a:headEnd/>
              <a:tailEnd/>
            </a:ln>
          </p:spPr>
          <p:txBody>
            <a:bodyPr>
              <a:spAutoFit/>
            </a:bodyPr>
            <a:lstStyle/>
            <a:p>
              <a:pPr eaLnBrk="1" hangingPunct="1">
                <a:spcBef>
                  <a:spcPct val="50000"/>
                </a:spcBef>
                <a:defRPr/>
              </a:pPr>
              <a:r>
                <a:rPr lang="en-US" sz="1400" dirty="0">
                  <a:latin typeface="+mj-lt"/>
                </a:rPr>
                <a:t>2</a:t>
              </a:r>
            </a:p>
          </p:txBody>
        </p:sp>
        <p:sp>
          <p:nvSpPr>
            <p:cNvPr id="20523" name="Text Box 44">
              <a:extLst>
                <a:ext uri="{FF2B5EF4-FFF2-40B4-BE49-F238E27FC236}">
                  <a16:creationId xmlns:a16="http://schemas.microsoft.com/office/drawing/2014/main" id="{F2454171-1A2F-4E87-8250-768030E0296A}"/>
                </a:ext>
              </a:extLst>
            </p:cNvPr>
            <p:cNvSpPr txBox="1">
              <a:spLocks noChangeArrowheads="1"/>
            </p:cNvSpPr>
            <p:nvPr/>
          </p:nvSpPr>
          <p:spPr bwMode="auto">
            <a:xfrm>
              <a:off x="1839" y="1144"/>
              <a:ext cx="192" cy="261"/>
            </a:xfrm>
            <a:prstGeom prst="rect">
              <a:avLst/>
            </a:prstGeom>
            <a:noFill/>
            <a:ln w="31750">
              <a:noFill/>
              <a:miter lim="800000"/>
              <a:headEnd/>
              <a:tailEnd/>
            </a:ln>
          </p:spPr>
          <p:txBody>
            <a:bodyPr>
              <a:spAutoFit/>
            </a:bodyPr>
            <a:lstStyle/>
            <a:p>
              <a:pPr eaLnBrk="1" hangingPunct="1">
                <a:spcBef>
                  <a:spcPct val="50000"/>
                </a:spcBef>
                <a:defRPr/>
              </a:pPr>
              <a:r>
                <a:rPr lang="en-US" sz="1400" dirty="0">
                  <a:latin typeface="+mj-lt"/>
                </a:rPr>
                <a:t>3</a:t>
              </a:r>
            </a:p>
          </p:txBody>
        </p:sp>
        <p:sp>
          <p:nvSpPr>
            <p:cNvPr id="20524" name="Text Box 45">
              <a:extLst>
                <a:ext uri="{FF2B5EF4-FFF2-40B4-BE49-F238E27FC236}">
                  <a16:creationId xmlns:a16="http://schemas.microsoft.com/office/drawing/2014/main" id="{BA25B0C6-6985-4330-AB02-CD7C8F498C45}"/>
                </a:ext>
              </a:extLst>
            </p:cNvPr>
            <p:cNvSpPr txBox="1">
              <a:spLocks noChangeArrowheads="1"/>
            </p:cNvSpPr>
            <p:nvPr/>
          </p:nvSpPr>
          <p:spPr bwMode="auto">
            <a:xfrm>
              <a:off x="2493" y="1144"/>
              <a:ext cx="192" cy="261"/>
            </a:xfrm>
            <a:prstGeom prst="rect">
              <a:avLst/>
            </a:prstGeom>
            <a:noFill/>
            <a:ln w="31750">
              <a:noFill/>
              <a:miter lim="800000"/>
              <a:headEnd/>
              <a:tailEnd/>
            </a:ln>
          </p:spPr>
          <p:txBody>
            <a:bodyPr>
              <a:spAutoFit/>
            </a:bodyPr>
            <a:lstStyle/>
            <a:p>
              <a:pPr eaLnBrk="1" hangingPunct="1">
                <a:spcBef>
                  <a:spcPct val="50000"/>
                </a:spcBef>
                <a:defRPr/>
              </a:pPr>
              <a:r>
                <a:rPr lang="en-US" sz="1400" dirty="0">
                  <a:latin typeface="+mj-lt"/>
                </a:rPr>
                <a:t>4</a:t>
              </a:r>
            </a:p>
          </p:txBody>
        </p:sp>
        <p:sp>
          <p:nvSpPr>
            <p:cNvPr id="20525" name="Text Box 46">
              <a:extLst>
                <a:ext uri="{FF2B5EF4-FFF2-40B4-BE49-F238E27FC236}">
                  <a16:creationId xmlns:a16="http://schemas.microsoft.com/office/drawing/2014/main" id="{1314652B-CDC5-4B94-8E9C-8A324B208E0D}"/>
                </a:ext>
              </a:extLst>
            </p:cNvPr>
            <p:cNvSpPr txBox="1">
              <a:spLocks noChangeArrowheads="1"/>
            </p:cNvSpPr>
            <p:nvPr/>
          </p:nvSpPr>
          <p:spPr bwMode="auto">
            <a:xfrm>
              <a:off x="3167" y="1136"/>
              <a:ext cx="192" cy="261"/>
            </a:xfrm>
            <a:prstGeom prst="rect">
              <a:avLst/>
            </a:prstGeom>
            <a:noFill/>
            <a:ln w="31750">
              <a:noFill/>
              <a:miter lim="800000"/>
              <a:headEnd/>
              <a:tailEnd/>
            </a:ln>
          </p:spPr>
          <p:txBody>
            <a:bodyPr>
              <a:spAutoFit/>
            </a:bodyPr>
            <a:lstStyle/>
            <a:p>
              <a:pPr eaLnBrk="1" hangingPunct="1">
                <a:spcBef>
                  <a:spcPct val="50000"/>
                </a:spcBef>
                <a:defRPr/>
              </a:pPr>
              <a:r>
                <a:rPr lang="en-US" sz="1400" dirty="0">
                  <a:latin typeface="+mj-lt"/>
                </a:rPr>
                <a:t>5</a:t>
              </a:r>
            </a:p>
          </p:txBody>
        </p:sp>
        <p:sp>
          <p:nvSpPr>
            <p:cNvPr id="20526" name="Text Box 47">
              <a:extLst>
                <a:ext uri="{FF2B5EF4-FFF2-40B4-BE49-F238E27FC236}">
                  <a16:creationId xmlns:a16="http://schemas.microsoft.com/office/drawing/2014/main" id="{14986D6C-6BAA-41CF-A0EA-4C610FD53B5F}"/>
                </a:ext>
              </a:extLst>
            </p:cNvPr>
            <p:cNvSpPr txBox="1">
              <a:spLocks noChangeArrowheads="1"/>
            </p:cNvSpPr>
            <p:nvPr/>
          </p:nvSpPr>
          <p:spPr bwMode="auto">
            <a:xfrm>
              <a:off x="3815" y="1120"/>
              <a:ext cx="192" cy="261"/>
            </a:xfrm>
            <a:prstGeom prst="rect">
              <a:avLst/>
            </a:prstGeom>
            <a:noFill/>
            <a:ln w="31750">
              <a:noFill/>
              <a:miter lim="800000"/>
              <a:headEnd/>
              <a:tailEnd/>
            </a:ln>
          </p:spPr>
          <p:txBody>
            <a:bodyPr>
              <a:spAutoFit/>
            </a:bodyPr>
            <a:lstStyle/>
            <a:p>
              <a:pPr eaLnBrk="1" hangingPunct="1">
                <a:spcBef>
                  <a:spcPct val="50000"/>
                </a:spcBef>
                <a:defRPr/>
              </a:pPr>
              <a:r>
                <a:rPr lang="en-US" sz="1400" dirty="0">
                  <a:latin typeface="+mj-lt"/>
                </a:rPr>
                <a:t>6</a:t>
              </a:r>
            </a:p>
          </p:txBody>
        </p:sp>
        <p:sp>
          <p:nvSpPr>
            <p:cNvPr id="20527" name="Text Box 48">
              <a:extLst>
                <a:ext uri="{FF2B5EF4-FFF2-40B4-BE49-F238E27FC236}">
                  <a16:creationId xmlns:a16="http://schemas.microsoft.com/office/drawing/2014/main" id="{409933D8-F233-4688-AA60-8095BEAA306B}"/>
                </a:ext>
              </a:extLst>
            </p:cNvPr>
            <p:cNvSpPr txBox="1">
              <a:spLocks noChangeArrowheads="1"/>
            </p:cNvSpPr>
            <p:nvPr/>
          </p:nvSpPr>
          <p:spPr bwMode="auto">
            <a:xfrm>
              <a:off x="4457" y="1120"/>
              <a:ext cx="191" cy="261"/>
            </a:xfrm>
            <a:prstGeom prst="rect">
              <a:avLst/>
            </a:prstGeom>
            <a:noFill/>
            <a:ln w="31750">
              <a:noFill/>
              <a:miter lim="800000"/>
              <a:headEnd/>
              <a:tailEnd/>
            </a:ln>
          </p:spPr>
          <p:txBody>
            <a:bodyPr>
              <a:spAutoFit/>
            </a:bodyPr>
            <a:lstStyle/>
            <a:p>
              <a:pPr eaLnBrk="1" hangingPunct="1">
                <a:spcBef>
                  <a:spcPct val="50000"/>
                </a:spcBef>
                <a:defRPr/>
              </a:pPr>
              <a:r>
                <a:rPr lang="en-US" sz="1400" dirty="0">
                  <a:latin typeface="+mj-lt"/>
                </a:rPr>
                <a:t>7</a:t>
              </a:r>
            </a:p>
          </p:txBody>
        </p:sp>
        <p:sp>
          <p:nvSpPr>
            <p:cNvPr id="20528" name="Text Box 49">
              <a:extLst>
                <a:ext uri="{FF2B5EF4-FFF2-40B4-BE49-F238E27FC236}">
                  <a16:creationId xmlns:a16="http://schemas.microsoft.com/office/drawing/2014/main" id="{6E96F14B-A6F4-4E48-9E6D-54276516CD83}"/>
                </a:ext>
              </a:extLst>
            </p:cNvPr>
            <p:cNvSpPr txBox="1">
              <a:spLocks noChangeArrowheads="1"/>
            </p:cNvSpPr>
            <p:nvPr/>
          </p:nvSpPr>
          <p:spPr bwMode="auto">
            <a:xfrm>
              <a:off x="5097" y="1128"/>
              <a:ext cx="191" cy="261"/>
            </a:xfrm>
            <a:prstGeom prst="rect">
              <a:avLst/>
            </a:prstGeom>
            <a:noFill/>
            <a:ln w="31750">
              <a:noFill/>
              <a:miter lim="800000"/>
              <a:headEnd/>
              <a:tailEnd/>
            </a:ln>
          </p:spPr>
          <p:txBody>
            <a:bodyPr>
              <a:spAutoFit/>
            </a:bodyPr>
            <a:lstStyle/>
            <a:p>
              <a:pPr eaLnBrk="1" hangingPunct="1">
                <a:spcBef>
                  <a:spcPct val="50000"/>
                </a:spcBef>
                <a:defRPr/>
              </a:pPr>
              <a:r>
                <a:rPr lang="en-US" sz="1400" dirty="0">
                  <a:latin typeface="+mj-lt"/>
                </a:rPr>
                <a:t>8</a:t>
              </a:r>
            </a:p>
          </p:txBody>
        </p:sp>
        <p:sp>
          <p:nvSpPr>
            <p:cNvPr id="28719" name="Line 50">
              <a:extLst>
                <a:ext uri="{FF2B5EF4-FFF2-40B4-BE49-F238E27FC236}">
                  <a16:creationId xmlns:a16="http://schemas.microsoft.com/office/drawing/2014/main" id="{D577F85B-71AB-3AA3-5C88-946A0CFD7BC2}"/>
                </a:ext>
              </a:extLst>
            </p:cNvPr>
            <p:cNvSpPr>
              <a:spLocks noChangeShapeType="1"/>
            </p:cNvSpPr>
            <p:nvPr/>
          </p:nvSpPr>
          <p:spPr bwMode="auto">
            <a:xfrm>
              <a:off x="152" y="2104"/>
              <a:ext cx="336"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20" name="Line 51">
              <a:extLst>
                <a:ext uri="{FF2B5EF4-FFF2-40B4-BE49-F238E27FC236}">
                  <a16:creationId xmlns:a16="http://schemas.microsoft.com/office/drawing/2014/main" id="{1A88FC7A-2EF6-936F-0AE0-AE19087A5395}"/>
                </a:ext>
              </a:extLst>
            </p:cNvPr>
            <p:cNvSpPr>
              <a:spLocks noChangeShapeType="1"/>
            </p:cNvSpPr>
            <p:nvPr/>
          </p:nvSpPr>
          <p:spPr bwMode="auto">
            <a:xfrm>
              <a:off x="497" y="1720"/>
              <a:ext cx="0" cy="384"/>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21" name="Line 52">
              <a:extLst>
                <a:ext uri="{FF2B5EF4-FFF2-40B4-BE49-F238E27FC236}">
                  <a16:creationId xmlns:a16="http://schemas.microsoft.com/office/drawing/2014/main" id="{BE06E5DD-6F3E-A0A1-142C-189F50555906}"/>
                </a:ext>
              </a:extLst>
            </p:cNvPr>
            <p:cNvSpPr>
              <a:spLocks noChangeShapeType="1"/>
            </p:cNvSpPr>
            <p:nvPr/>
          </p:nvSpPr>
          <p:spPr bwMode="auto">
            <a:xfrm>
              <a:off x="496" y="1720"/>
              <a:ext cx="651"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22" name="Line 53">
              <a:extLst>
                <a:ext uri="{FF2B5EF4-FFF2-40B4-BE49-F238E27FC236}">
                  <a16:creationId xmlns:a16="http://schemas.microsoft.com/office/drawing/2014/main" id="{77227D6D-5132-5F36-34CE-EB79B9646127}"/>
                </a:ext>
              </a:extLst>
            </p:cNvPr>
            <p:cNvSpPr>
              <a:spLocks noChangeShapeType="1"/>
            </p:cNvSpPr>
            <p:nvPr/>
          </p:nvSpPr>
          <p:spPr bwMode="auto">
            <a:xfrm>
              <a:off x="1145" y="1728"/>
              <a:ext cx="0" cy="384"/>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23" name="Line 54">
              <a:extLst>
                <a:ext uri="{FF2B5EF4-FFF2-40B4-BE49-F238E27FC236}">
                  <a16:creationId xmlns:a16="http://schemas.microsoft.com/office/drawing/2014/main" id="{6A58CBB4-C17D-6E78-E570-D5C4DDEFD6DA}"/>
                </a:ext>
              </a:extLst>
            </p:cNvPr>
            <p:cNvSpPr>
              <a:spLocks noChangeShapeType="1"/>
            </p:cNvSpPr>
            <p:nvPr/>
          </p:nvSpPr>
          <p:spPr bwMode="auto">
            <a:xfrm>
              <a:off x="1144" y="2112"/>
              <a:ext cx="651"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24" name="Line 55">
              <a:extLst>
                <a:ext uri="{FF2B5EF4-FFF2-40B4-BE49-F238E27FC236}">
                  <a16:creationId xmlns:a16="http://schemas.microsoft.com/office/drawing/2014/main" id="{F4FAFC9A-C3D7-7838-B468-781E489809EC}"/>
                </a:ext>
              </a:extLst>
            </p:cNvPr>
            <p:cNvSpPr>
              <a:spLocks noChangeShapeType="1"/>
            </p:cNvSpPr>
            <p:nvPr/>
          </p:nvSpPr>
          <p:spPr bwMode="auto">
            <a:xfrm>
              <a:off x="1801" y="1728"/>
              <a:ext cx="0" cy="384"/>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25" name="Line 56">
              <a:extLst>
                <a:ext uri="{FF2B5EF4-FFF2-40B4-BE49-F238E27FC236}">
                  <a16:creationId xmlns:a16="http://schemas.microsoft.com/office/drawing/2014/main" id="{991D79D4-7CF4-5F08-B28E-6FB5B5AC2C38}"/>
                </a:ext>
              </a:extLst>
            </p:cNvPr>
            <p:cNvSpPr>
              <a:spLocks noChangeShapeType="1"/>
            </p:cNvSpPr>
            <p:nvPr/>
          </p:nvSpPr>
          <p:spPr bwMode="auto">
            <a:xfrm>
              <a:off x="1792" y="1728"/>
              <a:ext cx="662"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26" name="Line 57">
              <a:extLst>
                <a:ext uri="{FF2B5EF4-FFF2-40B4-BE49-F238E27FC236}">
                  <a16:creationId xmlns:a16="http://schemas.microsoft.com/office/drawing/2014/main" id="{D760F02A-3693-503C-565A-D295506B67BA}"/>
                </a:ext>
              </a:extLst>
            </p:cNvPr>
            <p:cNvSpPr>
              <a:spLocks noChangeShapeType="1"/>
            </p:cNvSpPr>
            <p:nvPr/>
          </p:nvSpPr>
          <p:spPr bwMode="auto">
            <a:xfrm>
              <a:off x="2457" y="1736"/>
              <a:ext cx="0" cy="384"/>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27" name="Line 58">
              <a:extLst>
                <a:ext uri="{FF2B5EF4-FFF2-40B4-BE49-F238E27FC236}">
                  <a16:creationId xmlns:a16="http://schemas.microsoft.com/office/drawing/2014/main" id="{E15DB3FB-43BB-DF64-7872-363B3EECBDFC}"/>
                </a:ext>
              </a:extLst>
            </p:cNvPr>
            <p:cNvSpPr>
              <a:spLocks noChangeShapeType="1"/>
            </p:cNvSpPr>
            <p:nvPr/>
          </p:nvSpPr>
          <p:spPr bwMode="auto">
            <a:xfrm>
              <a:off x="2464" y="2120"/>
              <a:ext cx="651"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28" name="Line 59">
              <a:extLst>
                <a:ext uri="{FF2B5EF4-FFF2-40B4-BE49-F238E27FC236}">
                  <a16:creationId xmlns:a16="http://schemas.microsoft.com/office/drawing/2014/main" id="{ED727892-845F-C337-5E22-11D1789B1487}"/>
                </a:ext>
              </a:extLst>
            </p:cNvPr>
            <p:cNvSpPr>
              <a:spLocks noChangeShapeType="1"/>
            </p:cNvSpPr>
            <p:nvPr/>
          </p:nvSpPr>
          <p:spPr bwMode="auto">
            <a:xfrm>
              <a:off x="3121" y="1736"/>
              <a:ext cx="0" cy="384"/>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29" name="Line 60">
              <a:extLst>
                <a:ext uri="{FF2B5EF4-FFF2-40B4-BE49-F238E27FC236}">
                  <a16:creationId xmlns:a16="http://schemas.microsoft.com/office/drawing/2014/main" id="{DA0F8D18-7BDB-60EA-EC10-1A15621E0A0D}"/>
                </a:ext>
              </a:extLst>
            </p:cNvPr>
            <p:cNvSpPr>
              <a:spLocks noChangeShapeType="1"/>
            </p:cNvSpPr>
            <p:nvPr/>
          </p:nvSpPr>
          <p:spPr bwMode="auto">
            <a:xfrm>
              <a:off x="3120" y="1736"/>
              <a:ext cx="651"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30" name="Line 61">
              <a:extLst>
                <a:ext uri="{FF2B5EF4-FFF2-40B4-BE49-F238E27FC236}">
                  <a16:creationId xmlns:a16="http://schemas.microsoft.com/office/drawing/2014/main" id="{824D6609-D9A8-8391-52B6-78F8C382D156}"/>
                </a:ext>
              </a:extLst>
            </p:cNvPr>
            <p:cNvSpPr>
              <a:spLocks noChangeShapeType="1"/>
            </p:cNvSpPr>
            <p:nvPr/>
          </p:nvSpPr>
          <p:spPr bwMode="auto">
            <a:xfrm>
              <a:off x="3769" y="1736"/>
              <a:ext cx="0" cy="384"/>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31" name="Line 62">
              <a:extLst>
                <a:ext uri="{FF2B5EF4-FFF2-40B4-BE49-F238E27FC236}">
                  <a16:creationId xmlns:a16="http://schemas.microsoft.com/office/drawing/2014/main" id="{5A98ED79-3900-599A-776A-F878243A2DBC}"/>
                </a:ext>
              </a:extLst>
            </p:cNvPr>
            <p:cNvSpPr>
              <a:spLocks noChangeShapeType="1"/>
            </p:cNvSpPr>
            <p:nvPr/>
          </p:nvSpPr>
          <p:spPr bwMode="auto">
            <a:xfrm>
              <a:off x="3768" y="2128"/>
              <a:ext cx="651"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32" name="Line 63">
              <a:extLst>
                <a:ext uri="{FF2B5EF4-FFF2-40B4-BE49-F238E27FC236}">
                  <a16:creationId xmlns:a16="http://schemas.microsoft.com/office/drawing/2014/main" id="{72CAEDDA-E8B1-21CB-28DF-0D2A90EC780E}"/>
                </a:ext>
              </a:extLst>
            </p:cNvPr>
            <p:cNvSpPr>
              <a:spLocks noChangeShapeType="1"/>
            </p:cNvSpPr>
            <p:nvPr/>
          </p:nvSpPr>
          <p:spPr bwMode="auto">
            <a:xfrm>
              <a:off x="4425" y="1744"/>
              <a:ext cx="0" cy="384"/>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33" name="Line 64">
              <a:extLst>
                <a:ext uri="{FF2B5EF4-FFF2-40B4-BE49-F238E27FC236}">
                  <a16:creationId xmlns:a16="http://schemas.microsoft.com/office/drawing/2014/main" id="{B412B6EE-D9F5-387E-B6BD-6C2EF6A34AF3}"/>
                </a:ext>
              </a:extLst>
            </p:cNvPr>
            <p:cNvSpPr>
              <a:spLocks noChangeShapeType="1"/>
            </p:cNvSpPr>
            <p:nvPr/>
          </p:nvSpPr>
          <p:spPr bwMode="auto">
            <a:xfrm>
              <a:off x="4424" y="1736"/>
              <a:ext cx="651"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34" name="Line 65">
              <a:extLst>
                <a:ext uri="{FF2B5EF4-FFF2-40B4-BE49-F238E27FC236}">
                  <a16:creationId xmlns:a16="http://schemas.microsoft.com/office/drawing/2014/main" id="{C7064ECE-DEBD-579E-2771-584AF4647639}"/>
                </a:ext>
              </a:extLst>
            </p:cNvPr>
            <p:cNvSpPr>
              <a:spLocks noChangeShapeType="1"/>
            </p:cNvSpPr>
            <p:nvPr/>
          </p:nvSpPr>
          <p:spPr bwMode="auto">
            <a:xfrm>
              <a:off x="5073" y="1744"/>
              <a:ext cx="0" cy="384"/>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35" name="Line 66">
              <a:extLst>
                <a:ext uri="{FF2B5EF4-FFF2-40B4-BE49-F238E27FC236}">
                  <a16:creationId xmlns:a16="http://schemas.microsoft.com/office/drawing/2014/main" id="{8A9DC701-32AE-3A69-7BAD-0EF83C5F4F9A}"/>
                </a:ext>
              </a:extLst>
            </p:cNvPr>
            <p:cNvSpPr>
              <a:spLocks noChangeShapeType="1"/>
            </p:cNvSpPr>
            <p:nvPr/>
          </p:nvSpPr>
          <p:spPr bwMode="auto">
            <a:xfrm>
              <a:off x="144" y="2688"/>
              <a:ext cx="1008"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36" name="Line 67">
              <a:extLst>
                <a:ext uri="{FF2B5EF4-FFF2-40B4-BE49-F238E27FC236}">
                  <a16:creationId xmlns:a16="http://schemas.microsoft.com/office/drawing/2014/main" id="{75934E33-AE12-E27A-2002-3A95123AB1C3}"/>
                </a:ext>
              </a:extLst>
            </p:cNvPr>
            <p:cNvSpPr>
              <a:spLocks noChangeShapeType="1"/>
            </p:cNvSpPr>
            <p:nvPr/>
          </p:nvSpPr>
          <p:spPr bwMode="auto">
            <a:xfrm>
              <a:off x="1161" y="2304"/>
              <a:ext cx="0" cy="384"/>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37" name="Line 68">
              <a:extLst>
                <a:ext uri="{FF2B5EF4-FFF2-40B4-BE49-F238E27FC236}">
                  <a16:creationId xmlns:a16="http://schemas.microsoft.com/office/drawing/2014/main" id="{C01F6654-98E2-AC07-F5AB-8E15B1431EC9}"/>
                </a:ext>
              </a:extLst>
            </p:cNvPr>
            <p:cNvSpPr>
              <a:spLocks noChangeShapeType="1"/>
            </p:cNvSpPr>
            <p:nvPr/>
          </p:nvSpPr>
          <p:spPr bwMode="auto">
            <a:xfrm>
              <a:off x="1168" y="2304"/>
              <a:ext cx="1304"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38" name="Line 69">
              <a:extLst>
                <a:ext uri="{FF2B5EF4-FFF2-40B4-BE49-F238E27FC236}">
                  <a16:creationId xmlns:a16="http://schemas.microsoft.com/office/drawing/2014/main" id="{CF17A085-ECFC-9BEF-A04D-6BE53DC8F231}"/>
                </a:ext>
              </a:extLst>
            </p:cNvPr>
            <p:cNvSpPr>
              <a:spLocks noChangeShapeType="1"/>
            </p:cNvSpPr>
            <p:nvPr/>
          </p:nvSpPr>
          <p:spPr bwMode="auto">
            <a:xfrm>
              <a:off x="5096" y="2304"/>
              <a:ext cx="0" cy="384"/>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39" name="Line 70">
              <a:extLst>
                <a:ext uri="{FF2B5EF4-FFF2-40B4-BE49-F238E27FC236}">
                  <a16:creationId xmlns:a16="http://schemas.microsoft.com/office/drawing/2014/main" id="{0D3737D6-D9E7-31F2-BA0D-ECAAC92086F4}"/>
                </a:ext>
              </a:extLst>
            </p:cNvPr>
            <p:cNvSpPr>
              <a:spLocks noChangeShapeType="1"/>
            </p:cNvSpPr>
            <p:nvPr/>
          </p:nvSpPr>
          <p:spPr bwMode="auto">
            <a:xfrm>
              <a:off x="5096" y="2696"/>
              <a:ext cx="578"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40" name="Line 71">
              <a:extLst>
                <a:ext uri="{FF2B5EF4-FFF2-40B4-BE49-F238E27FC236}">
                  <a16:creationId xmlns:a16="http://schemas.microsoft.com/office/drawing/2014/main" id="{4F8CB33F-5492-71D0-6331-983B4207FA3C}"/>
                </a:ext>
              </a:extLst>
            </p:cNvPr>
            <p:cNvSpPr>
              <a:spLocks noChangeShapeType="1"/>
            </p:cNvSpPr>
            <p:nvPr/>
          </p:nvSpPr>
          <p:spPr bwMode="auto">
            <a:xfrm>
              <a:off x="2473" y="2312"/>
              <a:ext cx="0" cy="384"/>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41" name="Line 72">
              <a:extLst>
                <a:ext uri="{FF2B5EF4-FFF2-40B4-BE49-F238E27FC236}">
                  <a16:creationId xmlns:a16="http://schemas.microsoft.com/office/drawing/2014/main" id="{641E5660-CEF1-FF70-FDF8-2086B5267602}"/>
                </a:ext>
              </a:extLst>
            </p:cNvPr>
            <p:cNvSpPr>
              <a:spLocks noChangeShapeType="1"/>
            </p:cNvSpPr>
            <p:nvPr/>
          </p:nvSpPr>
          <p:spPr bwMode="auto">
            <a:xfrm>
              <a:off x="2472" y="2696"/>
              <a:ext cx="1304"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42" name="Line 73">
              <a:extLst>
                <a:ext uri="{FF2B5EF4-FFF2-40B4-BE49-F238E27FC236}">
                  <a16:creationId xmlns:a16="http://schemas.microsoft.com/office/drawing/2014/main" id="{A307928F-90D1-DA63-17F9-B6FD2571E639}"/>
                </a:ext>
              </a:extLst>
            </p:cNvPr>
            <p:cNvSpPr>
              <a:spLocks noChangeShapeType="1"/>
            </p:cNvSpPr>
            <p:nvPr/>
          </p:nvSpPr>
          <p:spPr bwMode="auto">
            <a:xfrm>
              <a:off x="3784" y="2312"/>
              <a:ext cx="0" cy="384"/>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43" name="Line 74">
              <a:extLst>
                <a:ext uri="{FF2B5EF4-FFF2-40B4-BE49-F238E27FC236}">
                  <a16:creationId xmlns:a16="http://schemas.microsoft.com/office/drawing/2014/main" id="{822A60DD-A851-7E81-ADC0-C3CF3A34B767}"/>
                </a:ext>
              </a:extLst>
            </p:cNvPr>
            <p:cNvSpPr>
              <a:spLocks noChangeShapeType="1"/>
            </p:cNvSpPr>
            <p:nvPr/>
          </p:nvSpPr>
          <p:spPr bwMode="auto">
            <a:xfrm>
              <a:off x="3784" y="2304"/>
              <a:ext cx="1304"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44" name="Line 75">
              <a:extLst>
                <a:ext uri="{FF2B5EF4-FFF2-40B4-BE49-F238E27FC236}">
                  <a16:creationId xmlns:a16="http://schemas.microsoft.com/office/drawing/2014/main" id="{5A330A97-9C09-1D38-690F-1055D1974562}"/>
                </a:ext>
              </a:extLst>
            </p:cNvPr>
            <p:cNvSpPr>
              <a:spLocks noChangeShapeType="1"/>
            </p:cNvSpPr>
            <p:nvPr/>
          </p:nvSpPr>
          <p:spPr bwMode="auto">
            <a:xfrm>
              <a:off x="144" y="3360"/>
              <a:ext cx="2352"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45" name="Line 76">
              <a:extLst>
                <a:ext uri="{FF2B5EF4-FFF2-40B4-BE49-F238E27FC236}">
                  <a16:creationId xmlns:a16="http://schemas.microsoft.com/office/drawing/2014/main" id="{9E50423B-2754-64C1-6734-47AF4F9AD1BD}"/>
                </a:ext>
              </a:extLst>
            </p:cNvPr>
            <p:cNvSpPr>
              <a:spLocks noChangeShapeType="1"/>
            </p:cNvSpPr>
            <p:nvPr/>
          </p:nvSpPr>
          <p:spPr bwMode="auto">
            <a:xfrm>
              <a:off x="2496" y="2976"/>
              <a:ext cx="0" cy="384"/>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46" name="Line 77">
              <a:extLst>
                <a:ext uri="{FF2B5EF4-FFF2-40B4-BE49-F238E27FC236}">
                  <a16:creationId xmlns:a16="http://schemas.microsoft.com/office/drawing/2014/main" id="{9B777D42-A0A5-03DD-F04D-D6989B38F845}"/>
                </a:ext>
              </a:extLst>
            </p:cNvPr>
            <p:cNvSpPr>
              <a:spLocks noChangeShapeType="1"/>
            </p:cNvSpPr>
            <p:nvPr/>
          </p:nvSpPr>
          <p:spPr bwMode="auto">
            <a:xfrm>
              <a:off x="2496" y="2976"/>
              <a:ext cx="2618"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47" name="Line 78">
              <a:extLst>
                <a:ext uri="{FF2B5EF4-FFF2-40B4-BE49-F238E27FC236}">
                  <a16:creationId xmlns:a16="http://schemas.microsoft.com/office/drawing/2014/main" id="{BBE82B35-0072-8869-62B7-5FD6ED2666D7}"/>
                </a:ext>
              </a:extLst>
            </p:cNvPr>
            <p:cNvSpPr>
              <a:spLocks noChangeShapeType="1"/>
            </p:cNvSpPr>
            <p:nvPr/>
          </p:nvSpPr>
          <p:spPr bwMode="auto">
            <a:xfrm>
              <a:off x="5112" y="2984"/>
              <a:ext cx="0" cy="384"/>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48" name="Line 79">
              <a:extLst>
                <a:ext uri="{FF2B5EF4-FFF2-40B4-BE49-F238E27FC236}">
                  <a16:creationId xmlns:a16="http://schemas.microsoft.com/office/drawing/2014/main" id="{A9CD1480-2229-8FB7-D97C-F70106767644}"/>
                </a:ext>
              </a:extLst>
            </p:cNvPr>
            <p:cNvSpPr>
              <a:spLocks noChangeShapeType="1"/>
            </p:cNvSpPr>
            <p:nvPr/>
          </p:nvSpPr>
          <p:spPr bwMode="auto">
            <a:xfrm>
              <a:off x="5112" y="3368"/>
              <a:ext cx="578"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49" name="Text Box 80">
              <a:extLst>
                <a:ext uri="{FF2B5EF4-FFF2-40B4-BE49-F238E27FC236}">
                  <a16:creationId xmlns:a16="http://schemas.microsoft.com/office/drawing/2014/main" id="{F80AE09E-3055-342F-35AB-921E3F91FD17}"/>
                </a:ext>
              </a:extLst>
            </p:cNvPr>
            <p:cNvSpPr txBox="1">
              <a:spLocks noChangeArrowheads="1"/>
            </p:cNvSpPr>
            <p:nvPr/>
          </p:nvSpPr>
          <p:spPr bwMode="auto">
            <a:xfrm>
              <a:off x="144" y="810"/>
              <a:ext cx="719" cy="2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400"/>
                <a:t>clock</a:t>
              </a:r>
              <a:endParaRPr lang="ru-RU" altLang="en-US" sz="1400"/>
            </a:p>
          </p:txBody>
        </p:sp>
        <p:sp>
          <p:nvSpPr>
            <p:cNvPr id="20560" name="Text Box 81">
              <a:extLst>
                <a:ext uri="{FF2B5EF4-FFF2-40B4-BE49-F238E27FC236}">
                  <a16:creationId xmlns:a16="http://schemas.microsoft.com/office/drawing/2014/main" id="{6EE26FAD-9655-4F5C-A5B2-5B4DF49AF6D5}"/>
                </a:ext>
              </a:extLst>
            </p:cNvPr>
            <p:cNvSpPr txBox="1">
              <a:spLocks noChangeArrowheads="1"/>
            </p:cNvSpPr>
            <p:nvPr/>
          </p:nvSpPr>
          <p:spPr bwMode="auto">
            <a:xfrm>
              <a:off x="190" y="1716"/>
              <a:ext cx="383" cy="261"/>
            </a:xfrm>
            <a:prstGeom prst="rect">
              <a:avLst/>
            </a:prstGeom>
            <a:noFill/>
            <a:ln w="9525">
              <a:noFill/>
              <a:miter lim="800000"/>
              <a:headEnd/>
              <a:tailEnd/>
            </a:ln>
          </p:spPr>
          <p:txBody>
            <a:bodyPr>
              <a:spAutoFit/>
            </a:bodyPr>
            <a:lstStyle/>
            <a:p>
              <a:pPr eaLnBrk="1" hangingPunct="1">
                <a:spcBef>
                  <a:spcPct val="50000"/>
                </a:spcBef>
                <a:defRPr/>
              </a:pPr>
              <a:r>
                <a:rPr lang="en-US" sz="1400" dirty="0">
                  <a:latin typeface="+mj-lt"/>
                </a:rPr>
                <a:t>q0</a:t>
              </a:r>
              <a:endParaRPr lang="ru-RU" sz="1400" dirty="0">
                <a:latin typeface="+mj-lt"/>
              </a:endParaRPr>
            </a:p>
          </p:txBody>
        </p:sp>
        <p:sp>
          <p:nvSpPr>
            <p:cNvPr id="28751" name="Text Box 82">
              <a:extLst>
                <a:ext uri="{FF2B5EF4-FFF2-40B4-BE49-F238E27FC236}">
                  <a16:creationId xmlns:a16="http://schemas.microsoft.com/office/drawing/2014/main" id="{BAFC0CB8-E04B-8D17-5760-F36517367FE6}"/>
                </a:ext>
              </a:extLst>
            </p:cNvPr>
            <p:cNvSpPr txBox="1">
              <a:spLocks noChangeArrowheads="1"/>
            </p:cNvSpPr>
            <p:nvPr/>
          </p:nvSpPr>
          <p:spPr bwMode="auto">
            <a:xfrm>
              <a:off x="157" y="2309"/>
              <a:ext cx="384" cy="2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400"/>
                <a:t>q1</a:t>
              </a:r>
              <a:endParaRPr lang="ru-RU" altLang="en-US" sz="1400"/>
            </a:p>
          </p:txBody>
        </p:sp>
        <p:sp>
          <p:nvSpPr>
            <p:cNvPr id="28752" name="Text Box 83">
              <a:extLst>
                <a:ext uri="{FF2B5EF4-FFF2-40B4-BE49-F238E27FC236}">
                  <a16:creationId xmlns:a16="http://schemas.microsoft.com/office/drawing/2014/main" id="{2D93BC5B-58C7-5733-2EB3-DF5F60913B34}"/>
                </a:ext>
              </a:extLst>
            </p:cNvPr>
            <p:cNvSpPr txBox="1">
              <a:spLocks noChangeArrowheads="1"/>
            </p:cNvSpPr>
            <p:nvPr/>
          </p:nvSpPr>
          <p:spPr bwMode="auto">
            <a:xfrm>
              <a:off x="147" y="2982"/>
              <a:ext cx="385" cy="2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400"/>
                <a:t>q2</a:t>
              </a:r>
              <a:endParaRPr lang="ru-RU" altLang="en-US" sz="1400"/>
            </a:p>
          </p:txBody>
        </p:sp>
      </p:grpSp>
      <p:sp>
        <p:nvSpPr>
          <p:cNvPr id="83" name="Rectangle 4">
            <a:extLst>
              <a:ext uri="{FF2B5EF4-FFF2-40B4-BE49-F238E27FC236}">
                <a16:creationId xmlns:a16="http://schemas.microsoft.com/office/drawing/2014/main" id="{FD0E7236-FCB2-4CF9-9E9F-2C2B1AEBF24B}"/>
              </a:ext>
            </a:extLst>
          </p:cNvPr>
          <p:cNvSpPr txBox="1">
            <a:spLocks noChangeArrowheads="1"/>
          </p:cNvSpPr>
          <p:nvPr/>
        </p:nvSpPr>
        <p:spPr bwMode="auto">
          <a:xfrm>
            <a:off x="1981200" y="277814"/>
            <a:ext cx="8229600" cy="1139825"/>
          </a:xfrm>
          <a:prstGeom prst="rect">
            <a:avLst/>
          </a:prstGeom>
          <a:noFill/>
          <a:ln w="9525">
            <a:noFill/>
            <a:miter lim="800000"/>
            <a:headEnd/>
            <a:tailEnd/>
          </a:ln>
        </p:spPr>
        <p:txBody>
          <a:bodyPr/>
          <a:lstStyle/>
          <a:p>
            <a:pPr eaLnBrk="1" hangingPunct="1">
              <a:defRPr/>
            </a:pPr>
            <a:endParaRPr lang="ru-RU" sz="3600" b="1" kern="0" dirty="0">
              <a:latin typeface="+mj-lt"/>
              <a:ea typeface="+mj-ea"/>
              <a:cs typeface="+mj-cs"/>
            </a:endParaRPr>
          </a:p>
        </p:txBody>
      </p:sp>
      <p:sp>
        <p:nvSpPr>
          <p:cNvPr id="3" name="Title 2">
            <a:extLst>
              <a:ext uri="{FF2B5EF4-FFF2-40B4-BE49-F238E27FC236}">
                <a16:creationId xmlns:a16="http://schemas.microsoft.com/office/drawing/2014/main" id="{A6DE8739-FAB2-1C28-1366-9DDDC49605CB}"/>
              </a:ext>
            </a:extLst>
          </p:cNvPr>
          <p:cNvSpPr>
            <a:spLocks noGrp="1"/>
          </p:cNvSpPr>
          <p:nvPr>
            <p:ph type="title"/>
          </p:nvPr>
        </p:nvSpPr>
        <p:spPr/>
        <p:txBody>
          <a:bodyPr>
            <a:normAutofit/>
          </a:bodyPr>
          <a:lstStyle/>
          <a:p>
            <a:r>
              <a:rPr lang="en-US" dirty="0"/>
              <a:t>Timing Diagram of Counter</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ext Box 5">
            <a:extLst>
              <a:ext uri="{FF2B5EF4-FFF2-40B4-BE49-F238E27FC236}">
                <a16:creationId xmlns:a16="http://schemas.microsoft.com/office/drawing/2014/main" id="{5379C27A-C6DA-A219-7361-B6EC5B08EA3C}"/>
              </a:ext>
            </a:extLst>
          </p:cNvPr>
          <p:cNvSpPr txBox="1">
            <a:spLocks noChangeArrowheads="1"/>
          </p:cNvSpPr>
          <p:nvPr/>
        </p:nvSpPr>
        <p:spPr bwMode="auto">
          <a:xfrm>
            <a:off x="2035176" y="1295401"/>
            <a:ext cx="7794625"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000"/>
              <a:t>Design a circuit of 3-bit counter using  T flip-flops. </a:t>
            </a:r>
          </a:p>
          <a:p>
            <a:pPr eaLnBrk="1" hangingPunct="1"/>
            <a:r>
              <a:rPr lang="en-US" altLang="en-US" sz="2000"/>
              <a:t>Table of transitions of the counter</a:t>
            </a:r>
          </a:p>
        </p:txBody>
      </p:sp>
      <p:sp>
        <p:nvSpPr>
          <p:cNvPr id="18" name="Rectangle 4">
            <a:extLst>
              <a:ext uri="{FF2B5EF4-FFF2-40B4-BE49-F238E27FC236}">
                <a16:creationId xmlns:a16="http://schemas.microsoft.com/office/drawing/2014/main" id="{69F169A6-885F-4D57-A79B-74C662C10A40}"/>
              </a:ext>
            </a:extLst>
          </p:cNvPr>
          <p:cNvSpPr txBox="1">
            <a:spLocks noChangeArrowheads="1"/>
          </p:cNvSpPr>
          <p:nvPr/>
        </p:nvSpPr>
        <p:spPr bwMode="auto">
          <a:xfrm>
            <a:off x="1981200" y="277814"/>
            <a:ext cx="8229600" cy="1139825"/>
          </a:xfrm>
          <a:prstGeom prst="rect">
            <a:avLst/>
          </a:prstGeom>
          <a:noFill/>
          <a:ln w="9525">
            <a:noFill/>
            <a:miter lim="800000"/>
            <a:headEnd/>
            <a:tailEnd/>
          </a:ln>
        </p:spPr>
        <p:txBody>
          <a:bodyPr/>
          <a:lstStyle/>
          <a:p>
            <a:pPr eaLnBrk="1" hangingPunct="1">
              <a:defRPr/>
            </a:pPr>
            <a:endParaRPr lang="en-US" sz="3600" b="1" kern="0" dirty="0">
              <a:latin typeface="+mj-lt"/>
              <a:ea typeface="+mj-ea"/>
              <a:cs typeface="+mj-cs"/>
            </a:endParaRPr>
          </a:p>
        </p:txBody>
      </p:sp>
      <p:graphicFrame>
        <p:nvGraphicFramePr>
          <p:cNvPr id="2" name="Таблица 1">
            <a:extLst>
              <a:ext uri="{FF2B5EF4-FFF2-40B4-BE49-F238E27FC236}">
                <a16:creationId xmlns:a16="http://schemas.microsoft.com/office/drawing/2014/main" id="{64BEEF58-C5BA-4A12-9E23-B9083F9BFDAF}"/>
              </a:ext>
            </a:extLst>
          </p:cNvPr>
          <p:cNvGraphicFramePr>
            <a:graphicFrameLocks noGrp="1"/>
          </p:cNvGraphicFramePr>
          <p:nvPr>
            <p:extLst>
              <p:ext uri="{D42A27DB-BD31-4B8C-83A1-F6EECF244321}">
                <p14:modId xmlns:p14="http://schemas.microsoft.com/office/powerpoint/2010/main" val="2915901778"/>
              </p:ext>
            </p:extLst>
          </p:nvPr>
        </p:nvGraphicFramePr>
        <p:xfrm>
          <a:off x="1981200" y="2209801"/>
          <a:ext cx="2971800" cy="3565818"/>
        </p:xfrm>
        <a:graphic>
          <a:graphicData uri="http://schemas.openxmlformats.org/drawingml/2006/table">
            <a:tbl>
              <a:tblPr firstRow="1" bandRow="1">
                <a:tableStyleId>{5C22544A-7EE6-4342-B048-85BDC9FD1C3A}</a:tableStyleId>
              </a:tblPr>
              <a:tblGrid>
                <a:gridCol w="1485900">
                  <a:extLst>
                    <a:ext uri="{9D8B030D-6E8A-4147-A177-3AD203B41FA5}">
                      <a16:colId xmlns:a16="http://schemas.microsoft.com/office/drawing/2014/main" val="20000"/>
                    </a:ext>
                  </a:extLst>
                </a:gridCol>
                <a:gridCol w="1485900">
                  <a:extLst>
                    <a:ext uri="{9D8B030D-6E8A-4147-A177-3AD203B41FA5}">
                      <a16:colId xmlns:a16="http://schemas.microsoft.com/office/drawing/2014/main" val="20001"/>
                    </a:ext>
                  </a:extLst>
                </a:gridCol>
              </a:tblGrid>
              <a:tr h="39616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bg2"/>
                          </a:solidFill>
                          <a:effectLst/>
                          <a:latin typeface="Arial" pitchFamily="34" charset="0"/>
                          <a:cs typeface="Arial" pitchFamily="34" charset="0"/>
                        </a:rPr>
                        <a:t>q</a:t>
                      </a:r>
                      <a:r>
                        <a:rPr kumimoji="0" lang="en-US" sz="2000" b="0" i="0" u="none" strike="noStrike" cap="none" normalizeH="0" baseline="-25000" dirty="0">
                          <a:ln>
                            <a:noFill/>
                          </a:ln>
                          <a:solidFill>
                            <a:schemeClr val="bg2"/>
                          </a:solidFill>
                          <a:effectLst/>
                          <a:latin typeface="Arial" pitchFamily="34" charset="0"/>
                          <a:cs typeface="Arial" pitchFamily="34" charset="0"/>
                        </a:rPr>
                        <a:t>2</a:t>
                      </a:r>
                      <a:r>
                        <a:rPr kumimoji="0" lang="en-US" sz="2000" b="0" i="0" u="none" strike="noStrike" cap="none" normalizeH="0" baseline="0" dirty="0">
                          <a:ln>
                            <a:noFill/>
                          </a:ln>
                          <a:solidFill>
                            <a:schemeClr val="bg2"/>
                          </a:solidFill>
                          <a:effectLst/>
                          <a:latin typeface="Arial" pitchFamily="34" charset="0"/>
                          <a:cs typeface="Arial" pitchFamily="34" charset="0"/>
                        </a:rPr>
                        <a:t>q</a:t>
                      </a:r>
                      <a:r>
                        <a:rPr kumimoji="0" lang="en-US" sz="2000" b="0" i="0" u="none" strike="noStrike" cap="none" normalizeH="0" baseline="-25000" dirty="0">
                          <a:ln>
                            <a:noFill/>
                          </a:ln>
                          <a:solidFill>
                            <a:schemeClr val="bg2"/>
                          </a:solidFill>
                          <a:effectLst/>
                          <a:latin typeface="Arial" pitchFamily="34" charset="0"/>
                          <a:cs typeface="Arial" pitchFamily="34" charset="0"/>
                        </a:rPr>
                        <a:t>1</a:t>
                      </a:r>
                      <a:r>
                        <a:rPr kumimoji="0" lang="en-US" sz="2000" b="0" i="0" u="none" strike="noStrike" cap="none" normalizeH="0" baseline="0" dirty="0">
                          <a:ln>
                            <a:noFill/>
                          </a:ln>
                          <a:solidFill>
                            <a:schemeClr val="bg2"/>
                          </a:solidFill>
                          <a:effectLst/>
                          <a:latin typeface="Arial" pitchFamily="34" charset="0"/>
                          <a:cs typeface="Arial" pitchFamily="34" charset="0"/>
                        </a:rPr>
                        <a:t> q</a:t>
                      </a:r>
                      <a:r>
                        <a:rPr kumimoji="0" lang="en-US" sz="2000" b="0" i="0" u="none" strike="noStrike" cap="none" normalizeH="0" baseline="-25000" dirty="0">
                          <a:ln>
                            <a:noFill/>
                          </a:ln>
                          <a:solidFill>
                            <a:schemeClr val="bg2"/>
                          </a:solidFill>
                          <a:effectLst/>
                          <a:latin typeface="Arial" pitchFamily="34" charset="0"/>
                          <a:cs typeface="Arial" pitchFamily="34" charset="0"/>
                        </a:rPr>
                        <a:t>0</a:t>
                      </a:r>
                      <a:endParaRPr kumimoji="0" lang="en-US" sz="2000" b="0" i="0" u="none" strike="noStrike" cap="none" normalizeH="0" baseline="0" dirty="0">
                        <a:ln>
                          <a:noFill/>
                        </a:ln>
                        <a:solidFill>
                          <a:schemeClr val="bg2"/>
                        </a:solidFill>
                        <a:effectLst/>
                        <a:latin typeface="Arial" pitchFamily="34" charset="0"/>
                        <a:cs typeface="Arial" pitchFamily="34" charset="0"/>
                      </a:endParaRPr>
                    </a:p>
                  </a:txBody>
                  <a:tcPr marT="45701" marB="45701"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bg2"/>
                          </a:solidFill>
                          <a:effectLst/>
                          <a:latin typeface="Arial" pitchFamily="34" charset="0"/>
                          <a:cs typeface="Arial" pitchFamily="34" charset="0"/>
                        </a:rPr>
                        <a:t>t</a:t>
                      </a:r>
                      <a:r>
                        <a:rPr kumimoji="0" lang="en-US" sz="2000" b="0" i="0" u="none" strike="noStrike" cap="none" normalizeH="0" baseline="-25000" dirty="0">
                          <a:ln>
                            <a:noFill/>
                          </a:ln>
                          <a:solidFill>
                            <a:schemeClr val="bg2"/>
                          </a:solidFill>
                          <a:effectLst/>
                          <a:latin typeface="Arial" pitchFamily="34" charset="0"/>
                          <a:cs typeface="Arial" pitchFamily="34" charset="0"/>
                        </a:rPr>
                        <a:t>2</a:t>
                      </a:r>
                      <a:r>
                        <a:rPr kumimoji="0" lang="en-US" sz="2000" b="0" i="0" u="none" strike="noStrike" cap="none" normalizeH="0" baseline="0" dirty="0">
                          <a:ln>
                            <a:noFill/>
                          </a:ln>
                          <a:solidFill>
                            <a:schemeClr val="bg2"/>
                          </a:solidFill>
                          <a:effectLst/>
                          <a:latin typeface="Arial" pitchFamily="34" charset="0"/>
                          <a:cs typeface="Arial" pitchFamily="34" charset="0"/>
                        </a:rPr>
                        <a:t>  t</a:t>
                      </a:r>
                      <a:r>
                        <a:rPr kumimoji="0" lang="en-US" sz="2000" b="0" i="0" u="none" strike="noStrike" cap="none" normalizeH="0" baseline="-25000" dirty="0">
                          <a:ln>
                            <a:noFill/>
                          </a:ln>
                          <a:solidFill>
                            <a:schemeClr val="bg2"/>
                          </a:solidFill>
                          <a:effectLst/>
                          <a:latin typeface="Arial" pitchFamily="34" charset="0"/>
                          <a:cs typeface="Arial" pitchFamily="34" charset="0"/>
                        </a:rPr>
                        <a:t>1</a:t>
                      </a:r>
                      <a:r>
                        <a:rPr kumimoji="0" lang="en-US" sz="2000" b="0" i="0" u="none" strike="noStrike" cap="none" normalizeH="0" baseline="0" dirty="0">
                          <a:ln>
                            <a:noFill/>
                          </a:ln>
                          <a:solidFill>
                            <a:schemeClr val="bg2"/>
                          </a:solidFill>
                          <a:effectLst/>
                          <a:latin typeface="Arial" pitchFamily="34" charset="0"/>
                          <a:cs typeface="Arial" pitchFamily="34" charset="0"/>
                        </a:rPr>
                        <a:t>  t</a:t>
                      </a:r>
                      <a:r>
                        <a:rPr kumimoji="0" lang="en-US" sz="2000" b="0" i="0" u="none" strike="noStrike" cap="none" normalizeH="0" baseline="-25000" dirty="0">
                          <a:ln>
                            <a:noFill/>
                          </a:ln>
                          <a:solidFill>
                            <a:schemeClr val="bg2"/>
                          </a:solidFill>
                          <a:effectLst/>
                          <a:latin typeface="Arial" pitchFamily="34" charset="0"/>
                          <a:cs typeface="Arial" pitchFamily="34" charset="0"/>
                        </a:rPr>
                        <a:t>0</a:t>
                      </a:r>
                      <a:endParaRPr kumimoji="0" lang="en-US" sz="2000" b="0" i="0" u="none" strike="noStrike" cap="none" normalizeH="0" baseline="0" dirty="0">
                        <a:ln>
                          <a:noFill/>
                        </a:ln>
                        <a:solidFill>
                          <a:schemeClr val="bg2"/>
                        </a:solidFill>
                        <a:effectLst/>
                        <a:latin typeface="Arial" pitchFamily="34" charset="0"/>
                        <a:cs typeface="Arial" pitchFamily="34" charset="0"/>
                      </a:endParaRPr>
                    </a:p>
                  </a:txBody>
                  <a:tcPr marT="45701" marB="45701" horzOverflow="overflow"/>
                </a:tc>
                <a:extLst>
                  <a:ext uri="{0D108BD9-81ED-4DB2-BD59-A6C34878D82A}">
                    <a16:rowId xmlns:a16="http://schemas.microsoft.com/office/drawing/2014/main" val="10000"/>
                  </a:ext>
                </a:extLst>
              </a:tr>
              <a:tr h="39616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Arial" pitchFamily="34" charset="0"/>
                          <a:cs typeface="Arial" pitchFamily="34" charset="0"/>
                        </a:rPr>
                        <a:t>0   0   0</a:t>
                      </a:r>
                    </a:p>
                  </a:txBody>
                  <a:tcPr marT="45701" marB="45701"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Arial" pitchFamily="34" charset="0"/>
                          <a:cs typeface="Arial" pitchFamily="34" charset="0"/>
                        </a:rPr>
                        <a:t>1   1   1</a:t>
                      </a:r>
                    </a:p>
                  </a:txBody>
                  <a:tcPr marT="45701" marB="45701" horzOverflow="overflow"/>
                </a:tc>
                <a:extLst>
                  <a:ext uri="{0D108BD9-81ED-4DB2-BD59-A6C34878D82A}">
                    <a16:rowId xmlns:a16="http://schemas.microsoft.com/office/drawing/2014/main" val="10001"/>
                  </a:ext>
                </a:extLst>
              </a:tr>
              <a:tr h="39616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Arial" pitchFamily="34" charset="0"/>
                          <a:cs typeface="Arial" pitchFamily="34" charset="0"/>
                        </a:rPr>
                        <a:t>1   1   1</a:t>
                      </a:r>
                    </a:p>
                  </a:txBody>
                  <a:tcPr marT="45701" marB="45701"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Arial" pitchFamily="34" charset="0"/>
                          <a:cs typeface="Arial" pitchFamily="34" charset="0"/>
                        </a:rPr>
                        <a:t>0   0   1</a:t>
                      </a:r>
                    </a:p>
                  </a:txBody>
                  <a:tcPr marT="45701" marB="45701" horzOverflow="overflow"/>
                </a:tc>
                <a:extLst>
                  <a:ext uri="{0D108BD9-81ED-4DB2-BD59-A6C34878D82A}">
                    <a16:rowId xmlns:a16="http://schemas.microsoft.com/office/drawing/2014/main" val="10002"/>
                  </a:ext>
                </a:extLst>
              </a:tr>
              <a:tr h="39616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Arial" pitchFamily="34" charset="0"/>
                          <a:cs typeface="Arial" pitchFamily="34" charset="0"/>
                        </a:rPr>
                        <a:t>1   1   0</a:t>
                      </a:r>
                    </a:p>
                  </a:txBody>
                  <a:tcPr marT="45701" marB="45701"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Arial" pitchFamily="34" charset="0"/>
                          <a:cs typeface="Arial" pitchFamily="34" charset="0"/>
                        </a:rPr>
                        <a:t>0   1   1</a:t>
                      </a:r>
                    </a:p>
                  </a:txBody>
                  <a:tcPr marT="45701" marB="45701" horzOverflow="overflow"/>
                </a:tc>
                <a:extLst>
                  <a:ext uri="{0D108BD9-81ED-4DB2-BD59-A6C34878D82A}">
                    <a16:rowId xmlns:a16="http://schemas.microsoft.com/office/drawing/2014/main" val="10003"/>
                  </a:ext>
                </a:extLst>
              </a:tr>
              <a:tr h="39616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Arial" pitchFamily="34" charset="0"/>
                          <a:cs typeface="Arial" pitchFamily="34" charset="0"/>
                        </a:rPr>
                        <a:t>1   0   1</a:t>
                      </a:r>
                    </a:p>
                  </a:txBody>
                  <a:tcPr marT="45701" marB="45701"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Arial" pitchFamily="34" charset="0"/>
                          <a:cs typeface="Arial" pitchFamily="34" charset="0"/>
                        </a:rPr>
                        <a:t>0   0   1</a:t>
                      </a:r>
                    </a:p>
                  </a:txBody>
                  <a:tcPr marT="45701" marB="45701" horzOverflow="overflow"/>
                </a:tc>
                <a:extLst>
                  <a:ext uri="{0D108BD9-81ED-4DB2-BD59-A6C34878D82A}">
                    <a16:rowId xmlns:a16="http://schemas.microsoft.com/office/drawing/2014/main" val="10004"/>
                  </a:ext>
                </a:extLst>
              </a:tr>
              <a:tr h="39616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pitchFamily="34" charset="0"/>
                          <a:cs typeface="Arial" pitchFamily="34" charset="0"/>
                        </a:rPr>
                        <a:t>1   0   0</a:t>
                      </a:r>
                    </a:p>
                  </a:txBody>
                  <a:tcPr marT="45701" marB="45701"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Arial" pitchFamily="34" charset="0"/>
                          <a:cs typeface="Arial" pitchFamily="34" charset="0"/>
                        </a:rPr>
                        <a:t>1   1   1</a:t>
                      </a:r>
                    </a:p>
                  </a:txBody>
                  <a:tcPr marT="45701" marB="45701" horzOverflow="overflow"/>
                </a:tc>
                <a:extLst>
                  <a:ext uri="{0D108BD9-81ED-4DB2-BD59-A6C34878D82A}">
                    <a16:rowId xmlns:a16="http://schemas.microsoft.com/office/drawing/2014/main" val="10005"/>
                  </a:ext>
                </a:extLst>
              </a:tr>
              <a:tr h="39616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Arial" pitchFamily="34" charset="0"/>
                          <a:cs typeface="Arial" pitchFamily="34" charset="0"/>
                        </a:rPr>
                        <a:t>0   1   1</a:t>
                      </a:r>
                    </a:p>
                  </a:txBody>
                  <a:tcPr marT="45701" marB="45701"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Arial" pitchFamily="34" charset="0"/>
                          <a:cs typeface="Arial" pitchFamily="34" charset="0"/>
                        </a:rPr>
                        <a:t>0   0   1</a:t>
                      </a:r>
                    </a:p>
                  </a:txBody>
                  <a:tcPr marT="45701" marB="45701" horzOverflow="overflow"/>
                </a:tc>
                <a:extLst>
                  <a:ext uri="{0D108BD9-81ED-4DB2-BD59-A6C34878D82A}">
                    <a16:rowId xmlns:a16="http://schemas.microsoft.com/office/drawing/2014/main" val="10006"/>
                  </a:ext>
                </a:extLst>
              </a:tr>
              <a:tr h="39616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Arial" pitchFamily="34" charset="0"/>
                          <a:cs typeface="Arial" pitchFamily="34" charset="0"/>
                        </a:rPr>
                        <a:t>0   1   0</a:t>
                      </a:r>
                    </a:p>
                  </a:txBody>
                  <a:tcPr marT="45701" marB="45701"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Arial" pitchFamily="34" charset="0"/>
                          <a:cs typeface="Arial" pitchFamily="34" charset="0"/>
                        </a:rPr>
                        <a:t>0   1   1</a:t>
                      </a:r>
                    </a:p>
                  </a:txBody>
                  <a:tcPr marT="45701" marB="45701" horzOverflow="overflow"/>
                </a:tc>
                <a:extLst>
                  <a:ext uri="{0D108BD9-81ED-4DB2-BD59-A6C34878D82A}">
                    <a16:rowId xmlns:a16="http://schemas.microsoft.com/office/drawing/2014/main" val="10007"/>
                  </a:ext>
                </a:extLst>
              </a:tr>
              <a:tr h="39616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Arial" pitchFamily="34" charset="0"/>
                          <a:cs typeface="Arial" pitchFamily="34" charset="0"/>
                        </a:rPr>
                        <a:t>0   0   1</a:t>
                      </a:r>
                    </a:p>
                  </a:txBody>
                  <a:tcPr marT="45701" marB="45701"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Arial" pitchFamily="34" charset="0"/>
                          <a:cs typeface="Arial" pitchFamily="34" charset="0"/>
                        </a:rPr>
                        <a:t>0   0   1</a:t>
                      </a:r>
                    </a:p>
                  </a:txBody>
                  <a:tcPr marT="45701" marB="45701" horzOverflow="overflow"/>
                </a:tc>
                <a:extLst>
                  <a:ext uri="{0D108BD9-81ED-4DB2-BD59-A6C34878D82A}">
                    <a16:rowId xmlns:a16="http://schemas.microsoft.com/office/drawing/2014/main" val="10008"/>
                  </a:ext>
                </a:extLst>
              </a:tr>
            </a:tbl>
          </a:graphicData>
        </a:graphic>
      </p:graphicFrame>
      <p:graphicFrame>
        <p:nvGraphicFramePr>
          <p:cNvPr id="17465" name="Group 57">
            <a:extLst>
              <a:ext uri="{FF2B5EF4-FFF2-40B4-BE49-F238E27FC236}">
                <a16:creationId xmlns:a16="http://schemas.microsoft.com/office/drawing/2014/main" id="{F799B94D-EF32-420C-840C-5CC7206A387B}"/>
              </a:ext>
            </a:extLst>
          </p:cNvPr>
          <p:cNvGraphicFramePr>
            <a:graphicFrameLocks noGrp="1"/>
          </p:cNvGraphicFramePr>
          <p:nvPr>
            <p:extLst>
              <p:ext uri="{D42A27DB-BD31-4B8C-83A1-F6EECF244321}">
                <p14:modId xmlns:p14="http://schemas.microsoft.com/office/powerpoint/2010/main" val="919723452"/>
              </p:ext>
            </p:extLst>
          </p:nvPr>
        </p:nvGraphicFramePr>
        <p:xfrm>
          <a:off x="5334000" y="3581400"/>
          <a:ext cx="3048000" cy="1981200"/>
        </p:xfrm>
        <a:graphic>
          <a:graphicData uri="http://schemas.openxmlformats.org/drawingml/2006/table">
            <a:tbl>
              <a:tblPr/>
              <a:tblGrid>
                <a:gridCol w="1524000">
                  <a:extLst>
                    <a:ext uri="{9D8B030D-6E8A-4147-A177-3AD203B41FA5}">
                      <a16:colId xmlns:a16="http://schemas.microsoft.com/office/drawing/2014/main" val="20000"/>
                    </a:ext>
                  </a:extLst>
                </a:gridCol>
                <a:gridCol w="1524000">
                  <a:extLst>
                    <a:ext uri="{9D8B030D-6E8A-4147-A177-3AD203B41FA5}">
                      <a16:colId xmlns:a16="http://schemas.microsoft.com/office/drawing/2014/main" val="20001"/>
                    </a:ext>
                  </a:extLst>
                </a:gridCol>
              </a:tblGrid>
              <a:tr h="3714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dirty="0">
                          <a:ln>
                            <a:noFill/>
                          </a:ln>
                          <a:solidFill>
                            <a:schemeClr val="bg2"/>
                          </a:solidFill>
                          <a:effectLst/>
                          <a:latin typeface="Arial" pitchFamily="34" charset="0"/>
                          <a:cs typeface="Arial" pitchFamily="34" charset="0"/>
                        </a:rPr>
                        <a:t>Transition</a:t>
                      </a:r>
                      <a:endParaRPr kumimoji="0" lang="ru-RU" sz="2000" b="0" i="0" u="none" strike="noStrike" cap="none" normalizeH="0" baseline="0" dirty="0">
                        <a:ln>
                          <a:noFill/>
                        </a:ln>
                        <a:solidFill>
                          <a:schemeClr val="bg2"/>
                        </a:solidFill>
                        <a:effectLst/>
                        <a:latin typeface="Arial" pitchFamily="34" charset="0"/>
                        <a:cs typeface="Arial"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dirty="0">
                          <a:ln>
                            <a:noFill/>
                          </a:ln>
                          <a:solidFill>
                            <a:schemeClr val="bg2"/>
                          </a:solidFill>
                          <a:effectLst/>
                          <a:latin typeface="Arial" pitchFamily="34" charset="0"/>
                          <a:cs typeface="Arial" pitchFamily="34" charset="0"/>
                        </a:rPr>
                        <a:t>T</a:t>
                      </a:r>
                      <a:endParaRPr kumimoji="0" lang="ru-RU" sz="2000" b="0" i="0" u="none" strike="noStrike" cap="none" normalizeH="0" baseline="0" dirty="0">
                        <a:ln>
                          <a:noFill/>
                        </a:ln>
                        <a:solidFill>
                          <a:schemeClr val="bg2"/>
                        </a:solidFill>
                        <a:effectLst/>
                        <a:latin typeface="Arial" pitchFamily="34" charset="0"/>
                        <a:cs typeface="Arial"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3714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a:ln>
                            <a:noFill/>
                          </a:ln>
                          <a:solidFill>
                            <a:schemeClr val="tx1"/>
                          </a:solidFill>
                          <a:effectLst/>
                          <a:latin typeface="Arial" pitchFamily="34" charset="0"/>
                          <a:cs typeface="Arial" pitchFamily="34" charset="0"/>
                          <a:sym typeface="Symbol" pitchFamily="18" charset="2"/>
                        </a:rPr>
                        <a:t>0  0</a:t>
                      </a:r>
                      <a:endParaRPr kumimoji="0" lang="en-US" sz="2000" b="0" i="0" u="none" strike="noStrike" cap="none" normalizeH="0" baseline="0">
                        <a:ln>
                          <a:noFill/>
                        </a:ln>
                        <a:solidFill>
                          <a:schemeClr val="tx1"/>
                        </a:solidFill>
                        <a:effectLst/>
                        <a:latin typeface="Arial" pitchFamily="34" charset="0"/>
                        <a:cs typeface="Arial"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CDECB"/>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a:ln>
                            <a:noFill/>
                          </a:ln>
                          <a:solidFill>
                            <a:schemeClr val="tx1"/>
                          </a:solidFill>
                          <a:effectLst/>
                          <a:latin typeface="Arial" pitchFamily="34" charset="0"/>
                          <a:cs typeface="Arial" pitchFamily="34" charset="0"/>
                        </a:rPr>
                        <a:t>0</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CDECB"/>
                    </a:solidFill>
                  </a:tcPr>
                </a:tc>
                <a:extLst>
                  <a:ext uri="{0D108BD9-81ED-4DB2-BD59-A6C34878D82A}">
                    <a16:rowId xmlns:a16="http://schemas.microsoft.com/office/drawing/2014/main" val="10001"/>
                  </a:ext>
                </a:extLst>
              </a:tr>
              <a:tr h="3714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a:ln>
                            <a:noFill/>
                          </a:ln>
                          <a:solidFill>
                            <a:schemeClr val="tx1"/>
                          </a:solidFill>
                          <a:effectLst/>
                          <a:latin typeface="Arial" pitchFamily="34" charset="0"/>
                          <a:cs typeface="Arial" pitchFamily="34" charset="0"/>
                          <a:sym typeface="Symbol" pitchFamily="18" charset="2"/>
                        </a:rPr>
                        <a:t>0  1</a:t>
                      </a:r>
                      <a:endParaRPr kumimoji="0" lang="en-US" sz="2000" b="0" i="0" u="none" strike="noStrike" cap="none" normalizeH="0" baseline="0">
                        <a:ln>
                          <a:noFill/>
                        </a:ln>
                        <a:solidFill>
                          <a:schemeClr val="tx1"/>
                        </a:solidFill>
                        <a:effectLst/>
                        <a:latin typeface="Arial" pitchFamily="34" charset="0"/>
                        <a:cs typeface="Arial"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EFE7"/>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a:ln>
                            <a:noFill/>
                          </a:ln>
                          <a:solidFill>
                            <a:schemeClr val="tx1"/>
                          </a:solidFill>
                          <a:effectLst/>
                          <a:latin typeface="Arial" pitchFamily="34" charset="0"/>
                          <a:cs typeface="Arial" pitchFamily="34" charset="0"/>
                        </a:rPr>
                        <a:t>1</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EFE7"/>
                    </a:solidFill>
                  </a:tcPr>
                </a:tc>
                <a:extLst>
                  <a:ext uri="{0D108BD9-81ED-4DB2-BD59-A6C34878D82A}">
                    <a16:rowId xmlns:a16="http://schemas.microsoft.com/office/drawing/2014/main" val="10002"/>
                  </a:ext>
                </a:extLst>
              </a:tr>
              <a:tr h="3714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a:ln>
                            <a:noFill/>
                          </a:ln>
                          <a:solidFill>
                            <a:schemeClr val="tx1"/>
                          </a:solidFill>
                          <a:effectLst/>
                          <a:latin typeface="Arial" pitchFamily="34" charset="0"/>
                          <a:cs typeface="Arial" pitchFamily="34" charset="0"/>
                          <a:sym typeface="Symbol" pitchFamily="18" charset="2"/>
                        </a:rPr>
                        <a:t>1  0</a:t>
                      </a:r>
                      <a:endParaRPr kumimoji="0" lang="en-US" sz="2000" b="0" i="0" u="none" strike="noStrike" cap="none" normalizeH="0" baseline="0">
                        <a:ln>
                          <a:noFill/>
                        </a:ln>
                        <a:solidFill>
                          <a:schemeClr val="tx1"/>
                        </a:solidFill>
                        <a:effectLst/>
                        <a:latin typeface="Arial" pitchFamily="34" charset="0"/>
                        <a:cs typeface="Arial"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CDECB"/>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dirty="0">
                          <a:ln>
                            <a:noFill/>
                          </a:ln>
                          <a:solidFill>
                            <a:schemeClr val="tx1"/>
                          </a:solidFill>
                          <a:effectLst/>
                          <a:latin typeface="Arial" pitchFamily="34" charset="0"/>
                          <a:cs typeface="Arial" pitchFamily="34" charset="0"/>
                        </a:rPr>
                        <a:t>1</a:t>
                      </a:r>
                      <a:endParaRPr kumimoji="0" lang="ru-RU" sz="2000" b="0" i="0" u="none" strike="noStrike" cap="none" normalizeH="0" baseline="0" dirty="0">
                        <a:ln>
                          <a:noFill/>
                        </a:ln>
                        <a:solidFill>
                          <a:schemeClr val="tx1"/>
                        </a:solidFill>
                        <a:effectLst/>
                        <a:latin typeface="Arial" pitchFamily="34" charset="0"/>
                        <a:cs typeface="Arial"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CDECB"/>
                    </a:solidFill>
                  </a:tcPr>
                </a:tc>
                <a:extLst>
                  <a:ext uri="{0D108BD9-81ED-4DB2-BD59-A6C34878D82A}">
                    <a16:rowId xmlns:a16="http://schemas.microsoft.com/office/drawing/2014/main" val="10003"/>
                  </a:ext>
                </a:extLst>
              </a:tr>
              <a:tr h="3714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a:ln>
                            <a:noFill/>
                          </a:ln>
                          <a:solidFill>
                            <a:schemeClr val="tx1"/>
                          </a:solidFill>
                          <a:effectLst/>
                          <a:latin typeface="Arial" pitchFamily="34" charset="0"/>
                          <a:cs typeface="Arial" pitchFamily="34" charset="0"/>
                          <a:sym typeface="Symbol" pitchFamily="18" charset="2"/>
                        </a:rPr>
                        <a:t>1  1</a:t>
                      </a:r>
                      <a:endParaRPr kumimoji="0" lang="en-US" sz="2000" b="0" i="0" u="none" strike="noStrike" cap="none" normalizeH="0" baseline="0">
                        <a:ln>
                          <a:noFill/>
                        </a:ln>
                        <a:solidFill>
                          <a:schemeClr val="tx1"/>
                        </a:solidFill>
                        <a:effectLst/>
                        <a:latin typeface="Arial" pitchFamily="34" charset="0"/>
                        <a:cs typeface="Arial"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EFE7"/>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dirty="0">
                          <a:ln>
                            <a:noFill/>
                          </a:ln>
                          <a:solidFill>
                            <a:schemeClr val="tx1"/>
                          </a:solidFill>
                          <a:effectLst/>
                          <a:latin typeface="Arial" pitchFamily="34" charset="0"/>
                          <a:cs typeface="Arial" pitchFamily="34" charset="0"/>
                        </a:rPr>
                        <a:t>0</a:t>
                      </a:r>
                      <a:endParaRPr kumimoji="0" lang="ru-RU" sz="2000" b="0" i="0" u="none" strike="noStrike" cap="none" normalizeH="0" baseline="0" dirty="0">
                        <a:ln>
                          <a:noFill/>
                        </a:ln>
                        <a:solidFill>
                          <a:schemeClr val="tx1"/>
                        </a:solidFill>
                        <a:effectLst/>
                        <a:latin typeface="Arial" pitchFamily="34" charset="0"/>
                        <a:cs typeface="Arial"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EFE7"/>
                    </a:solidFill>
                  </a:tcPr>
                </a:tc>
                <a:extLst>
                  <a:ext uri="{0D108BD9-81ED-4DB2-BD59-A6C34878D82A}">
                    <a16:rowId xmlns:a16="http://schemas.microsoft.com/office/drawing/2014/main" val="10004"/>
                  </a:ext>
                </a:extLst>
              </a:tr>
            </a:tbl>
          </a:graphicData>
        </a:graphic>
      </p:graphicFrame>
      <p:grpSp>
        <p:nvGrpSpPr>
          <p:cNvPr id="29752" name="Group 26">
            <a:extLst>
              <a:ext uri="{FF2B5EF4-FFF2-40B4-BE49-F238E27FC236}">
                <a16:creationId xmlns:a16="http://schemas.microsoft.com/office/drawing/2014/main" id="{FCD7BC96-9531-9EE6-A0C2-9B7C0D048975}"/>
              </a:ext>
            </a:extLst>
          </p:cNvPr>
          <p:cNvGrpSpPr>
            <a:grpSpLocks/>
          </p:cNvGrpSpPr>
          <p:nvPr/>
        </p:nvGrpSpPr>
        <p:grpSpPr bwMode="auto">
          <a:xfrm>
            <a:off x="5511800" y="2125664"/>
            <a:ext cx="3327400" cy="1209675"/>
            <a:chOff x="3987798" y="2125133"/>
            <a:chExt cx="3251202" cy="1210736"/>
          </a:xfrm>
          <a:solidFill>
            <a:schemeClr val="accent1">
              <a:lumMod val="60000"/>
              <a:lumOff val="40000"/>
            </a:schemeClr>
          </a:solidFill>
        </p:grpSpPr>
        <p:sp>
          <p:nvSpPr>
            <p:cNvPr id="29753" name="Oval 2">
              <a:extLst>
                <a:ext uri="{FF2B5EF4-FFF2-40B4-BE49-F238E27FC236}">
                  <a16:creationId xmlns:a16="http://schemas.microsoft.com/office/drawing/2014/main" id="{E7336A7F-503A-190A-703B-EC803823455A}"/>
                </a:ext>
              </a:extLst>
            </p:cNvPr>
            <p:cNvSpPr>
              <a:spLocks noChangeArrowheads="1"/>
            </p:cNvSpPr>
            <p:nvPr/>
          </p:nvSpPr>
          <p:spPr bwMode="auto">
            <a:xfrm>
              <a:off x="3987798" y="2133600"/>
              <a:ext cx="457200" cy="457200"/>
            </a:xfrm>
            <a:prstGeom prst="ellipse">
              <a:avLst/>
            </a:prstGeom>
            <a:grpFill/>
            <a:ln w="9525" algn="ctr">
              <a:solidFill>
                <a:schemeClr val="tx1"/>
              </a:solidFill>
              <a:round/>
              <a:headEnd/>
              <a:tailEnd/>
            </a:ln>
          </p:spPr>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solidFill>
                    <a:srgbClr val="0000FF"/>
                  </a:solidFill>
                </a:rPr>
                <a:t>0</a:t>
              </a:r>
            </a:p>
          </p:txBody>
        </p:sp>
        <p:sp>
          <p:nvSpPr>
            <p:cNvPr id="29754" name="Oval 6">
              <a:extLst>
                <a:ext uri="{FF2B5EF4-FFF2-40B4-BE49-F238E27FC236}">
                  <a16:creationId xmlns:a16="http://schemas.microsoft.com/office/drawing/2014/main" id="{1B914BD9-0436-1F31-7D67-86BD738297B0}"/>
                </a:ext>
              </a:extLst>
            </p:cNvPr>
            <p:cNvSpPr>
              <a:spLocks noChangeArrowheads="1"/>
            </p:cNvSpPr>
            <p:nvPr/>
          </p:nvSpPr>
          <p:spPr bwMode="auto">
            <a:xfrm>
              <a:off x="5825074" y="2133600"/>
              <a:ext cx="457200" cy="457200"/>
            </a:xfrm>
            <a:prstGeom prst="ellipse">
              <a:avLst/>
            </a:prstGeom>
            <a:grpFill/>
            <a:ln w="9525" algn="ctr">
              <a:solidFill>
                <a:schemeClr val="tx1"/>
              </a:solidFill>
              <a:round/>
              <a:headEnd/>
              <a:tailEnd/>
            </a:ln>
          </p:spPr>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solidFill>
                    <a:srgbClr val="0000FF"/>
                  </a:solidFill>
                </a:rPr>
                <a:t>6</a:t>
              </a:r>
            </a:p>
          </p:txBody>
        </p:sp>
        <p:sp>
          <p:nvSpPr>
            <p:cNvPr id="29755" name="Oval 7">
              <a:extLst>
                <a:ext uri="{FF2B5EF4-FFF2-40B4-BE49-F238E27FC236}">
                  <a16:creationId xmlns:a16="http://schemas.microsoft.com/office/drawing/2014/main" id="{85C4CBC3-6EA2-2C0C-2988-CD01047B0DC1}"/>
                </a:ext>
              </a:extLst>
            </p:cNvPr>
            <p:cNvSpPr>
              <a:spLocks noChangeArrowheads="1"/>
            </p:cNvSpPr>
            <p:nvPr/>
          </p:nvSpPr>
          <p:spPr bwMode="auto">
            <a:xfrm>
              <a:off x="4910665" y="2133600"/>
              <a:ext cx="457200" cy="457200"/>
            </a:xfrm>
            <a:prstGeom prst="ellipse">
              <a:avLst/>
            </a:prstGeom>
            <a:grpFill/>
            <a:ln w="9525" algn="ctr">
              <a:solidFill>
                <a:schemeClr val="tx1"/>
              </a:solidFill>
              <a:round/>
              <a:headEnd/>
              <a:tailEnd/>
            </a:ln>
          </p:spPr>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solidFill>
                    <a:srgbClr val="0000FF"/>
                  </a:solidFill>
                </a:rPr>
                <a:t>7</a:t>
              </a:r>
            </a:p>
          </p:txBody>
        </p:sp>
        <p:sp>
          <p:nvSpPr>
            <p:cNvPr id="29756" name="Oval 9">
              <a:extLst>
                <a:ext uri="{FF2B5EF4-FFF2-40B4-BE49-F238E27FC236}">
                  <a16:creationId xmlns:a16="http://schemas.microsoft.com/office/drawing/2014/main" id="{7CAD3DE4-B423-CB55-BCC3-868C01E0AA03}"/>
                </a:ext>
              </a:extLst>
            </p:cNvPr>
            <p:cNvSpPr>
              <a:spLocks noChangeArrowheads="1"/>
            </p:cNvSpPr>
            <p:nvPr/>
          </p:nvSpPr>
          <p:spPr bwMode="auto">
            <a:xfrm>
              <a:off x="6731016" y="2125133"/>
              <a:ext cx="457200" cy="457200"/>
            </a:xfrm>
            <a:prstGeom prst="ellipse">
              <a:avLst/>
            </a:prstGeom>
            <a:grpFill/>
            <a:ln w="9525" algn="ctr">
              <a:solidFill>
                <a:schemeClr val="tx1"/>
              </a:solidFill>
              <a:round/>
              <a:headEnd/>
              <a:tailEnd/>
            </a:ln>
          </p:spPr>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solidFill>
                    <a:srgbClr val="0000FF"/>
                  </a:solidFill>
                </a:rPr>
                <a:t>5</a:t>
              </a:r>
            </a:p>
          </p:txBody>
        </p:sp>
        <p:cxnSp>
          <p:nvCxnSpPr>
            <p:cNvPr id="29757" name="Straight Arrow Connector 4">
              <a:extLst>
                <a:ext uri="{FF2B5EF4-FFF2-40B4-BE49-F238E27FC236}">
                  <a16:creationId xmlns:a16="http://schemas.microsoft.com/office/drawing/2014/main" id="{B557913C-5224-CBB3-FEFE-92E7316C4C9D}"/>
                </a:ext>
              </a:extLst>
            </p:cNvPr>
            <p:cNvCxnSpPr>
              <a:cxnSpLocks noChangeShapeType="1"/>
            </p:cNvCxnSpPr>
            <p:nvPr/>
          </p:nvCxnSpPr>
          <p:spPr bwMode="auto">
            <a:xfrm>
              <a:off x="4428064" y="2362200"/>
              <a:ext cx="508002" cy="0"/>
            </a:xfrm>
            <a:prstGeom prst="straightConnector1">
              <a:avLst/>
            </a:prstGeom>
            <a:grpFill/>
            <a:ln w="9525" algn="ctr">
              <a:solidFill>
                <a:schemeClr val="tx1"/>
              </a:solidFill>
              <a:round/>
              <a:headEnd/>
              <a:tailEnd type="triangle" w="med" len="med"/>
            </a:ln>
          </p:spPr>
        </p:cxnSp>
        <p:cxnSp>
          <p:nvCxnSpPr>
            <p:cNvPr id="29758" name="Straight Arrow Connector 16">
              <a:extLst>
                <a:ext uri="{FF2B5EF4-FFF2-40B4-BE49-F238E27FC236}">
                  <a16:creationId xmlns:a16="http://schemas.microsoft.com/office/drawing/2014/main" id="{1108A1D1-30B5-8BC8-99A6-3CD4F59A404E}"/>
                </a:ext>
              </a:extLst>
            </p:cNvPr>
            <p:cNvCxnSpPr>
              <a:cxnSpLocks noChangeShapeType="1"/>
            </p:cNvCxnSpPr>
            <p:nvPr/>
          </p:nvCxnSpPr>
          <p:spPr bwMode="auto">
            <a:xfrm>
              <a:off x="5350933" y="2370667"/>
              <a:ext cx="457200" cy="0"/>
            </a:xfrm>
            <a:prstGeom prst="straightConnector1">
              <a:avLst/>
            </a:prstGeom>
            <a:grpFill/>
            <a:ln w="9525" algn="ctr">
              <a:solidFill>
                <a:schemeClr val="tx1"/>
              </a:solidFill>
              <a:round/>
              <a:headEnd/>
              <a:tailEnd type="triangle" w="med" len="med"/>
            </a:ln>
          </p:spPr>
        </p:cxnSp>
        <p:cxnSp>
          <p:nvCxnSpPr>
            <p:cNvPr id="29759" name="Straight Arrow Connector 18">
              <a:extLst>
                <a:ext uri="{FF2B5EF4-FFF2-40B4-BE49-F238E27FC236}">
                  <a16:creationId xmlns:a16="http://schemas.microsoft.com/office/drawing/2014/main" id="{4D8BB69E-C3BF-4011-38E1-635338EBE94E}"/>
                </a:ext>
              </a:extLst>
            </p:cNvPr>
            <p:cNvCxnSpPr>
              <a:cxnSpLocks noChangeShapeType="1"/>
            </p:cNvCxnSpPr>
            <p:nvPr/>
          </p:nvCxnSpPr>
          <p:spPr bwMode="auto">
            <a:xfrm>
              <a:off x="6282274" y="2353733"/>
              <a:ext cx="457200" cy="0"/>
            </a:xfrm>
            <a:prstGeom prst="straightConnector1">
              <a:avLst/>
            </a:prstGeom>
            <a:grpFill/>
            <a:ln w="9525" algn="ctr">
              <a:solidFill>
                <a:schemeClr val="tx1"/>
              </a:solidFill>
              <a:round/>
              <a:headEnd/>
              <a:tailEnd type="triangle" w="med" len="med"/>
            </a:ln>
          </p:spPr>
        </p:cxnSp>
        <p:sp>
          <p:nvSpPr>
            <p:cNvPr id="29760" name="Oval 19">
              <a:extLst>
                <a:ext uri="{FF2B5EF4-FFF2-40B4-BE49-F238E27FC236}">
                  <a16:creationId xmlns:a16="http://schemas.microsoft.com/office/drawing/2014/main" id="{1CA1F761-693B-0B93-B872-6E0C71BF751E}"/>
                </a:ext>
              </a:extLst>
            </p:cNvPr>
            <p:cNvSpPr>
              <a:spLocks noChangeArrowheads="1"/>
            </p:cNvSpPr>
            <p:nvPr/>
          </p:nvSpPr>
          <p:spPr bwMode="auto">
            <a:xfrm>
              <a:off x="5875858" y="2878669"/>
              <a:ext cx="457200" cy="457200"/>
            </a:xfrm>
            <a:prstGeom prst="ellipse">
              <a:avLst/>
            </a:prstGeom>
            <a:grpFill/>
            <a:ln w="9525" algn="ctr">
              <a:solidFill>
                <a:schemeClr val="tx1"/>
              </a:solidFill>
              <a:round/>
              <a:headEnd/>
              <a:tailEnd/>
            </a:ln>
          </p:spPr>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solidFill>
                    <a:srgbClr val="0000FF"/>
                  </a:solidFill>
                </a:rPr>
                <a:t>3</a:t>
              </a:r>
            </a:p>
          </p:txBody>
        </p:sp>
        <p:sp>
          <p:nvSpPr>
            <p:cNvPr id="29761" name="Oval 20">
              <a:extLst>
                <a:ext uri="{FF2B5EF4-FFF2-40B4-BE49-F238E27FC236}">
                  <a16:creationId xmlns:a16="http://schemas.microsoft.com/office/drawing/2014/main" id="{13C3F027-BD08-20D7-4D44-61FD519AF52B}"/>
                </a:ext>
              </a:extLst>
            </p:cNvPr>
            <p:cNvSpPr>
              <a:spLocks noChangeArrowheads="1"/>
            </p:cNvSpPr>
            <p:nvPr/>
          </p:nvSpPr>
          <p:spPr bwMode="auto">
            <a:xfrm>
              <a:off x="4961449" y="2878669"/>
              <a:ext cx="457200" cy="457200"/>
            </a:xfrm>
            <a:prstGeom prst="ellipse">
              <a:avLst/>
            </a:prstGeom>
            <a:grpFill/>
            <a:ln w="9525" algn="ctr">
              <a:solidFill>
                <a:schemeClr val="tx1"/>
              </a:solidFill>
              <a:round/>
              <a:headEnd/>
              <a:tailEnd/>
            </a:ln>
          </p:spPr>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solidFill>
                    <a:srgbClr val="0000FF"/>
                  </a:solidFill>
                </a:rPr>
                <a:t>2</a:t>
              </a:r>
            </a:p>
          </p:txBody>
        </p:sp>
        <p:sp>
          <p:nvSpPr>
            <p:cNvPr id="29762" name="Oval 21">
              <a:extLst>
                <a:ext uri="{FF2B5EF4-FFF2-40B4-BE49-F238E27FC236}">
                  <a16:creationId xmlns:a16="http://schemas.microsoft.com/office/drawing/2014/main" id="{69B3F249-C394-7DBF-DF22-846B75C6DCB4}"/>
                </a:ext>
              </a:extLst>
            </p:cNvPr>
            <p:cNvSpPr>
              <a:spLocks noChangeArrowheads="1"/>
            </p:cNvSpPr>
            <p:nvPr/>
          </p:nvSpPr>
          <p:spPr bwMode="auto">
            <a:xfrm>
              <a:off x="6781800" y="2870202"/>
              <a:ext cx="457200" cy="457200"/>
            </a:xfrm>
            <a:prstGeom prst="ellipse">
              <a:avLst/>
            </a:prstGeom>
            <a:grpFill/>
            <a:ln w="9525" algn="ctr">
              <a:solidFill>
                <a:schemeClr val="tx1"/>
              </a:solidFill>
              <a:round/>
              <a:headEnd/>
              <a:tailEnd/>
            </a:ln>
          </p:spPr>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solidFill>
                    <a:srgbClr val="0000FF"/>
                  </a:solidFill>
                </a:rPr>
                <a:t>4</a:t>
              </a:r>
            </a:p>
          </p:txBody>
        </p:sp>
        <p:cxnSp>
          <p:nvCxnSpPr>
            <p:cNvPr id="29763" name="Straight Arrow Connector 22">
              <a:extLst>
                <a:ext uri="{FF2B5EF4-FFF2-40B4-BE49-F238E27FC236}">
                  <a16:creationId xmlns:a16="http://schemas.microsoft.com/office/drawing/2014/main" id="{A948E99C-1B1B-0CE9-E61E-11FA33A22DE8}"/>
                </a:ext>
              </a:extLst>
            </p:cNvPr>
            <p:cNvCxnSpPr>
              <a:cxnSpLocks noChangeShapeType="1"/>
            </p:cNvCxnSpPr>
            <p:nvPr/>
          </p:nvCxnSpPr>
          <p:spPr bwMode="auto">
            <a:xfrm>
              <a:off x="4478848" y="3107269"/>
              <a:ext cx="508002" cy="0"/>
            </a:xfrm>
            <a:prstGeom prst="straightConnector1">
              <a:avLst/>
            </a:prstGeom>
            <a:grpFill/>
            <a:ln w="9525" algn="ctr">
              <a:solidFill>
                <a:schemeClr val="tx1"/>
              </a:solidFill>
              <a:round/>
              <a:headEnd type="triangle" w="med" len="med"/>
              <a:tailEnd/>
            </a:ln>
          </p:spPr>
        </p:cxnSp>
        <p:cxnSp>
          <p:nvCxnSpPr>
            <p:cNvPr id="29764" name="Straight Arrow Connector 23">
              <a:extLst>
                <a:ext uri="{FF2B5EF4-FFF2-40B4-BE49-F238E27FC236}">
                  <a16:creationId xmlns:a16="http://schemas.microsoft.com/office/drawing/2014/main" id="{3AAB40BB-A369-6F0D-127A-7F61F468A353}"/>
                </a:ext>
              </a:extLst>
            </p:cNvPr>
            <p:cNvCxnSpPr>
              <a:cxnSpLocks noChangeShapeType="1"/>
            </p:cNvCxnSpPr>
            <p:nvPr/>
          </p:nvCxnSpPr>
          <p:spPr bwMode="auto">
            <a:xfrm>
              <a:off x="5401717" y="3115736"/>
              <a:ext cx="457200" cy="0"/>
            </a:xfrm>
            <a:prstGeom prst="straightConnector1">
              <a:avLst/>
            </a:prstGeom>
            <a:grpFill/>
            <a:ln w="9525" algn="ctr">
              <a:solidFill>
                <a:schemeClr val="tx1"/>
              </a:solidFill>
              <a:round/>
              <a:headEnd type="triangle" w="med" len="med"/>
              <a:tailEnd/>
            </a:ln>
          </p:spPr>
        </p:cxnSp>
        <p:cxnSp>
          <p:nvCxnSpPr>
            <p:cNvPr id="29765" name="Straight Arrow Connector 24">
              <a:extLst>
                <a:ext uri="{FF2B5EF4-FFF2-40B4-BE49-F238E27FC236}">
                  <a16:creationId xmlns:a16="http://schemas.microsoft.com/office/drawing/2014/main" id="{C1BEB0BF-C88B-4510-772E-DC7C6B7DF8AD}"/>
                </a:ext>
              </a:extLst>
            </p:cNvPr>
            <p:cNvCxnSpPr>
              <a:cxnSpLocks noChangeShapeType="1"/>
            </p:cNvCxnSpPr>
            <p:nvPr/>
          </p:nvCxnSpPr>
          <p:spPr bwMode="auto">
            <a:xfrm>
              <a:off x="6333058" y="3098802"/>
              <a:ext cx="457200" cy="0"/>
            </a:xfrm>
            <a:prstGeom prst="straightConnector1">
              <a:avLst/>
            </a:prstGeom>
            <a:grpFill/>
            <a:ln w="9525" algn="ctr">
              <a:solidFill>
                <a:schemeClr val="tx1"/>
              </a:solidFill>
              <a:round/>
              <a:headEnd type="triangle" w="med" len="med"/>
              <a:tailEnd/>
            </a:ln>
          </p:spPr>
        </p:cxnSp>
        <p:sp>
          <p:nvSpPr>
            <p:cNvPr id="29766" name="Oval 25">
              <a:extLst>
                <a:ext uri="{FF2B5EF4-FFF2-40B4-BE49-F238E27FC236}">
                  <a16:creationId xmlns:a16="http://schemas.microsoft.com/office/drawing/2014/main" id="{A0C11EC3-EBE8-0855-7914-051CF59F1CE4}"/>
                </a:ext>
              </a:extLst>
            </p:cNvPr>
            <p:cNvSpPr>
              <a:spLocks noChangeArrowheads="1"/>
            </p:cNvSpPr>
            <p:nvPr/>
          </p:nvSpPr>
          <p:spPr bwMode="auto">
            <a:xfrm>
              <a:off x="3996265" y="2870202"/>
              <a:ext cx="457200" cy="457200"/>
            </a:xfrm>
            <a:prstGeom prst="ellipse">
              <a:avLst/>
            </a:prstGeom>
            <a:grpFill/>
            <a:ln w="9525" algn="ctr">
              <a:solidFill>
                <a:schemeClr val="tx1"/>
              </a:solidFill>
              <a:round/>
              <a:headEnd/>
              <a:tailEnd/>
            </a:ln>
          </p:spPr>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solidFill>
                    <a:srgbClr val="0000FF"/>
                  </a:solidFill>
                </a:rPr>
                <a:t>1</a:t>
              </a:r>
            </a:p>
          </p:txBody>
        </p:sp>
        <p:cxnSp>
          <p:nvCxnSpPr>
            <p:cNvPr id="29767" name="Straight Arrow Connector 14">
              <a:extLst>
                <a:ext uri="{FF2B5EF4-FFF2-40B4-BE49-F238E27FC236}">
                  <a16:creationId xmlns:a16="http://schemas.microsoft.com/office/drawing/2014/main" id="{14F3D636-30DD-1DBD-13A0-7821AD3A2B93}"/>
                </a:ext>
              </a:extLst>
            </p:cNvPr>
            <p:cNvCxnSpPr>
              <a:cxnSpLocks noChangeShapeType="1"/>
            </p:cNvCxnSpPr>
            <p:nvPr/>
          </p:nvCxnSpPr>
          <p:spPr bwMode="auto">
            <a:xfrm>
              <a:off x="6993484" y="2582333"/>
              <a:ext cx="0" cy="274320"/>
            </a:xfrm>
            <a:prstGeom prst="straightConnector1">
              <a:avLst/>
            </a:prstGeom>
            <a:grpFill/>
            <a:ln w="9525" algn="ctr">
              <a:solidFill>
                <a:schemeClr val="tx1"/>
              </a:solidFill>
              <a:round/>
              <a:headEnd/>
              <a:tailEnd type="triangle" w="med" len="med"/>
            </a:ln>
          </p:spPr>
        </p:cxnSp>
        <p:cxnSp>
          <p:nvCxnSpPr>
            <p:cNvPr id="29768" name="Straight Arrow Connector 27">
              <a:extLst>
                <a:ext uri="{FF2B5EF4-FFF2-40B4-BE49-F238E27FC236}">
                  <a16:creationId xmlns:a16="http://schemas.microsoft.com/office/drawing/2014/main" id="{9CC3F1BA-7F82-3CA9-2BE6-E15F10D6A6FC}"/>
                </a:ext>
              </a:extLst>
            </p:cNvPr>
            <p:cNvCxnSpPr>
              <a:cxnSpLocks noChangeShapeType="1"/>
            </p:cNvCxnSpPr>
            <p:nvPr/>
          </p:nvCxnSpPr>
          <p:spPr bwMode="auto">
            <a:xfrm>
              <a:off x="4216398" y="2590800"/>
              <a:ext cx="0" cy="274320"/>
            </a:xfrm>
            <a:prstGeom prst="straightConnector1">
              <a:avLst/>
            </a:prstGeom>
            <a:grpFill/>
            <a:ln w="9525" algn="ctr">
              <a:solidFill>
                <a:schemeClr val="tx1"/>
              </a:solidFill>
              <a:round/>
              <a:headEnd type="triangle" w="med" len="med"/>
              <a:tailEnd/>
            </a:ln>
          </p:spPr>
        </p:cxnSp>
      </p:grpSp>
      <p:sp>
        <p:nvSpPr>
          <p:cNvPr id="5" name="Title 4">
            <a:extLst>
              <a:ext uri="{FF2B5EF4-FFF2-40B4-BE49-F238E27FC236}">
                <a16:creationId xmlns:a16="http://schemas.microsoft.com/office/drawing/2014/main" id="{39666B52-FD73-F298-E0BF-D7408E078F32}"/>
              </a:ext>
            </a:extLst>
          </p:cNvPr>
          <p:cNvSpPr>
            <a:spLocks noGrp="1"/>
          </p:cNvSpPr>
          <p:nvPr>
            <p:ph type="title"/>
          </p:nvPr>
        </p:nvSpPr>
        <p:spPr/>
        <p:txBody>
          <a:bodyPr>
            <a:normAutofit/>
          </a:bodyPr>
          <a:lstStyle/>
          <a:p>
            <a:r>
              <a:rPr lang="en-US" dirty="0"/>
              <a:t>Parallel Down Counter Design </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4">
            <a:extLst>
              <a:ext uri="{FF2B5EF4-FFF2-40B4-BE49-F238E27FC236}">
                <a16:creationId xmlns:a16="http://schemas.microsoft.com/office/drawing/2014/main" id="{1991B028-C645-CCC4-D202-FD3821BE3019}"/>
              </a:ext>
            </a:extLst>
          </p:cNvPr>
          <p:cNvSpPr>
            <a:spLocks noGrp="1" noChangeArrowheads="1"/>
          </p:cNvSpPr>
          <p:nvPr>
            <p:ph type="title"/>
          </p:nvPr>
        </p:nvSpPr>
        <p:spPr/>
        <p:txBody>
          <a:bodyPr/>
          <a:lstStyle/>
          <a:p>
            <a:r>
              <a:rPr lang="en-US" altLang="en-US"/>
              <a:t>Parallel Down Counter Design (2)</a:t>
            </a:r>
            <a:endParaRPr lang="ru-RU" altLang="en-US"/>
          </a:p>
        </p:txBody>
      </p:sp>
      <p:sp>
        <p:nvSpPr>
          <p:cNvPr id="4" name="Text Placeholder 3">
            <a:extLst>
              <a:ext uri="{FF2B5EF4-FFF2-40B4-BE49-F238E27FC236}">
                <a16:creationId xmlns:a16="http://schemas.microsoft.com/office/drawing/2014/main" id="{7F08AD95-544C-962A-722A-C805573FDCD0}"/>
              </a:ext>
            </a:extLst>
          </p:cNvPr>
          <p:cNvSpPr>
            <a:spLocks noGrp="1"/>
          </p:cNvSpPr>
          <p:nvPr>
            <p:ph type="body" sz="quarter" idx="10"/>
          </p:nvPr>
        </p:nvSpPr>
        <p:spPr/>
        <p:txBody>
          <a:bodyPr/>
          <a:lstStyle/>
          <a:p>
            <a:r>
              <a:rPr lang="en-US" dirty="0"/>
              <a:t>Define the excitation functions with the help of Karnaugh maps.</a:t>
            </a:r>
          </a:p>
          <a:p>
            <a:endParaRPr lang="en-US" dirty="0"/>
          </a:p>
        </p:txBody>
      </p:sp>
      <p:sp>
        <p:nvSpPr>
          <p:cNvPr id="30724" name="Text Box 24">
            <a:extLst>
              <a:ext uri="{FF2B5EF4-FFF2-40B4-BE49-F238E27FC236}">
                <a16:creationId xmlns:a16="http://schemas.microsoft.com/office/drawing/2014/main" id="{0AEA1774-31CD-7E52-C2CB-4B199FE217C3}"/>
              </a:ext>
            </a:extLst>
          </p:cNvPr>
          <p:cNvSpPr txBox="1">
            <a:spLocks noChangeArrowheads="1"/>
          </p:cNvSpPr>
          <p:nvPr/>
        </p:nvSpPr>
        <p:spPr bwMode="auto">
          <a:xfrm>
            <a:off x="7429500" y="2482850"/>
            <a:ext cx="1752600"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400"/>
              <a:t>t</a:t>
            </a:r>
            <a:r>
              <a:rPr lang="en-US" altLang="en-US" sz="2400" baseline="-25000"/>
              <a:t>1</a:t>
            </a:r>
            <a:r>
              <a:rPr lang="en-US" altLang="en-US" sz="2400"/>
              <a:t> = ~q</a:t>
            </a:r>
            <a:r>
              <a:rPr lang="en-US" altLang="en-US" sz="2400" baseline="-25000"/>
              <a:t>0</a:t>
            </a:r>
            <a:endParaRPr lang="en-US" altLang="en-US" sz="2400"/>
          </a:p>
          <a:p>
            <a:pPr eaLnBrk="1" hangingPunct="1">
              <a:spcBef>
                <a:spcPct val="50000"/>
              </a:spcBef>
            </a:pPr>
            <a:r>
              <a:rPr lang="en-US" altLang="en-US" sz="2400"/>
              <a:t>t</a:t>
            </a:r>
            <a:r>
              <a:rPr lang="en-US" altLang="en-US" sz="2400" baseline="-25000"/>
              <a:t>2</a:t>
            </a:r>
            <a:r>
              <a:rPr lang="en-US" altLang="en-US" sz="2400"/>
              <a:t> = ~q</a:t>
            </a:r>
            <a:r>
              <a:rPr lang="en-US" altLang="en-US" sz="2400" baseline="-25000"/>
              <a:t>1</a:t>
            </a:r>
            <a:r>
              <a:rPr lang="en-US" altLang="en-US" sz="2400"/>
              <a:t>~q</a:t>
            </a:r>
            <a:r>
              <a:rPr lang="en-US" altLang="en-US" sz="2400" baseline="-25000"/>
              <a:t>0</a:t>
            </a:r>
            <a:endParaRPr lang="en-US" altLang="en-US" sz="2400"/>
          </a:p>
        </p:txBody>
      </p:sp>
      <p:sp>
        <p:nvSpPr>
          <p:cNvPr id="18438" name="Rectangle 26">
            <a:extLst>
              <a:ext uri="{FF2B5EF4-FFF2-40B4-BE49-F238E27FC236}">
                <a16:creationId xmlns:a16="http://schemas.microsoft.com/office/drawing/2014/main" id="{E03E750A-7BDF-4FBF-9675-BB1307825C50}"/>
              </a:ext>
            </a:extLst>
          </p:cNvPr>
          <p:cNvSpPr>
            <a:spLocks noChangeArrowheads="1"/>
          </p:cNvSpPr>
          <p:nvPr/>
        </p:nvSpPr>
        <p:spPr bwMode="auto">
          <a:xfrm>
            <a:off x="4532313" y="4475163"/>
            <a:ext cx="2195512" cy="1003300"/>
          </a:xfrm>
          <a:prstGeom prst="rect">
            <a:avLst/>
          </a:prstGeom>
          <a:solidFill>
            <a:schemeClr val="accent1">
              <a:lumMod val="40000"/>
              <a:lumOff val="60000"/>
            </a:schemeClr>
          </a:solidFill>
          <a:ln w="25400">
            <a:solidFill>
              <a:schemeClr val="tx1"/>
            </a:solidFill>
            <a:miter lim="800000"/>
            <a:headEnd/>
            <a:tailEnd/>
          </a:ln>
        </p:spPr>
        <p:txBody>
          <a:bodyPr wrap="none" anchor="ctr"/>
          <a:lstStyle/>
          <a:p>
            <a:pPr eaLnBrk="1" hangingPunct="1">
              <a:defRPr/>
            </a:pPr>
            <a:endParaRPr lang="ru-RU"/>
          </a:p>
        </p:txBody>
      </p:sp>
      <p:sp>
        <p:nvSpPr>
          <p:cNvPr id="30726" name="Line 27">
            <a:extLst>
              <a:ext uri="{FF2B5EF4-FFF2-40B4-BE49-F238E27FC236}">
                <a16:creationId xmlns:a16="http://schemas.microsoft.com/office/drawing/2014/main" id="{F40670EE-3938-AE05-4506-8047A335A7E8}"/>
              </a:ext>
            </a:extLst>
          </p:cNvPr>
          <p:cNvSpPr>
            <a:spLocks noChangeShapeType="1"/>
          </p:cNvSpPr>
          <p:nvPr/>
        </p:nvSpPr>
        <p:spPr bwMode="auto">
          <a:xfrm>
            <a:off x="4532313" y="4976813"/>
            <a:ext cx="219551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727" name="Line 28">
            <a:extLst>
              <a:ext uri="{FF2B5EF4-FFF2-40B4-BE49-F238E27FC236}">
                <a16:creationId xmlns:a16="http://schemas.microsoft.com/office/drawing/2014/main" id="{051014D6-26D1-2671-AE3A-AE25852A8BAF}"/>
              </a:ext>
            </a:extLst>
          </p:cNvPr>
          <p:cNvSpPr>
            <a:spLocks noChangeShapeType="1"/>
          </p:cNvSpPr>
          <p:nvPr/>
        </p:nvSpPr>
        <p:spPr bwMode="auto">
          <a:xfrm>
            <a:off x="5675313" y="4475164"/>
            <a:ext cx="0" cy="99853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728" name="Line 29">
            <a:extLst>
              <a:ext uri="{FF2B5EF4-FFF2-40B4-BE49-F238E27FC236}">
                <a16:creationId xmlns:a16="http://schemas.microsoft.com/office/drawing/2014/main" id="{7C2C3227-7F29-14DF-548A-876ED726ED4E}"/>
              </a:ext>
            </a:extLst>
          </p:cNvPr>
          <p:cNvSpPr>
            <a:spLocks noChangeShapeType="1"/>
          </p:cNvSpPr>
          <p:nvPr/>
        </p:nvSpPr>
        <p:spPr bwMode="auto">
          <a:xfrm>
            <a:off x="5110163" y="4486276"/>
            <a:ext cx="0" cy="100012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729" name="Line 30">
            <a:extLst>
              <a:ext uri="{FF2B5EF4-FFF2-40B4-BE49-F238E27FC236}">
                <a16:creationId xmlns:a16="http://schemas.microsoft.com/office/drawing/2014/main" id="{6A4C5C95-AFD5-A446-895F-3AB2CAB7FAD7}"/>
              </a:ext>
            </a:extLst>
          </p:cNvPr>
          <p:cNvSpPr>
            <a:spLocks noChangeShapeType="1"/>
          </p:cNvSpPr>
          <p:nvPr/>
        </p:nvSpPr>
        <p:spPr bwMode="auto">
          <a:xfrm>
            <a:off x="6215063" y="4486276"/>
            <a:ext cx="0" cy="100012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730" name="Line 31">
            <a:extLst>
              <a:ext uri="{FF2B5EF4-FFF2-40B4-BE49-F238E27FC236}">
                <a16:creationId xmlns:a16="http://schemas.microsoft.com/office/drawing/2014/main" id="{167EACE6-4CE5-D47A-966C-AB4320C503B7}"/>
              </a:ext>
            </a:extLst>
          </p:cNvPr>
          <p:cNvSpPr>
            <a:spLocks noChangeShapeType="1"/>
          </p:cNvSpPr>
          <p:nvPr/>
        </p:nvSpPr>
        <p:spPr bwMode="auto">
          <a:xfrm>
            <a:off x="4195763" y="4116389"/>
            <a:ext cx="336550" cy="35877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731" name="Text Box 32">
            <a:extLst>
              <a:ext uri="{FF2B5EF4-FFF2-40B4-BE49-F238E27FC236}">
                <a16:creationId xmlns:a16="http://schemas.microsoft.com/office/drawing/2014/main" id="{FF38566A-CD44-3E73-A518-3C5D4121144D}"/>
              </a:ext>
            </a:extLst>
          </p:cNvPr>
          <p:cNvSpPr txBox="1">
            <a:spLocks noChangeArrowheads="1"/>
          </p:cNvSpPr>
          <p:nvPr/>
        </p:nvSpPr>
        <p:spPr bwMode="auto">
          <a:xfrm>
            <a:off x="4618039" y="4116389"/>
            <a:ext cx="7016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00</a:t>
            </a:r>
          </a:p>
        </p:txBody>
      </p:sp>
      <p:sp>
        <p:nvSpPr>
          <p:cNvPr id="30732" name="Text Box 33">
            <a:extLst>
              <a:ext uri="{FF2B5EF4-FFF2-40B4-BE49-F238E27FC236}">
                <a16:creationId xmlns:a16="http://schemas.microsoft.com/office/drawing/2014/main" id="{368138F5-FA12-31EF-7946-373191165818}"/>
              </a:ext>
            </a:extLst>
          </p:cNvPr>
          <p:cNvSpPr txBox="1">
            <a:spLocks noChangeArrowheads="1"/>
          </p:cNvSpPr>
          <p:nvPr/>
        </p:nvSpPr>
        <p:spPr bwMode="auto">
          <a:xfrm>
            <a:off x="5194300" y="4127501"/>
            <a:ext cx="7175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01</a:t>
            </a:r>
          </a:p>
        </p:txBody>
      </p:sp>
      <p:sp>
        <p:nvSpPr>
          <p:cNvPr id="30733" name="Text Box 34">
            <a:extLst>
              <a:ext uri="{FF2B5EF4-FFF2-40B4-BE49-F238E27FC236}">
                <a16:creationId xmlns:a16="http://schemas.microsoft.com/office/drawing/2014/main" id="{1C9F7897-AD17-C957-3B56-C7301B41565A}"/>
              </a:ext>
            </a:extLst>
          </p:cNvPr>
          <p:cNvSpPr txBox="1">
            <a:spLocks noChangeArrowheads="1"/>
          </p:cNvSpPr>
          <p:nvPr/>
        </p:nvSpPr>
        <p:spPr bwMode="auto">
          <a:xfrm>
            <a:off x="5770564" y="4127501"/>
            <a:ext cx="7318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11</a:t>
            </a:r>
          </a:p>
        </p:txBody>
      </p:sp>
      <p:sp>
        <p:nvSpPr>
          <p:cNvPr id="30734" name="Text Box 35">
            <a:extLst>
              <a:ext uri="{FF2B5EF4-FFF2-40B4-BE49-F238E27FC236}">
                <a16:creationId xmlns:a16="http://schemas.microsoft.com/office/drawing/2014/main" id="{25275625-EFCA-E663-0D7B-EA80F70E54CC}"/>
              </a:ext>
            </a:extLst>
          </p:cNvPr>
          <p:cNvSpPr txBox="1">
            <a:spLocks noChangeArrowheads="1"/>
          </p:cNvSpPr>
          <p:nvPr/>
        </p:nvSpPr>
        <p:spPr bwMode="auto">
          <a:xfrm>
            <a:off x="6291264" y="4127501"/>
            <a:ext cx="8016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10</a:t>
            </a:r>
          </a:p>
        </p:txBody>
      </p:sp>
      <p:sp>
        <p:nvSpPr>
          <p:cNvPr id="30735" name="Text Box 36">
            <a:extLst>
              <a:ext uri="{FF2B5EF4-FFF2-40B4-BE49-F238E27FC236}">
                <a16:creationId xmlns:a16="http://schemas.microsoft.com/office/drawing/2014/main" id="{1BB38A6E-D4FE-8190-2B59-61FEF9B15283}"/>
              </a:ext>
            </a:extLst>
          </p:cNvPr>
          <p:cNvSpPr txBox="1">
            <a:spLocks noChangeArrowheads="1"/>
          </p:cNvSpPr>
          <p:nvPr/>
        </p:nvSpPr>
        <p:spPr bwMode="auto">
          <a:xfrm>
            <a:off x="4097338" y="4533901"/>
            <a:ext cx="5064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0</a:t>
            </a:r>
          </a:p>
        </p:txBody>
      </p:sp>
      <p:sp>
        <p:nvSpPr>
          <p:cNvPr id="30736" name="Text Box 37">
            <a:extLst>
              <a:ext uri="{FF2B5EF4-FFF2-40B4-BE49-F238E27FC236}">
                <a16:creationId xmlns:a16="http://schemas.microsoft.com/office/drawing/2014/main" id="{F575C4F6-2B7B-26FC-680D-2BBC0D2514BE}"/>
              </a:ext>
            </a:extLst>
          </p:cNvPr>
          <p:cNvSpPr txBox="1">
            <a:spLocks noChangeArrowheads="1"/>
          </p:cNvSpPr>
          <p:nvPr/>
        </p:nvSpPr>
        <p:spPr bwMode="auto">
          <a:xfrm>
            <a:off x="4083051" y="5013326"/>
            <a:ext cx="5064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1</a:t>
            </a:r>
          </a:p>
        </p:txBody>
      </p:sp>
      <p:sp>
        <p:nvSpPr>
          <p:cNvPr id="30737" name="Text Box 38">
            <a:extLst>
              <a:ext uri="{FF2B5EF4-FFF2-40B4-BE49-F238E27FC236}">
                <a16:creationId xmlns:a16="http://schemas.microsoft.com/office/drawing/2014/main" id="{65627485-0303-A05F-92A8-B7367B1A44F9}"/>
              </a:ext>
            </a:extLst>
          </p:cNvPr>
          <p:cNvSpPr txBox="1">
            <a:spLocks noChangeArrowheads="1"/>
          </p:cNvSpPr>
          <p:nvPr/>
        </p:nvSpPr>
        <p:spPr bwMode="auto">
          <a:xfrm>
            <a:off x="4645026" y="4546601"/>
            <a:ext cx="5064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1</a:t>
            </a:r>
          </a:p>
        </p:txBody>
      </p:sp>
      <p:sp>
        <p:nvSpPr>
          <p:cNvPr id="30738" name="Text Box 39">
            <a:extLst>
              <a:ext uri="{FF2B5EF4-FFF2-40B4-BE49-F238E27FC236}">
                <a16:creationId xmlns:a16="http://schemas.microsoft.com/office/drawing/2014/main" id="{203874BD-CA00-E421-12EA-1EC1B7932017}"/>
              </a:ext>
            </a:extLst>
          </p:cNvPr>
          <p:cNvSpPr txBox="1">
            <a:spLocks noChangeArrowheads="1"/>
          </p:cNvSpPr>
          <p:nvPr/>
        </p:nvSpPr>
        <p:spPr bwMode="auto">
          <a:xfrm>
            <a:off x="4622801" y="5048251"/>
            <a:ext cx="5048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1</a:t>
            </a:r>
          </a:p>
        </p:txBody>
      </p:sp>
      <p:sp>
        <p:nvSpPr>
          <p:cNvPr id="30739" name="AutoShape 40">
            <a:extLst>
              <a:ext uri="{FF2B5EF4-FFF2-40B4-BE49-F238E27FC236}">
                <a16:creationId xmlns:a16="http://schemas.microsoft.com/office/drawing/2014/main" id="{34E69476-EDA9-219C-F529-11D3B574FCFA}"/>
              </a:ext>
            </a:extLst>
          </p:cNvPr>
          <p:cNvSpPr>
            <a:spLocks noChangeArrowheads="1"/>
          </p:cNvSpPr>
          <p:nvPr/>
        </p:nvSpPr>
        <p:spPr bwMode="auto">
          <a:xfrm>
            <a:off x="4605339" y="4533901"/>
            <a:ext cx="422275" cy="860425"/>
          </a:xfrm>
          <a:prstGeom prst="roundRect">
            <a:avLst>
              <a:gd name="adj" fmla="val 16667"/>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solidFill>
                <a:schemeClr val="tx2"/>
              </a:solidFill>
            </a:endParaRPr>
          </a:p>
        </p:txBody>
      </p:sp>
      <p:sp>
        <p:nvSpPr>
          <p:cNvPr id="30740" name="Text Box 41">
            <a:extLst>
              <a:ext uri="{FF2B5EF4-FFF2-40B4-BE49-F238E27FC236}">
                <a16:creationId xmlns:a16="http://schemas.microsoft.com/office/drawing/2014/main" id="{3858E8DE-44F6-FC8B-DA9D-5CE9D95D8CEF}"/>
              </a:ext>
            </a:extLst>
          </p:cNvPr>
          <p:cNvSpPr txBox="1">
            <a:spLocks noChangeArrowheads="1"/>
          </p:cNvSpPr>
          <p:nvPr/>
        </p:nvSpPr>
        <p:spPr bwMode="auto">
          <a:xfrm>
            <a:off x="4138613" y="3829051"/>
            <a:ext cx="7604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q</a:t>
            </a:r>
            <a:r>
              <a:rPr lang="en-US" altLang="en-US" sz="2000" b="1" baseline="-25000"/>
              <a:t>1</a:t>
            </a:r>
            <a:r>
              <a:rPr lang="en-US" altLang="en-US" sz="2000"/>
              <a:t>q</a:t>
            </a:r>
            <a:r>
              <a:rPr lang="en-US" altLang="en-US" sz="2000" b="1" baseline="-25000"/>
              <a:t>0</a:t>
            </a:r>
          </a:p>
        </p:txBody>
      </p:sp>
      <p:sp>
        <p:nvSpPr>
          <p:cNvPr id="30741" name="Text Box 42">
            <a:extLst>
              <a:ext uri="{FF2B5EF4-FFF2-40B4-BE49-F238E27FC236}">
                <a16:creationId xmlns:a16="http://schemas.microsoft.com/office/drawing/2014/main" id="{47071042-0B7E-E559-4FC1-2A2ABFEAF47A}"/>
              </a:ext>
            </a:extLst>
          </p:cNvPr>
          <p:cNvSpPr txBox="1">
            <a:spLocks noChangeArrowheads="1"/>
          </p:cNvSpPr>
          <p:nvPr/>
        </p:nvSpPr>
        <p:spPr bwMode="auto">
          <a:xfrm>
            <a:off x="4040188" y="4187826"/>
            <a:ext cx="5207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q</a:t>
            </a:r>
            <a:r>
              <a:rPr lang="en-US" altLang="en-US" sz="2000" b="1" baseline="-25000"/>
              <a:t>2</a:t>
            </a:r>
          </a:p>
        </p:txBody>
      </p:sp>
      <p:sp>
        <p:nvSpPr>
          <p:cNvPr id="18455" name="Rectangle 6">
            <a:extLst>
              <a:ext uri="{FF2B5EF4-FFF2-40B4-BE49-F238E27FC236}">
                <a16:creationId xmlns:a16="http://schemas.microsoft.com/office/drawing/2014/main" id="{6853E0D7-62B4-4BB4-AF13-188E9E73DB6F}"/>
              </a:ext>
            </a:extLst>
          </p:cNvPr>
          <p:cNvSpPr>
            <a:spLocks noChangeArrowheads="1"/>
          </p:cNvSpPr>
          <p:nvPr/>
        </p:nvSpPr>
        <p:spPr bwMode="auto">
          <a:xfrm>
            <a:off x="4476751" y="2681288"/>
            <a:ext cx="2193925" cy="1003300"/>
          </a:xfrm>
          <a:prstGeom prst="rect">
            <a:avLst/>
          </a:prstGeom>
          <a:solidFill>
            <a:schemeClr val="accent1">
              <a:lumMod val="40000"/>
              <a:lumOff val="60000"/>
            </a:schemeClr>
          </a:solidFill>
          <a:ln w="25400">
            <a:solidFill>
              <a:schemeClr val="tx1"/>
            </a:solidFill>
            <a:miter lim="800000"/>
            <a:headEnd/>
            <a:tailEnd/>
          </a:ln>
        </p:spPr>
        <p:txBody>
          <a:bodyPr wrap="none" anchor="ctr"/>
          <a:lstStyle/>
          <a:p>
            <a:pPr eaLnBrk="1" hangingPunct="1">
              <a:defRPr/>
            </a:pPr>
            <a:endParaRPr lang="ru-RU"/>
          </a:p>
        </p:txBody>
      </p:sp>
      <p:sp>
        <p:nvSpPr>
          <p:cNvPr id="30743" name="Line 7">
            <a:extLst>
              <a:ext uri="{FF2B5EF4-FFF2-40B4-BE49-F238E27FC236}">
                <a16:creationId xmlns:a16="http://schemas.microsoft.com/office/drawing/2014/main" id="{31C1FA2E-089E-6C0D-4B76-B2982BCD439B}"/>
              </a:ext>
            </a:extLst>
          </p:cNvPr>
          <p:cNvSpPr>
            <a:spLocks noChangeShapeType="1"/>
          </p:cNvSpPr>
          <p:nvPr/>
        </p:nvSpPr>
        <p:spPr bwMode="auto">
          <a:xfrm>
            <a:off x="4476751" y="3182938"/>
            <a:ext cx="219392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744" name="Line 8">
            <a:extLst>
              <a:ext uri="{FF2B5EF4-FFF2-40B4-BE49-F238E27FC236}">
                <a16:creationId xmlns:a16="http://schemas.microsoft.com/office/drawing/2014/main" id="{FB570019-A301-9394-60AF-FD55A57DEECB}"/>
              </a:ext>
            </a:extLst>
          </p:cNvPr>
          <p:cNvSpPr>
            <a:spLocks noChangeShapeType="1"/>
          </p:cNvSpPr>
          <p:nvPr/>
        </p:nvSpPr>
        <p:spPr bwMode="auto">
          <a:xfrm>
            <a:off x="5635625" y="2681289"/>
            <a:ext cx="0" cy="100012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745" name="Line 9">
            <a:extLst>
              <a:ext uri="{FF2B5EF4-FFF2-40B4-BE49-F238E27FC236}">
                <a16:creationId xmlns:a16="http://schemas.microsoft.com/office/drawing/2014/main" id="{FD8DEB2A-C3A1-1418-FCA8-51B8D51EAB52}"/>
              </a:ext>
            </a:extLst>
          </p:cNvPr>
          <p:cNvSpPr>
            <a:spLocks noChangeShapeType="1"/>
          </p:cNvSpPr>
          <p:nvPr/>
        </p:nvSpPr>
        <p:spPr bwMode="auto">
          <a:xfrm>
            <a:off x="5053013" y="2692401"/>
            <a:ext cx="0" cy="100012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746" name="Line 10">
            <a:extLst>
              <a:ext uri="{FF2B5EF4-FFF2-40B4-BE49-F238E27FC236}">
                <a16:creationId xmlns:a16="http://schemas.microsoft.com/office/drawing/2014/main" id="{2344D22A-199F-8048-FAC1-9474C30C23FA}"/>
              </a:ext>
            </a:extLst>
          </p:cNvPr>
          <p:cNvSpPr>
            <a:spLocks noChangeShapeType="1"/>
          </p:cNvSpPr>
          <p:nvPr/>
        </p:nvSpPr>
        <p:spPr bwMode="auto">
          <a:xfrm>
            <a:off x="6175375" y="2692401"/>
            <a:ext cx="0" cy="100012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747" name="Line 11">
            <a:extLst>
              <a:ext uri="{FF2B5EF4-FFF2-40B4-BE49-F238E27FC236}">
                <a16:creationId xmlns:a16="http://schemas.microsoft.com/office/drawing/2014/main" id="{8F26EB95-875B-062A-D14D-813E09EB295B}"/>
              </a:ext>
            </a:extLst>
          </p:cNvPr>
          <p:cNvSpPr>
            <a:spLocks noChangeShapeType="1"/>
          </p:cNvSpPr>
          <p:nvPr/>
        </p:nvSpPr>
        <p:spPr bwMode="auto">
          <a:xfrm>
            <a:off x="4138614" y="2322514"/>
            <a:ext cx="338137" cy="35877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748" name="Text Box 12">
            <a:extLst>
              <a:ext uri="{FF2B5EF4-FFF2-40B4-BE49-F238E27FC236}">
                <a16:creationId xmlns:a16="http://schemas.microsoft.com/office/drawing/2014/main" id="{501267D8-5F6E-582A-3526-31C57E405DFC}"/>
              </a:ext>
            </a:extLst>
          </p:cNvPr>
          <p:cNvSpPr txBox="1">
            <a:spLocks noChangeArrowheads="1"/>
          </p:cNvSpPr>
          <p:nvPr/>
        </p:nvSpPr>
        <p:spPr bwMode="auto">
          <a:xfrm>
            <a:off x="3886201" y="2465389"/>
            <a:ext cx="5064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q</a:t>
            </a:r>
            <a:r>
              <a:rPr lang="en-US" altLang="en-US" sz="2000" b="1" baseline="-25000"/>
              <a:t>2</a:t>
            </a:r>
          </a:p>
        </p:txBody>
      </p:sp>
      <p:sp>
        <p:nvSpPr>
          <p:cNvPr id="30749" name="Text Box 13">
            <a:extLst>
              <a:ext uri="{FF2B5EF4-FFF2-40B4-BE49-F238E27FC236}">
                <a16:creationId xmlns:a16="http://schemas.microsoft.com/office/drawing/2014/main" id="{AE4370EC-C421-BD1B-E18B-2E2D4B479319}"/>
              </a:ext>
            </a:extLst>
          </p:cNvPr>
          <p:cNvSpPr txBox="1">
            <a:spLocks noChangeArrowheads="1"/>
          </p:cNvSpPr>
          <p:nvPr/>
        </p:nvSpPr>
        <p:spPr bwMode="auto">
          <a:xfrm>
            <a:off x="4560889" y="2322514"/>
            <a:ext cx="6746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00</a:t>
            </a:r>
          </a:p>
        </p:txBody>
      </p:sp>
      <p:sp>
        <p:nvSpPr>
          <p:cNvPr id="30750" name="Text Box 14">
            <a:extLst>
              <a:ext uri="{FF2B5EF4-FFF2-40B4-BE49-F238E27FC236}">
                <a16:creationId xmlns:a16="http://schemas.microsoft.com/office/drawing/2014/main" id="{7B85F2E8-2355-197F-9A8C-63ADD8A810FB}"/>
              </a:ext>
            </a:extLst>
          </p:cNvPr>
          <p:cNvSpPr txBox="1">
            <a:spLocks noChangeArrowheads="1"/>
          </p:cNvSpPr>
          <p:nvPr/>
        </p:nvSpPr>
        <p:spPr bwMode="auto">
          <a:xfrm>
            <a:off x="5137150" y="2333626"/>
            <a:ext cx="5207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01</a:t>
            </a:r>
          </a:p>
        </p:txBody>
      </p:sp>
      <p:sp>
        <p:nvSpPr>
          <p:cNvPr id="30751" name="Text Box 15">
            <a:extLst>
              <a:ext uri="{FF2B5EF4-FFF2-40B4-BE49-F238E27FC236}">
                <a16:creationId xmlns:a16="http://schemas.microsoft.com/office/drawing/2014/main" id="{7964CD8F-92B7-7AD5-5F7D-D6F4D7EC3A89}"/>
              </a:ext>
            </a:extLst>
          </p:cNvPr>
          <p:cNvSpPr txBox="1">
            <a:spLocks noChangeArrowheads="1"/>
          </p:cNvSpPr>
          <p:nvPr/>
        </p:nvSpPr>
        <p:spPr bwMode="auto">
          <a:xfrm>
            <a:off x="5715000" y="2333626"/>
            <a:ext cx="6175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11</a:t>
            </a:r>
          </a:p>
        </p:txBody>
      </p:sp>
      <p:sp>
        <p:nvSpPr>
          <p:cNvPr id="30752" name="Text Box 16">
            <a:extLst>
              <a:ext uri="{FF2B5EF4-FFF2-40B4-BE49-F238E27FC236}">
                <a16:creationId xmlns:a16="http://schemas.microsoft.com/office/drawing/2014/main" id="{B9792375-C37E-4FD0-B3F9-1EE43101A392}"/>
              </a:ext>
            </a:extLst>
          </p:cNvPr>
          <p:cNvSpPr txBox="1">
            <a:spLocks noChangeArrowheads="1"/>
          </p:cNvSpPr>
          <p:nvPr/>
        </p:nvSpPr>
        <p:spPr bwMode="auto">
          <a:xfrm>
            <a:off x="6234113" y="2333626"/>
            <a:ext cx="7731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10</a:t>
            </a:r>
          </a:p>
        </p:txBody>
      </p:sp>
      <p:sp>
        <p:nvSpPr>
          <p:cNvPr id="30753" name="Text Box 17">
            <a:extLst>
              <a:ext uri="{FF2B5EF4-FFF2-40B4-BE49-F238E27FC236}">
                <a16:creationId xmlns:a16="http://schemas.microsoft.com/office/drawing/2014/main" id="{03705098-7E94-55E5-068C-17C5295DCC01}"/>
              </a:ext>
            </a:extLst>
          </p:cNvPr>
          <p:cNvSpPr txBox="1">
            <a:spLocks noChangeArrowheads="1"/>
          </p:cNvSpPr>
          <p:nvPr/>
        </p:nvSpPr>
        <p:spPr bwMode="auto">
          <a:xfrm>
            <a:off x="4040188" y="2740026"/>
            <a:ext cx="5064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0</a:t>
            </a:r>
          </a:p>
        </p:txBody>
      </p:sp>
      <p:sp>
        <p:nvSpPr>
          <p:cNvPr id="30754" name="Text Box 18">
            <a:extLst>
              <a:ext uri="{FF2B5EF4-FFF2-40B4-BE49-F238E27FC236}">
                <a16:creationId xmlns:a16="http://schemas.microsoft.com/office/drawing/2014/main" id="{8A00C743-4B9E-C896-4B99-126943A53A80}"/>
              </a:ext>
            </a:extLst>
          </p:cNvPr>
          <p:cNvSpPr txBox="1">
            <a:spLocks noChangeArrowheads="1"/>
          </p:cNvSpPr>
          <p:nvPr/>
        </p:nvSpPr>
        <p:spPr bwMode="auto">
          <a:xfrm>
            <a:off x="4027489" y="3219451"/>
            <a:ext cx="5048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1</a:t>
            </a:r>
          </a:p>
        </p:txBody>
      </p:sp>
      <p:sp>
        <p:nvSpPr>
          <p:cNvPr id="30755" name="Text Box 19">
            <a:extLst>
              <a:ext uri="{FF2B5EF4-FFF2-40B4-BE49-F238E27FC236}">
                <a16:creationId xmlns:a16="http://schemas.microsoft.com/office/drawing/2014/main" id="{36DE76FB-BFD4-AEDB-978D-990FE7B9AD4E}"/>
              </a:ext>
            </a:extLst>
          </p:cNvPr>
          <p:cNvSpPr txBox="1">
            <a:spLocks noChangeArrowheads="1"/>
          </p:cNvSpPr>
          <p:nvPr/>
        </p:nvSpPr>
        <p:spPr bwMode="auto">
          <a:xfrm>
            <a:off x="4519614" y="2771776"/>
            <a:ext cx="5048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1</a:t>
            </a:r>
          </a:p>
        </p:txBody>
      </p:sp>
      <p:sp>
        <p:nvSpPr>
          <p:cNvPr id="30756" name="Text Box 20">
            <a:extLst>
              <a:ext uri="{FF2B5EF4-FFF2-40B4-BE49-F238E27FC236}">
                <a16:creationId xmlns:a16="http://schemas.microsoft.com/office/drawing/2014/main" id="{FF97D834-3E56-1EE5-203F-E56B58056AC4}"/>
              </a:ext>
            </a:extLst>
          </p:cNvPr>
          <p:cNvSpPr txBox="1">
            <a:spLocks noChangeArrowheads="1"/>
          </p:cNvSpPr>
          <p:nvPr/>
        </p:nvSpPr>
        <p:spPr bwMode="auto">
          <a:xfrm>
            <a:off x="6230938" y="2763839"/>
            <a:ext cx="5064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1</a:t>
            </a:r>
          </a:p>
        </p:txBody>
      </p:sp>
      <p:sp>
        <p:nvSpPr>
          <p:cNvPr id="30757" name="Text Box 21">
            <a:extLst>
              <a:ext uri="{FF2B5EF4-FFF2-40B4-BE49-F238E27FC236}">
                <a16:creationId xmlns:a16="http://schemas.microsoft.com/office/drawing/2014/main" id="{E6E50E4F-4649-EFFE-E7A1-E5DB527D29E7}"/>
              </a:ext>
            </a:extLst>
          </p:cNvPr>
          <p:cNvSpPr txBox="1">
            <a:spLocks noChangeArrowheads="1"/>
          </p:cNvSpPr>
          <p:nvPr/>
        </p:nvSpPr>
        <p:spPr bwMode="auto">
          <a:xfrm>
            <a:off x="6248401" y="3254376"/>
            <a:ext cx="5064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1</a:t>
            </a:r>
          </a:p>
        </p:txBody>
      </p:sp>
      <p:sp>
        <p:nvSpPr>
          <p:cNvPr id="30758" name="Text Box 44">
            <a:extLst>
              <a:ext uri="{FF2B5EF4-FFF2-40B4-BE49-F238E27FC236}">
                <a16:creationId xmlns:a16="http://schemas.microsoft.com/office/drawing/2014/main" id="{CD258401-247B-404A-4A61-8602314E6E54}"/>
              </a:ext>
            </a:extLst>
          </p:cNvPr>
          <p:cNvSpPr txBox="1">
            <a:spLocks noChangeArrowheads="1"/>
          </p:cNvSpPr>
          <p:nvPr/>
        </p:nvSpPr>
        <p:spPr bwMode="auto">
          <a:xfrm>
            <a:off x="4089401" y="2057401"/>
            <a:ext cx="7604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q</a:t>
            </a:r>
            <a:r>
              <a:rPr lang="en-US" altLang="en-US" sz="2000" b="1" baseline="-25000"/>
              <a:t>1</a:t>
            </a:r>
            <a:r>
              <a:rPr lang="en-US" altLang="en-US" sz="2000"/>
              <a:t>q</a:t>
            </a:r>
            <a:r>
              <a:rPr lang="en-US" altLang="en-US" sz="2000" b="1" baseline="-25000"/>
              <a:t>0</a:t>
            </a:r>
          </a:p>
        </p:txBody>
      </p:sp>
      <p:sp>
        <p:nvSpPr>
          <p:cNvPr id="30759" name="Text Box 19">
            <a:extLst>
              <a:ext uri="{FF2B5EF4-FFF2-40B4-BE49-F238E27FC236}">
                <a16:creationId xmlns:a16="http://schemas.microsoft.com/office/drawing/2014/main" id="{52E5C74A-1059-265A-6CB9-4430D59731B2}"/>
              </a:ext>
            </a:extLst>
          </p:cNvPr>
          <p:cNvSpPr txBox="1">
            <a:spLocks noChangeArrowheads="1"/>
          </p:cNvSpPr>
          <p:nvPr/>
        </p:nvSpPr>
        <p:spPr bwMode="auto">
          <a:xfrm>
            <a:off x="4514851" y="3216276"/>
            <a:ext cx="5064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1</a:t>
            </a:r>
          </a:p>
        </p:txBody>
      </p:sp>
      <p:sp>
        <p:nvSpPr>
          <p:cNvPr id="30760" name="TextBox 1">
            <a:extLst>
              <a:ext uri="{FF2B5EF4-FFF2-40B4-BE49-F238E27FC236}">
                <a16:creationId xmlns:a16="http://schemas.microsoft.com/office/drawing/2014/main" id="{408C8FC3-A2CD-6A32-7437-7F1AE01DC57C}"/>
              </a:ext>
            </a:extLst>
          </p:cNvPr>
          <p:cNvSpPr txBox="1">
            <a:spLocks noChangeArrowheads="1"/>
          </p:cNvSpPr>
          <p:nvPr/>
        </p:nvSpPr>
        <p:spPr bwMode="auto">
          <a:xfrm>
            <a:off x="7543800" y="2028825"/>
            <a:ext cx="990600"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t</a:t>
            </a:r>
            <a:r>
              <a:rPr lang="en-US" altLang="en-US" baseline="-25000"/>
              <a:t>0</a:t>
            </a:r>
            <a:r>
              <a:rPr lang="en-US" altLang="en-US"/>
              <a:t> = 1</a:t>
            </a:r>
          </a:p>
          <a:p>
            <a:pPr eaLnBrk="1" hangingPunct="1"/>
            <a:endParaRPr lang="en-US" altLang="en-US"/>
          </a:p>
        </p:txBody>
      </p:sp>
      <p:sp>
        <p:nvSpPr>
          <p:cNvPr id="3" name="Left Bracket 2">
            <a:extLst>
              <a:ext uri="{FF2B5EF4-FFF2-40B4-BE49-F238E27FC236}">
                <a16:creationId xmlns:a16="http://schemas.microsoft.com/office/drawing/2014/main" id="{6B09E910-2DAC-4822-8D61-69855EA04D6E}"/>
              </a:ext>
            </a:extLst>
          </p:cNvPr>
          <p:cNvSpPr/>
          <p:nvPr/>
        </p:nvSpPr>
        <p:spPr bwMode="auto">
          <a:xfrm>
            <a:off x="6248400" y="2730500"/>
            <a:ext cx="533400" cy="920750"/>
          </a:xfrm>
          <a:prstGeom prst="leftBracket">
            <a:avLst/>
          </a:prstGeom>
          <a:noFill/>
          <a:ln w="28575" cap="flat" cmpd="sng" algn="ctr">
            <a:solidFill>
              <a:schemeClr val="tx1"/>
            </a:solidFill>
            <a:prstDash val="solid"/>
            <a:round/>
            <a:headEnd type="none" w="med" len="med"/>
            <a:tailEnd type="none" w="med" len="med"/>
          </a:ln>
          <a:effectLst/>
        </p:spPr>
        <p:txBody>
          <a:bodyPr anchor="ctr"/>
          <a:lstStyle/>
          <a:p>
            <a:pPr eaLnBrk="1" hangingPunct="1">
              <a:defRPr/>
            </a:pPr>
            <a:endParaRPr lang="en-US">
              <a:ln w="38100">
                <a:solidFill>
                  <a:sysClr val="windowText" lastClr="000000"/>
                </a:solidFill>
              </a:ln>
              <a:noFill/>
              <a:latin typeface="Arial" charset="0"/>
              <a:cs typeface="Arial" charset="0"/>
            </a:endParaRPr>
          </a:p>
        </p:txBody>
      </p:sp>
      <p:sp>
        <p:nvSpPr>
          <p:cNvPr id="30762" name="Right Bracket 3">
            <a:extLst>
              <a:ext uri="{FF2B5EF4-FFF2-40B4-BE49-F238E27FC236}">
                <a16:creationId xmlns:a16="http://schemas.microsoft.com/office/drawing/2014/main" id="{9C2C03FF-78DF-7774-196B-BC536B07202A}"/>
              </a:ext>
            </a:extLst>
          </p:cNvPr>
          <p:cNvSpPr>
            <a:spLocks/>
          </p:cNvSpPr>
          <p:nvPr/>
        </p:nvSpPr>
        <p:spPr bwMode="auto">
          <a:xfrm>
            <a:off x="4271963" y="2771775"/>
            <a:ext cx="698500" cy="844550"/>
          </a:xfrm>
          <a:prstGeom prst="rightBracket">
            <a:avLst>
              <a:gd name="adj" fmla="val 8335"/>
            </a:avLst>
          </a:prstGeom>
          <a:noFill/>
          <a:ln w="2857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a:extLst>
              <a:ext uri="{FF2B5EF4-FFF2-40B4-BE49-F238E27FC236}">
                <a16:creationId xmlns:a16="http://schemas.microsoft.com/office/drawing/2014/main" id="{5BA55A2C-3BEA-CB5B-5D2C-B00BEC70DD5F}"/>
              </a:ext>
            </a:extLst>
          </p:cNvPr>
          <p:cNvSpPr>
            <a:spLocks noGrp="1" noChangeArrowheads="1"/>
          </p:cNvSpPr>
          <p:nvPr>
            <p:ph type="title"/>
          </p:nvPr>
        </p:nvSpPr>
        <p:spPr/>
        <p:txBody>
          <a:bodyPr/>
          <a:lstStyle/>
          <a:p>
            <a:r>
              <a:rPr lang="en-US" altLang="en-US"/>
              <a:t>Down Counter Module 8 </a:t>
            </a:r>
          </a:p>
        </p:txBody>
      </p:sp>
      <p:grpSp>
        <p:nvGrpSpPr>
          <p:cNvPr id="31747" name="Group 92">
            <a:extLst>
              <a:ext uri="{FF2B5EF4-FFF2-40B4-BE49-F238E27FC236}">
                <a16:creationId xmlns:a16="http://schemas.microsoft.com/office/drawing/2014/main" id="{44B753DA-68FF-D7EE-6E97-A5177439650F}"/>
              </a:ext>
            </a:extLst>
          </p:cNvPr>
          <p:cNvGrpSpPr>
            <a:grpSpLocks/>
          </p:cNvGrpSpPr>
          <p:nvPr/>
        </p:nvGrpSpPr>
        <p:grpSpPr bwMode="auto">
          <a:xfrm>
            <a:off x="2286000" y="1841501"/>
            <a:ext cx="7075488" cy="2685869"/>
            <a:chOff x="762000" y="1842126"/>
            <a:chExt cx="7075604" cy="2685877"/>
          </a:xfrm>
        </p:grpSpPr>
        <p:sp>
          <p:nvSpPr>
            <p:cNvPr id="3" name="Rectangle 2">
              <a:extLst>
                <a:ext uri="{FF2B5EF4-FFF2-40B4-BE49-F238E27FC236}">
                  <a16:creationId xmlns:a16="http://schemas.microsoft.com/office/drawing/2014/main" id="{8F85B24E-3C37-475B-AC0D-58D752F3DE49}"/>
                </a:ext>
              </a:extLst>
            </p:cNvPr>
            <p:cNvSpPr/>
            <p:nvPr/>
          </p:nvSpPr>
          <p:spPr bwMode="auto">
            <a:xfrm>
              <a:off x="1854218" y="2124702"/>
              <a:ext cx="914415" cy="1479554"/>
            </a:xfrm>
            <a:prstGeom prst="rect">
              <a:avLst/>
            </a:prstGeom>
            <a:solidFill>
              <a:schemeClr val="accent1">
                <a:lumMod val="40000"/>
                <a:lumOff val="60000"/>
              </a:schemeClr>
            </a:solidFill>
            <a:ln w="28575" cap="flat" cmpd="sng" algn="ctr">
              <a:solidFill>
                <a:schemeClr val="tx1"/>
              </a:solidFill>
              <a:prstDash val="solid"/>
              <a:round/>
              <a:headEnd type="none" w="med" len="med"/>
              <a:tailEnd type="none" w="med" len="med"/>
            </a:ln>
            <a:effectLst/>
          </p:spPr>
          <p:txBody>
            <a:bodyPr anchor="ctr"/>
            <a:lstStyle/>
            <a:p>
              <a:pPr eaLnBrk="1" hangingPunct="1">
                <a:defRPr/>
              </a:pPr>
              <a:endParaRPr lang="en-US">
                <a:latin typeface="Arial" charset="0"/>
                <a:cs typeface="Arial" charset="0"/>
              </a:endParaRPr>
            </a:p>
          </p:txBody>
        </p:sp>
        <p:sp>
          <p:nvSpPr>
            <p:cNvPr id="4" name="Rectangle 3">
              <a:extLst>
                <a:ext uri="{FF2B5EF4-FFF2-40B4-BE49-F238E27FC236}">
                  <a16:creationId xmlns:a16="http://schemas.microsoft.com/office/drawing/2014/main" id="{049D8173-F561-41F6-B675-C73E31ECD8F6}"/>
                </a:ext>
              </a:extLst>
            </p:cNvPr>
            <p:cNvSpPr/>
            <p:nvPr/>
          </p:nvSpPr>
          <p:spPr bwMode="auto">
            <a:xfrm>
              <a:off x="3886251" y="2108827"/>
              <a:ext cx="914415" cy="1477967"/>
            </a:xfrm>
            <a:prstGeom prst="rect">
              <a:avLst/>
            </a:prstGeom>
            <a:solidFill>
              <a:schemeClr val="accent1">
                <a:lumMod val="40000"/>
                <a:lumOff val="60000"/>
              </a:schemeClr>
            </a:solidFill>
            <a:ln w="28575" cap="flat" cmpd="sng" algn="ctr">
              <a:solidFill>
                <a:schemeClr val="tx1"/>
              </a:solidFill>
              <a:prstDash val="solid"/>
              <a:round/>
              <a:headEnd type="none" w="med" len="med"/>
              <a:tailEnd type="none" w="med" len="med"/>
            </a:ln>
            <a:effectLst/>
          </p:spPr>
          <p:txBody>
            <a:bodyPr anchor="ctr"/>
            <a:lstStyle/>
            <a:p>
              <a:pPr eaLnBrk="1" hangingPunct="1">
                <a:defRPr/>
              </a:pPr>
              <a:endParaRPr lang="en-US">
                <a:latin typeface="Arial" charset="0"/>
                <a:cs typeface="Arial" charset="0"/>
              </a:endParaRPr>
            </a:p>
          </p:txBody>
        </p:sp>
        <p:sp>
          <p:nvSpPr>
            <p:cNvPr id="5" name="Rectangle 4">
              <a:extLst>
                <a:ext uri="{FF2B5EF4-FFF2-40B4-BE49-F238E27FC236}">
                  <a16:creationId xmlns:a16="http://schemas.microsoft.com/office/drawing/2014/main" id="{F0E81FDE-0B07-410D-B8B1-C886A45B5719}"/>
                </a:ext>
              </a:extLst>
            </p:cNvPr>
            <p:cNvSpPr/>
            <p:nvPr/>
          </p:nvSpPr>
          <p:spPr bwMode="auto">
            <a:xfrm>
              <a:off x="6273890" y="2108827"/>
              <a:ext cx="914415" cy="1477967"/>
            </a:xfrm>
            <a:prstGeom prst="rect">
              <a:avLst/>
            </a:prstGeom>
            <a:solidFill>
              <a:schemeClr val="accent1">
                <a:lumMod val="40000"/>
                <a:lumOff val="60000"/>
              </a:schemeClr>
            </a:solidFill>
            <a:ln w="28575" cap="flat" cmpd="sng" algn="ctr">
              <a:solidFill>
                <a:schemeClr val="tx1"/>
              </a:solidFill>
              <a:prstDash val="solid"/>
              <a:round/>
              <a:headEnd type="none" w="med" len="med"/>
              <a:tailEnd type="none" w="med" len="med"/>
            </a:ln>
            <a:effectLst/>
          </p:spPr>
          <p:txBody>
            <a:bodyPr anchor="ctr"/>
            <a:lstStyle/>
            <a:p>
              <a:pPr eaLnBrk="1" hangingPunct="1">
                <a:defRPr/>
              </a:pPr>
              <a:endParaRPr lang="en-US">
                <a:latin typeface="Arial" charset="0"/>
                <a:cs typeface="Arial" charset="0"/>
              </a:endParaRPr>
            </a:p>
          </p:txBody>
        </p:sp>
        <p:cxnSp>
          <p:nvCxnSpPr>
            <p:cNvPr id="31751" name="Straight Connector 6">
              <a:extLst>
                <a:ext uri="{FF2B5EF4-FFF2-40B4-BE49-F238E27FC236}">
                  <a16:creationId xmlns:a16="http://schemas.microsoft.com/office/drawing/2014/main" id="{653AFCA0-16DC-1386-88CC-F944BC6B55CC}"/>
                </a:ext>
              </a:extLst>
            </p:cNvPr>
            <p:cNvCxnSpPr>
              <a:cxnSpLocks noChangeShapeType="1"/>
            </p:cNvCxnSpPr>
            <p:nvPr/>
          </p:nvCxnSpPr>
          <p:spPr bwMode="auto">
            <a:xfrm>
              <a:off x="1405462" y="2347550"/>
              <a:ext cx="457200"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31752" name="Straight Connector 7">
              <a:extLst>
                <a:ext uri="{FF2B5EF4-FFF2-40B4-BE49-F238E27FC236}">
                  <a16:creationId xmlns:a16="http://schemas.microsoft.com/office/drawing/2014/main" id="{71E82D65-E8DA-AC99-B333-F875632E5A2C}"/>
                </a:ext>
              </a:extLst>
            </p:cNvPr>
            <p:cNvCxnSpPr>
              <a:cxnSpLocks noChangeShapeType="1"/>
            </p:cNvCxnSpPr>
            <p:nvPr/>
          </p:nvCxnSpPr>
          <p:spPr bwMode="auto">
            <a:xfrm>
              <a:off x="1401228" y="3233752"/>
              <a:ext cx="457200"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sp>
          <p:nvSpPr>
            <p:cNvPr id="31753" name="TextBox 8">
              <a:extLst>
                <a:ext uri="{FF2B5EF4-FFF2-40B4-BE49-F238E27FC236}">
                  <a16:creationId xmlns:a16="http://schemas.microsoft.com/office/drawing/2014/main" id="{D5467CF3-2385-25E5-7379-B88B81FF0C9B}"/>
                </a:ext>
              </a:extLst>
            </p:cNvPr>
            <p:cNvSpPr txBox="1">
              <a:spLocks noChangeArrowheads="1"/>
            </p:cNvSpPr>
            <p:nvPr/>
          </p:nvSpPr>
          <p:spPr bwMode="auto">
            <a:xfrm>
              <a:off x="1754691" y="2642193"/>
              <a:ext cx="503802" cy="461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400"/>
                <a:t>&gt;</a:t>
              </a:r>
            </a:p>
          </p:txBody>
        </p:sp>
        <p:sp>
          <p:nvSpPr>
            <p:cNvPr id="31754" name="TextBox 9">
              <a:extLst>
                <a:ext uri="{FF2B5EF4-FFF2-40B4-BE49-F238E27FC236}">
                  <a16:creationId xmlns:a16="http://schemas.microsoft.com/office/drawing/2014/main" id="{0F2FDA5B-D984-187A-B51F-B45B64339A92}"/>
                </a:ext>
              </a:extLst>
            </p:cNvPr>
            <p:cNvSpPr txBox="1">
              <a:spLocks noChangeArrowheads="1"/>
            </p:cNvSpPr>
            <p:nvPr/>
          </p:nvSpPr>
          <p:spPr bwMode="auto">
            <a:xfrm>
              <a:off x="3797263" y="2625760"/>
              <a:ext cx="503802" cy="461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400"/>
                <a:t>&gt;</a:t>
              </a:r>
            </a:p>
          </p:txBody>
        </p:sp>
        <p:sp>
          <p:nvSpPr>
            <p:cNvPr id="31755" name="TextBox 10">
              <a:extLst>
                <a:ext uri="{FF2B5EF4-FFF2-40B4-BE49-F238E27FC236}">
                  <a16:creationId xmlns:a16="http://schemas.microsoft.com/office/drawing/2014/main" id="{C23E413C-D2DB-85AD-2A02-111588447C55}"/>
                </a:ext>
              </a:extLst>
            </p:cNvPr>
            <p:cNvSpPr txBox="1">
              <a:spLocks noChangeArrowheads="1"/>
            </p:cNvSpPr>
            <p:nvPr/>
          </p:nvSpPr>
          <p:spPr bwMode="auto">
            <a:xfrm>
              <a:off x="6184874" y="2601113"/>
              <a:ext cx="503802" cy="461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400"/>
                <a:t>&gt;</a:t>
              </a:r>
            </a:p>
          </p:txBody>
        </p:sp>
        <p:cxnSp>
          <p:nvCxnSpPr>
            <p:cNvPr id="31756" name="Straight Connector 12">
              <a:extLst>
                <a:ext uri="{FF2B5EF4-FFF2-40B4-BE49-F238E27FC236}">
                  <a16:creationId xmlns:a16="http://schemas.microsoft.com/office/drawing/2014/main" id="{F90AAF13-2BB9-CD24-2A34-0A22266EC832}"/>
                </a:ext>
              </a:extLst>
            </p:cNvPr>
            <p:cNvCxnSpPr>
              <a:cxnSpLocks noChangeShapeType="1"/>
              <a:endCxn id="31753" idx="1"/>
            </p:cNvCxnSpPr>
            <p:nvPr/>
          </p:nvCxnSpPr>
          <p:spPr bwMode="auto">
            <a:xfrm>
              <a:off x="1543039" y="2864028"/>
              <a:ext cx="211652" cy="8999"/>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31757" name="Straight Connector 13">
              <a:extLst>
                <a:ext uri="{FF2B5EF4-FFF2-40B4-BE49-F238E27FC236}">
                  <a16:creationId xmlns:a16="http://schemas.microsoft.com/office/drawing/2014/main" id="{D8886CAD-49F7-CBF6-6A56-4D51CE563AE3}"/>
                </a:ext>
              </a:extLst>
            </p:cNvPr>
            <p:cNvCxnSpPr>
              <a:cxnSpLocks noChangeShapeType="1"/>
            </p:cNvCxnSpPr>
            <p:nvPr/>
          </p:nvCxnSpPr>
          <p:spPr bwMode="auto">
            <a:xfrm>
              <a:off x="3516182" y="2847596"/>
              <a:ext cx="365760"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31758" name="Straight Connector 14">
              <a:extLst>
                <a:ext uri="{FF2B5EF4-FFF2-40B4-BE49-F238E27FC236}">
                  <a16:creationId xmlns:a16="http://schemas.microsoft.com/office/drawing/2014/main" id="{AEDA7F0E-5619-432B-4438-9423AE657CE3}"/>
                </a:ext>
              </a:extLst>
            </p:cNvPr>
            <p:cNvCxnSpPr>
              <a:cxnSpLocks noChangeShapeType="1"/>
            </p:cNvCxnSpPr>
            <p:nvPr/>
          </p:nvCxnSpPr>
          <p:spPr bwMode="auto">
            <a:xfrm>
              <a:off x="5947391" y="2822947"/>
              <a:ext cx="302281"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31759" name="Straight Connector 16">
              <a:extLst>
                <a:ext uri="{FF2B5EF4-FFF2-40B4-BE49-F238E27FC236}">
                  <a16:creationId xmlns:a16="http://schemas.microsoft.com/office/drawing/2014/main" id="{59DAEDFC-242F-792C-00F2-8331FBB1A1DF}"/>
                </a:ext>
              </a:extLst>
            </p:cNvPr>
            <p:cNvCxnSpPr>
              <a:cxnSpLocks noChangeShapeType="1"/>
            </p:cNvCxnSpPr>
            <p:nvPr/>
          </p:nvCxnSpPr>
          <p:spPr bwMode="auto">
            <a:xfrm>
              <a:off x="1543039" y="2866194"/>
              <a:ext cx="0" cy="1280160"/>
            </a:xfrm>
            <a:prstGeom prst="line">
              <a:avLst/>
            </a:prstGeom>
            <a:noFill/>
            <a:ln w="28575" algn="ctr">
              <a:solidFill>
                <a:schemeClr val="tx1"/>
              </a:solidFill>
              <a:round/>
              <a:headEnd/>
              <a:tailEnd type="oval" w="med" len="med"/>
            </a:ln>
            <a:extLst>
              <a:ext uri="{909E8E84-426E-40DD-AFC4-6F175D3DCCD1}">
                <a14:hiddenFill xmlns:a14="http://schemas.microsoft.com/office/drawing/2010/main">
                  <a:noFill/>
                </a14:hiddenFill>
              </a:ext>
            </a:extLst>
          </p:spPr>
        </p:cxnSp>
        <p:cxnSp>
          <p:nvCxnSpPr>
            <p:cNvPr id="31760" name="Straight Connector 17">
              <a:extLst>
                <a:ext uri="{FF2B5EF4-FFF2-40B4-BE49-F238E27FC236}">
                  <a16:creationId xmlns:a16="http://schemas.microsoft.com/office/drawing/2014/main" id="{63DB6093-EE67-A54F-4284-D0D133813A30}"/>
                </a:ext>
              </a:extLst>
            </p:cNvPr>
            <p:cNvCxnSpPr>
              <a:cxnSpLocks noChangeShapeType="1"/>
            </p:cNvCxnSpPr>
            <p:nvPr/>
          </p:nvCxnSpPr>
          <p:spPr bwMode="auto">
            <a:xfrm>
              <a:off x="3524650" y="2864028"/>
              <a:ext cx="0" cy="1280160"/>
            </a:xfrm>
            <a:prstGeom prst="line">
              <a:avLst/>
            </a:prstGeom>
            <a:noFill/>
            <a:ln w="28575" algn="ctr">
              <a:solidFill>
                <a:schemeClr val="tx1"/>
              </a:solidFill>
              <a:round/>
              <a:headEnd/>
              <a:tailEnd type="oval" w="med" len="med"/>
            </a:ln>
            <a:extLst>
              <a:ext uri="{909E8E84-426E-40DD-AFC4-6F175D3DCCD1}">
                <a14:hiddenFill xmlns:a14="http://schemas.microsoft.com/office/drawing/2010/main">
                  <a:noFill/>
                </a14:hiddenFill>
              </a:ext>
            </a:extLst>
          </p:spPr>
        </p:cxnSp>
        <p:cxnSp>
          <p:nvCxnSpPr>
            <p:cNvPr id="31761" name="Straight Connector 18">
              <a:extLst>
                <a:ext uri="{FF2B5EF4-FFF2-40B4-BE49-F238E27FC236}">
                  <a16:creationId xmlns:a16="http://schemas.microsoft.com/office/drawing/2014/main" id="{0379B7B7-DFB9-09B1-798C-6369488A1CD6}"/>
                </a:ext>
              </a:extLst>
            </p:cNvPr>
            <p:cNvCxnSpPr>
              <a:cxnSpLocks noChangeShapeType="1"/>
            </p:cNvCxnSpPr>
            <p:nvPr/>
          </p:nvCxnSpPr>
          <p:spPr bwMode="auto">
            <a:xfrm>
              <a:off x="5932977" y="2822946"/>
              <a:ext cx="0" cy="132588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31762" name="Straight Connector 20">
              <a:extLst>
                <a:ext uri="{FF2B5EF4-FFF2-40B4-BE49-F238E27FC236}">
                  <a16:creationId xmlns:a16="http://schemas.microsoft.com/office/drawing/2014/main" id="{85106E53-9380-BAE0-69B8-0932E930EC6C}"/>
                </a:ext>
              </a:extLst>
            </p:cNvPr>
            <p:cNvCxnSpPr>
              <a:cxnSpLocks noChangeShapeType="1"/>
            </p:cNvCxnSpPr>
            <p:nvPr/>
          </p:nvCxnSpPr>
          <p:spPr bwMode="auto">
            <a:xfrm>
              <a:off x="5947391" y="4034001"/>
              <a:ext cx="0"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31763" name="Straight Connector 21">
              <a:extLst>
                <a:ext uri="{FF2B5EF4-FFF2-40B4-BE49-F238E27FC236}">
                  <a16:creationId xmlns:a16="http://schemas.microsoft.com/office/drawing/2014/main" id="{4C807731-BB69-AAB1-E045-408BAED824F0}"/>
                </a:ext>
              </a:extLst>
            </p:cNvPr>
            <p:cNvCxnSpPr>
              <a:cxnSpLocks noChangeShapeType="1"/>
            </p:cNvCxnSpPr>
            <p:nvPr/>
          </p:nvCxnSpPr>
          <p:spPr bwMode="auto">
            <a:xfrm>
              <a:off x="3259657" y="2338198"/>
              <a:ext cx="640080" cy="0"/>
            </a:xfrm>
            <a:prstGeom prst="line">
              <a:avLst/>
            </a:prstGeom>
            <a:noFill/>
            <a:ln w="28575" algn="ctr">
              <a:solidFill>
                <a:schemeClr val="tx1"/>
              </a:solidFill>
              <a:round/>
              <a:headEnd type="oval" w="med" len="med"/>
              <a:tailEnd/>
            </a:ln>
            <a:extLst>
              <a:ext uri="{909E8E84-426E-40DD-AFC4-6F175D3DCCD1}">
                <a14:hiddenFill xmlns:a14="http://schemas.microsoft.com/office/drawing/2010/main">
                  <a:noFill/>
                </a14:hiddenFill>
              </a:ext>
            </a:extLst>
          </p:spPr>
        </p:cxnSp>
        <p:cxnSp>
          <p:nvCxnSpPr>
            <p:cNvPr id="31764" name="Straight Connector 22">
              <a:extLst>
                <a:ext uri="{FF2B5EF4-FFF2-40B4-BE49-F238E27FC236}">
                  <a16:creationId xmlns:a16="http://schemas.microsoft.com/office/drawing/2014/main" id="{5EEEFA45-4B33-6188-029F-18BA90AA38DC}"/>
                </a:ext>
              </a:extLst>
            </p:cNvPr>
            <p:cNvCxnSpPr>
              <a:cxnSpLocks noChangeShapeType="1"/>
            </p:cNvCxnSpPr>
            <p:nvPr/>
          </p:nvCxnSpPr>
          <p:spPr bwMode="auto">
            <a:xfrm>
              <a:off x="2888044" y="3233752"/>
              <a:ext cx="352044"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31765" name="Straight Connector 23">
              <a:extLst>
                <a:ext uri="{FF2B5EF4-FFF2-40B4-BE49-F238E27FC236}">
                  <a16:creationId xmlns:a16="http://schemas.microsoft.com/office/drawing/2014/main" id="{6FF0D4A2-18E1-96C5-D9B4-65C7DAE6DE07}"/>
                </a:ext>
              </a:extLst>
            </p:cNvPr>
            <p:cNvCxnSpPr>
              <a:cxnSpLocks noChangeShapeType="1"/>
            </p:cNvCxnSpPr>
            <p:nvPr/>
          </p:nvCxnSpPr>
          <p:spPr bwMode="auto">
            <a:xfrm>
              <a:off x="5902543" y="2360032"/>
              <a:ext cx="365760"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31766" name="Straight Connector 24">
              <a:extLst>
                <a:ext uri="{FF2B5EF4-FFF2-40B4-BE49-F238E27FC236}">
                  <a16:creationId xmlns:a16="http://schemas.microsoft.com/office/drawing/2014/main" id="{01C60968-3CC9-9BB4-39BD-FB21D3D846FB}"/>
                </a:ext>
              </a:extLst>
            </p:cNvPr>
            <p:cNvCxnSpPr>
              <a:cxnSpLocks noChangeShapeType="1"/>
            </p:cNvCxnSpPr>
            <p:nvPr/>
          </p:nvCxnSpPr>
          <p:spPr bwMode="auto">
            <a:xfrm>
              <a:off x="6071883" y="3241968"/>
              <a:ext cx="182880"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31767" name="Straight Connector 25">
              <a:extLst>
                <a:ext uri="{FF2B5EF4-FFF2-40B4-BE49-F238E27FC236}">
                  <a16:creationId xmlns:a16="http://schemas.microsoft.com/office/drawing/2014/main" id="{00053FFB-2B5F-2E99-4335-CBC4AE632405}"/>
                </a:ext>
              </a:extLst>
            </p:cNvPr>
            <p:cNvCxnSpPr>
              <a:cxnSpLocks noChangeShapeType="1"/>
            </p:cNvCxnSpPr>
            <p:nvPr/>
          </p:nvCxnSpPr>
          <p:spPr bwMode="auto">
            <a:xfrm>
              <a:off x="2768598" y="2346414"/>
              <a:ext cx="182880"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31768" name="Straight Connector 26">
              <a:extLst>
                <a:ext uri="{FF2B5EF4-FFF2-40B4-BE49-F238E27FC236}">
                  <a16:creationId xmlns:a16="http://schemas.microsoft.com/office/drawing/2014/main" id="{8DA8EDB2-0F50-B554-843C-09068D1778DA}"/>
                </a:ext>
              </a:extLst>
            </p:cNvPr>
            <p:cNvCxnSpPr>
              <a:cxnSpLocks noChangeShapeType="1"/>
            </p:cNvCxnSpPr>
            <p:nvPr/>
          </p:nvCxnSpPr>
          <p:spPr bwMode="auto">
            <a:xfrm>
              <a:off x="4809070" y="2346414"/>
              <a:ext cx="182880" cy="0"/>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cxnSp>
          <p:nvCxnSpPr>
            <p:cNvPr id="31769" name="Straight Connector 28">
              <a:extLst>
                <a:ext uri="{FF2B5EF4-FFF2-40B4-BE49-F238E27FC236}">
                  <a16:creationId xmlns:a16="http://schemas.microsoft.com/office/drawing/2014/main" id="{1264613F-5F37-B7FC-ACF1-B95D687C6786}"/>
                </a:ext>
              </a:extLst>
            </p:cNvPr>
            <p:cNvCxnSpPr>
              <a:cxnSpLocks noChangeShapeType="1"/>
            </p:cNvCxnSpPr>
            <p:nvPr/>
          </p:nvCxnSpPr>
          <p:spPr bwMode="auto">
            <a:xfrm>
              <a:off x="3242723" y="1872262"/>
              <a:ext cx="0" cy="137160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sp>
          <p:nvSpPr>
            <p:cNvPr id="31770" name="Oval 30">
              <a:extLst>
                <a:ext uri="{FF2B5EF4-FFF2-40B4-BE49-F238E27FC236}">
                  <a16:creationId xmlns:a16="http://schemas.microsoft.com/office/drawing/2014/main" id="{B5BF3A80-784F-4402-5886-DC22B8643C14}"/>
                </a:ext>
              </a:extLst>
            </p:cNvPr>
            <p:cNvSpPr>
              <a:spLocks noChangeArrowheads="1"/>
            </p:cNvSpPr>
            <p:nvPr/>
          </p:nvSpPr>
          <p:spPr bwMode="auto">
            <a:xfrm>
              <a:off x="2768598" y="3167202"/>
              <a:ext cx="137160" cy="133101"/>
            </a:xfrm>
            <a:prstGeom prst="ellipse">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31771" name="TextBox 31">
              <a:extLst>
                <a:ext uri="{FF2B5EF4-FFF2-40B4-BE49-F238E27FC236}">
                  <a16:creationId xmlns:a16="http://schemas.microsoft.com/office/drawing/2014/main" id="{36FF2CAC-0652-9F24-B33E-58155B36E3E4}"/>
                </a:ext>
              </a:extLst>
            </p:cNvPr>
            <p:cNvSpPr txBox="1">
              <a:spLocks noChangeArrowheads="1"/>
            </p:cNvSpPr>
            <p:nvPr/>
          </p:nvSpPr>
          <p:spPr bwMode="auto">
            <a:xfrm>
              <a:off x="2768598" y="1928947"/>
              <a:ext cx="557951" cy="369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q0</a:t>
              </a:r>
            </a:p>
          </p:txBody>
        </p:sp>
        <p:sp>
          <p:nvSpPr>
            <p:cNvPr id="31772" name="TextBox 32">
              <a:extLst>
                <a:ext uri="{FF2B5EF4-FFF2-40B4-BE49-F238E27FC236}">
                  <a16:creationId xmlns:a16="http://schemas.microsoft.com/office/drawing/2014/main" id="{98B96FC8-DAA1-F9CC-1232-3AE49D361617}"/>
                </a:ext>
              </a:extLst>
            </p:cNvPr>
            <p:cNvSpPr txBox="1">
              <a:spLocks noChangeArrowheads="1"/>
            </p:cNvSpPr>
            <p:nvPr/>
          </p:nvSpPr>
          <p:spPr bwMode="auto">
            <a:xfrm>
              <a:off x="4776049" y="1979542"/>
              <a:ext cx="557951" cy="369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q1</a:t>
              </a:r>
            </a:p>
          </p:txBody>
        </p:sp>
        <p:sp>
          <p:nvSpPr>
            <p:cNvPr id="31773" name="TextBox 33">
              <a:extLst>
                <a:ext uri="{FF2B5EF4-FFF2-40B4-BE49-F238E27FC236}">
                  <a16:creationId xmlns:a16="http://schemas.microsoft.com/office/drawing/2014/main" id="{F58CB79A-A026-5985-7AB9-0ECB8128AB5F}"/>
                </a:ext>
              </a:extLst>
            </p:cNvPr>
            <p:cNvSpPr txBox="1">
              <a:spLocks noChangeArrowheads="1"/>
            </p:cNvSpPr>
            <p:nvPr/>
          </p:nvSpPr>
          <p:spPr bwMode="auto">
            <a:xfrm>
              <a:off x="7279653" y="1891001"/>
              <a:ext cx="557951" cy="369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q2</a:t>
              </a:r>
            </a:p>
          </p:txBody>
        </p:sp>
        <p:cxnSp>
          <p:nvCxnSpPr>
            <p:cNvPr id="31774" name="Straight Connector 34">
              <a:extLst>
                <a:ext uri="{FF2B5EF4-FFF2-40B4-BE49-F238E27FC236}">
                  <a16:creationId xmlns:a16="http://schemas.microsoft.com/office/drawing/2014/main" id="{D3146587-DEB6-567E-027E-7A08326CC622}"/>
                </a:ext>
              </a:extLst>
            </p:cNvPr>
            <p:cNvCxnSpPr>
              <a:cxnSpLocks noChangeShapeType="1"/>
            </p:cNvCxnSpPr>
            <p:nvPr/>
          </p:nvCxnSpPr>
          <p:spPr bwMode="auto">
            <a:xfrm>
              <a:off x="7188213" y="2335383"/>
              <a:ext cx="182880"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sp>
          <p:nvSpPr>
            <p:cNvPr id="38" name="Flowchart: Delay 37">
              <a:extLst>
                <a:ext uri="{FF2B5EF4-FFF2-40B4-BE49-F238E27FC236}">
                  <a16:creationId xmlns:a16="http://schemas.microsoft.com/office/drawing/2014/main" id="{FF2EF0F3-79E6-4A58-9046-92950BC21180}"/>
                </a:ext>
              </a:extLst>
            </p:cNvPr>
            <p:cNvSpPr/>
            <p:nvPr/>
          </p:nvSpPr>
          <p:spPr bwMode="auto">
            <a:xfrm>
              <a:off x="5449965" y="2205665"/>
              <a:ext cx="457207" cy="355601"/>
            </a:xfrm>
            <a:prstGeom prst="flowChartDelay">
              <a:avLst/>
            </a:prstGeom>
            <a:solidFill>
              <a:schemeClr val="accent1">
                <a:lumMod val="40000"/>
                <a:lumOff val="60000"/>
              </a:schemeClr>
            </a:solidFill>
            <a:ln w="19050" cap="flat" cmpd="sng" algn="ctr">
              <a:solidFill>
                <a:schemeClr val="tx1"/>
              </a:solidFill>
              <a:prstDash val="solid"/>
              <a:round/>
              <a:headEnd type="none" w="med" len="med"/>
              <a:tailEnd type="none" w="med" len="med"/>
            </a:ln>
            <a:effectLst/>
          </p:spPr>
          <p:txBody>
            <a:bodyPr anchor="ctr"/>
            <a:lstStyle/>
            <a:p>
              <a:pPr eaLnBrk="1" hangingPunct="1">
                <a:defRPr/>
              </a:pPr>
              <a:endParaRPr lang="en-US">
                <a:latin typeface="Arial" charset="0"/>
                <a:cs typeface="Arial" charset="0"/>
              </a:endParaRPr>
            </a:p>
          </p:txBody>
        </p:sp>
        <p:cxnSp>
          <p:nvCxnSpPr>
            <p:cNvPr id="31776" name="Straight Connector 41">
              <a:extLst>
                <a:ext uri="{FF2B5EF4-FFF2-40B4-BE49-F238E27FC236}">
                  <a16:creationId xmlns:a16="http://schemas.microsoft.com/office/drawing/2014/main" id="{CE6BD605-5C46-9152-D865-9A3AE4681AB7}"/>
                </a:ext>
              </a:extLst>
            </p:cNvPr>
            <p:cNvCxnSpPr>
              <a:cxnSpLocks noChangeShapeType="1"/>
            </p:cNvCxnSpPr>
            <p:nvPr/>
          </p:nvCxnSpPr>
          <p:spPr bwMode="auto">
            <a:xfrm>
              <a:off x="1405462" y="2338198"/>
              <a:ext cx="0" cy="895555"/>
            </a:xfrm>
            <a:prstGeom prst="line">
              <a:avLst/>
            </a:prstGeom>
            <a:noFill/>
            <a:ln w="28575" algn="ctr">
              <a:solidFill>
                <a:schemeClr val="tx1"/>
              </a:solidFill>
              <a:round/>
              <a:headEnd type="oval" w="med" len="med"/>
              <a:tailEnd/>
            </a:ln>
            <a:extLst>
              <a:ext uri="{909E8E84-426E-40DD-AFC4-6F175D3DCCD1}">
                <a14:hiddenFill xmlns:a14="http://schemas.microsoft.com/office/drawing/2010/main">
                  <a:noFill/>
                </a14:hiddenFill>
              </a:ext>
            </a:extLst>
          </p:spPr>
        </p:cxnSp>
        <p:cxnSp>
          <p:nvCxnSpPr>
            <p:cNvPr id="31777" name="Straight Connector 43">
              <a:extLst>
                <a:ext uri="{FF2B5EF4-FFF2-40B4-BE49-F238E27FC236}">
                  <a16:creationId xmlns:a16="http://schemas.microsoft.com/office/drawing/2014/main" id="{B23E718D-2B18-1F6F-EEA9-0CE7393C4C8F}"/>
                </a:ext>
              </a:extLst>
            </p:cNvPr>
            <p:cNvCxnSpPr>
              <a:cxnSpLocks noChangeShapeType="1"/>
            </p:cNvCxnSpPr>
            <p:nvPr/>
          </p:nvCxnSpPr>
          <p:spPr bwMode="auto">
            <a:xfrm>
              <a:off x="969428" y="2346414"/>
              <a:ext cx="491062"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sp>
          <p:nvSpPr>
            <p:cNvPr id="31778" name="TextBox 44">
              <a:extLst>
                <a:ext uri="{FF2B5EF4-FFF2-40B4-BE49-F238E27FC236}">
                  <a16:creationId xmlns:a16="http://schemas.microsoft.com/office/drawing/2014/main" id="{2C18C38B-9646-29A1-D248-249FC7079413}"/>
                </a:ext>
              </a:extLst>
            </p:cNvPr>
            <p:cNvSpPr txBox="1">
              <a:spLocks noChangeArrowheads="1"/>
            </p:cNvSpPr>
            <p:nvPr/>
          </p:nvSpPr>
          <p:spPr bwMode="auto">
            <a:xfrm>
              <a:off x="1355086" y="1944751"/>
              <a:ext cx="557951" cy="369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t0</a:t>
              </a:r>
            </a:p>
          </p:txBody>
        </p:sp>
        <p:sp>
          <p:nvSpPr>
            <p:cNvPr id="31779" name="TextBox 45">
              <a:extLst>
                <a:ext uri="{FF2B5EF4-FFF2-40B4-BE49-F238E27FC236}">
                  <a16:creationId xmlns:a16="http://schemas.microsoft.com/office/drawing/2014/main" id="{A4DFC401-8A01-454A-805B-E0E29B485D5A}"/>
                </a:ext>
              </a:extLst>
            </p:cNvPr>
            <p:cNvSpPr txBox="1">
              <a:spLocks noChangeArrowheads="1"/>
            </p:cNvSpPr>
            <p:nvPr/>
          </p:nvSpPr>
          <p:spPr bwMode="auto">
            <a:xfrm>
              <a:off x="812802" y="4158670"/>
              <a:ext cx="557951" cy="369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clk</a:t>
              </a:r>
            </a:p>
          </p:txBody>
        </p:sp>
        <p:sp>
          <p:nvSpPr>
            <p:cNvPr id="31780" name="TextBox 35">
              <a:extLst>
                <a:ext uri="{FF2B5EF4-FFF2-40B4-BE49-F238E27FC236}">
                  <a16:creationId xmlns:a16="http://schemas.microsoft.com/office/drawing/2014/main" id="{0EA13337-76AF-AEB4-CA85-D1A5870EC78B}"/>
                </a:ext>
              </a:extLst>
            </p:cNvPr>
            <p:cNvSpPr txBox="1">
              <a:spLocks noChangeArrowheads="1"/>
            </p:cNvSpPr>
            <p:nvPr/>
          </p:nvSpPr>
          <p:spPr bwMode="auto">
            <a:xfrm>
              <a:off x="1862662" y="2187202"/>
              <a:ext cx="557951" cy="369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J</a:t>
              </a:r>
            </a:p>
          </p:txBody>
        </p:sp>
        <p:sp>
          <p:nvSpPr>
            <p:cNvPr id="31781" name="TextBox 36">
              <a:extLst>
                <a:ext uri="{FF2B5EF4-FFF2-40B4-BE49-F238E27FC236}">
                  <a16:creationId xmlns:a16="http://schemas.microsoft.com/office/drawing/2014/main" id="{EE538A43-297F-DC76-E090-5CF62BD28EFA}"/>
                </a:ext>
              </a:extLst>
            </p:cNvPr>
            <p:cNvSpPr txBox="1">
              <a:spLocks noChangeArrowheads="1"/>
            </p:cNvSpPr>
            <p:nvPr/>
          </p:nvSpPr>
          <p:spPr bwMode="auto">
            <a:xfrm>
              <a:off x="1854198" y="3049115"/>
              <a:ext cx="557951" cy="369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K</a:t>
              </a:r>
            </a:p>
          </p:txBody>
        </p:sp>
        <p:sp>
          <p:nvSpPr>
            <p:cNvPr id="31782" name="TextBox 38">
              <a:extLst>
                <a:ext uri="{FF2B5EF4-FFF2-40B4-BE49-F238E27FC236}">
                  <a16:creationId xmlns:a16="http://schemas.microsoft.com/office/drawing/2014/main" id="{A33637D7-4CCE-7724-5700-A108BBFBD086}"/>
                </a:ext>
              </a:extLst>
            </p:cNvPr>
            <p:cNvSpPr txBox="1">
              <a:spLocks noChangeArrowheads="1"/>
            </p:cNvSpPr>
            <p:nvPr/>
          </p:nvSpPr>
          <p:spPr bwMode="auto">
            <a:xfrm>
              <a:off x="3909886" y="2187202"/>
              <a:ext cx="557951" cy="369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J</a:t>
              </a:r>
            </a:p>
          </p:txBody>
        </p:sp>
        <p:sp>
          <p:nvSpPr>
            <p:cNvPr id="31783" name="TextBox 40">
              <a:extLst>
                <a:ext uri="{FF2B5EF4-FFF2-40B4-BE49-F238E27FC236}">
                  <a16:creationId xmlns:a16="http://schemas.microsoft.com/office/drawing/2014/main" id="{EA0179C1-7B91-A798-7AA2-76A6BD5C0FA6}"/>
                </a:ext>
              </a:extLst>
            </p:cNvPr>
            <p:cNvSpPr txBox="1">
              <a:spLocks noChangeArrowheads="1"/>
            </p:cNvSpPr>
            <p:nvPr/>
          </p:nvSpPr>
          <p:spPr bwMode="auto">
            <a:xfrm>
              <a:off x="3909886" y="3049115"/>
              <a:ext cx="557951" cy="369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K</a:t>
              </a:r>
            </a:p>
          </p:txBody>
        </p:sp>
        <p:sp>
          <p:nvSpPr>
            <p:cNvPr id="31784" name="TextBox 42">
              <a:extLst>
                <a:ext uri="{FF2B5EF4-FFF2-40B4-BE49-F238E27FC236}">
                  <a16:creationId xmlns:a16="http://schemas.microsoft.com/office/drawing/2014/main" id="{4B2286B0-9A38-EA62-B71D-F12E22685666}"/>
                </a:ext>
              </a:extLst>
            </p:cNvPr>
            <p:cNvSpPr txBox="1">
              <a:spLocks noChangeArrowheads="1"/>
            </p:cNvSpPr>
            <p:nvPr/>
          </p:nvSpPr>
          <p:spPr bwMode="auto">
            <a:xfrm>
              <a:off x="6273813" y="2158997"/>
              <a:ext cx="557951" cy="369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J</a:t>
              </a:r>
            </a:p>
          </p:txBody>
        </p:sp>
        <p:sp>
          <p:nvSpPr>
            <p:cNvPr id="31785" name="Oval 46">
              <a:extLst>
                <a:ext uri="{FF2B5EF4-FFF2-40B4-BE49-F238E27FC236}">
                  <a16:creationId xmlns:a16="http://schemas.microsoft.com/office/drawing/2014/main" id="{AEA8045C-0A75-F020-276E-D5BA1C35961D}"/>
                </a:ext>
              </a:extLst>
            </p:cNvPr>
            <p:cNvSpPr>
              <a:spLocks noChangeArrowheads="1"/>
            </p:cNvSpPr>
            <p:nvPr/>
          </p:nvSpPr>
          <p:spPr bwMode="auto">
            <a:xfrm>
              <a:off x="4800600" y="3150770"/>
              <a:ext cx="137160" cy="133101"/>
            </a:xfrm>
            <a:prstGeom prst="ellipse">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cxnSp>
          <p:nvCxnSpPr>
            <p:cNvPr id="31786" name="Straight Connector 61">
              <a:extLst>
                <a:ext uri="{FF2B5EF4-FFF2-40B4-BE49-F238E27FC236}">
                  <a16:creationId xmlns:a16="http://schemas.microsoft.com/office/drawing/2014/main" id="{4C767DC9-BD98-51A0-C61E-B07D05BF4DD2}"/>
                </a:ext>
              </a:extLst>
            </p:cNvPr>
            <p:cNvCxnSpPr>
              <a:cxnSpLocks noChangeShapeType="1"/>
            </p:cNvCxnSpPr>
            <p:nvPr/>
          </p:nvCxnSpPr>
          <p:spPr bwMode="auto">
            <a:xfrm flipH="1">
              <a:off x="812802" y="4148671"/>
              <a:ext cx="5120640"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sp>
          <p:nvSpPr>
            <p:cNvPr id="31787" name="Oval 62">
              <a:extLst>
                <a:ext uri="{FF2B5EF4-FFF2-40B4-BE49-F238E27FC236}">
                  <a16:creationId xmlns:a16="http://schemas.microsoft.com/office/drawing/2014/main" id="{E2DB0892-3A4D-0EA2-21D0-7AE3B5186EB8}"/>
                </a:ext>
              </a:extLst>
            </p:cNvPr>
            <p:cNvSpPr>
              <a:spLocks noChangeArrowheads="1"/>
            </p:cNvSpPr>
            <p:nvPr/>
          </p:nvSpPr>
          <p:spPr bwMode="auto">
            <a:xfrm>
              <a:off x="2242818" y="3603476"/>
              <a:ext cx="137160" cy="133101"/>
            </a:xfrm>
            <a:prstGeom prst="ellipse">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31788" name="Oval 63">
              <a:extLst>
                <a:ext uri="{FF2B5EF4-FFF2-40B4-BE49-F238E27FC236}">
                  <a16:creationId xmlns:a16="http://schemas.microsoft.com/office/drawing/2014/main" id="{5B76ADDA-5F87-A6C2-9A61-CD4CBA927472}"/>
                </a:ext>
              </a:extLst>
            </p:cNvPr>
            <p:cNvSpPr>
              <a:spLocks noChangeArrowheads="1"/>
            </p:cNvSpPr>
            <p:nvPr/>
          </p:nvSpPr>
          <p:spPr bwMode="auto">
            <a:xfrm>
              <a:off x="4293443" y="3590502"/>
              <a:ext cx="137160" cy="133101"/>
            </a:xfrm>
            <a:prstGeom prst="ellipse">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31789" name="Oval 64">
              <a:extLst>
                <a:ext uri="{FF2B5EF4-FFF2-40B4-BE49-F238E27FC236}">
                  <a16:creationId xmlns:a16="http://schemas.microsoft.com/office/drawing/2014/main" id="{355A6D91-C004-43E8-370A-09860E17EDC7}"/>
                </a:ext>
              </a:extLst>
            </p:cNvPr>
            <p:cNvSpPr>
              <a:spLocks noChangeArrowheads="1"/>
            </p:cNvSpPr>
            <p:nvPr/>
          </p:nvSpPr>
          <p:spPr bwMode="auto">
            <a:xfrm>
              <a:off x="6662433" y="3590502"/>
              <a:ext cx="137160" cy="133101"/>
            </a:xfrm>
            <a:prstGeom prst="ellipse">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31790" name="TextBox 65">
              <a:extLst>
                <a:ext uri="{FF2B5EF4-FFF2-40B4-BE49-F238E27FC236}">
                  <a16:creationId xmlns:a16="http://schemas.microsoft.com/office/drawing/2014/main" id="{0BB6182C-04F4-5800-A423-2DA7BBAB2FA6}"/>
                </a:ext>
              </a:extLst>
            </p:cNvPr>
            <p:cNvSpPr txBox="1">
              <a:spLocks noChangeArrowheads="1"/>
            </p:cNvSpPr>
            <p:nvPr/>
          </p:nvSpPr>
          <p:spPr bwMode="auto">
            <a:xfrm>
              <a:off x="6250103" y="3054631"/>
              <a:ext cx="557951" cy="369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K</a:t>
              </a:r>
            </a:p>
          </p:txBody>
        </p:sp>
        <p:cxnSp>
          <p:nvCxnSpPr>
            <p:cNvPr id="31791" name="Straight Connector 67">
              <a:extLst>
                <a:ext uri="{FF2B5EF4-FFF2-40B4-BE49-F238E27FC236}">
                  <a16:creationId xmlns:a16="http://schemas.microsoft.com/office/drawing/2014/main" id="{EBEC733F-5CBC-B31F-66C9-2910929916B8}"/>
                </a:ext>
              </a:extLst>
            </p:cNvPr>
            <p:cNvCxnSpPr>
              <a:cxnSpLocks noChangeShapeType="1"/>
            </p:cNvCxnSpPr>
            <p:nvPr/>
          </p:nvCxnSpPr>
          <p:spPr bwMode="auto">
            <a:xfrm flipV="1">
              <a:off x="6071883" y="2371063"/>
              <a:ext cx="0" cy="870905"/>
            </a:xfrm>
            <a:prstGeom prst="line">
              <a:avLst/>
            </a:prstGeom>
            <a:noFill/>
            <a:ln w="28575" algn="ctr">
              <a:solidFill>
                <a:schemeClr val="tx1"/>
              </a:solidFill>
              <a:round/>
              <a:headEnd/>
              <a:tailEnd type="oval" w="med" len="med"/>
            </a:ln>
            <a:extLst>
              <a:ext uri="{909E8E84-426E-40DD-AFC4-6F175D3DCCD1}">
                <a14:hiddenFill xmlns:a14="http://schemas.microsoft.com/office/drawing/2010/main">
                  <a:noFill/>
                </a14:hiddenFill>
              </a:ext>
            </a:extLst>
          </p:spPr>
        </p:cxnSp>
        <p:cxnSp>
          <p:nvCxnSpPr>
            <p:cNvPr id="31792" name="Straight Connector 69">
              <a:extLst>
                <a:ext uri="{FF2B5EF4-FFF2-40B4-BE49-F238E27FC236}">
                  <a16:creationId xmlns:a16="http://schemas.microsoft.com/office/drawing/2014/main" id="{6545AE77-38FF-B9D3-F21C-BA6F7179826B}"/>
                </a:ext>
              </a:extLst>
            </p:cNvPr>
            <p:cNvCxnSpPr>
              <a:cxnSpLocks noChangeShapeType="1"/>
            </p:cNvCxnSpPr>
            <p:nvPr/>
          </p:nvCxnSpPr>
          <p:spPr bwMode="auto">
            <a:xfrm>
              <a:off x="3240088" y="1842126"/>
              <a:ext cx="2011680"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31793" name="Straight Connector 71">
              <a:extLst>
                <a:ext uri="{FF2B5EF4-FFF2-40B4-BE49-F238E27FC236}">
                  <a16:creationId xmlns:a16="http://schemas.microsoft.com/office/drawing/2014/main" id="{56A49D37-2BD2-BC37-52DD-521E99023816}"/>
                </a:ext>
              </a:extLst>
            </p:cNvPr>
            <p:cNvCxnSpPr>
              <a:cxnSpLocks noChangeShapeType="1"/>
            </p:cNvCxnSpPr>
            <p:nvPr/>
          </p:nvCxnSpPr>
          <p:spPr bwMode="auto">
            <a:xfrm>
              <a:off x="5251768" y="1842126"/>
              <a:ext cx="0" cy="445223"/>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31794" name="Straight Connector 73">
              <a:extLst>
                <a:ext uri="{FF2B5EF4-FFF2-40B4-BE49-F238E27FC236}">
                  <a16:creationId xmlns:a16="http://schemas.microsoft.com/office/drawing/2014/main" id="{53EC0850-0D13-009F-EB22-068CBF67EBBC}"/>
                </a:ext>
              </a:extLst>
            </p:cNvPr>
            <p:cNvCxnSpPr>
              <a:cxnSpLocks noChangeShapeType="1"/>
            </p:cNvCxnSpPr>
            <p:nvPr/>
          </p:nvCxnSpPr>
          <p:spPr bwMode="auto">
            <a:xfrm>
              <a:off x="5251768" y="2295816"/>
              <a:ext cx="198607"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31795" name="Straight Connector 74">
              <a:extLst>
                <a:ext uri="{FF2B5EF4-FFF2-40B4-BE49-F238E27FC236}">
                  <a16:creationId xmlns:a16="http://schemas.microsoft.com/office/drawing/2014/main" id="{9BE7B394-21CE-CA65-620D-6DB4435783E2}"/>
                </a:ext>
              </a:extLst>
            </p:cNvPr>
            <p:cNvCxnSpPr>
              <a:cxnSpLocks noChangeShapeType="1"/>
            </p:cNvCxnSpPr>
            <p:nvPr/>
          </p:nvCxnSpPr>
          <p:spPr bwMode="auto">
            <a:xfrm>
              <a:off x="3675790" y="3241968"/>
              <a:ext cx="228600"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31796" name="Straight Connector 76">
              <a:extLst>
                <a:ext uri="{FF2B5EF4-FFF2-40B4-BE49-F238E27FC236}">
                  <a16:creationId xmlns:a16="http://schemas.microsoft.com/office/drawing/2014/main" id="{E6149B69-C69D-29CE-204A-64EE1B2540EB}"/>
                </a:ext>
              </a:extLst>
            </p:cNvPr>
            <p:cNvCxnSpPr>
              <a:cxnSpLocks noChangeShapeType="1"/>
            </p:cNvCxnSpPr>
            <p:nvPr/>
          </p:nvCxnSpPr>
          <p:spPr bwMode="auto">
            <a:xfrm flipV="1">
              <a:off x="3675790" y="2337944"/>
              <a:ext cx="0" cy="895888"/>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31797" name="Straight Connector 77">
              <a:extLst>
                <a:ext uri="{FF2B5EF4-FFF2-40B4-BE49-F238E27FC236}">
                  <a16:creationId xmlns:a16="http://schemas.microsoft.com/office/drawing/2014/main" id="{F3EA2B75-0252-65FD-F55F-73F685D05CE6}"/>
                </a:ext>
              </a:extLst>
            </p:cNvPr>
            <p:cNvCxnSpPr>
              <a:cxnSpLocks noChangeShapeType="1"/>
            </p:cNvCxnSpPr>
            <p:nvPr/>
          </p:nvCxnSpPr>
          <p:spPr bwMode="auto">
            <a:xfrm>
              <a:off x="4918881" y="3225272"/>
              <a:ext cx="338328"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31798" name="Straight Connector 79">
              <a:extLst>
                <a:ext uri="{FF2B5EF4-FFF2-40B4-BE49-F238E27FC236}">
                  <a16:creationId xmlns:a16="http://schemas.microsoft.com/office/drawing/2014/main" id="{E25EE43E-5F4E-21B6-9D2C-BE9DC549DED0}"/>
                </a:ext>
              </a:extLst>
            </p:cNvPr>
            <p:cNvCxnSpPr>
              <a:cxnSpLocks noChangeShapeType="1"/>
            </p:cNvCxnSpPr>
            <p:nvPr/>
          </p:nvCxnSpPr>
          <p:spPr bwMode="auto">
            <a:xfrm>
              <a:off x="5251768" y="2475064"/>
              <a:ext cx="198607"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31799" name="Straight Connector 81">
              <a:extLst>
                <a:ext uri="{FF2B5EF4-FFF2-40B4-BE49-F238E27FC236}">
                  <a16:creationId xmlns:a16="http://schemas.microsoft.com/office/drawing/2014/main" id="{21EF61CD-F56A-0334-5F3E-11275715663C}"/>
                </a:ext>
              </a:extLst>
            </p:cNvPr>
            <p:cNvCxnSpPr>
              <a:cxnSpLocks noChangeShapeType="1"/>
            </p:cNvCxnSpPr>
            <p:nvPr/>
          </p:nvCxnSpPr>
          <p:spPr bwMode="auto">
            <a:xfrm>
              <a:off x="5251768" y="2475064"/>
              <a:ext cx="0" cy="758952"/>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sp>
          <p:nvSpPr>
            <p:cNvPr id="31800" name="TextBox 82">
              <a:extLst>
                <a:ext uri="{FF2B5EF4-FFF2-40B4-BE49-F238E27FC236}">
                  <a16:creationId xmlns:a16="http://schemas.microsoft.com/office/drawing/2014/main" id="{49DE54DC-A133-79AB-9C8E-BBEE17FCB9F0}"/>
                </a:ext>
              </a:extLst>
            </p:cNvPr>
            <p:cNvSpPr txBox="1">
              <a:spLocks noChangeArrowheads="1"/>
            </p:cNvSpPr>
            <p:nvPr/>
          </p:nvSpPr>
          <p:spPr bwMode="auto">
            <a:xfrm>
              <a:off x="3334589" y="2026435"/>
              <a:ext cx="55795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t1</a:t>
              </a:r>
            </a:p>
          </p:txBody>
        </p:sp>
        <p:sp>
          <p:nvSpPr>
            <p:cNvPr id="31801" name="TextBox 83">
              <a:extLst>
                <a:ext uri="{FF2B5EF4-FFF2-40B4-BE49-F238E27FC236}">
                  <a16:creationId xmlns:a16="http://schemas.microsoft.com/office/drawing/2014/main" id="{54A4BAAE-96C1-EFEC-BC92-11998621B4F4}"/>
                </a:ext>
              </a:extLst>
            </p:cNvPr>
            <p:cNvSpPr txBox="1">
              <a:spLocks noChangeArrowheads="1"/>
            </p:cNvSpPr>
            <p:nvPr/>
          </p:nvSpPr>
          <p:spPr bwMode="auto">
            <a:xfrm>
              <a:off x="5843709" y="1981200"/>
              <a:ext cx="55795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t2</a:t>
              </a:r>
            </a:p>
          </p:txBody>
        </p:sp>
        <p:cxnSp>
          <p:nvCxnSpPr>
            <p:cNvPr id="31802" name="Straight Connector 85">
              <a:extLst>
                <a:ext uri="{FF2B5EF4-FFF2-40B4-BE49-F238E27FC236}">
                  <a16:creationId xmlns:a16="http://schemas.microsoft.com/office/drawing/2014/main" id="{C44AF02E-66C1-140C-524F-FF9D2B265ECA}"/>
                </a:ext>
              </a:extLst>
            </p:cNvPr>
            <p:cNvCxnSpPr>
              <a:cxnSpLocks noChangeShapeType="1"/>
              <a:stCxn id="31787" idx="4"/>
            </p:cNvCxnSpPr>
            <p:nvPr/>
          </p:nvCxnSpPr>
          <p:spPr bwMode="auto">
            <a:xfrm>
              <a:off x="2311398" y="3736577"/>
              <a:ext cx="0" cy="225823"/>
            </a:xfrm>
            <a:prstGeom prst="line">
              <a:avLst/>
            </a:prstGeom>
            <a:noFill/>
            <a:ln w="28575" algn="ctr">
              <a:solidFill>
                <a:schemeClr val="tx1"/>
              </a:solidFill>
              <a:round/>
              <a:headEnd/>
              <a:tailEnd type="oval" w="med" len="med"/>
            </a:ln>
            <a:extLst>
              <a:ext uri="{909E8E84-426E-40DD-AFC4-6F175D3DCCD1}">
                <a14:hiddenFill xmlns:a14="http://schemas.microsoft.com/office/drawing/2010/main">
                  <a:noFill/>
                </a14:hiddenFill>
              </a:ext>
            </a:extLst>
          </p:spPr>
        </p:cxnSp>
        <p:cxnSp>
          <p:nvCxnSpPr>
            <p:cNvPr id="31803" name="Straight Connector 86">
              <a:extLst>
                <a:ext uri="{FF2B5EF4-FFF2-40B4-BE49-F238E27FC236}">
                  <a16:creationId xmlns:a16="http://schemas.microsoft.com/office/drawing/2014/main" id="{13798827-8631-0834-3785-F119961B48A6}"/>
                </a:ext>
              </a:extLst>
            </p:cNvPr>
            <p:cNvCxnSpPr>
              <a:cxnSpLocks noChangeShapeType="1"/>
            </p:cNvCxnSpPr>
            <p:nvPr/>
          </p:nvCxnSpPr>
          <p:spPr bwMode="auto">
            <a:xfrm flipH="1">
              <a:off x="872912" y="3962400"/>
              <a:ext cx="5852160"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31804" name="Straight Connector 88">
              <a:extLst>
                <a:ext uri="{FF2B5EF4-FFF2-40B4-BE49-F238E27FC236}">
                  <a16:creationId xmlns:a16="http://schemas.microsoft.com/office/drawing/2014/main" id="{EC16E526-A896-2511-9887-685CAF132C2A}"/>
                </a:ext>
              </a:extLst>
            </p:cNvPr>
            <p:cNvCxnSpPr>
              <a:cxnSpLocks noChangeShapeType="1"/>
              <a:endCxn id="31788" idx="4"/>
            </p:cNvCxnSpPr>
            <p:nvPr/>
          </p:nvCxnSpPr>
          <p:spPr bwMode="auto">
            <a:xfrm flipV="1">
              <a:off x="4362023" y="3723603"/>
              <a:ext cx="0" cy="238797"/>
            </a:xfrm>
            <a:prstGeom prst="line">
              <a:avLst/>
            </a:prstGeom>
            <a:noFill/>
            <a:ln w="28575" algn="ctr">
              <a:solidFill>
                <a:schemeClr val="tx1"/>
              </a:solidFill>
              <a:round/>
              <a:headEnd type="oval" w="med" len="med"/>
              <a:tailEnd/>
            </a:ln>
            <a:extLst>
              <a:ext uri="{909E8E84-426E-40DD-AFC4-6F175D3DCCD1}">
                <a14:hiddenFill xmlns:a14="http://schemas.microsoft.com/office/drawing/2010/main">
                  <a:noFill/>
                </a14:hiddenFill>
              </a:ext>
            </a:extLst>
          </p:spPr>
        </p:cxnSp>
        <p:cxnSp>
          <p:nvCxnSpPr>
            <p:cNvPr id="31805" name="Straight Connector 89">
              <a:extLst>
                <a:ext uri="{FF2B5EF4-FFF2-40B4-BE49-F238E27FC236}">
                  <a16:creationId xmlns:a16="http://schemas.microsoft.com/office/drawing/2014/main" id="{BFD7AAB0-C595-DA91-34D4-F8D66C85D190}"/>
                </a:ext>
              </a:extLst>
            </p:cNvPr>
            <p:cNvCxnSpPr>
              <a:cxnSpLocks noChangeShapeType="1"/>
            </p:cNvCxnSpPr>
            <p:nvPr/>
          </p:nvCxnSpPr>
          <p:spPr bwMode="auto">
            <a:xfrm flipV="1">
              <a:off x="6731013" y="3723603"/>
              <a:ext cx="0" cy="238797"/>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sp>
          <p:nvSpPr>
            <p:cNvPr id="31806" name="TextBox 90">
              <a:extLst>
                <a:ext uri="{FF2B5EF4-FFF2-40B4-BE49-F238E27FC236}">
                  <a16:creationId xmlns:a16="http://schemas.microsoft.com/office/drawing/2014/main" id="{C3DF1AE6-07FC-8A5A-F3AB-71FEB6151AF0}"/>
                </a:ext>
              </a:extLst>
            </p:cNvPr>
            <p:cNvSpPr txBox="1">
              <a:spLocks noChangeArrowheads="1"/>
            </p:cNvSpPr>
            <p:nvPr/>
          </p:nvSpPr>
          <p:spPr bwMode="auto">
            <a:xfrm>
              <a:off x="935983" y="1880071"/>
              <a:ext cx="55795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“1”</a:t>
              </a:r>
            </a:p>
          </p:txBody>
        </p:sp>
        <p:sp>
          <p:nvSpPr>
            <p:cNvPr id="31807" name="TextBox 91">
              <a:extLst>
                <a:ext uri="{FF2B5EF4-FFF2-40B4-BE49-F238E27FC236}">
                  <a16:creationId xmlns:a16="http://schemas.microsoft.com/office/drawing/2014/main" id="{87568786-E5E7-962D-B638-E056044B17E9}"/>
                </a:ext>
              </a:extLst>
            </p:cNvPr>
            <p:cNvSpPr txBox="1">
              <a:spLocks noChangeArrowheads="1"/>
            </p:cNvSpPr>
            <p:nvPr/>
          </p:nvSpPr>
          <p:spPr bwMode="auto">
            <a:xfrm>
              <a:off x="762000" y="3561413"/>
              <a:ext cx="69848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reset</a:t>
              </a:r>
            </a:p>
          </p:txBody>
        </p:sp>
      </p:gr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5">
            <a:extLst>
              <a:ext uri="{FF2B5EF4-FFF2-40B4-BE49-F238E27FC236}">
                <a16:creationId xmlns:a16="http://schemas.microsoft.com/office/drawing/2014/main" id="{A6EB4B06-7E48-9BD8-3183-49BBFC645352}"/>
              </a:ext>
            </a:extLst>
          </p:cNvPr>
          <p:cNvSpPr>
            <a:spLocks noGrp="1" noChangeArrowheads="1"/>
          </p:cNvSpPr>
          <p:nvPr>
            <p:ph type="title"/>
          </p:nvPr>
        </p:nvSpPr>
        <p:spPr/>
        <p:txBody>
          <a:bodyPr/>
          <a:lstStyle/>
          <a:p>
            <a:r>
              <a:rPr lang="en-US" altLang="en-US"/>
              <a:t>4-Bit Counter with Parallel Carry and Count Enable</a:t>
            </a:r>
          </a:p>
        </p:txBody>
      </p:sp>
      <p:sp>
        <p:nvSpPr>
          <p:cNvPr id="21508" name="Text Box 81">
            <a:extLst>
              <a:ext uri="{FF2B5EF4-FFF2-40B4-BE49-F238E27FC236}">
                <a16:creationId xmlns:a16="http://schemas.microsoft.com/office/drawing/2014/main" id="{73AB2BA5-D208-48B0-9E9B-F3605EB4D7E3}"/>
              </a:ext>
            </a:extLst>
          </p:cNvPr>
          <p:cNvSpPr txBox="1">
            <a:spLocks noChangeArrowheads="1"/>
          </p:cNvSpPr>
          <p:nvPr/>
        </p:nvSpPr>
        <p:spPr bwMode="auto">
          <a:xfrm>
            <a:off x="1970088" y="5257800"/>
            <a:ext cx="8534400" cy="400050"/>
          </a:xfrm>
          <a:prstGeom prst="rect">
            <a:avLst/>
          </a:prstGeom>
          <a:noFill/>
          <a:ln w="9525">
            <a:noFill/>
            <a:miter lim="800000"/>
            <a:headEnd/>
            <a:tailEnd/>
          </a:ln>
        </p:spPr>
        <p:txBody>
          <a:bodyPr>
            <a:spAutoFit/>
          </a:bodyPr>
          <a:lstStyle/>
          <a:p>
            <a:pPr eaLnBrk="1" hangingPunct="1">
              <a:spcBef>
                <a:spcPct val="50000"/>
              </a:spcBef>
              <a:defRPr/>
            </a:pPr>
            <a:r>
              <a:rPr lang="en-US" sz="2000" dirty="0">
                <a:latin typeface="+mj-lt"/>
              </a:rPr>
              <a:t>CNTEN – Count Enable</a:t>
            </a:r>
          </a:p>
        </p:txBody>
      </p:sp>
      <p:sp>
        <p:nvSpPr>
          <p:cNvPr id="21510" name="Rectangle 7">
            <a:extLst>
              <a:ext uri="{FF2B5EF4-FFF2-40B4-BE49-F238E27FC236}">
                <a16:creationId xmlns:a16="http://schemas.microsoft.com/office/drawing/2014/main" id="{391E3533-556D-478D-BB11-13CB03440927}"/>
              </a:ext>
            </a:extLst>
          </p:cNvPr>
          <p:cNvSpPr>
            <a:spLocks noChangeArrowheads="1"/>
          </p:cNvSpPr>
          <p:nvPr/>
        </p:nvSpPr>
        <p:spPr bwMode="auto">
          <a:xfrm>
            <a:off x="3476626" y="3165476"/>
            <a:ext cx="758825" cy="1165225"/>
          </a:xfrm>
          <a:prstGeom prst="rect">
            <a:avLst/>
          </a:prstGeom>
          <a:solidFill>
            <a:schemeClr val="accent1">
              <a:lumMod val="60000"/>
              <a:lumOff val="40000"/>
            </a:schemeClr>
          </a:solidFill>
          <a:ln w="25400">
            <a:solidFill>
              <a:schemeClr val="tx1"/>
            </a:solidFill>
            <a:miter lim="800000"/>
            <a:headEnd/>
            <a:tailEnd/>
          </a:ln>
        </p:spPr>
        <p:txBody>
          <a:bodyPr wrap="none" anchor="ctr"/>
          <a:lstStyle/>
          <a:p>
            <a:pPr eaLnBrk="1" hangingPunct="1">
              <a:defRPr/>
            </a:pPr>
            <a:r>
              <a:rPr lang="en-US" sz="2000" dirty="0"/>
              <a:t> J</a:t>
            </a:r>
          </a:p>
          <a:p>
            <a:pPr eaLnBrk="1" hangingPunct="1">
              <a:defRPr/>
            </a:pPr>
            <a:r>
              <a:rPr lang="en-US" sz="2000" dirty="0"/>
              <a:t> C</a:t>
            </a:r>
          </a:p>
          <a:p>
            <a:pPr eaLnBrk="1" hangingPunct="1">
              <a:defRPr/>
            </a:pPr>
            <a:r>
              <a:rPr lang="en-US" sz="2000" dirty="0"/>
              <a:t> K</a:t>
            </a:r>
          </a:p>
        </p:txBody>
      </p:sp>
      <p:sp>
        <p:nvSpPr>
          <p:cNvPr id="21511" name="Rectangle 8">
            <a:extLst>
              <a:ext uri="{FF2B5EF4-FFF2-40B4-BE49-F238E27FC236}">
                <a16:creationId xmlns:a16="http://schemas.microsoft.com/office/drawing/2014/main" id="{A21A5301-3A98-45FF-A64C-861197F7060F}"/>
              </a:ext>
            </a:extLst>
          </p:cNvPr>
          <p:cNvSpPr>
            <a:spLocks noChangeArrowheads="1"/>
          </p:cNvSpPr>
          <p:nvPr/>
        </p:nvSpPr>
        <p:spPr bwMode="auto">
          <a:xfrm>
            <a:off x="5340351" y="3125788"/>
            <a:ext cx="758825" cy="1168400"/>
          </a:xfrm>
          <a:prstGeom prst="rect">
            <a:avLst/>
          </a:prstGeom>
          <a:solidFill>
            <a:schemeClr val="accent1">
              <a:lumMod val="60000"/>
              <a:lumOff val="40000"/>
            </a:schemeClr>
          </a:solidFill>
          <a:ln w="25400">
            <a:solidFill>
              <a:schemeClr val="tx1"/>
            </a:solidFill>
            <a:miter lim="800000"/>
            <a:headEnd/>
            <a:tailEnd/>
          </a:ln>
        </p:spPr>
        <p:txBody>
          <a:bodyPr wrap="none" anchor="ctr"/>
          <a:lstStyle/>
          <a:p>
            <a:pPr eaLnBrk="1" hangingPunct="1">
              <a:defRPr/>
            </a:pPr>
            <a:r>
              <a:rPr lang="en-US" sz="2000" dirty="0"/>
              <a:t> J</a:t>
            </a:r>
          </a:p>
          <a:p>
            <a:pPr eaLnBrk="1" hangingPunct="1">
              <a:defRPr/>
            </a:pPr>
            <a:r>
              <a:rPr lang="en-US" sz="2000" dirty="0"/>
              <a:t> C</a:t>
            </a:r>
          </a:p>
          <a:p>
            <a:pPr eaLnBrk="1" hangingPunct="1">
              <a:defRPr/>
            </a:pPr>
            <a:r>
              <a:rPr lang="en-US" sz="2000" dirty="0"/>
              <a:t> K</a:t>
            </a:r>
          </a:p>
        </p:txBody>
      </p:sp>
      <p:sp>
        <p:nvSpPr>
          <p:cNvPr id="21512" name="Rectangle 9">
            <a:extLst>
              <a:ext uri="{FF2B5EF4-FFF2-40B4-BE49-F238E27FC236}">
                <a16:creationId xmlns:a16="http://schemas.microsoft.com/office/drawing/2014/main" id="{D8132A5D-5995-4B74-AD47-F2157E542013}"/>
              </a:ext>
            </a:extLst>
          </p:cNvPr>
          <p:cNvSpPr>
            <a:spLocks noChangeArrowheads="1"/>
          </p:cNvSpPr>
          <p:nvPr/>
        </p:nvSpPr>
        <p:spPr bwMode="auto">
          <a:xfrm>
            <a:off x="7264401" y="3132138"/>
            <a:ext cx="758825" cy="1168400"/>
          </a:xfrm>
          <a:prstGeom prst="rect">
            <a:avLst/>
          </a:prstGeom>
          <a:solidFill>
            <a:schemeClr val="accent1">
              <a:lumMod val="60000"/>
              <a:lumOff val="40000"/>
            </a:schemeClr>
          </a:solidFill>
          <a:ln w="25400">
            <a:solidFill>
              <a:schemeClr val="tx1"/>
            </a:solidFill>
            <a:miter lim="800000"/>
            <a:headEnd/>
            <a:tailEnd/>
          </a:ln>
        </p:spPr>
        <p:txBody>
          <a:bodyPr wrap="none" anchor="ctr"/>
          <a:lstStyle/>
          <a:p>
            <a:pPr eaLnBrk="1" hangingPunct="1">
              <a:defRPr/>
            </a:pPr>
            <a:r>
              <a:rPr lang="en-US" sz="2000" dirty="0"/>
              <a:t> J</a:t>
            </a:r>
          </a:p>
          <a:p>
            <a:pPr eaLnBrk="1" hangingPunct="1">
              <a:defRPr/>
            </a:pPr>
            <a:r>
              <a:rPr lang="en-US" sz="2000" dirty="0"/>
              <a:t> C</a:t>
            </a:r>
          </a:p>
          <a:p>
            <a:pPr eaLnBrk="1" hangingPunct="1">
              <a:defRPr/>
            </a:pPr>
            <a:r>
              <a:rPr lang="en-US" sz="2000" dirty="0"/>
              <a:t> K</a:t>
            </a:r>
          </a:p>
        </p:txBody>
      </p:sp>
      <p:sp>
        <p:nvSpPr>
          <p:cNvPr id="21513" name="Rectangle 10">
            <a:extLst>
              <a:ext uri="{FF2B5EF4-FFF2-40B4-BE49-F238E27FC236}">
                <a16:creationId xmlns:a16="http://schemas.microsoft.com/office/drawing/2014/main" id="{A255CB51-AA63-49CF-9DE6-42371605C6D4}"/>
              </a:ext>
            </a:extLst>
          </p:cNvPr>
          <p:cNvSpPr>
            <a:spLocks noChangeArrowheads="1"/>
          </p:cNvSpPr>
          <p:nvPr/>
        </p:nvSpPr>
        <p:spPr bwMode="auto">
          <a:xfrm>
            <a:off x="9177338" y="3125788"/>
            <a:ext cx="762000" cy="1168400"/>
          </a:xfrm>
          <a:prstGeom prst="rect">
            <a:avLst/>
          </a:prstGeom>
          <a:solidFill>
            <a:schemeClr val="accent1">
              <a:lumMod val="60000"/>
              <a:lumOff val="40000"/>
            </a:schemeClr>
          </a:solidFill>
          <a:ln w="25400">
            <a:solidFill>
              <a:schemeClr val="tx1"/>
            </a:solidFill>
            <a:miter lim="800000"/>
            <a:headEnd/>
            <a:tailEnd/>
          </a:ln>
        </p:spPr>
        <p:txBody>
          <a:bodyPr wrap="none" anchor="ctr"/>
          <a:lstStyle/>
          <a:p>
            <a:pPr eaLnBrk="1" hangingPunct="1">
              <a:defRPr/>
            </a:pPr>
            <a:r>
              <a:rPr lang="en-US" sz="2000" dirty="0"/>
              <a:t> J</a:t>
            </a:r>
          </a:p>
          <a:p>
            <a:pPr eaLnBrk="1" hangingPunct="1">
              <a:defRPr/>
            </a:pPr>
            <a:r>
              <a:rPr lang="en-US" sz="2000" dirty="0"/>
              <a:t> C</a:t>
            </a:r>
          </a:p>
          <a:p>
            <a:pPr eaLnBrk="1" hangingPunct="1">
              <a:defRPr/>
            </a:pPr>
            <a:r>
              <a:rPr lang="en-US" sz="2000" dirty="0"/>
              <a:t> K</a:t>
            </a:r>
          </a:p>
        </p:txBody>
      </p:sp>
      <p:sp>
        <p:nvSpPr>
          <p:cNvPr id="22538" name="Line 11">
            <a:extLst>
              <a:ext uri="{FF2B5EF4-FFF2-40B4-BE49-F238E27FC236}">
                <a16:creationId xmlns:a16="http://schemas.microsoft.com/office/drawing/2014/main" id="{14B7A32E-2449-4354-A83B-945C08D661A2}"/>
              </a:ext>
            </a:extLst>
          </p:cNvPr>
          <p:cNvSpPr>
            <a:spLocks noChangeShapeType="1"/>
          </p:cNvSpPr>
          <p:nvPr/>
        </p:nvSpPr>
        <p:spPr bwMode="auto">
          <a:xfrm>
            <a:off x="2505076" y="3552825"/>
            <a:ext cx="982663" cy="0"/>
          </a:xfrm>
          <a:prstGeom prst="line">
            <a:avLst/>
          </a:prstGeom>
          <a:noFill/>
          <a:ln w="25400">
            <a:solidFill>
              <a:schemeClr val="tx1"/>
            </a:solidFill>
            <a:round/>
            <a:headEnd/>
            <a:tailEnd/>
          </a:ln>
        </p:spPr>
        <p:txBody>
          <a:bodyPr/>
          <a:lstStyle/>
          <a:p>
            <a:pPr eaLnBrk="1" hangingPunct="1">
              <a:defRPr/>
            </a:pPr>
            <a:endParaRPr lang="en-US" sz="1600" dirty="0"/>
          </a:p>
        </p:txBody>
      </p:sp>
      <p:sp>
        <p:nvSpPr>
          <p:cNvPr id="22539" name="Line 13">
            <a:extLst>
              <a:ext uri="{FF2B5EF4-FFF2-40B4-BE49-F238E27FC236}">
                <a16:creationId xmlns:a16="http://schemas.microsoft.com/office/drawing/2014/main" id="{E6175EBC-3020-440C-A69D-F6EB29048E60}"/>
              </a:ext>
            </a:extLst>
          </p:cNvPr>
          <p:cNvSpPr>
            <a:spLocks noChangeShapeType="1"/>
          </p:cNvSpPr>
          <p:nvPr/>
        </p:nvSpPr>
        <p:spPr bwMode="auto">
          <a:xfrm flipV="1">
            <a:off x="5176838" y="3421063"/>
            <a:ext cx="152400" cy="0"/>
          </a:xfrm>
          <a:prstGeom prst="line">
            <a:avLst/>
          </a:prstGeom>
          <a:noFill/>
          <a:ln w="25400">
            <a:solidFill>
              <a:schemeClr val="tx1"/>
            </a:solidFill>
            <a:round/>
            <a:headEnd/>
            <a:tailEnd/>
          </a:ln>
        </p:spPr>
        <p:txBody>
          <a:bodyPr/>
          <a:lstStyle/>
          <a:p>
            <a:pPr eaLnBrk="1" hangingPunct="1">
              <a:defRPr/>
            </a:pPr>
            <a:endParaRPr lang="en-US" sz="1600" dirty="0"/>
          </a:p>
        </p:txBody>
      </p:sp>
      <p:sp>
        <p:nvSpPr>
          <p:cNvPr id="22540" name="Line 14">
            <a:extLst>
              <a:ext uri="{FF2B5EF4-FFF2-40B4-BE49-F238E27FC236}">
                <a16:creationId xmlns:a16="http://schemas.microsoft.com/office/drawing/2014/main" id="{6C62C5CD-2B87-4550-A848-71F850225CDD}"/>
              </a:ext>
            </a:extLst>
          </p:cNvPr>
          <p:cNvSpPr>
            <a:spLocks noChangeShapeType="1"/>
          </p:cNvSpPr>
          <p:nvPr/>
        </p:nvSpPr>
        <p:spPr bwMode="auto">
          <a:xfrm>
            <a:off x="3186113" y="3554414"/>
            <a:ext cx="0" cy="600075"/>
          </a:xfrm>
          <a:prstGeom prst="line">
            <a:avLst/>
          </a:prstGeom>
          <a:noFill/>
          <a:ln w="25400">
            <a:solidFill>
              <a:schemeClr val="tx1"/>
            </a:solidFill>
            <a:round/>
            <a:headEnd type="oval" w="med" len="med"/>
            <a:tailEnd/>
          </a:ln>
        </p:spPr>
        <p:txBody>
          <a:bodyPr/>
          <a:lstStyle/>
          <a:p>
            <a:pPr eaLnBrk="1" hangingPunct="1">
              <a:defRPr/>
            </a:pPr>
            <a:endParaRPr lang="en-US" sz="1600" dirty="0"/>
          </a:p>
        </p:txBody>
      </p:sp>
      <p:sp>
        <p:nvSpPr>
          <p:cNvPr id="22541" name="Line 15">
            <a:extLst>
              <a:ext uri="{FF2B5EF4-FFF2-40B4-BE49-F238E27FC236}">
                <a16:creationId xmlns:a16="http://schemas.microsoft.com/office/drawing/2014/main" id="{EC81D382-3E18-4CCE-A72A-88F0442F71FA}"/>
              </a:ext>
            </a:extLst>
          </p:cNvPr>
          <p:cNvSpPr>
            <a:spLocks noChangeShapeType="1"/>
          </p:cNvSpPr>
          <p:nvPr/>
        </p:nvSpPr>
        <p:spPr bwMode="auto">
          <a:xfrm>
            <a:off x="3186114" y="4154488"/>
            <a:ext cx="320675" cy="0"/>
          </a:xfrm>
          <a:prstGeom prst="line">
            <a:avLst/>
          </a:prstGeom>
          <a:noFill/>
          <a:ln w="25400">
            <a:solidFill>
              <a:schemeClr val="tx1"/>
            </a:solidFill>
            <a:round/>
            <a:headEnd/>
            <a:tailEnd/>
          </a:ln>
        </p:spPr>
        <p:txBody>
          <a:bodyPr/>
          <a:lstStyle/>
          <a:p>
            <a:pPr eaLnBrk="1" hangingPunct="1">
              <a:defRPr/>
            </a:pPr>
            <a:endParaRPr lang="en-US" sz="1600" dirty="0"/>
          </a:p>
        </p:txBody>
      </p:sp>
      <p:sp>
        <p:nvSpPr>
          <p:cNvPr id="22542" name="Line 16">
            <a:extLst>
              <a:ext uri="{FF2B5EF4-FFF2-40B4-BE49-F238E27FC236}">
                <a16:creationId xmlns:a16="http://schemas.microsoft.com/office/drawing/2014/main" id="{9EA6512A-EC80-4D2D-B89C-FE1DB914342E}"/>
              </a:ext>
            </a:extLst>
          </p:cNvPr>
          <p:cNvSpPr>
            <a:spLocks noChangeShapeType="1"/>
          </p:cNvSpPr>
          <p:nvPr/>
        </p:nvSpPr>
        <p:spPr bwMode="auto">
          <a:xfrm flipV="1">
            <a:off x="3186113" y="1752601"/>
            <a:ext cx="0" cy="1801813"/>
          </a:xfrm>
          <a:prstGeom prst="line">
            <a:avLst/>
          </a:prstGeom>
          <a:noFill/>
          <a:ln w="25400">
            <a:solidFill>
              <a:schemeClr val="tx1"/>
            </a:solidFill>
            <a:round/>
            <a:headEnd/>
            <a:tailEnd/>
          </a:ln>
        </p:spPr>
        <p:txBody>
          <a:bodyPr/>
          <a:lstStyle/>
          <a:p>
            <a:pPr eaLnBrk="1" hangingPunct="1">
              <a:defRPr/>
            </a:pPr>
            <a:endParaRPr lang="en-US" sz="1600" dirty="0"/>
          </a:p>
        </p:txBody>
      </p:sp>
      <p:sp>
        <p:nvSpPr>
          <p:cNvPr id="22543" name="Line 19">
            <a:extLst>
              <a:ext uri="{FF2B5EF4-FFF2-40B4-BE49-F238E27FC236}">
                <a16:creationId xmlns:a16="http://schemas.microsoft.com/office/drawing/2014/main" id="{01CEA7F5-791A-4BD1-9EF3-550F04AD6F4C}"/>
              </a:ext>
            </a:extLst>
          </p:cNvPr>
          <p:cNvSpPr>
            <a:spLocks noChangeShapeType="1"/>
          </p:cNvSpPr>
          <p:nvPr/>
        </p:nvSpPr>
        <p:spPr bwMode="auto">
          <a:xfrm>
            <a:off x="3186113" y="1752600"/>
            <a:ext cx="5014912" cy="0"/>
          </a:xfrm>
          <a:prstGeom prst="line">
            <a:avLst/>
          </a:prstGeom>
          <a:noFill/>
          <a:ln w="25400">
            <a:solidFill>
              <a:schemeClr val="tx1"/>
            </a:solidFill>
            <a:round/>
            <a:headEnd/>
            <a:tailEnd/>
          </a:ln>
        </p:spPr>
        <p:txBody>
          <a:bodyPr/>
          <a:lstStyle/>
          <a:p>
            <a:pPr eaLnBrk="1" hangingPunct="1">
              <a:defRPr/>
            </a:pPr>
            <a:endParaRPr lang="en-US" sz="1600" dirty="0"/>
          </a:p>
        </p:txBody>
      </p:sp>
      <p:sp>
        <p:nvSpPr>
          <p:cNvPr id="22544" name="Line 20">
            <a:extLst>
              <a:ext uri="{FF2B5EF4-FFF2-40B4-BE49-F238E27FC236}">
                <a16:creationId xmlns:a16="http://schemas.microsoft.com/office/drawing/2014/main" id="{988F663C-283A-45DE-A618-A741BCCD7081}"/>
              </a:ext>
            </a:extLst>
          </p:cNvPr>
          <p:cNvSpPr>
            <a:spLocks noChangeShapeType="1"/>
          </p:cNvSpPr>
          <p:nvPr/>
        </p:nvSpPr>
        <p:spPr bwMode="auto">
          <a:xfrm>
            <a:off x="8201025" y="1752600"/>
            <a:ext cx="0" cy="400050"/>
          </a:xfrm>
          <a:prstGeom prst="line">
            <a:avLst/>
          </a:prstGeom>
          <a:noFill/>
          <a:ln w="25400">
            <a:solidFill>
              <a:schemeClr val="tx1"/>
            </a:solidFill>
            <a:round/>
            <a:headEnd/>
            <a:tailEnd/>
          </a:ln>
        </p:spPr>
        <p:txBody>
          <a:bodyPr/>
          <a:lstStyle/>
          <a:p>
            <a:pPr eaLnBrk="1" hangingPunct="1">
              <a:defRPr/>
            </a:pPr>
            <a:endParaRPr lang="en-US" sz="1600" dirty="0"/>
          </a:p>
        </p:txBody>
      </p:sp>
      <p:sp>
        <p:nvSpPr>
          <p:cNvPr id="22545" name="Line 21">
            <a:extLst>
              <a:ext uri="{FF2B5EF4-FFF2-40B4-BE49-F238E27FC236}">
                <a16:creationId xmlns:a16="http://schemas.microsoft.com/office/drawing/2014/main" id="{BD957C4E-A90C-4A2D-893D-FF275D1FA773}"/>
              </a:ext>
            </a:extLst>
          </p:cNvPr>
          <p:cNvSpPr>
            <a:spLocks noChangeShapeType="1"/>
          </p:cNvSpPr>
          <p:nvPr/>
        </p:nvSpPr>
        <p:spPr bwMode="auto">
          <a:xfrm>
            <a:off x="8201025" y="2152650"/>
            <a:ext cx="203200" cy="0"/>
          </a:xfrm>
          <a:prstGeom prst="line">
            <a:avLst/>
          </a:prstGeom>
          <a:noFill/>
          <a:ln w="25400">
            <a:solidFill>
              <a:schemeClr val="tx1"/>
            </a:solidFill>
            <a:round/>
            <a:headEnd/>
            <a:tailEnd/>
          </a:ln>
        </p:spPr>
        <p:txBody>
          <a:bodyPr/>
          <a:lstStyle/>
          <a:p>
            <a:pPr eaLnBrk="1" hangingPunct="1">
              <a:defRPr/>
            </a:pPr>
            <a:endParaRPr lang="en-US" sz="1600" dirty="0"/>
          </a:p>
        </p:txBody>
      </p:sp>
      <p:sp>
        <p:nvSpPr>
          <p:cNvPr id="22546" name="Line 22">
            <a:extLst>
              <a:ext uri="{FF2B5EF4-FFF2-40B4-BE49-F238E27FC236}">
                <a16:creationId xmlns:a16="http://schemas.microsoft.com/office/drawing/2014/main" id="{82BA9B80-072B-42E8-8253-38FF42C9A218}"/>
              </a:ext>
            </a:extLst>
          </p:cNvPr>
          <p:cNvSpPr>
            <a:spLocks noChangeShapeType="1"/>
          </p:cNvSpPr>
          <p:nvPr/>
        </p:nvSpPr>
        <p:spPr bwMode="auto">
          <a:xfrm>
            <a:off x="6269038" y="1752601"/>
            <a:ext cx="0" cy="430213"/>
          </a:xfrm>
          <a:prstGeom prst="line">
            <a:avLst/>
          </a:prstGeom>
          <a:noFill/>
          <a:ln w="25400">
            <a:solidFill>
              <a:schemeClr val="tx1"/>
            </a:solidFill>
            <a:round/>
            <a:headEnd type="oval" w="med" len="med"/>
            <a:tailEnd/>
          </a:ln>
        </p:spPr>
        <p:txBody>
          <a:bodyPr/>
          <a:lstStyle/>
          <a:p>
            <a:pPr eaLnBrk="1" hangingPunct="1">
              <a:defRPr/>
            </a:pPr>
            <a:endParaRPr lang="en-US" sz="1600" dirty="0"/>
          </a:p>
        </p:txBody>
      </p:sp>
      <p:sp>
        <p:nvSpPr>
          <p:cNvPr id="22547" name="Line 23">
            <a:extLst>
              <a:ext uri="{FF2B5EF4-FFF2-40B4-BE49-F238E27FC236}">
                <a16:creationId xmlns:a16="http://schemas.microsoft.com/office/drawing/2014/main" id="{77BC1682-7F8A-4951-9B6C-5D7969EA7A0F}"/>
              </a:ext>
            </a:extLst>
          </p:cNvPr>
          <p:cNvSpPr>
            <a:spLocks noChangeShapeType="1"/>
          </p:cNvSpPr>
          <p:nvPr/>
        </p:nvSpPr>
        <p:spPr bwMode="auto">
          <a:xfrm>
            <a:off x="6273800" y="2163763"/>
            <a:ext cx="203200" cy="0"/>
          </a:xfrm>
          <a:prstGeom prst="line">
            <a:avLst/>
          </a:prstGeom>
          <a:noFill/>
          <a:ln w="25400">
            <a:solidFill>
              <a:schemeClr val="tx1"/>
            </a:solidFill>
            <a:round/>
            <a:headEnd/>
            <a:tailEnd/>
          </a:ln>
        </p:spPr>
        <p:txBody>
          <a:bodyPr/>
          <a:lstStyle/>
          <a:p>
            <a:pPr eaLnBrk="1" hangingPunct="1">
              <a:defRPr/>
            </a:pPr>
            <a:endParaRPr lang="en-US" sz="1600" dirty="0"/>
          </a:p>
        </p:txBody>
      </p:sp>
      <p:sp>
        <p:nvSpPr>
          <p:cNvPr id="22548" name="Line 24">
            <a:extLst>
              <a:ext uri="{FF2B5EF4-FFF2-40B4-BE49-F238E27FC236}">
                <a16:creationId xmlns:a16="http://schemas.microsoft.com/office/drawing/2014/main" id="{4F4EF29E-5D40-42E1-ADA8-58F4FB0DAFEC}"/>
              </a:ext>
            </a:extLst>
          </p:cNvPr>
          <p:cNvSpPr>
            <a:spLocks noChangeShapeType="1"/>
          </p:cNvSpPr>
          <p:nvPr/>
        </p:nvSpPr>
        <p:spPr bwMode="auto">
          <a:xfrm>
            <a:off x="4405313" y="2163763"/>
            <a:ext cx="203200" cy="0"/>
          </a:xfrm>
          <a:prstGeom prst="line">
            <a:avLst/>
          </a:prstGeom>
          <a:noFill/>
          <a:ln w="25400">
            <a:solidFill>
              <a:schemeClr val="tx1"/>
            </a:solidFill>
            <a:round/>
            <a:headEnd/>
            <a:tailEnd/>
          </a:ln>
        </p:spPr>
        <p:txBody>
          <a:bodyPr/>
          <a:lstStyle/>
          <a:p>
            <a:pPr eaLnBrk="1" hangingPunct="1">
              <a:defRPr/>
            </a:pPr>
            <a:endParaRPr lang="en-US" sz="1600" dirty="0"/>
          </a:p>
        </p:txBody>
      </p:sp>
      <p:sp>
        <p:nvSpPr>
          <p:cNvPr id="22549" name="Line 25">
            <a:extLst>
              <a:ext uri="{FF2B5EF4-FFF2-40B4-BE49-F238E27FC236}">
                <a16:creationId xmlns:a16="http://schemas.microsoft.com/office/drawing/2014/main" id="{0AAFA109-028F-478F-A01F-921D1359D42D}"/>
              </a:ext>
            </a:extLst>
          </p:cNvPr>
          <p:cNvSpPr>
            <a:spLocks noChangeShapeType="1"/>
          </p:cNvSpPr>
          <p:nvPr/>
        </p:nvSpPr>
        <p:spPr bwMode="auto">
          <a:xfrm>
            <a:off x="4406900" y="1763713"/>
            <a:ext cx="0" cy="400050"/>
          </a:xfrm>
          <a:prstGeom prst="line">
            <a:avLst/>
          </a:prstGeom>
          <a:noFill/>
          <a:ln w="25400">
            <a:solidFill>
              <a:schemeClr val="tx1"/>
            </a:solidFill>
            <a:round/>
            <a:headEnd type="oval" w="med" len="med"/>
            <a:tailEnd/>
          </a:ln>
        </p:spPr>
        <p:txBody>
          <a:bodyPr/>
          <a:lstStyle/>
          <a:p>
            <a:pPr eaLnBrk="1" hangingPunct="1">
              <a:defRPr/>
            </a:pPr>
            <a:endParaRPr lang="en-US" sz="1600" dirty="0"/>
          </a:p>
        </p:txBody>
      </p:sp>
      <p:sp>
        <p:nvSpPr>
          <p:cNvPr id="22550" name="Line 26">
            <a:extLst>
              <a:ext uri="{FF2B5EF4-FFF2-40B4-BE49-F238E27FC236}">
                <a16:creationId xmlns:a16="http://schemas.microsoft.com/office/drawing/2014/main" id="{2C0A3950-3E68-42D7-A69F-274B43ECA454}"/>
              </a:ext>
            </a:extLst>
          </p:cNvPr>
          <p:cNvSpPr>
            <a:spLocks noChangeShapeType="1"/>
          </p:cNvSpPr>
          <p:nvPr/>
        </p:nvSpPr>
        <p:spPr bwMode="auto">
          <a:xfrm>
            <a:off x="5151438" y="2327275"/>
            <a:ext cx="0" cy="1100138"/>
          </a:xfrm>
          <a:prstGeom prst="line">
            <a:avLst/>
          </a:prstGeom>
          <a:noFill/>
          <a:ln w="25400">
            <a:solidFill>
              <a:schemeClr val="tx1"/>
            </a:solidFill>
            <a:round/>
            <a:headEnd/>
            <a:tailEnd/>
          </a:ln>
        </p:spPr>
        <p:txBody>
          <a:bodyPr/>
          <a:lstStyle/>
          <a:p>
            <a:pPr eaLnBrk="1" hangingPunct="1">
              <a:defRPr/>
            </a:pPr>
            <a:endParaRPr lang="en-US" sz="1600" dirty="0"/>
          </a:p>
        </p:txBody>
      </p:sp>
      <p:sp>
        <p:nvSpPr>
          <p:cNvPr id="22551" name="Line 27">
            <a:extLst>
              <a:ext uri="{FF2B5EF4-FFF2-40B4-BE49-F238E27FC236}">
                <a16:creationId xmlns:a16="http://schemas.microsoft.com/office/drawing/2014/main" id="{77F60263-A849-4F6B-ABF7-237D6FE32BA9}"/>
              </a:ext>
            </a:extLst>
          </p:cNvPr>
          <p:cNvSpPr>
            <a:spLocks noChangeShapeType="1"/>
          </p:cNvSpPr>
          <p:nvPr/>
        </p:nvSpPr>
        <p:spPr bwMode="auto">
          <a:xfrm>
            <a:off x="5016500" y="2328863"/>
            <a:ext cx="134938" cy="0"/>
          </a:xfrm>
          <a:prstGeom prst="line">
            <a:avLst/>
          </a:prstGeom>
          <a:noFill/>
          <a:ln w="25400">
            <a:solidFill>
              <a:schemeClr val="tx1"/>
            </a:solidFill>
            <a:round/>
            <a:headEnd/>
            <a:tailEnd/>
          </a:ln>
        </p:spPr>
        <p:txBody>
          <a:bodyPr/>
          <a:lstStyle/>
          <a:p>
            <a:pPr eaLnBrk="1" hangingPunct="1">
              <a:defRPr/>
            </a:pPr>
            <a:endParaRPr lang="en-US" sz="1600" dirty="0"/>
          </a:p>
        </p:txBody>
      </p:sp>
      <p:sp>
        <p:nvSpPr>
          <p:cNvPr id="22552" name="Line 28">
            <a:extLst>
              <a:ext uri="{FF2B5EF4-FFF2-40B4-BE49-F238E27FC236}">
                <a16:creationId xmlns:a16="http://schemas.microsoft.com/office/drawing/2014/main" id="{B7CDC0EA-BBA4-4E2A-B62F-8D65C1849F44}"/>
              </a:ext>
            </a:extLst>
          </p:cNvPr>
          <p:cNvSpPr>
            <a:spLocks noChangeShapeType="1"/>
          </p:cNvSpPr>
          <p:nvPr/>
        </p:nvSpPr>
        <p:spPr bwMode="auto">
          <a:xfrm>
            <a:off x="4394200" y="2430463"/>
            <a:ext cx="203200" cy="0"/>
          </a:xfrm>
          <a:prstGeom prst="line">
            <a:avLst/>
          </a:prstGeom>
          <a:noFill/>
          <a:ln w="25400">
            <a:solidFill>
              <a:schemeClr val="tx1"/>
            </a:solidFill>
            <a:round/>
            <a:headEnd/>
            <a:tailEnd/>
          </a:ln>
        </p:spPr>
        <p:txBody>
          <a:bodyPr/>
          <a:lstStyle/>
          <a:p>
            <a:pPr eaLnBrk="1" hangingPunct="1">
              <a:defRPr/>
            </a:pPr>
            <a:endParaRPr lang="en-US" sz="1600" dirty="0"/>
          </a:p>
        </p:txBody>
      </p:sp>
      <p:sp>
        <p:nvSpPr>
          <p:cNvPr id="22553" name="Line 29">
            <a:extLst>
              <a:ext uri="{FF2B5EF4-FFF2-40B4-BE49-F238E27FC236}">
                <a16:creationId xmlns:a16="http://schemas.microsoft.com/office/drawing/2014/main" id="{1075C941-898C-4F85-8BD9-6F6C03715AD2}"/>
              </a:ext>
            </a:extLst>
          </p:cNvPr>
          <p:cNvSpPr>
            <a:spLocks noChangeShapeType="1"/>
          </p:cNvSpPr>
          <p:nvPr/>
        </p:nvSpPr>
        <p:spPr bwMode="auto">
          <a:xfrm flipV="1">
            <a:off x="4225926" y="3443288"/>
            <a:ext cx="163513" cy="0"/>
          </a:xfrm>
          <a:prstGeom prst="line">
            <a:avLst/>
          </a:prstGeom>
          <a:noFill/>
          <a:ln w="25400">
            <a:solidFill>
              <a:schemeClr val="tx1"/>
            </a:solidFill>
            <a:round/>
            <a:headEnd/>
            <a:tailEnd/>
          </a:ln>
        </p:spPr>
        <p:txBody>
          <a:bodyPr/>
          <a:lstStyle/>
          <a:p>
            <a:pPr eaLnBrk="1" hangingPunct="1">
              <a:defRPr/>
            </a:pPr>
            <a:endParaRPr lang="en-US" sz="1600" dirty="0"/>
          </a:p>
        </p:txBody>
      </p:sp>
      <p:sp>
        <p:nvSpPr>
          <p:cNvPr id="22554" name="Line 30">
            <a:extLst>
              <a:ext uri="{FF2B5EF4-FFF2-40B4-BE49-F238E27FC236}">
                <a16:creationId xmlns:a16="http://schemas.microsoft.com/office/drawing/2014/main" id="{30A5F9B4-A7DB-42D8-B866-40B46C5C2665}"/>
              </a:ext>
            </a:extLst>
          </p:cNvPr>
          <p:cNvSpPr>
            <a:spLocks noChangeShapeType="1"/>
          </p:cNvSpPr>
          <p:nvPr/>
        </p:nvSpPr>
        <p:spPr bwMode="auto">
          <a:xfrm>
            <a:off x="4397375" y="2439989"/>
            <a:ext cx="0" cy="1012825"/>
          </a:xfrm>
          <a:prstGeom prst="line">
            <a:avLst/>
          </a:prstGeom>
          <a:noFill/>
          <a:ln w="25400">
            <a:solidFill>
              <a:schemeClr val="tx1"/>
            </a:solidFill>
            <a:round/>
            <a:headEnd/>
            <a:tailEnd/>
          </a:ln>
        </p:spPr>
        <p:txBody>
          <a:bodyPr/>
          <a:lstStyle/>
          <a:p>
            <a:pPr eaLnBrk="1" hangingPunct="1">
              <a:defRPr/>
            </a:pPr>
            <a:endParaRPr lang="en-US" sz="1600" dirty="0"/>
          </a:p>
        </p:txBody>
      </p:sp>
      <p:sp>
        <p:nvSpPr>
          <p:cNvPr id="22555" name="Line 31">
            <a:extLst>
              <a:ext uri="{FF2B5EF4-FFF2-40B4-BE49-F238E27FC236}">
                <a16:creationId xmlns:a16="http://schemas.microsoft.com/office/drawing/2014/main" id="{37A238EC-8169-4988-905C-7308E0DFC5C0}"/>
              </a:ext>
            </a:extLst>
          </p:cNvPr>
          <p:cNvSpPr>
            <a:spLocks noChangeShapeType="1"/>
          </p:cNvSpPr>
          <p:nvPr/>
        </p:nvSpPr>
        <p:spPr bwMode="auto">
          <a:xfrm>
            <a:off x="6245225" y="2505075"/>
            <a:ext cx="363538" cy="0"/>
          </a:xfrm>
          <a:prstGeom prst="line">
            <a:avLst/>
          </a:prstGeom>
          <a:noFill/>
          <a:ln w="25400">
            <a:solidFill>
              <a:schemeClr val="tx1"/>
            </a:solidFill>
            <a:round/>
            <a:headEnd/>
            <a:tailEnd/>
          </a:ln>
        </p:spPr>
        <p:txBody>
          <a:bodyPr/>
          <a:lstStyle/>
          <a:p>
            <a:pPr eaLnBrk="1" hangingPunct="1">
              <a:defRPr/>
            </a:pPr>
            <a:endParaRPr lang="en-US" sz="1600" dirty="0"/>
          </a:p>
        </p:txBody>
      </p:sp>
      <p:sp>
        <p:nvSpPr>
          <p:cNvPr id="22556" name="Line 32">
            <a:extLst>
              <a:ext uri="{FF2B5EF4-FFF2-40B4-BE49-F238E27FC236}">
                <a16:creationId xmlns:a16="http://schemas.microsoft.com/office/drawing/2014/main" id="{B426E761-50A7-4757-BA62-FE2746136CA7}"/>
              </a:ext>
            </a:extLst>
          </p:cNvPr>
          <p:cNvSpPr>
            <a:spLocks noChangeShapeType="1"/>
          </p:cNvSpPr>
          <p:nvPr/>
        </p:nvSpPr>
        <p:spPr bwMode="auto">
          <a:xfrm>
            <a:off x="6257925" y="2505075"/>
            <a:ext cx="0" cy="947738"/>
          </a:xfrm>
          <a:prstGeom prst="line">
            <a:avLst/>
          </a:prstGeom>
          <a:noFill/>
          <a:ln w="25400">
            <a:solidFill>
              <a:schemeClr val="tx1"/>
            </a:solidFill>
            <a:round/>
            <a:headEnd/>
            <a:tailEnd/>
          </a:ln>
        </p:spPr>
        <p:txBody>
          <a:bodyPr/>
          <a:lstStyle/>
          <a:p>
            <a:pPr eaLnBrk="1" hangingPunct="1">
              <a:defRPr/>
            </a:pPr>
            <a:endParaRPr lang="en-US" sz="1600" dirty="0"/>
          </a:p>
        </p:txBody>
      </p:sp>
      <p:sp>
        <p:nvSpPr>
          <p:cNvPr id="22557" name="Line 33">
            <a:extLst>
              <a:ext uri="{FF2B5EF4-FFF2-40B4-BE49-F238E27FC236}">
                <a16:creationId xmlns:a16="http://schemas.microsoft.com/office/drawing/2014/main" id="{33C82F15-F9A7-4302-962A-7DB80C34351C}"/>
              </a:ext>
            </a:extLst>
          </p:cNvPr>
          <p:cNvSpPr>
            <a:spLocks noChangeShapeType="1"/>
          </p:cNvSpPr>
          <p:nvPr/>
        </p:nvSpPr>
        <p:spPr bwMode="auto">
          <a:xfrm flipV="1">
            <a:off x="6078539" y="3454400"/>
            <a:ext cx="192087" cy="0"/>
          </a:xfrm>
          <a:prstGeom prst="line">
            <a:avLst/>
          </a:prstGeom>
          <a:noFill/>
          <a:ln w="25400">
            <a:solidFill>
              <a:schemeClr val="tx1"/>
            </a:solidFill>
            <a:round/>
            <a:headEnd/>
            <a:tailEnd/>
          </a:ln>
        </p:spPr>
        <p:txBody>
          <a:bodyPr/>
          <a:lstStyle/>
          <a:p>
            <a:pPr eaLnBrk="1" hangingPunct="1">
              <a:defRPr/>
            </a:pPr>
            <a:endParaRPr lang="en-US" sz="1600" dirty="0"/>
          </a:p>
        </p:txBody>
      </p:sp>
      <p:sp>
        <p:nvSpPr>
          <p:cNvPr id="22558" name="Line 34">
            <a:extLst>
              <a:ext uri="{FF2B5EF4-FFF2-40B4-BE49-F238E27FC236}">
                <a16:creationId xmlns:a16="http://schemas.microsoft.com/office/drawing/2014/main" id="{22575AA7-79A1-4CBC-877B-E746CC1ABED9}"/>
              </a:ext>
            </a:extLst>
          </p:cNvPr>
          <p:cNvSpPr>
            <a:spLocks noChangeShapeType="1"/>
          </p:cNvSpPr>
          <p:nvPr/>
        </p:nvSpPr>
        <p:spPr bwMode="auto">
          <a:xfrm flipV="1">
            <a:off x="8010525" y="3421063"/>
            <a:ext cx="192088" cy="0"/>
          </a:xfrm>
          <a:prstGeom prst="line">
            <a:avLst/>
          </a:prstGeom>
          <a:noFill/>
          <a:ln w="25400">
            <a:solidFill>
              <a:schemeClr val="tx1"/>
            </a:solidFill>
            <a:round/>
            <a:headEnd/>
            <a:tailEnd/>
          </a:ln>
        </p:spPr>
        <p:txBody>
          <a:bodyPr/>
          <a:lstStyle/>
          <a:p>
            <a:pPr eaLnBrk="1" hangingPunct="1">
              <a:defRPr/>
            </a:pPr>
            <a:endParaRPr lang="en-US" sz="1600" dirty="0"/>
          </a:p>
        </p:txBody>
      </p:sp>
      <p:sp>
        <p:nvSpPr>
          <p:cNvPr id="22559" name="Line 35">
            <a:extLst>
              <a:ext uri="{FF2B5EF4-FFF2-40B4-BE49-F238E27FC236}">
                <a16:creationId xmlns:a16="http://schemas.microsoft.com/office/drawing/2014/main" id="{F0AAAA44-C40F-45CA-8B62-FEECBEFA5635}"/>
              </a:ext>
            </a:extLst>
          </p:cNvPr>
          <p:cNvSpPr>
            <a:spLocks noChangeShapeType="1"/>
          </p:cNvSpPr>
          <p:nvPr/>
        </p:nvSpPr>
        <p:spPr bwMode="auto">
          <a:xfrm>
            <a:off x="8201025" y="2597151"/>
            <a:ext cx="0" cy="823913"/>
          </a:xfrm>
          <a:prstGeom prst="line">
            <a:avLst/>
          </a:prstGeom>
          <a:noFill/>
          <a:ln w="25400">
            <a:solidFill>
              <a:schemeClr val="tx1"/>
            </a:solidFill>
            <a:round/>
            <a:headEnd/>
            <a:tailEnd/>
          </a:ln>
        </p:spPr>
        <p:txBody>
          <a:bodyPr/>
          <a:lstStyle/>
          <a:p>
            <a:pPr eaLnBrk="1" hangingPunct="1">
              <a:defRPr/>
            </a:pPr>
            <a:endParaRPr lang="en-US" sz="1600" dirty="0"/>
          </a:p>
        </p:txBody>
      </p:sp>
      <p:sp>
        <p:nvSpPr>
          <p:cNvPr id="22560" name="Line 36">
            <a:extLst>
              <a:ext uri="{FF2B5EF4-FFF2-40B4-BE49-F238E27FC236}">
                <a16:creationId xmlns:a16="http://schemas.microsoft.com/office/drawing/2014/main" id="{2A60ADEE-9252-4D92-BF69-B921F0BADDF4}"/>
              </a:ext>
            </a:extLst>
          </p:cNvPr>
          <p:cNvSpPr>
            <a:spLocks noChangeShapeType="1"/>
          </p:cNvSpPr>
          <p:nvPr/>
        </p:nvSpPr>
        <p:spPr bwMode="auto">
          <a:xfrm>
            <a:off x="8199439" y="2597150"/>
            <a:ext cx="192087" cy="0"/>
          </a:xfrm>
          <a:prstGeom prst="line">
            <a:avLst/>
          </a:prstGeom>
          <a:noFill/>
          <a:ln w="25400">
            <a:solidFill>
              <a:schemeClr val="tx1"/>
            </a:solidFill>
            <a:round/>
            <a:headEnd/>
            <a:tailEnd/>
          </a:ln>
        </p:spPr>
        <p:txBody>
          <a:bodyPr/>
          <a:lstStyle/>
          <a:p>
            <a:pPr eaLnBrk="1" hangingPunct="1">
              <a:defRPr/>
            </a:pPr>
            <a:endParaRPr lang="en-US" sz="1600" dirty="0"/>
          </a:p>
        </p:txBody>
      </p:sp>
      <p:sp>
        <p:nvSpPr>
          <p:cNvPr id="22561" name="Line 37">
            <a:extLst>
              <a:ext uri="{FF2B5EF4-FFF2-40B4-BE49-F238E27FC236}">
                <a16:creationId xmlns:a16="http://schemas.microsoft.com/office/drawing/2014/main" id="{EE218056-F44C-4F11-A551-EB4E1120AA90}"/>
              </a:ext>
            </a:extLst>
          </p:cNvPr>
          <p:cNvSpPr>
            <a:spLocks noChangeShapeType="1"/>
          </p:cNvSpPr>
          <p:nvPr/>
        </p:nvSpPr>
        <p:spPr bwMode="auto">
          <a:xfrm>
            <a:off x="6880225" y="2319338"/>
            <a:ext cx="141288" cy="0"/>
          </a:xfrm>
          <a:prstGeom prst="line">
            <a:avLst/>
          </a:prstGeom>
          <a:noFill/>
          <a:ln w="25400">
            <a:solidFill>
              <a:schemeClr val="tx1"/>
            </a:solidFill>
            <a:round/>
            <a:headEnd/>
            <a:tailEnd/>
          </a:ln>
        </p:spPr>
        <p:txBody>
          <a:bodyPr/>
          <a:lstStyle/>
          <a:p>
            <a:pPr eaLnBrk="1" hangingPunct="1">
              <a:defRPr/>
            </a:pPr>
            <a:endParaRPr lang="en-US" sz="1600" dirty="0"/>
          </a:p>
        </p:txBody>
      </p:sp>
      <p:sp>
        <p:nvSpPr>
          <p:cNvPr id="22562" name="Line 38">
            <a:extLst>
              <a:ext uri="{FF2B5EF4-FFF2-40B4-BE49-F238E27FC236}">
                <a16:creationId xmlns:a16="http://schemas.microsoft.com/office/drawing/2014/main" id="{63D46949-B148-4ECE-AB23-9D68AAAAB579}"/>
              </a:ext>
            </a:extLst>
          </p:cNvPr>
          <p:cNvSpPr>
            <a:spLocks noChangeShapeType="1"/>
          </p:cNvSpPr>
          <p:nvPr/>
        </p:nvSpPr>
        <p:spPr bwMode="auto">
          <a:xfrm>
            <a:off x="8788400" y="2368550"/>
            <a:ext cx="173038" cy="0"/>
          </a:xfrm>
          <a:prstGeom prst="line">
            <a:avLst/>
          </a:prstGeom>
          <a:noFill/>
          <a:ln w="25400">
            <a:solidFill>
              <a:schemeClr val="tx1"/>
            </a:solidFill>
            <a:round/>
            <a:headEnd/>
            <a:tailEnd/>
          </a:ln>
        </p:spPr>
        <p:txBody>
          <a:bodyPr/>
          <a:lstStyle/>
          <a:p>
            <a:pPr eaLnBrk="1" hangingPunct="1">
              <a:defRPr/>
            </a:pPr>
            <a:endParaRPr lang="en-US" sz="1600" dirty="0"/>
          </a:p>
        </p:txBody>
      </p:sp>
      <p:sp>
        <p:nvSpPr>
          <p:cNvPr id="22563" name="Line 39">
            <a:extLst>
              <a:ext uri="{FF2B5EF4-FFF2-40B4-BE49-F238E27FC236}">
                <a16:creationId xmlns:a16="http://schemas.microsoft.com/office/drawing/2014/main" id="{79E2F710-5C40-4B50-A813-3BB784A2BD79}"/>
              </a:ext>
            </a:extLst>
          </p:cNvPr>
          <p:cNvSpPr>
            <a:spLocks noChangeShapeType="1"/>
          </p:cNvSpPr>
          <p:nvPr/>
        </p:nvSpPr>
        <p:spPr bwMode="auto">
          <a:xfrm>
            <a:off x="7015163" y="2330451"/>
            <a:ext cx="0" cy="1757363"/>
          </a:xfrm>
          <a:prstGeom prst="line">
            <a:avLst/>
          </a:prstGeom>
          <a:noFill/>
          <a:ln w="25400">
            <a:solidFill>
              <a:schemeClr val="tx1"/>
            </a:solidFill>
            <a:round/>
            <a:headEnd/>
            <a:tailEnd/>
          </a:ln>
        </p:spPr>
        <p:txBody>
          <a:bodyPr/>
          <a:lstStyle/>
          <a:p>
            <a:pPr eaLnBrk="1" hangingPunct="1">
              <a:defRPr/>
            </a:pPr>
            <a:endParaRPr lang="en-US" sz="1600" dirty="0"/>
          </a:p>
        </p:txBody>
      </p:sp>
      <p:sp>
        <p:nvSpPr>
          <p:cNvPr id="22564" name="Line 41">
            <a:extLst>
              <a:ext uri="{FF2B5EF4-FFF2-40B4-BE49-F238E27FC236}">
                <a16:creationId xmlns:a16="http://schemas.microsoft.com/office/drawing/2014/main" id="{F31A64DE-1FCB-4182-8E60-E6A5A277274A}"/>
              </a:ext>
            </a:extLst>
          </p:cNvPr>
          <p:cNvSpPr>
            <a:spLocks noChangeShapeType="1"/>
          </p:cNvSpPr>
          <p:nvPr/>
        </p:nvSpPr>
        <p:spPr bwMode="auto">
          <a:xfrm>
            <a:off x="5151438" y="3421063"/>
            <a:ext cx="0" cy="711200"/>
          </a:xfrm>
          <a:prstGeom prst="line">
            <a:avLst/>
          </a:prstGeom>
          <a:noFill/>
          <a:ln w="25400">
            <a:solidFill>
              <a:schemeClr val="tx1"/>
            </a:solidFill>
            <a:round/>
            <a:headEnd type="oval" w="med" len="med"/>
            <a:tailEnd/>
          </a:ln>
        </p:spPr>
        <p:txBody>
          <a:bodyPr/>
          <a:lstStyle/>
          <a:p>
            <a:pPr eaLnBrk="1" hangingPunct="1">
              <a:defRPr/>
            </a:pPr>
            <a:endParaRPr lang="en-US" sz="1600" dirty="0"/>
          </a:p>
        </p:txBody>
      </p:sp>
      <p:sp>
        <p:nvSpPr>
          <p:cNvPr id="22565" name="Line 42">
            <a:extLst>
              <a:ext uri="{FF2B5EF4-FFF2-40B4-BE49-F238E27FC236}">
                <a16:creationId xmlns:a16="http://schemas.microsoft.com/office/drawing/2014/main" id="{FE7C9A9C-64C2-469B-B28C-19412C93F823}"/>
              </a:ext>
            </a:extLst>
          </p:cNvPr>
          <p:cNvSpPr>
            <a:spLocks noChangeShapeType="1"/>
          </p:cNvSpPr>
          <p:nvPr/>
        </p:nvSpPr>
        <p:spPr bwMode="auto">
          <a:xfrm flipV="1">
            <a:off x="5141913" y="4143375"/>
            <a:ext cx="195262" cy="0"/>
          </a:xfrm>
          <a:prstGeom prst="line">
            <a:avLst/>
          </a:prstGeom>
          <a:noFill/>
          <a:ln w="25400">
            <a:solidFill>
              <a:schemeClr val="tx1"/>
            </a:solidFill>
            <a:round/>
            <a:headEnd/>
            <a:tailEnd/>
          </a:ln>
        </p:spPr>
        <p:txBody>
          <a:bodyPr/>
          <a:lstStyle/>
          <a:p>
            <a:pPr eaLnBrk="1" hangingPunct="1">
              <a:defRPr/>
            </a:pPr>
            <a:endParaRPr lang="en-US" sz="1600" dirty="0"/>
          </a:p>
        </p:txBody>
      </p:sp>
      <p:sp>
        <p:nvSpPr>
          <p:cNvPr id="22566" name="Line 43">
            <a:extLst>
              <a:ext uri="{FF2B5EF4-FFF2-40B4-BE49-F238E27FC236}">
                <a16:creationId xmlns:a16="http://schemas.microsoft.com/office/drawing/2014/main" id="{D130761A-77DB-4C47-8EE6-FF3E1E3295D7}"/>
              </a:ext>
            </a:extLst>
          </p:cNvPr>
          <p:cNvSpPr>
            <a:spLocks noChangeShapeType="1"/>
          </p:cNvSpPr>
          <p:nvPr/>
        </p:nvSpPr>
        <p:spPr bwMode="auto">
          <a:xfrm flipV="1">
            <a:off x="7015164" y="4087813"/>
            <a:ext cx="236537" cy="0"/>
          </a:xfrm>
          <a:prstGeom prst="line">
            <a:avLst/>
          </a:prstGeom>
          <a:noFill/>
          <a:ln w="25400">
            <a:solidFill>
              <a:schemeClr val="tx1"/>
            </a:solidFill>
            <a:round/>
            <a:headEnd/>
            <a:tailEnd/>
          </a:ln>
        </p:spPr>
        <p:txBody>
          <a:bodyPr/>
          <a:lstStyle/>
          <a:p>
            <a:pPr eaLnBrk="1" hangingPunct="1">
              <a:defRPr/>
            </a:pPr>
            <a:endParaRPr lang="en-US" sz="1600" dirty="0"/>
          </a:p>
        </p:txBody>
      </p:sp>
      <p:sp>
        <p:nvSpPr>
          <p:cNvPr id="22567" name="Line 44">
            <a:extLst>
              <a:ext uri="{FF2B5EF4-FFF2-40B4-BE49-F238E27FC236}">
                <a16:creationId xmlns:a16="http://schemas.microsoft.com/office/drawing/2014/main" id="{BB5C61DF-7FE5-4F29-8A2C-E176AAACA4A0}"/>
              </a:ext>
            </a:extLst>
          </p:cNvPr>
          <p:cNvSpPr>
            <a:spLocks noChangeShapeType="1"/>
          </p:cNvSpPr>
          <p:nvPr/>
        </p:nvSpPr>
        <p:spPr bwMode="auto">
          <a:xfrm flipV="1">
            <a:off x="8956676" y="3408363"/>
            <a:ext cx="225425" cy="0"/>
          </a:xfrm>
          <a:prstGeom prst="line">
            <a:avLst/>
          </a:prstGeom>
          <a:noFill/>
          <a:ln w="25400">
            <a:solidFill>
              <a:schemeClr val="tx1"/>
            </a:solidFill>
            <a:round/>
            <a:headEnd type="oval" w="med" len="med"/>
            <a:tailEnd/>
          </a:ln>
        </p:spPr>
        <p:txBody>
          <a:bodyPr/>
          <a:lstStyle/>
          <a:p>
            <a:pPr eaLnBrk="1" hangingPunct="1">
              <a:defRPr/>
            </a:pPr>
            <a:endParaRPr lang="en-US" sz="1600" dirty="0"/>
          </a:p>
        </p:txBody>
      </p:sp>
      <p:sp>
        <p:nvSpPr>
          <p:cNvPr id="22568" name="Line 45">
            <a:extLst>
              <a:ext uri="{FF2B5EF4-FFF2-40B4-BE49-F238E27FC236}">
                <a16:creationId xmlns:a16="http://schemas.microsoft.com/office/drawing/2014/main" id="{75472975-C90D-4D89-B857-D0145F5406D0}"/>
              </a:ext>
            </a:extLst>
          </p:cNvPr>
          <p:cNvSpPr>
            <a:spLocks noChangeShapeType="1"/>
          </p:cNvSpPr>
          <p:nvPr/>
        </p:nvSpPr>
        <p:spPr bwMode="auto">
          <a:xfrm>
            <a:off x="9928226" y="3421063"/>
            <a:ext cx="271463" cy="0"/>
          </a:xfrm>
          <a:prstGeom prst="line">
            <a:avLst/>
          </a:prstGeom>
          <a:noFill/>
          <a:ln w="25400">
            <a:solidFill>
              <a:schemeClr val="tx1"/>
            </a:solidFill>
            <a:round/>
            <a:headEnd/>
            <a:tailEnd/>
          </a:ln>
        </p:spPr>
        <p:txBody>
          <a:bodyPr/>
          <a:lstStyle/>
          <a:p>
            <a:pPr eaLnBrk="1" hangingPunct="1">
              <a:defRPr/>
            </a:pPr>
            <a:endParaRPr lang="en-US" sz="1600" dirty="0"/>
          </a:p>
        </p:txBody>
      </p:sp>
      <p:sp>
        <p:nvSpPr>
          <p:cNvPr id="22569" name="Line 46">
            <a:extLst>
              <a:ext uri="{FF2B5EF4-FFF2-40B4-BE49-F238E27FC236}">
                <a16:creationId xmlns:a16="http://schemas.microsoft.com/office/drawing/2014/main" id="{A52BE755-C0F1-4327-A32C-88B130913EDA}"/>
              </a:ext>
            </a:extLst>
          </p:cNvPr>
          <p:cNvSpPr>
            <a:spLocks noChangeShapeType="1"/>
          </p:cNvSpPr>
          <p:nvPr/>
        </p:nvSpPr>
        <p:spPr bwMode="auto">
          <a:xfrm>
            <a:off x="2565400" y="4887913"/>
            <a:ext cx="5970588" cy="11112"/>
          </a:xfrm>
          <a:prstGeom prst="line">
            <a:avLst/>
          </a:prstGeom>
          <a:noFill/>
          <a:ln w="25400">
            <a:solidFill>
              <a:schemeClr val="tx1"/>
            </a:solidFill>
            <a:round/>
            <a:headEnd/>
            <a:tailEnd/>
          </a:ln>
        </p:spPr>
        <p:txBody>
          <a:bodyPr/>
          <a:lstStyle/>
          <a:p>
            <a:pPr eaLnBrk="1" hangingPunct="1">
              <a:defRPr/>
            </a:pPr>
            <a:endParaRPr lang="en-US" sz="1600" dirty="0"/>
          </a:p>
        </p:txBody>
      </p:sp>
      <p:sp>
        <p:nvSpPr>
          <p:cNvPr id="22570" name="Line 47">
            <a:extLst>
              <a:ext uri="{FF2B5EF4-FFF2-40B4-BE49-F238E27FC236}">
                <a16:creationId xmlns:a16="http://schemas.microsoft.com/office/drawing/2014/main" id="{1F7C2A9C-242C-49EA-A307-2AC06CE5F5A9}"/>
              </a:ext>
            </a:extLst>
          </p:cNvPr>
          <p:cNvSpPr>
            <a:spLocks noChangeShapeType="1"/>
          </p:cNvSpPr>
          <p:nvPr/>
        </p:nvSpPr>
        <p:spPr bwMode="auto">
          <a:xfrm flipV="1">
            <a:off x="4813301" y="3754438"/>
            <a:ext cx="530225" cy="0"/>
          </a:xfrm>
          <a:prstGeom prst="line">
            <a:avLst/>
          </a:prstGeom>
          <a:noFill/>
          <a:ln w="25400">
            <a:solidFill>
              <a:schemeClr val="tx1"/>
            </a:solidFill>
            <a:round/>
            <a:headEnd/>
            <a:tailEnd/>
          </a:ln>
        </p:spPr>
        <p:txBody>
          <a:bodyPr/>
          <a:lstStyle/>
          <a:p>
            <a:pPr eaLnBrk="1" hangingPunct="1">
              <a:defRPr/>
            </a:pPr>
            <a:endParaRPr lang="en-US" sz="1600" dirty="0"/>
          </a:p>
        </p:txBody>
      </p:sp>
      <p:sp>
        <p:nvSpPr>
          <p:cNvPr id="22571" name="Line 48">
            <a:extLst>
              <a:ext uri="{FF2B5EF4-FFF2-40B4-BE49-F238E27FC236}">
                <a16:creationId xmlns:a16="http://schemas.microsoft.com/office/drawing/2014/main" id="{C133664F-DA71-4920-B29C-B54917D8C83E}"/>
              </a:ext>
            </a:extLst>
          </p:cNvPr>
          <p:cNvSpPr>
            <a:spLocks noChangeShapeType="1"/>
          </p:cNvSpPr>
          <p:nvPr/>
        </p:nvSpPr>
        <p:spPr bwMode="auto">
          <a:xfrm flipV="1">
            <a:off x="8539163" y="3754438"/>
            <a:ext cx="0" cy="1136650"/>
          </a:xfrm>
          <a:prstGeom prst="line">
            <a:avLst/>
          </a:prstGeom>
          <a:noFill/>
          <a:ln w="25400">
            <a:solidFill>
              <a:schemeClr val="tx1"/>
            </a:solidFill>
            <a:round/>
            <a:headEnd/>
            <a:tailEnd/>
          </a:ln>
        </p:spPr>
        <p:txBody>
          <a:bodyPr/>
          <a:lstStyle/>
          <a:p>
            <a:pPr eaLnBrk="1" hangingPunct="1">
              <a:defRPr/>
            </a:pPr>
            <a:endParaRPr lang="en-US" sz="1600" dirty="0"/>
          </a:p>
        </p:txBody>
      </p:sp>
      <p:sp>
        <p:nvSpPr>
          <p:cNvPr id="22572" name="Line 49">
            <a:extLst>
              <a:ext uri="{FF2B5EF4-FFF2-40B4-BE49-F238E27FC236}">
                <a16:creationId xmlns:a16="http://schemas.microsoft.com/office/drawing/2014/main" id="{B89329A1-DF2B-4103-8AA8-70C7E5E3BB33}"/>
              </a:ext>
            </a:extLst>
          </p:cNvPr>
          <p:cNvSpPr>
            <a:spLocks noChangeShapeType="1"/>
          </p:cNvSpPr>
          <p:nvPr/>
        </p:nvSpPr>
        <p:spPr bwMode="auto">
          <a:xfrm>
            <a:off x="8539163" y="3754438"/>
            <a:ext cx="647700" cy="0"/>
          </a:xfrm>
          <a:prstGeom prst="line">
            <a:avLst/>
          </a:prstGeom>
          <a:noFill/>
          <a:ln w="25400">
            <a:solidFill>
              <a:schemeClr val="tx1"/>
            </a:solidFill>
            <a:round/>
            <a:headEnd/>
            <a:tailEnd/>
          </a:ln>
        </p:spPr>
        <p:txBody>
          <a:bodyPr/>
          <a:lstStyle/>
          <a:p>
            <a:pPr eaLnBrk="1" hangingPunct="1">
              <a:defRPr/>
            </a:pPr>
            <a:endParaRPr lang="en-US" sz="1600" dirty="0"/>
          </a:p>
        </p:txBody>
      </p:sp>
      <p:sp>
        <p:nvSpPr>
          <p:cNvPr id="22573" name="Line 50">
            <a:extLst>
              <a:ext uri="{FF2B5EF4-FFF2-40B4-BE49-F238E27FC236}">
                <a16:creationId xmlns:a16="http://schemas.microsoft.com/office/drawing/2014/main" id="{E6D35FBE-89EB-4817-B052-30F5C53A22C0}"/>
              </a:ext>
            </a:extLst>
          </p:cNvPr>
          <p:cNvSpPr>
            <a:spLocks noChangeShapeType="1"/>
          </p:cNvSpPr>
          <p:nvPr/>
        </p:nvSpPr>
        <p:spPr bwMode="auto">
          <a:xfrm>
            <a:off x="6608763" y="3754438"/>
            <a:ext cx="646112" cy="0"/>
          </a:xfrm>
          <a:prstGeom prst="line">
            <a:avLst/>
          </a:prstGeom>
          <a:noFill/>
          <a:ln w="25400">
            <a:solidFill>
              <a:schemeClr val="tx1"/>
            </a:solidFill>
            <a:round/>
            <a:headEnd/>
            <a:tailEnd/>
          </a:ln>
        </p:spPr>
        <p:txBody>
          <a:bodyPr/>
          <a:lstStyle/>
          <a:p>
            <a:pPr eaLnBrk="1" hangingPunct="1">
              <a:defRPr/>
            </a:pPr>
            <a:endParaRPr lang="en-US" sz="1600" dirty="0"/>
          </a:p>
        </p:txBody>
      </p:sp>
      <p:sp>
        <p:nvSpPr>
          <p:cNvPr id="22574" name="Line 51">
            <a:extLst>
              <a:ext uri="{FF2B5EF4-FFF2-40B4-BE49-F238E27FC236}">
                <a16:creationId xmlns:a16="http://schemas.microsoft.com/office/drawing/2014/main" id="{81921A6D-C2B8-42DB-9EC7-9DA889A57460}"/>
              </a:ext>
            </a:extLst>
          </p:cNvPr>
          <p:cNvSpPr>
            <a:spLocks noChangeShapeType="1"/>
          </p:cNvSpPr>
          <p:nvPr/>
        </p:nvSpPr>
        <p:spPr bwMode="auto">
          <a:xfrm flipV="1">
            <a:off x="6608763" y="3765550"/>
            <a:ext cx="0" cy="1136650"/>
          </a:xfrm>
          <a:prstGeom prst="line">
            <a:avLst/>
          </a:prstGeom>
          <a:noFill/>
          <a:ln w="25400">
            <a:solidFill>
              <a:schemeClr val="tx1"/>
            </a:solidFill>
            <a:round/>
            <a:headEnd type="oval" w="med" len="med"/>
            <a:tailEnd/>
          </a:ln>
        </p:spPr>
        <p:txBody>
          <a:bodyPr/>
          <a:lstStyle/>
          <a:p>
            <a:pPr eaLnBrk="1" hangingPunct="1">
              <a:defRPr/>
            </a:pPr>
            <a:endParaRPr lang="en-US" sz="1600" dirty="0"/>
          </a:p>
        </p:txBody>
      </p:sp>
      <p:sp>
        <p:nvSpPr>
          <p:cNvPr id="22575" name="Line 52">
            <a:extLst>
              <a:ext uri="{FF2B5EF4-FFF2-40B4-BE49-F238E27FC236}">
                <a16:creationId xmlns:a16="http://schemas.microsoft.com/office/drawing/2014/main" id="{5B86DCE6-F06E-4C23-A742-6BFDB7895D0B}"/>
              </a:ext>
            </a:extLst>
          </p:cNvPr>
          <p:cNvSpPr>
            <a:spLocks noChangeShapeType="1"/>
          </p:cNvSpPr>
          <p:nvPr/>
        </p:nvSpPr>
        <p:spPr bwMode="auto">
          <a:xfrm flipV="1">
            <a:off x="4826000" y="3752850"/>
            <a:ext cx="0" cy="1136650"/>
          </a:xfrm>
          <a:prstGeom prst="line">
            <a:avLst/>
          </a:prstGeom>
          <a:noFill/>
          <a:ln w="25400">
            <a:solidFill>
              <a:schemeClr val="tx1"/>
            </a:solidFill>
            <a:round/>
            <a:headEnd type="oval" w="med" len="med"/>
            <a:tailEnd/>
          </a:ln>
        </p:spPr>
        <p:txBody>
          <a:bodyPr/>
          <a:lstStyle/>
          <a:p>
            <a:pPr eaLnBrk="1" hangingPunct="1">
              <a:defRPr/>
            </a:pPr>
            <a:endParaRPr lang="en-US" sz="1600" dirty="0"/>
          </a:p>
        </p:txBody>
      </p:sp>
      <p:sp>
        <p:nvSpPr>
          <p:cNvPr id="22576" name="Line 53">
            <a:extLst>
              <a:ext uri="{FF2B5EF4-FFF2-40B4-BE49-F238E27FC236}">
                <a16:creationId xmlns:a16="http://schemas.microsoft.com/office/drawing/2014/main" id="{1F98D2FF-5687-4D75-990D-F6FA63CA9F3D}"/>
              </a:ext>
            </a:extLst>
          </p:cNvPr>
          <p:cNvSpPr>
            <a:spLocks noChangeShapeType="1"/>
          </p:cNvSpPr>
          <p:nvPr/>
        </p:nvSpPr>
        <p:spPr bwMode="auto">
          <a:xfrm flipV="1">
            <a:off x="2994025" y="3765550"/>
            <a:ext cx="0" cy="1136650"/>
          </a:xfrm>
          <a:prstGeom prst="line">
            <a:avLst/>
          </a:prstGeom>
          <a:noFill/>
          <a:ln w="25400">
            <a:solidFill>
              <a:schemeClr val="tx1"/>
            </a:solidFill>
            <a:round/>
            <a:headEnd type="oval" w="med" len="med"/>
            <a:tailEnd/>
          </a:ln>
        </p:spPr>
        <p:txBody>
          <a:bodyPr/>
          <a:lstStyle/>
          <a:p>
            <a:pPr eaLnBrk="1" hangingPunct="1">
              <a:defRPr/>
            </a:pPr>
            <a:endParaRPr lang="en-US" sz="1600" dirty="0"/>
          </a:p>
        </p:txBody>
      </p:sp>
      <p:sp>
        <p:nvSpPr>
          <p:cNvPr id="22577" name="Line 54">
            <a:extLst>
              <a:ext uri="{FF2B5EF4-FFF2-40B4-BE49-F238E27FC236}">
                <a16:creationId xmlns:a16="http://schemas.microsoft.com/office/drawing/2014/main" id="{D99D712B-D4B4-4B0E-968F-5D3A4989DD17}"/>
              </a:ext>
            </a:extLst>
          </p:cNvPr>
          <p:cNvSpPr>
            <a:spLocks noChangeShapeType="1"/>
          </p:cNvSpPr>
          <p:nvPr/>
        </p:nvSpPr>
        <p:spPr bwMode="auto">
          <a:xfrm flipV="1">
            <a:off x="2981326" y="3765550"/>
            <a:ext cx="512763" cy="0"/>
          </a:xfrm>
          <a:prstGeom prst="line">
            <a:avLst/>
          </a:prstGeom>
          <a:noFill/>
          <a:ln w="25400">
            <a:solidFill>
              <a:schemeClr val="tx1"/>
            </a:solidFill>
            <a:round/>
            <a:headEnd/>
            <a:tailEnd/>
          </a:ln>
        </p:spPr>
        <p:txBody>
          <a:bodyPr/>
          <a:lstStyle/>
          <a:p>
            <a:pPr eaLnBrk="1" hangingPunct="1">
              <a:defRPr/>
            </a:pPr>
            <a:endParaRPr lang="en-US" sz="1600" dirty="0"/>
          </a:p>
        </p:txBody>
      </p:sp>
      <p:sp>
        <p:nvSpPr>
          <p:cNvPr id="22578" name="Line 59">
            <a:extLst>
              <a:ext uri="{FF2B5EF4-FFF2-40B4-BE49-F238E27FC236}">
                <a16:creationId xmlns:a16="http://schemas.microsoft.com/office/drawing/2014/main" id="{91C85D46-0FF2-49D9-BB96-9B2ECF2134CA}"/>
              </a:ext>
            </a:extLst>
          </p:cNvPr>
          <p:cNvSpPr>
            <a:spLocks noChangeShapeType="1"/>
          </p:cNvSpPr>
          <p:nvPr/>
        </p:nvSpPr>
        <p:spPr bwMode="auto">
          <a:xfrm flipV="1">
            <a:off x="4395788" y="2752725"/>
            <a:ext cx="3251200" cy="0"/>
          </a:xfrm>
          <a:prstGeom prst="line">
            <a:avLst/>
          </a:prstGeom>
          <a:noFill/>
          <a:ln w="25400">
            <a:solidFill>
              <a:schemeClr val="tx1"/>
            </a:solidFill>
            <a:round/>
            <a:headEnd type="oval" w="med" len="med"/>
            <a:tailEnd/>
          </a:ln>
        </p:spPr>
        <p:txBody>
          <a:bodyPr/>
          <a:lstStyle/>
          <a:p>
            <a:pPr eaLnBrk="1" hangingPunct="1">
              <a:defRPr/>
            </a:pPr>
            <a:endParaRPr lang="en-US" sz="1600" dirty="0"/>
          </a:p>
        </p:txBody>
      </p:sp>
      <p:sp>
        <p:nvSpPr>
          <p:cNvPr id="22579" name="Line 60">
            <a:extLst>
              <a:ext uri="{FF2B5EF4-FFF2-40B4-BE49-F238E27FC236}">
                <a16:creationId xmlns:a16="http://schemas.microsoft.com/office/drawing/2014/main" id="{CC28E1F9-AD58-4F9B-9C8D-2EC1ED16E1E4}"/>
              </a:ext>
            </a:extLst>
          </p:cNvPr>
          <p:cNvSpPr>
            <a:spLocks noChangeShapeType="1"/>
          </p:cNvSpPr>
          <p:nvPr/>
        </p:nvSpPr>
        <p:spPr bwMode="auto">
          <a:xfrm flipV="1">
            <a:off x="5873750" y="2352676"/>
            <a:ext cx="0" cy="403225"/>
          </a:xfrm>
          <a:prstGeom prst="line">
            <a:avLst/>
          </a:prstGeom>
          <a:noFill/>
          <a:ln w="25400">
            <a:solidFill>
              <a:schemeClr val="tx1"/>
            </a:solidFill>
            <a:round/>
            <a:headEnd type="oval" w="med" len="med"/>
            <a:tailEnd/>
          </a:ln>
        </p:spPr>
        <p:txBody>
          <a:bodyPr/>
          <a:lstStyle/>
          <a:p>
            <a:pPr eaLnBrk="1" hangingPunct="1">
              <a:defRPr/>
            </a:pPr>
            <a:endParaRPr lang="en-US" sz="1600" dirty="0"/>
          </a:p>
        </p:txBody>
      </p:sp>
      <p:sp>
        <p:nvSpPr>
          <p:cNvPr id="22580" name="Line 61">
            <a:extLst>
              <a:ext uri="{FF2B5EF4-FFF2-40B4-BE49-F238E27FC236}">
                <a16:creationId xmlns:a16="http://schemas.microsoft.com/office/drawing/2014/main" id="{2C81C738-AF09-4561-B650-D2BA49AE7AA7}"/>
              </a:ext>
            </a:extLst>
          </p:cNvPr>
          <p:cNvSpPr>
            <a:spLocks noChangeShapeType="1"/>
          </p:cNvSpPr>
          <p:nvPr/>
        </p:nvSpPr>
        <p:spPr bwMode="auto">
          <a:xfrm>
            <a:off x="5861050" y="2352675"/>
            <a:ext cx="611188" cy="0"/>
          </a:xfrm>
          <a:prstGeom prst="line">
            <a:avLst/>
          </a:prstGeom>
          <a:noFill/>
          <a:ln w="25400">
            <a:solidFill>
              <a:schemeClr val="tx1"/>
            </a:solidFill>
            <a:round/>
            <a:headEnd/>
            <a:tailEnd/>
          </a:ln>
        </p:spPr>
        <p:txBody>
          <a:bodyPr/>
          <a:lstStyle/>
          <a:p>
            <a:pPr eaLnBrk="1" hangingPunct="1">
              <a:defRPr/>
            </a:pPr>
            <a:endParaRPr lang="en-US" sz="1600" dirty="0"/>
          </a:p>
        </p:txBody>
      </p:sp>
      <p:sp>
        <p:nvSpPr>
          <p:cNvPr id="22581" name="Line 62">
            <a:extLst>
              <a:ext uri="{FF2B5EF4-FFF2-40B4-BE49-F238E27FC236}">
                <a16:creationId xmlns:a16="http://schemas.microsoft.com/office/drawing/2014/main" id="{CE3A79D1-CE8D-4285-96C3-49421DAD3EEC}"/>
              </a:ext>
            </a:extLst>
          </p:cNvPr>
          <p:cNvSpPr>
            <a:spLocks noChangeShapeType="1"/>
          </p:cNvSpPr>
          <p:nvPr/>
        </p:nvSpPr>
        <p:spPr bwMode="auto">
          <a:xfrm flipV="1">
            <a:off x="6257926" y="2919413"/>
            <a:ext cx="1770063" cy="0"/>
          </a:xfrm>
          <a:prstGeom prst="line">
            <a:avLst/>
          </a:prstGeom>
          <a:noFill/>
          <a:ln w="25400">
            <a:solidFill>
              <a:schemeClr val="tx1"/>
            </a:solidFill>
            <a:round/>
            <a:headEnd type="oval" w="med" len="med"/>
            <a:tailEnd/>
          </a:ln>
        </p:spPr>
        <p:txBody>
          <a:bodyPr/>
          <a:lstStyle/>
          <a:p>
            <a:pPr eaLnBrk="1" hangingPunct="1">
              <a:defRPr/>
            </a:pPr>
            <a:endParaRPr lang="en-US" sz="1600" dirty="0"/>
          </a:p>
        </p:txBody>
      </p:sp>
      <p:sp>
        <p:nvSpPr>
          <p:cNvPr id="22582" name="Line 63">
            <a:extLst>
              <a:ext uri="{FF2B5EF4-FFF2-40B4-BE49-F238E27FC236}">
                <a16:creationId xmlns:a16="http://schemas.microsoft.com/office/drawing/2014/main" id="{5DFA6407-7EEF-42E7-8A71-A8577AD69E6A}"/>
              </a:ext>
            </a:extLst>
          </p:cNvPr>
          <p:cNvSpPr>
            <a:spLocks noChangeShapeType="1"/>
          </p:cNvSpPr>
          <p:nvPr/>
        </p:nvSpPr>
        <p:spPr bwMode="auto">
          <a:xfrm flipV="1">
            <a:off x="7635875" y="2286000"/>
            <a:ext cx="0" cy="469900"/>
          </a:xfrm>
          <a:prstGeom prst="line">
            <a:avLst/>
          </a:prstGeom>
          <a:noFill/>
          <a:ln w="25400">
            <a:solidFill>
              <a:schemeClr val="tx1"/>
            </a:solidFill>
            <a:round/>
            <a:headEnd/>
            <a:tailEnd/>
          </a:ln>
        </p:spPr>
        <p:txBody>
          <a:bodyPr/>
          <a:lstStyle/>
          <a:p>
            <a:pPr eaLnBrk="1" hangingPunct="1">
              <a:defRPr/>
            </a:pPr>
            <a:endParaRPr lang="en-US" sz="1600" dirty="0"/>
          </a:p>
        </p:txBody>
      </p:sp>
      <p:sp>
        <p:nvSpPr>
          <p:cNvPr id="22583" name="Line 64">
            <a:extLst>
              <a:ext uri="{FF2B5EF4-FFF2-40B4-BE49-F238E27FC236}">
                <a16:creationId xmlns:a16="http://schemas.microsoft.com/office/drawing/2014/main" id="{32FA71F9-6457-4803-B661-A47D8325FAA5}"/>
              </a:ext>
            </a:extLst>
          </p:cNvPr>
          <p:cNvSpPr>
            <a:spLocks noChangeShapeType="1"/>
          </p:cNvSpPr>
          <p:nvPr/>
        </p:nvSpPr>
        <p:spPr bwMode="auto">
          <a:xfrm flipV="1">
            <a:off x="8020050" y="2452689"/>
            <a:ext cx="0" cy="466725"/>
          </a:xfrm>
          <a:prstGeom prst="line">
            <a:avLst/>
          </a:prstGeom>
          <a:noFill/>
          <a:ln w="25400">
            <a:solidFill>
              <a:schemeClr val="tx1"/>
            </a:solidFill>
            <a:round/>
            <a:headEnd/>
            <a:tailEnd/>
          </a:ln>
        </p:spPr>
        <p:txBody>
          <a:bodyPr/>
          <a:lstStyle/>
          <a:p>
            <a:pPr eaLnBrk="1" hangingPunct="1">
              <a:defRPr/>
            </a:pPr>
            <a:endParaRPr lang="en-US" sz="1600" dirty="0"/>
          </a:p>
        </p:txBody>
      </p:sp>
      <p:sp>
        <p:nvSpPr>
          <p:cNvPr id="22584" name="Line 65">
            <a:extLst>
              <a:ext uri="{FF2B5EF4-FFF2-40B4-BE49-F238E27FC236}">
                <a16:creationId xmlns:a16="http://schemas.microsoft.com/office/drawing/2014/main" id="{24B57F88-2670-4C95-99A6-BFCFCB31B8DA}"/>
              </a:ext>
            </a:extLst>
          </p:cNvPr>
          <p:cNvSpPr>
            <a:spLocks noChangeShapeType="1"/>
          </p:cNvSpPr>
          <p:nvPr/>
        </p:nvSpPr>
        <p:spPr bwMode="auto">
          <a:xfrm>
            <a:off x="8018463" y="2452688"/>
            <a:ext cx="374650" cy="0"/>
          </a:xfrm>
          <a:prstGeom prst="line">
            <a:avLst/>
          </a:prstGeom>
          <a:noFill/>
          <a:ln w="25400">
            <a:solidFill>
              <a:schemeClr val="tx1"/>
            </a:solidFill>
            <a:round/>
            <a:headEnd/>
            <a:tailEnd/>
          </a:ln>
        </p:spPr>
        <p:txBody>
          <a:bodyPr/>
          <a:lstStyle/>
          <a:p>
            <a:pPr eaLnBrk="1" hangingPunct="1">
              <a:defRPr/>
            </a:pPr>
            <a:endParaRPr lang="en-US" sz="1600" dirty="0"/>
          </a:p>
        </p:txBody>
      </p:sp>
      <p:sp>
        <p:nvSpPr>
          <p:cNvPr id="22585" name="Line 66">
            <a:extLst>
              <a:ext uri="{FF2B5EF4-FFF2-40B4-BE49-F238E27FC236}">
                <a16:creationId xmlns:a16="http://schemas.microsoft.com/office/drawing/2014/main" id="{7D63C07C-1125-4A6C-BBEE-5D40224ED6C3}"/>
              </a:ext>
            </a:extLst>
          </p:cNvPr>
          <p:cNvSpPr>
            <a:spLocks noChangeShapeType="1"/>
          </p:cNvSpPr>
          <p:nvPr/>
        </p:nvSpPr>
        <p:spPr bwMode="auto">
          <a:xfrm>
            <a:off x="7646989" y="2297113"/>
            <a:ext cx="746125" cy="0"/>
          </a:xfrm>
          <a:prstGeom prst="line">
            <a:avLst/>
          </a:prstGeom>
          <a:noFill/>
          <a:ln w="25400">
            <a:solidFill>
              <a:schemeClr val="tx1"/>
            </a:solidFill>
            <a:round/>
            <a:headEnd/>
            <a:tailEnd/>
          </a:ln>
        </p:spPr>
        <p:txBody>
          <a:bodyPr/>
          <a:lstStyle/>
          <a:p>
            <a:pPr eaLnBrk="1" hangingPunct="1">
              <a:defRPr/>
            </a:pPr>
            <a:endParaRPr lang="en-US" sz="1600" dirty="0"/>
          </a:p>
        </p:txBody>
      </p:sp>
      <p:sp>
        <p:nvSpPr>
          <p:cNvPr id="32824" name="Text Box 67">
            <a:extLst>
              <a:ext uri="{FF2B5EF4-FFF2-40B4-BE49-F238E27FC236}">
                <a16:creationId xmlns:a16="http://schemas.microsoft.com/office/drawing/2014/main" id="{15803C20-A493-9D3C-A6B7-577346AAB52B}"/>
              </a:ext>
            </a:extLst>
          </p:cNvPr>
          <p:cNvSpPr txBox="1">
            <a:spLocks noChangeArrowheads="1"/>
          </p:cNvSpPr>
          <p:nvPr/>
        </p:nvSpPr>
        <p:spPr bwMode="auto">
          <a:xfrm>
            <a:off x="2274889" y="3165475"/>
            <a:ext cx="102552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a:t>CNTEN</a:t>
            </a:r>
          </a:p>
        </p:txBody>
      </p:sp>
      <p:sp>
        <p:nvSpPr>
          <p:cNvPr id="32825" name="Text Box 68">
            <a:extLst>
              <a:ext uri="{FF2B5EF4-FFF2-40B4-BE49-F238E27FC236}">
                <a16:creationId xmlns:a16="http://schemas.microsoft.com/office/drawing/2014/main" id="{B8CB0186-A861-A07A-C2B1-6365B73A9646}"/>
              </a:ext>
            </a:extLst>
          </p:cNvPr>
          <p:cNvSpPr txBox="1">
            <a:spLocks noChangeArrowheads="1"/>
          </p:cNvSpPr>
          <p:nvPr/>
        </p:nvSpPr>
        <p:spPr bwMode="auto">
          <a:xfrm>
            <a:off x="2463800" y="4921250"/>
            <a:ext cx="10160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a:t>CLOCK</a:t>
            </a:r>
          </a:p>
        </p:txBody>
      </p:sp>
      <p:sp>
        <p:nvSpPr>
          <p:cNvPr id="22588" name="Line 69">
            <a:extLst>
              <a:ext uri="{FF2B5EF4-FFF2-40B4-BE49-F238E27FC236}">
                <a16:creationId xmlns:a16="http://schemas.microsoft.com/office/drawing/2014/main" id="{F57B5BA5-2756-45EF-A0B6-F3DB24992CD4}"/>
              </a:ext>
            </a:extLst>
          </p:cNvPr>
          <p:cNvSpPr>
            <a:spLocks noChangeShapeType="1"/>
          </p:cNvSpPr>
          <p:nvPr/>
        </p:nvSpPr>
        <p:spPr bwMode="auto">
          <a:xfrm>
            <a:off x="7016750" y="3421063"/>
            <a:ext cx="230188" cy="0"/>
          </a:xfrm>
          <a:prstGeom prst="line">
            <a:avLst/>
          </a:prstGeom>
          <a:noFill/>
          <a:ln w="28575">
            <a:solidFill>
              <a:schemeClr val="tx1"/>
            </a:solidFill>
            <a:round/>
            <a:headEnd type="oval" w="med" len="med"/>
            <a:tailEnd/>
          </a:ln>
        </p:spPr>
        <p:txBody>
          <a:bodyPr/>
          <a:lstStyle/>
          <a:p>
            <a:pPr eaLnBrk="1" hangingPunct="1">
              <a:defRPr/>
            </a:pPr>
            <a:endParaRPr lang="en-US" sz="1600" dirty="0"/>
          </a:p>
        </p:txBody>
      </p:sp>
      <p:sp>
        <p:nvSpPr>
          <p:cNvPr id="22589" name="Line 70">
            <a:extLst>
              <a:ext uri="{FF2B5EF4-FFF2-40B4-BE49-F238E27FC236}">
                <a16:creationId xmlns:a16="http://schemas.microsoft.com/office/drawing/2014/main" id="{721B4E8A-0CAD-476B-8B8C-E2BF90F5C964}"/>
              </a:ext>
            </a:extLst>
          </p:cNvPr>
          <p:cNvSpPr>
            <a:spLocks noChangeShapeType="1"/>
          </p:cNvSpPr>
          <p:nvPr/>
        </p:nvSpPr>
        <p:spPr bwMode="auto">
          <a:xfrm flipV="1">
            <a:off x="8956676" y="4010025"/>
            <a:ext cx="207963" cy="0"/>
          </a:xfrm>
          <a:prstGeom prst="line">
            <a:avLst/>
          </a:prstGeom>
          <a:noFill/>
          <a:ln w="25400">
            <a:solidFill>
              <a:schemeClr val="tx1"/>
            </a:solidFill>
            <a:round/>
            <a:headEnd/>
            <a:tailEnd/>
          </a:ln>
        </p:spPr>
        <p:txBody>
          <a:bodyPr/>
          <a:lstStyle/>
          <a:p>
            <a:pPr eaLnBrk="1" hangingPunct="1">
              <a:defRPr/>
            </a:pPr>
            <a:endParaRPr lang="en-US" sz="1600" dirty="0"/>
          </a:p>
        </p:txBody>
      </p:sp>
      <p:sp>
        <p:nvSpPr>
          <p:cNvPr id="22590" name="Oval 72">
            <a:extLst>
              <a:ext uri="{FF2B5EF4-FFF2-40B4-BE49-F238E27FC236}">
                <a16:creationId xmlns:a16="http://schemas.microsoft.com/office/drawing/2014/main" id="{BAAC8114-D322-4D46-8C12-A3942771C742}"/>
              </a:ext>
            </a:extLst>
          </p:cNvPr>
          <p:cNvSpPr>
            <a:spLocks noChangeArrowheads="1"/>
          </p:cNvSpPr>
          <p:nvPr/>
        </p:nvSpPr>
        <p:spPr bwMode="auto">
          <a:xfrm>
            <a:off x="3773489" y="4321175"/>
            <a:ext cx="128587" cy="127000"/>
          </a:xfrm>
          <a:prstGeom prst="ellipse">
            <a:avLst/>
          </a:prstGeom>
          <a:solidFill>
            <a:schemeClr val="accent1">
              <a:lumMod val="60000"/>
              <a:lumOff val="40000"/>
            </a:schemeClr>
          </a:solidFill>
          <a:ln w="22225">
            <a:solidFill>
              <a:schemeClr val="tx1"/>
            </a:solidFill>
            <a:round/>
            <a:headEnd/>
            <a:tailEnd/>
          </a:ln>
        </p:spPr>
        <p:txBody>
          <a:bodyPr wrap="none" anchor="ctr"/>
          <a:lstStyle/>
          <a:p>
            <a:pPr eaLnBrk="1" hangingPunct="1">
              <a:defRPr/>
            </a:pPr>
            <a:endParaRPr lang="en-US" sz="1600" dirty="0"/>
          </a:p>
        </p:txBody>
      </p:sp>
      <p:sp>
        <p:nvSpPr>
          <p:cNvPr id="22591" name="Oval 73">
            <a:extLst>
              <a:ext uri="{FF2B5EF4-FFF2-40B4-BE49-F238E27FC236}">
                <a16:creationId xmlns:a16="http://schemas.microsoft.com/office/drawing/2014/main" id="{94C3D461-C4C9-4565-A51A-094C0DE8BEFF}"/>
              </a:ext>
            </a:extLst>
          </p:cNvPr>
          <p:cNvSpPr>
            <a:spLocks noChangeArrowheads="1"/>
          </p:cNvSpPr>
          <p:nvPr/>
        </p:nvSpPr>
        <p:spPr bwMode="auto">
          <a:xfrm>
            <a:off x="5637214" y="4287838"/>
            <a:ext cx="128587" cy="127000"/>
          </a:xfrm>
          <a:prstGeom prst="ellipse">
            <a:avLst/>
          </a:prstGeom>
          <a:solidFill>
            <a:schemeClr val="accent1">
              <a:lumMod val="60000"/>
              <a:lumOff val="40000"/>
            </a:schemeClr>
          </a:solidFill>
          <a:ln w="22225">
            <a:solidFill>
              <a:schemeClr val="tx1"/>
            </a:solidFill>
            <a:round/>
            <a:headEnd/>
            <a:tailEnd/>
          </a:ln>
        </p:spPr>
        <p:txBody>
          <a:bodyPr wrap="none" anchor="ctr"/>
          <a:lstStyle/>
          <a:p>
            <a:pPr eaLnBrk="1" hangingPunct="1">
              <a:defRPr/>
            </a:pPr>
            <a:endParaRPr lang="en-US" sz="1600" dirty="0"/>
          </a:p>
        </p:txBody>
      </p:sp>
      <p:sp>
        <p:nvSpPr>
          <p:cNvPr id="22592" name="Oval 74">
            <a:extLst>
              <a:ext uri="{FF2B5EF4-FFF2-40B4-BE49-F238E27FC236}">
                <a16:creationId xmlns:a16="http://schemas.microsoft.com/office/drawing/2014/main" id="{C88C1519-F4D0-4741-AD22-A10727692E34}"/>
              </a:ext>
            </a:extLst>
          </p:cNvPr>
          <p:cNvSpPr>
            <a:spLocks noChangeArrowheads="1"/>
          </p:cNvSpPr>
          <p:nvPr/>
        </p:nvSpPr>
        <p:spPr bwMode="auto">
          <a:xfrm>
            <a:off x="7545389" y="4287838"/>
            <a:ext cx="128587" cy="127000"/>
          </a:xfrm>
          <a:prstGeom prst="ellipse">
            <a:avLst/>
          </a:prstGeom>
          <a:solidFill>
            <a:schemeClr val="accent1">
              <a:lumMod val="60000"/>
              <a:lumOff val="40000"/>
            </a:schemeClr>
          </a:solidFill>
          <a:ln w="22225">
            <a:solidFill>
              <a:schemeClr val="tx1"/>
            </a:solidFill>
            <a:round/>
            <a:headEnd/>
            <a:tailEnd/>
          </a:ln>
        </p:spPr>
        <p:txBody>
          <a:bodyPr wrap="none" anchor="ctr"/>
          <a:lstStyle/>
          <a:p>
            <a:pPr eaLnBrk="1" hangingPunct="1">
              <a:defRPr/>
            </a:pPr>
            <a:endParaRPr lang="en-US" sz="1600" dirty="0"/>
          </a:p>
        </p:txBody>
      </p:sp>
      <p:sp>
        <p:nvSpPr>
          <p:cNvPr id="22593" name="Oval 75">
            <a:extLst>
              <a:ext uri="{FF2B5EF4-FFF2-40B4-BE49-F238E27FC236}">
                <a16:creationId xmlns:a16="http://schemas.microsoft.com/office/drawing/2014/main" id="{7B9C0477-3314-4E1C-9CEC-3BFBE7AC99C9}"/>
              </a:ext>
            </a:extLst>
          </p:cNvPr>
          <p:cNvSpPr>
            <a:spLocks noChangeArrowheads="1"/>
          </p:cNvSpPr>
          <p:nvPr/>
        </p:nvSpPr>
        <p:spPr bwMode="auto">
          <a:xfrm>
            <a:off x="9488489" y="4287838"/>
            <a:ext cx="128587" cy="127000"/>
          </a:xfrm>
          <a:prstGeom prst="ellipse">
            <a:avLst/>
          </a:prstGeom>
          <a:solidFill>
            <a:schemeClr val="accent1">
              <a:lumMod val="60000"/>
              <a:lumOff val="40000"/>
            </a:schemeClr>
          </a:solidFill>
          <a:ln w="22225">
            <a:solidFill>
              <a:schemeClr val="tx1"/>
            </a:solidFill>
            <a:round/>
            <a:headEnd/>
            <a:tailEnd/>
          </a:ln>
        </p:spPr>
        <p:txBody>
          <a:bodyPr wrap="none" anchor="ctr"/>
          <a:lstStyle/>
          <a:p>
            <a:pPr eaLnBrk="1" hangingPunct="1">
              <a:defRPr/>
            </a:pPr>
            <a:endParaRPr lang="en-US" sz="1600" dirty="0"/>
          </a:p>
        </p:txBody>
      </p:sp>
      <p:sp>
        <p:nvSpPr>
          <p:cNvPr id="22594" name="Line 76">
            <a:extLst>
              <a:ext uri="{FF2B5EF4-FFF2-40B4-BE49-F238E27FC236}">
                <a16:creationId xmlns:a16="http://schemas.microsoft.com/office/drawing/2014/main" id="{7BEB24DA-4EFA-43C0-AA73-B76DBF20D174}"/>
              </a:ext>
            </a:extLst>
          </p:cNvPr>
          <p:cNvSpPr>
            <a:spLocks noChangeShapeType="1"/>
          </p:cNvSpPr>
          <p:nvPr/>
        </p:nvSpPr>
        <p:spPr bwMode="auto">
          <a:xfrm>
            <a:off x="3841750" y="4445000"/>
            <a:ext cx="0" cy="211138"/>
          </a:xfrm>
          <a:prstGeom prst="line">
            <a:avLst/>
          </a:prstGeom>
          <a:noFill/>
          <a:ln w="25400">
            <a:solidFill>
              <a:schemeClr val="tx1"/>
            </a:solidFill>
            <a:round/>
            <a:headEnd/>
            <a:tailEnd type="oval" w="med" len="med"/>
          </a:ln>
        </p:spPr>
        <p:txBody>
          <a:bodyPr/>
          <a:lstStyle/>
          <a:p>
            <a:pPr eaLnBrk="1" hangingPunct="1">
              <a:defRPr/>
            </a:pPr>
            <a:endParaRPr lang="en-US" sz="1600" dirty="0"/>
          </a:p>
        </p:txBody>
      </p:sp>
      <p:sp>
        <p:nvSpPr>
          <p:cNvPr id="22595" name="Line 77">
            <a:extLst>
              <a:ext uri="{FF2B5EF4-FFF2-40B4-BE49-F238E27FC236}">
                <a16:creationId xmlns:a16="http://schemas.microsoft.com/office/drawing/2014/main" id="{9D70CB1C-B99B-4917-AF41-BE861C097D4F}"/>
              </a:ext>
            </a:extLst>
          </p:cNvPr>
          <p:cNvSpPr>
            <a:spLocks noChangeShapeType="1"/>
          </p:cNvSpPr>
          <p:nvPr/>
        </p:nvSpPr>
        <p:spPr bwMode="auto">
          <a:xfrm>
            <a:off x="5705475" y="4421188"/>
            <a:ext cx="0" cy="228600"/>
          </a:xfrm>
          <a:prstGeom prst="line">
            <a:avLst/>
          </a:prstGeom>
          <a:noFill/>
          <a:ln w="25400">
            <a:solidFill>
              <a:schemeClr val="tx1"/>
            </a:solidFill>
            <a:round/>
            <a:headEnd/>
            <a:tailEnd type="oval" w="med" len="med"/>
          </a:ln>
        </p:spPr>
        <p:txBody>
          <a:bodyPr/>
          <a:lstStyle/>
          <a:p>
            <a:pPr eaLnBrk="1" hangingPunct="1">
              <a:defRPr/>
            </a:pPr>
            <a:endParaRPr lang="en-US" sz="1600" dirty="0"/>
          </a:p>
        </p:txBody>
      </p:sp>
      <p:sp>
        <p:nvSpPr>
          <p:cNvPr id="22596" name="Line 78">
            <a:extLst>
              <a:ext uri="{FF2B5EF4-FFF2-40B4-BE49-F238E27FC236}">
                <a16:creationId xmlns:a16="http://schemas.microsoft.com/office/drawing/2014/main" id="{B2C4C902-2C3D-4F52-B707-172999492457}"/>
              </a:ext>
            </a:extLst>
          </p:cNvPr>
          <p:cNvSpPr>
            <a:spLocks noChangeShapeType="1"/>
          </p:cNvSpPr>
          <p:nvPr/>
        </p:nvSpPr>
        <p:spPr bwMode="auto">
          <a:xfrm>
            <a:off x="7613650" y="4410075"/>
            <a:ext cx="0" cy="228600"/>
          </a:xfrm>
          <a:prstGeom prst="line">
            <a:avLst/>
          </a:prstGeom>
          <a:noFill/>
          <a:ln w="25400">
            <a:solidFill>
              <a:schemeClr val="tx1"/>
            </a:solidFill>
            <a:round/>
            <a:headEnd/>
            <a:tailEnd type="oval" w="med" len="med"/>
          </a:ln>
        </p:spPr>
        <p:txBody>
          <a:bodyPr/>
          <a:lstStyle/>
          <a:p>
            <a:pPr eaLnBrk="1" hangingPunct="1">
              <a:defRPr/>
            </a:pPr>
            <a:endParaRPr lang="en-US" sz="1600" dirty="0"/>
          </a:p>
        </p:txBody>
      </p:sp>
      <p:sp>
        <p:nvSpPr>
          <p:cNvPr id="22597" name="Line 79">
            <a:extLst>
              <a:ext uri="{FF2B5EF4-FFF2-40B4-BE49-F238E27FC236}">
                <a16:creationId xmlns:a16="http://schemas.microsoft.com/office/drawing/2014/main" id="{6400BCBA-B74C-489E-B422-10C7C4B11749}"/>
              </a:ext>
            </a:extLst>
          </p:cNvPr>
          <p:cNvSpPr>
            <a:spLocks noChangeShapeType="1"/>
          </p:cNvSpPr>
          <p:nvPr/>
        </p:nvSpPr>
        <p:spPr bwMode="auto">
          <a:xfrm>
            <a:off x="9556750" y="4421188"/>
            <a:ext cx="0" cy="228600"/>
          </a:xfrm>
          <a:prstGeom prst="line">
            <a:avLst/>
          </a:prstGeom>
          <a:noFill/>
          <a:ln w="25400">
            <a:solidFill>
              <a:schemeClr val="tx1"/>
            </a:solidFill>
            <a:round/>
            <a:headEnd/>
            <a:tailEnd/>
          </a:ln>
        </p:spPr>
        <p:txBody>
          <a:bodyPr/>
          <a:lstStyle/>
          <a:p>
            <a:pPr eaLnBrk="1" hangingPunct="1">
              <a:defRPr/>
            </a:pPr>
            <a:endParaRPr lang="en-US" sz="1600" dirty="0"/>
          </a:p>
        </p:txBody>
      </p:sp>
      <p:sp>
        <p:nvSpPr>
          <p:cNvPr id="22598" name="Line 80">
            <a:extLst>
              <a:ext uri="{FF2B5EF4-FFF2-40B4-BE49-F238E27FC236}">
                <a16:creationId xmlns:a16="http://schemas.microsoft.com/office/drawing/2014/main" id="{5BE2ACA3-A78D-4D12-B026-1CD1A1B96226}"/>
              </a:ext>
            </a:extLst>
          </p:cNvPr>
          <p:cNvSpPr>
            <a:spLocks noChangeShapeType="1"/>
          </p:cNvSpPr>
          <p:nvPr/>
        </p:nvSpPr>
        <p:spPr bwMode="auto">
          <a:xfrm flipH="1">
            <a:off x="2590800" y="4665663"/>
            <a:ext cx="6980238" cy="0"/>
          </a:xfrm>
          <a:prstGeom prst="line">
            <a:avLst/>
          </a:prstGeom>
          <a:noFill/>
          <a:ln w="31750">
            <a:solidFill>
              <a:schemeClr val="tx1"/>
            </a:solidFill>
            <a:round/>
            <a:headEnd/>
            <a:tailEnd/>
          </a:ln>
        </p:spPr>
        <p:txBody>
          <a:bodyPr/>
          <a:lstStyle/>
          <a:p>
            <a:pPr eaLnBrk="1" hangingPunct="1">
              <a:defRPr/>
            </a:pPr>
            <a:endParaRPr lang="en-US" sz="1600" dirty="0"/>
          </a:p>
        </p:txBody>
      </p:sp>
      <p:sp>
        <p:nvSpPr>
          <p:cNvPr id="22599" name="Line 97">
            <a:extLst>
              <a:ext uri="{FF2B5EF4-FFF2-40B4-BE49-F238E27FC236}">
                <a16:creationId xmlns:a16="http://schemas.microsoft.com/office/drawing/2014/main" id="{5B1AFA27-6E06-4DDE-A66C-777313D91545}"/>
              </a:ext>
            </a:extLst>
          </p:cNvPr>
          <p:cNvSpPr>
            <a:spLocks noChangeShapeType="1"/>
          </p:cNvSpPr>
          <p:nvPr/>
        </p:nvSpPr>
        <p:spPr bwMode="auto">
          <a:xfrm flipV="1">
            <a:off x="8961438" y="2363789"/>
            <a:ext cx="0" cy="1654175"/>
          </a:xfrm>
          <a:prstGeom prst="line">
            <a:avLst/>
          </a:prstGeom>
          <a:noFill/>
          <a:ln w="25400">
            <a:solidFill>
              <a:schemeClr val="tx1"/>
            </a:solidFill>
            <a:round/>
            <a:headEnd/>
            <a:tailEnd/>
          </a:ln>
        </p:spPr>
        <p:txBody>
          <a:bodyPr/>
          <a:lstStyle/>
          <a:p>
            <a:pPr eaLnBrk="1" hangingPunct="1">
              <a:defRPr/>
            </a:pPr>
            <a:endParaRPr lang="en-US" sz="1600" dirty="0"/>
          </a:p>
        </p:txBody>
      </p:sp>
      <p:sp>
        <p:nvSpPr>
          <p:cNvPr id="22600" name="Freeform 99">
            <a:extLst>
              <a:ext uri="{FF2B5EF4-FFF2-40B4-BE49-F238E27FC236}">
                <a16:creationId xmlns:a16="http://schemas.microsoft.com/office/drawing/2014/main" id="{D3AB0058-9A6A-4392-83AA-4F15CAF34221}"/>
              </a:ext>
            </a:extLst>
          </p:cNvPr>
          <p:cNvSpPr>
            <a:spLocks/>
          </p:cNvSpPr>
          <p:nvPr/>
        </p:nvSpPr>
        <p:spPr bwMode="auto">
          <a:xfrm>
            <a:off x="3490914" y="3683000"/>
            <a:ext cx="117475" cy="153988"/>
          </a:xfrm>
          <a:custGeom>
            <a:avLst/>
            <a:gdLst>
              <a:gd name="T0" fmla="*/ 0 w 129"/>
              <a:gd name="T1" fmla="*/ 2147483647 h 133"/>
              <a:gd name="T2" fmla="*/ 2147483647 w 129"/>
              <a:gd name="T3" fmla="*/ 2147483647 h 133"/>
              <a:gd name="T4" fmla="*/ 0 w 129"/>
              <a:gd name="T5" fmla="*/ 0 h 133"/>
              <a:gd name="T6" fmla="*/ 0 60000 65536"/>
              <a:gd name="T7" fmla="*/ 0 60000 65536"/>
              <a:gd name="T8" fmla="*/ 0 60000 65536"/>
              <a:gd name="T9" fmla="*/ 0 w 129"/>
              <a:gd name="T10" fmla="*/ 0 h 133"/>
              <a:gd name="T11" fmla="*/ 129 w 129"/>
              <a:gd name="T12" fmla="*/ 133 h 133"/>
            </a:gdLst>
            <a:ahLst/>
            <a:cxnLst>
              <a:cxn ang="T6">
                <a:pos x="T0" y="T1"/>
              </a:cxn>
              <a:cxn ang="T7">
                <a:pos x="T2" y="T3"/>
              </a:cxn>
              <a:cxn ang="T8">
                <a:pos x="T4" y="T5"/>
              </a:cxn>
            </a:cxnLst>
            <a:rect l="T9" t="T10" r="T11" b="T12"/>
            <a:pathLst>
              <a:path w="129" h="133">
                <a:moveTo>
                  <a:pt x="0" y="133"/>
                </a:moveTo>
                <a:lnTo>
                  <a:pt x="129" y="66"/>
                </a:lnTo>
                <a:lnTo>
                  <a:pt x="0" y="0"/>
                </a:lnTo>
              </a:path>
            </a:pathLst>
          </a:custGeom>
          <a:noFill/>
          <a:ln w="25400">
            <a:solidFill>
              <a:schemeClr val="tx1"/>
            </a:solidFill>
            <a:miter lim="800000"/>
            <a:headEnd/>
            <a:tailEnd/>
          </a:ln>
        </p:spPr>
        <p:txBody>
          <a:bodyPr/>
          <a:lstStyle/>
          <a:p>
            <a:pPr eaLnBrk="1" hangingPunct="1">
              <a:defRPr/>
            </a:pPr>
            <a:endParaRPr lang="en-US" sz="1600" dirty="0"/>
          </a:p>
        </p:txBody>
      </p:sp>
      <p:sp>
        <p:nvSpPr>
          <p:cNvPr id="22601" name="Freeform 100">
            <a:extLst>
              <a:ext uri="{FF2B5EF4-FFF2-40B4-BE49-F238E27FC236}">
                <a16:creationId xmlns:a16="http://schemas.microsoft.com/office/drawing/2014/main" id="{D7F61DBC-090D-4377-8B5A-15C5F737D2AF}"/>
              </a:ext>
            </a:extLst>
          </p:cNvPr>
          <p:cNvSpPr>
            <a:spLocks/>
          </p:cNvSpPr>
          <p:nvPr/>
        </p:nvSpPr>
        <p:spPr bwMode="auto">
          <a:xfrm>
            <a:off x="5345113" y="3657601"/>
            <a:ext cx="119062" cy="155575"/>
          </a:xfrm>
          <a:custGeom>
            <a:avLst/>
            <a:gdLst>
              <a:gd name="T0" fmla="*/ 0 w 129"/>
              <a:gd name="T1" fmla="*/ 2147483647 h 133"/>
              <a:gd name="T2" fmla="*/ 2147483647 w 129"/>
              <a:gd name="T3" fmla="*/ 2147483647 h 133"/>
              <a:gd name="T4" fmla="*/ 0 w 129"/>
              <a:gd name="T5" fmla="*/ 0 h 133"/>
              <a:gd name="T6" fmla="*/ 0 60000 65536"/>
              <a:gd name="T7" fmla="*/ 0 60000 65536"/>
              <a:gd name="T8" fmla="*/ 0 60000 65536"/>
              <a:gd name="T9" fmla="*/ 0 w 129"/>
              <a:gd name="T10" fmla="*/ 0 h 133"/>
              <a:gd name="T11" fmla="*/ 129 w 129"/>
              <a:gd name="T12" fmla="*/ 133 h 133"/>
            </a:gdLst>
            <a:ahLst/>
            <a:cxnLst>
              <a:cxn ang="T6">
                <a:pos x="T0" y="T1"/>
              </a:cxn>
              <a:cxn ang="T7">
                <a:pos x="T2" y="T3"/>
              </a:cxn>
              <a:cxn ang="T8">
                <a:pos x="T4" y="T5"/>
              </a:cxn>
            </a:cxnLst>
            <a:rect l="T9" t="T10" r="T11" b="T12"/>
            <a:pathLst>
              <a:path w="129" h="133">
                <a:moveTo>
                  <a:pt x="0" y="133"/>
                </a:moveTo>
                <a:lnTo>
                  <a:pt x="129" y="66"/>
                </a:lnTo>
                <a:lnTo>
                  <a:pt x="0" y="0"/>
                </a:lnTo>
              </a:path>
            </a:pathLst>
          </a:custGeom>
          <a:noFill/>
          <a:ln w="25400">
            <a:solidFill>
              <a:schemeClr val="tx1"/>
            </a:solidFill>
            <a:miter lim="800000"/>
            <a:headEnd/>
            <a:tailEnd/>
          </a:ln>
        </p:spPr>
        <p:txBody>
          <a:bodyPr/>
          <a:lstStyle/>
          <a:p>
            <a:pPr eaLnBrk="1" hangingPunct="1">
              <a:defRPr/>
            </a:pPr>
            <a:endParaRPr lang="en-US" sz="1600" dirty="0"/>
          </a:p>
        </p:txBody>
      </p:sp>
      <p:sp>
        <p:nvSpPr>
          <p:cNvPr id="22602" name="Freeform 101">
            <a:extLst>
              <a:ext uri="{FF2B5EF4-FFF2-40B4-BE49-F238E27FC236}">
                <a16:creationId xmlns:a16="http://schemas.microsoft.com/office/drawing/2014/main" id="{CECF5BFE-173E-4868-B9CC-9D3D0FC9EB9A}"/>
              </a:ext>
            </a:extLst>
          </p:cNvPr>
          <p:cNvSpPr>
            <a:spLocks/>
          </p:cNvSpPr>
          <p:nvPr/>
        </p:nvSpPr>
        <p:spPr bwMode="auto">
          <a:xfrm>
            <a:off x="7275513" y="3657601"/>
            <a:ext cx="119062" cy="155575"/>
          </a:xfrm>
          <a:custGeom>
            <a:avLst/>
            <a:gdLst>
              <a:gd name="T0" fmla="*/ 0 w 129"/>
              <a:gd name="T1" fmla="*/ 2147483647 h 133"/>
              <a:gd name="T2" fmla="*/ 2147483647 w 129"/>
              <a:gd name="T3" fmla="*/ 2147483647 h 133"/>
              <a:gd name="T4" fmla="*/ 0 w 129"/>
              <a:gd name="T5" fmla="*/ 0 h 133"/>
              <a:gd name="T6" fmla="*/ 0 60000 65536"/>
              <a:gd name="T7" fmla="*/ 0 60000 65536"/>
              <a:gd name="T8" fmla="*/ 0 60000 65536"/>
              <a:gd name="T9" fmla="*/ 0 w 129"/>
              <a:gd name="T10" fmla="*/ 0 h 133"/>
              <a:gd name="T11" fmla="*/ 129 w 129"/>
              <a:gd name="T12" fmla="*/ 133 h 133"/>
            </a:gdLst>
            <a:ahLst/>
            <a:cxnLst>
              <a:cxn ang="T6">
                <a:pos x="T0" y="T1"/>
              </a:cxn>
              <a:cxn ang="T7">
                <a:pos x="T2" y="T3"/>
              </a:cxn>
              <a:cxn ang="T8">
                <a:pos x="T4" y="T5"/>
              </a:cxn>
            </a:cxnLst>
            <a:rect l="T9" t="T10" r="T11" b="T12"/>
            <a:pathLst>
              <a:path w="129" h="133">
                <a:moveTo>
                  <a:pt x="0" y="133"/>
                </a:moveTo>
                <a:lnTo>
                  <a:pt x="129" y="66"/>
                </a:lnTo>
                <a:lnTo>
                  <a:pt x="0" y="0"/>
                </a:lnTo>
              </a:path>
            </a:pathLst>
          </a:custGeom>
          <a:solidFill>
            <a:schemeClr val="accent1">
              <a:lumMod val="60000"/>
              <a:lumOff val="40000"/>
            </a:schemeClr>
          </a:solidFill>
          <a:ln w="25400">
            <a:solidFill>
              <a:schemeClr val="tx1"/>
            </a:solidFill>
            <a:miter lim="800000"/>
            <a:headEnd/>
            <a:tailEnd/>
          </a:ln>
        </p:spPr>
        <p:txBody>
          <a:bodyPr/>
          <a:lstStyle/>
          <a:p>
            <a:pPr eaLnBrk="1" hangingPunct="1">
              <a:defRPr/>
            </a:pPr>
            <a:endParaRPr lang="en-US" sz="1600" dirty="0"/>
          </a:p>
        </p:txBody>
      </p:sp>
      <p:sp>
        <p:nvSpPr>
          <p:cNvPr id="22603" name="Freeform 102">
            <a:extLst>
              <a:ext uri="{FF2B5EF4-FFF2-40B4-BE49-F238E27FC236}">
                <a16:creationId xmlns:a16="http://schemas.microsoft.com/office/drawing/2014/main" id="{0A390768-0DF1-4BB6-AD3D-3927220387C9}"/>
              </a:ext>
            </a:extLst>
          </p:cNvPr>
          <p:cNvSpPr>
            <a:spLocks/>
          </p:cNvSpPr>
          <p:nvPr/>
        </p:nvSpPr>
        <p:spPr bwMode="auto">
          <a:xfrm>
            <a:off x="9186864" y="3668714"/>
            <a:ext cx="117475" cy="155575"/>
          </a:xfrm>
          <a:custGeom>
            <a:avLst/>
            <a:gdLst>
              <a:gd name="T0" fmla="*/ 0 w 129"/>
              <a:gd name="T1" fmla="*/ 2147483647 h 133"/>
              <a:gd name="T2" fmla="*/ 2147483647 w 129"/>
              <a:gd name="T3" fmla="*/ 2147483647 h 133"/>
              <a:gd name="T4" fmla="*/ 0 w 129"/>
              <a:gd name="T5" fmla="*/ 0 h 133"/>
              <a:gd name="T6" fmla="*/ 0 60000 65536"/>
              <a:gd name="T7" fmla="*/ 0 60000 65536"/>
              <a:gd name="T8" fmla="*/ 0 60000 65536"/>
              <a:gd name="T9" fmla="*/ 0 w 129"/>
              <a:gd name="T10" fmla="*/ 0 h 133"/>
              <a:gd name="T11" fmla="*/ 129 w 129"/>
              <a:gd name="T12" fmla="*/ 133 h 133"/>
            </a:gdLst>
            <a:ahLst/>
            <a:cxnLst>
              <a:cxn ang="T6">
                <a:pos x="T0" y="T1"/>
              </a:cxn>
              <a:cxn ang="T7">
                <a:pos x="T2" y="T3"/>
              </a:cxn>
              <a:cxn ang="T8">
                <a:pos x="T4" y="T5"/>
              </a:cxn>
            </a:cxnLst>
            <a:rect l="T9" t="T10" r="T11" b="T12"/>
            <a:pathLst>
              <a:path w="129" h="133">
                <a:moveTo>
                  <a:pt x="0" y="133"/>
                </a:moveTo>
                <a:lnTo>
                  <a:pt x="129" y="66"/>
                </a:lnTo>
                <a:lnTo>
                  <a:pt x="0" y="0"/>
                </a:lnTo>
              </a:path>
            </a:pathLst>
          </a:custGeom>
          <a:noFill/>
          <a:ln w="25400">
            <a:solidFill>
              <a:schemeClr val="tx1"/>
            </a:solidFill>
            <a:miter lim="800000"/>
            <a:headEnd/>
            <a:tailEnd/>
          </a:ln>
        </p:spPr>
        <p:txBody>
          <a:bodyPr/>
          <a:lstStyle/>
          <a:p>
            <a:pPr eaLnBrk="1" hangingPunct="1">
              <a:defRPr/>
            </a:pPr>
            <a:endParaRPr lang="en-US" sz="1600" dirty="0"/>
          </a:p>
        </p:txBody>
      </p:sp>
      <p:sp>
        <p:nvSpPr>
          <p:cNvPr id="92" name="Flowchart: Delay 91">
            <a:extLst>
              <a:ext uri="{FF2B5EF4-FFF2-40B4-BE49-F238E27FC236}">
                <a16:creationId xmlns:a16="http://schemas.microsoft.com/office/drawing/2014/main" id="{12EF94B9-6A3C-4985-8A23-501CD12B2EF5}"/>
              </a:ext>
            </a:extLst>
          </p:cNvPr>
          <p:cNvSpPr>
            <a:spLocks noChangeArrowheads="1"/>
          </p:cNvSpPr>
          <p:nvPr/>
        </p:nvSpPr>
        <p:spPr bwMode="auto">
          <a:xfrm>
            <a:off x="4598988" y="2044701"/>
            <a:ext cx="406400" cy="549275"/>
          </a:xfrm>
          <a:prstGeom prst="flowChartDelay">
            <a:avLst/>
          </a:prstGeom>
          <a:solidFill>
            <a:schemeClr val="accent1">
              <a:lumMod val="60000"/>
              <a:lumOff val="40000"/>
            </a:schemeClr>
          </a:solidFill>
          <a:ln w="25400" algn="ctr">
            <a:solidFill>
              <a:schemeClr val="tx1"/>
            </a:solidFill>
            <a:miter lim="800000"/>
            <a:headEnd/>
            <a:tailEnd/>
          </a:ln>
        </p:spPr>
        <p:txBody>
          <a:bodyPr anchor="ctr"/>
          <a:lstStyle/>
          <a:p>
            <a:pPr algn="ctr" eaLnBrk="1" hangingPunct="1">
              <a:defRPr/>
            </a:pPr>
            <a:endParaRPr lang="en-US" sz="1600" dirty="0"/>
          </a:p>
        </p:txBody>
      </p:sp>
      <p:sp>
        <p:nvSpPr>
          <p:cNvPr id="94" name="Flowchart: Delay 93">
            <a:extLst>
              <a:ext uri="{FF2B5EF4-FFF2-40B4-BE49-F238E27FC236}">
                <a16:creationId xmlns:a16="http://schemas.microsoft.com/office/drawing/2014/main" id="{C0A0B6FF-DC59-4443-BC89-016C275BDC77}"/>
              </a:ext>
            </a:extLst>
          </p:cNvPr>
          <p:cNvSpPr>
            <a:spLocks noChangeArrowheads="1"/>
          </p:cNvSpPr>
          <p:nvPr/>
        </p:nvSpPr>
        <p:spPr bwMode="auto">
          <a:xfrm>
            <a:off x="8382000" y="2085976"/>
            <a:ext cx="406400" cy="600075"/>
          </a:xfrm>
          <a:prstGeom prst="flowChartDelay">
            <a:avLst/>
          </a:prstGeom>
          <a:solidFill>
            <a:schemeClr val="accent1">
              <a:lumMod val="60000"/>
              <a:lumOff val="40000"/>
            </a:schemeClr>
          </a:solidFill>
          <a:ln w="25400" algn="ctr">
            <a:solidFill>
              <a:schemeClr val="tx1"/>
            </a:solidFill>
            <a:miter lim="800000"/>
            <a:headEnd/>
            <a:tailEnd/>
          </a:ln>
        </p:spPr>
        <p:txBody>
          <a:bodyPr anchor="ctr"/>
          <a:lstStyle/>
          <a:p>
            <a:pPr algn="ctr" eaLnBrk="1" hangingPunct="1">
              <a:defRPr/>
            </a:pPr>
            <a:endParaRPr lang="en-US" sz="1600" dirty="0"/>
          </a:p>
        </p:txBody>
      </p:sp>
      <p:sp>
        <p:nvSpPr>
          <p:cNvPr id="95" name="Flowchart: Delay 94">
            <a:extLst>
              <a:ext uri="{FF2B5EF4-FFF2-40B4-BE49-F238E27FC236}">
                <a16:creationId xmlns:a16="http://schemas.microsoft.com/office/drawing/2014/main" id="{CD7A8D51-CE58-40E0-9FC4-F10AB38E8328}"/>
              </a:ext>
            </a:extLst>
          </p:cNvPr>
          <p:cNvSpPr>
            <a:spLocks noChangeArrowheads="1"/>
          </p:cNvSpPr>
          <p:nvPr/>
        </p:nvSpPr>
        <p:spPr bwMode="auto">
          <a:xfrm>
            <a:off x="6475413" y="2058989"/>
            <a:ext cx="406400" cy="547687"/>
          </a:xfrm>
          <a:prstGeom prst="flowChartDelay">
            <a:avLst/>
          </a:prstGeom>
          <a:solidFill>
            <a:schemeClr val="accent1">
              <a:lumMod val="60000"/>
              <a:lumOff val="40000"/>
            </a:schemeClr>
          </a:solidFill>
          <a:ln w="25400" algn="ctr">
            <a:solidFill>
              <a:schemeClr val="tx1"/>
            </a:solidFill>
            <a:miter lim="800000"/>
            <a:headEnd/>
            <a:tailEnd/>
          </a:ln>
        </p:spPr>
        <p:txBody>
          <a:bodyPr anchor="ctr"/>
          <a:lstStyle/>
          <a:p>
            <a:pPr algn="ctr" eaLnBrk="1" hangingPunct="1">
              <a:defRPr/>
            </a:pPr>
            <a:endParaRPr lang="en-US" sz="1600" dirty="0"/>
          </a:p>
        </p:txBody>
      </p:sp>
      <p:sp>
        <p:nvSpPr>
          <p:cNvPr id="32845" name="TextBox 77">
            <a:extLst>
              <a:ext uri="{FF2B5EF4-FFF2-40B4-BE49-F238E27FC236}">
                <a16:creationId xmlns:a16="http://schemas.microsoft.com/office/drawing/2014/main" id="{68F6F5ED-60AC-1611-C10B-598316DC383D}"/>
              </a:ext>
            </a:extLst>
          </p:cNvPr>
          <p:cNvSpPr txBox="1">
            <a:spLocks noChangeArrowheads="1"/>
          </p:cNvSpPr>
          <p:nvPr/>
        </p:nvSpPr>
        <p:spPr bwMode="auto">
          <a:xfrm>
            <a:off x="4343400" y="2971800"/>
            <a:ext cx="6096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2</a:t>
            </a:r>
            <a:r>
              <a:rPr lang="en-US" altLang="en-US" baseline="30000"/>
              <a:t>0</a:t>
            </a:r>
            <a:endParaRPr lang="en-GB" altLang="en-US"/>
          </a:p>
        </p:txBody>
      </p:sp>
      <p:sp>
        <p:nvSpPr>
          <p:cNvPr id="32846" name="TextBox 78">
            <a:extLst>
              <a:ext uri="{FF2B5EF4-FFF2-40B4-BE49-F238E27FC236}">
                <a16:creationId xmlns:a16="http://schemas.microsoft.com/office/drawing/2014/main" id="{686B03CD-2151-EC44-F961-B522962AD38D}"/>
              </a:ext>
            </a:extLst>
          </p:cNvPr>
          <p:cNvSpPr txBox="1">
            <a:spLocks noChangeArrowheads="1"/>
          </p:cNvSpPr>
          <p:nvPr/>
        </p:nvSpPr>
        <p:spPr bwMode="auto">
          <a:xfrm>
            <a:off x="6248400" y="2971800"/>
            <a:ext cx="6096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2</a:t>
            </a:r>
            <a:r>
              <a:rPr lang="en-US" altLang="en-US" baseline="30000"/>
              <a:t>1</a:t>
            </a:r>
            <a:endParaRPr lang="en-GB" altLang="en-US"/>
          </a:p>
        </p:txBody>
      </p:sp>
      <p:sp>
        <p:nvSpPr>
          <p:cNvPr id="32847" name="TextBox 79">
            <a:extLst>
              <a:ext uri="{FF2B5EF4-FFF2-40B4-BE49-F238E27FC236}">
                <a16:creationId xmlns:a16="http://schemas.microsoft.com/office/drawing/2014/main" id="{87BC0561-8B8D-9393-C221-BA38B307FFA5}"/>
              </a:ext>
            </a:extLst>
          </p:cNvPr>
          <p:cNvSpPr txBox="1">
            <a:spLocks noChangeArrowheads="1"/>
          </p:cNvSpPr>
          <p:nvPr/>
        </p:nvSpPr>
        <p:spPr bwMode="auto">
          <a:xfrm>
            <a:off x="9893300" y="2928938"/>
            <a:ext cx="6096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2</a:t>
            </a:r>
            <a:r>
              <a:rPr lang="en-US" altLang="en-US" baseline="30000"/>
              <a:t>3</a:t>
            </a:r>
            <a:endParaRPr lang="en-GB" altLang="en-US"/>
          </a:p>
        </p:txBody>
      </p:sp>
      <p:sp>
        <p:nvSpPr>
          <p:cNvPr id="32848" name="TextBox 80">
            <a:extLst>
              <a:ext uri="{FF2B5EF4-FFF2-40B4-BE49-F238E27FC236}">
                <a16:creationId xmlns:a16="http://schemas.microsoft.com/office/drawing/2014/main" id="{37FD82A6-31C9-0C04-38FF-70BE04C9BDD3}"/>
              </a:ext>
            </a:extLst>
          </p:cNvPr>
          <p:cNvSpPr txBox="1">
            <a:spLocks noChangeArrowheads="1"/>
          </p:cNvSpPr>
          <p:nvPr/>
        </p:nvSpPr>
        <p:spPr bwMode="auto">
          <a:xfrm>
            <a:off x="8208963" y="2974975"/>
            <a:ext cx="6096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2</a:t>
            </a:r>
            <a:r>
              <a:rPr lang="en-US" altLang="en-US" baseline="30000"/>
              <a:t>2</a:t>
            </a:r>
            <a:endParaRPr lang="en-GB" altLang="en-US"/>
          </a:p>
        </p:txBody>
      </p:sp>
      <p:sp>
        <p:nvSpPr>
          <p:cNvPr id="32849" name="Text Box 67">
            <a:extLst>
              <a:ext uri="{FF2B5EF4-FFF2-40B4-BE49-F238E27FC236}">
                <a16:creationId xmlns:a16="http://schemas.microsoft.com/office/drawing/2014/main" id="{398FE437-2D5A-F974-2963-355D40523596}"/>
              </a:ext>
            </a:extLst>
          </p:cNvPr>
          <p:cNvSpPr txBox="1">
            <a:spLocks noChangeArrowheads="1"/>
          </p:cNvSpPr>
          <p:nvPr/>
        </p:nvSpPr>
        <p:spPr bwMode="auto">
          <a:xfrm>
            <a:off x="2078039" y="4327525"/>
            <a:ext cx="102552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a:t>reset</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5">
            <a:extLst>
              <a:ext uri="{FF2B5EF4-FFF2-40B4-BE49-F238E27FC236}">
                <a16:creationId xmlns:a16="http://schemas.microsoft.com/office/drawing/2014/main" id="{780FC2D9-29A7-DD42-84C6-9C3C0B19D568}"/>
              </a:ext>
            </a:extLst>
          </p:cNvPr>
          <p:cNvSpPr>
            <a:spLocks noGrp="1" noChangeArrowheads="1"/>
          </p:cNvSpPr>
          <p:nvPr>
            <p:ph type="title"/>
          </p:nvPr>
        </p:nvSpPr>
        <p:spPr/>
        <p:txBody>
          <a:bodyPr>
            <a:normAutofit/>
          </a:bodyPr>
          <a:lstStyle/>
          <a:p>
            <a:r>
              <a:rPr lang="en-US" altLang="en-US" dirty="0"/>
              <a:t>Counter Description by Verilog (Behavioral)</a:t>
            </a:r>
          </a:p>
        </p:txBody>
      </p:sp>
      <p:sp>
        <p:nvSpPr>
          <p:cNvPr id="4" name="Text Placeholder 3">
            <a:extLst>
              <a:ext uri="{FF2B5EF4-FFF2-40B4-BE49-F238E27FC236}">
                <a16:creationId xmlns:a16="http://schemas.microsoft.com/office/drawing/2014/main" id="{54185480-4EDD-9D78-BD75-C7B0DB948650}"/>
              </a:ext>
            </a:extLst>
          </p:cNvPr>
          <p:cNvSpPr>
            <a:spLocks noGrp="1"/>
          </p:cNvSpPr>
          <p:nvPr>
            <p:ph type="body" sz="quarter" idx="13"/>
          </p:nvPr>
        </p:nvSpPr>
        <p:spPr/>
        <p:txBody>
          <a:bodyPr/>
          <a:lstStyle/>
          <a:p>
            <a:pPr>
              <a:spcAft>
                <a:spcPts val="600"/>
              </a:spcAft>
            </a:pPr>
            <a:r>
              <a:rPr lang="en-US" altLang="en-US" dirty="0">
                <a:solidFill>
                  <a:srgbClr val="FF0000"/>
                </a:solidFill>
              </a:rPr>
              <a:t>Verilog</a:t>
            </a:r>
          </a:p>
          <a:p>
            <a:pPr marL="0" indent="0" eaLnBrk="1" hangingPunct="1">
              <a:buNone/>
            </a:pPr>
            <a:r>
              <a:rPr lang="en-US" altLang="en-US" sz="1800" dirty="0">
                <a:solidFill>
                  <a:srgbClr val="0000FF"/>
                </a:solidFill>
              </a:rPr>
              <a:t>module</a:t>
            </a:r>
            <a:r>
              <a:rPr lang="en-US" altLang="en-US" sz="1800" dirty="0"/>
              <a:t> </a:t>
            </a:r>
            <a:r>
              <a:rPr lang="en-US" altLang="en-US" sz="1800" dirty="0" err="1"/>
              <a:t>count_en</a:t>
            </a:r>
            <a:r>
              <a:rPr lang="en-US" altLang="en-US" sz="1800" dirty="0"/>
              <a:t> (q, </a:t>
            </a:r>
            <a:r>
              <a:rPr lang="en-US" altLang="en-US" sz="1800" dirty="0" err="1"/>
              <a:t>cnten</a:t>
            </a:r>
            <a:r>
              <a:rPr lang="en-US" altLang="en-US" sz="1800" dirty="0"/>
              <a:t>, reset, clock);</a:t>
            </a:r>
          </a:p>
          <a:p>
            <a:pPr marL="0" indent="0" eaLnBrk="1" hangingPunct="1">
              <a:buNone/>
            </a:pPr>
            <a:r>
              <a:rPr lang="en-US" altLang="en-US" sz="1800" dirty="0">
                <a:solidFill>
                  <a:srgbClr val="0000FF"/>
                </a:solidFill>
              </a:rPr>
              <a:t>parameter</a:t>
            </a:r>
            <a:r>
              <a:rPr lang="en-US" altLang="en-US" sz="1800" dirty="0"/>
              <a:t> size = 8;</a:t>
            </a:r>
          </a:p>
          <a:p>
            <a:pPr marL="0" indent="0" eaLnBrk="1" hangingPunct="1">
              <a:buNone/>
            </a:pPr>
            <a:r>
              <a:rPr lang="en-US" altLang="en-US" sz="1800" dirty="0">
                <a:solidFill>
                  <a:srgbClr val="0000FF"/>
                </a:solidFill>
              </a:rPr>
              <a:t>input</a:t>
            </a:r>
            <a:r>
              <a:rPr lang="en-US" altLang="en-US" sz="1800" dirty="0"/>
              <a:t>  	</a:t>
            </a:r>
            <a:r>
              <a:rPr lang="en-US" altLang="en-US" sz="1800" dirty="0" err="1"/>
              <a:t>cnten</a:t>
            </a:r>
            <a:r>
              <a:rPr lang="en-US" altLang="en-US" sz="1800" dirty="0"/>
              <a:t>, reset, clock;</a:t>
            </a:r>
          </a:p>
          <a:p>
            <a:pPr marL="0" indent="0" eaLnBrk="1" hangingPunct="1">
              <a:buNone/>
            </a:pPr>
            <a:r>
              <a:rPr lang="en-US" altLang="en-US" sz="1800" dirty="0">
                <a:solidFill>
                  <a:srgbClr val="0000FF"/>
                </a:solidFill>
              </a:rPr>
              <a:t>output</a:t>
            </a:r>
            <a:r>
              <a:rPr lang="en-US" altLang="en-US" sz="1800" dirty="0"/>
              <a:t>	</a:t>
            </a:r>
            <a:r>
              <a:rPr lang="en-US" altLang="en-US" sz="1800" dirty="0">
                <a:solidFill>
                  <a:srgbClr val="0000FF"/>
                </a:solidFill>
              </a:rPr>
              <a:t> reg </a:t>
            </a:r>
            <a:r>
              <a:rPr lang="en-US" altLang="en-US" sz="1800" dirty="0"/>
              <a:t>[size-1:0]	q;</a:t>
            </a:r>
            <a:br>
              <a:rPr lang="en-US" altLang="en-US" sz="1800" dirty="0"/>
            </a:br>
            <a:r>
              <a:rPr lang="en-US" altLang="en-US" sz="1800" dirty="0">
                <a:solidFill>
                  <a:srgbClr val="0000FF"/>
                </a:solidFill>
              </a:rPr>
              <a:t>always</a:t>
            </a:r>
            <a:r>
              <a:rPr lang="en-US" altLang="en-US" sz="1800" dirty="0"/>
              <a:t>  @(posedge clock  or </a:t>
            </a:r>
            <a:r>
              <a:rPr lang="en-US" altLang="en-US" sz="1800" dirty="0" err="1"/>
              <a:t>negedge</a:t>
            </a:r>
            <a:r>
              <a:rPr lang="en-US" altLang="en-US" sz="1800" dirty="0"/>
              <a:t>  reset)</a:t>
            </a:r>
          </a:p>
          <a:p>
            <a:pPr marL="0" indent="0" eaLnBrk="1" hangingPunct="1">
              <a:buNone/>
            </a:pPr>
            <a:r>
              <a:rPr lang="en-US" altLang="en-US" sz="1800" dirty="0">
                <a:solidFill>
                  <a:srgbClr val="0000FF"/>
                </a:solidFill>
              </a:rPr>
              <a:t>	if</a:t>
            </a:r>
            <a:r>
              <a:rPr lang="en-US" altLang="en-US" sz="1800" dirty="0"/>
              <a:t> (!reset)</a:t>
            </a:r>
          </a:p>
          <a:p>
            <a:pPr marL="0" indent="0" eaLnBrk="1" hangingPunct="1">
              <a:buNone/>
            </a:pPr>
            <a:r>
              <a:rPr lang="en-US" altLang="en-US" sz="1800" dirty="0"/>
              <a:t>		q</a:t>
            </a:r>
            <a:r>
              <a:rPr lang="ru-RU" altLang="en-US" sz="1800" dirty="0"/>
              <a:t>&lt;</a:t>
            </a:r>
            <a:r>
              <a:rPr lang="en-US" altLang="en-US" sz="1800" dirty="0"/>
              <a:t> = 0;</a:t>
            </a:r>
          </a:p>
          <a:p>
            <a:pPr marL="0" indent="0" eaLnBrk="1" hangingPunct="1">
              <a:buNone/>
            </a:pPr>
            <a:r>
              <a:rPr lang="en-US" altLang="en-US" sz="1800" dirty="0">
                <a:solidFill>
                  <a:srgbClr val="0000FF"/>
                </a:solidFill>
              </a:rPr>
              <a:t>		else</a:t>
            </a:r>
            <a:r>
              <a:rPr lang="en-US" altLang="en-US" sz="1800" dirty="0"/>
              <a:t>  </a:t>
            </a:r>
            <a:r>
              <a:rPr lang="en-US" altLang="en-US" sz="1800" dirty="0">
                <a:solidFill>
                  <a:srgbClr val="0000FF"/>
                </a:solidFill>
              </a:rPr>
              <a:t>if</a:t>
            </a:r>
            <a:r>
              <a:rPr lang="en-US" altLang="en-US" sz="1800" dirty="0"/>
              <a:t>(</a:t>
            </a:r>
            <a:r>
              <a:rPr lang="en-US" altLang="en-US" sz="1800" dirty="0" err="1"/>
              <a:t>cnten</a:t>
            </a:r>
            <a:r>
              <a:rPr lang="en-US" altLang="en-US" sz="1800" dirty="0"/>
              <a:t>)</a:t>
            </a:r>
          </a:p>
          <a:p>
            <a:pPr marL="0" indent="0" eaLnBrk="1" hangingPunct="1">
              <a:buNone/>
            </a:pPr>
            <a:r>
              <a:rPr lang="en-US" altLang="en-US" sz="1800" dirty="0"/>
              <a:t>		q</a:t>
            </a:r>
            <a:r>
              <a:rPr lang="ru-RU" altLang="en-US" sz="1800" dirty="0"/>
              <a:t>&lt;</a:t>
            </a:r>
            <a:r>
              <a:rPr lang="en-US" altLang="en-US" sz="1800" dirty="0"/>
              <a:t>=q+1;</a:t>
            </a:r>
          </a:p>
          <a:p>
            <a:pPr marL="0" indent="0" eaLnBrk="1" hangingPunct="1">
              <a:buNone/>
            </a:pPr>
            <a:r>
              <a:rPr lang="en-US" altLang="en-US" sz="1800" dirty="0">
                <a:solidFill>
                  <a:srgbClr val="0000FF"/>
                </a:solidFill>
              </a:rPr>
              <a:t>	</a:t>
            </a:r>
            <a:r>
              <a:rPr lang="en-US" altLang="en-US" sz="1800" dirty="0" err="1">
                <a:solidFill>
                  <a:srgbClr val="0000FF"/>
                </a:solidFill>
              </a:rPr>
              <a:t>endmodule</a:t>
            </a:r>
            <a:endParaRPr lang="en-US" altLang="en-US" sz="1800" dirty="0">
              <a:solidFill>
                <a:srgbClr val="0000FF"/>
              </a:solidFill>
            </a:endParaRPr>
          </a:p>
          <a:p>
            <a:endParaRPr lang="en-US" sz="1800" dirty="0"/>
          </a:p>
        </p:txBody>
      </p:sp>
      <p:sp>
        <p:nvSpPr>
          <p:cNvPr id="5" name="Text Placeholder 4">
            <a:extLst>
              <a:ext uri="{FF2B5EF4-FFF2-40B4-BE49-F238E27FC236}">
                <a16:creationId xmlns:a16="http://schemas.microsoft.com/office/drawing/2014/main" id="{43A3F6AC-A21E-2616-C3E4-5B2F621AA9E4}"/>
              </a:ext>
            </a:extLst>
          </p:cNvPr>
          <p:cNvSpPr>
            <a:spLocks noGrp="1"/>
          </p:cNvSpPr>
          <p:nvPr>
            <p:ph type="body" sz="quarter" idx="14"/>
          </p:nvPr>
        </p:nvSpPr>
        <p:spPr/>
        <p:txBody>
          <a:bodyPr/>
          <a:lstStyle/>
          <a:p>
            <a:pPr>
              <a:spcAft>
                <a:spcPts val="600"/>
              </a:spcAft>
            </a:pPr>
            <a:r>
              <a:rPr lang="en-US" altLang="en-US" dirty="0" err="1">
                <a:solidFill>
                  <a:srgbClr val="FF0000"/>
                </a:solidFill>
              </a:rPr>
              <a:t>SystemVerilog</a:t>
            </a:r>
            <a:endParaRPr lang="en-US" altLang="en-US" dirty="0">
              <a:solidFill>
                <a:srgbClr val="FF0000"/>
              </a:solidFill>
            </a:endParaRPr>
          </a:p>
          <a:p>
            <a:pPr marL="0" indent="0" eaLnBrk="1" hangingPunct="1">
              <a:buNone/>
            </a:pPr>
            <a:r>
              <a:rPr lang="en-US" altLang="en-US" sz="1800" dirty="0">
                <a:solidFill>
                  <a:srgbClr val="0000FF"/>
                </a:solidFill>
              </a:rPr>
              <a:t>module</a:t>
            </a:r>
            <a:r>
              <a:rPr lang="en-US" altLang="en-US" sz="1800" dirty="0"/>
              <a:t> </a:t>
            </a:r>
            <a:r>
              <a:rPr lang="en-US" altLang="en-US" sz="1800" dirty="0" err="1"/>
              <a:t>count_en</a:t>
            </a:r>
            <a:r>
              <a:rPr lang="en-US" altLang="en-US" sz="1800" dirty="0"/>
              <a:t> #(parameter n=8)</a:t>
            </a:r>
          </a:p>
          <a:p>
            <a:pPr marL="0" indent="0" eaLnBrk="1" hangingPunct="1">
              <a:buNone/>
            </a:pPr>
            <a:r>
              <a:rPr lang="en-US" altLang="en-US" sz="1800" dirty="0">
                <a:solidFill>
                  <a:srgbClr val="0000FF"/>
                </a:solidFill>
              </a:rPr>
              <a:t>(input logic </a:t>
            </a:r>
            <a:r>
              <a:rPr lang="en-US" altLang="en-US" sz="1800" dirty="0" err="1"/>
              <a:t>cnten</a:t>
            </a:r>
            <a:r>
              <a:rPr lang="en-US" altLang="en-US" sz="1800" dirty="0">
                <a:solidFill>
                  <a:srgbClr val="0000FF"/>
                </a:solidFill>
              </a:rPr>
              <a:t>, input logic</a:t>
            </a:r>
            <a:r>
              <a:rPr lang="en-US" altLang="en-US" sz="1800" dirty="0"/>
              <a:t> reset</a:t>
            </a:r>
            <a:r>
              <a:rPr lang="en-US" altLang="en-US" sz="1800" dirty="0">
                <a:solidFill>
                  <a:srgbClr val="0000FF"/>
                </a:solidFill>
              </a:rPr>
              <a:t>,</a:t>
            </a:r>
          </a:p>
          <a:p>
            <a:pPr marL="0" indent="0">
              <a:spcAft>
                <a:spcPts val="600"/>
              </a:spcAft>
              <a:buNone/>
            </a:pPr>
            <a:r>
              <a:rPr lang="en-US" altLang="en-US" sz="1800" dirty="0">
                <a:solidFill>
                  <a:srgbClr val="0000FF"/>
                </a:solidFill>
              </a:rPr>
              <a:t>input logic </a:t>
            </a:r>
            <a:r>
              <a:rPr lang="en-US" altLang="en-US" sz="1800" dirty="0" err="1"/>
              <a:t>clk</a:t>
            </a:r>
            <a:r>
              <a:rPr lang="en-US" altLang="en-US" sz="1800" dirty="0">
                <a:solidFill>
                  <a:srgbClr val="0000FF"/>
                </a:solidFill>
              </a:rPr>
              <a:t>, output logic </a:t>
            </a:r>
            <a:r>
              <a:rPr lang="en-US" altLang="en-US" sz="1800" dirty="0"/>
              <a:t>[n-1:0] q</a:t>
            </a:r>
            <a:r>
              <a:rPr lang="en-US" altLang="en-US" sz="1800" dirty="0">
                <a:solidFill>
                  <a:srgbClr val="0000FF"/>
                </a:solidFill>
              </a:rPr>
              <a:t>);</a:t>
            </a:r>
            <a:endParaRPr lang="en-US" altLang="en-US" sz="1800" dirty="0"/>
          </a:p>
          <a:p>
            <a:pPr marL="0" indent="0" eaLnBrk="1" hangingPunct="1">
              <a:buNone/>
            </a:pPr>
            <a:r>
              <a:rPr lang="en-US" altLang="en-US" sz="1800" dirty="0" err="1">
                <a:solidFill>
                  <a:srgbClr val="0000FF"/>
                </a:solidFill>
              </a:rPr>
              <a:t>always_ff</a:t>
            </a:r>
            <a:r>
              <a:rPr lang="en-US" altLang="en-US" sz="1800" dirty="0"/>
              <a:t>  @(posedge </a:t>
            </a:r>
            <a:r>
              <a:rPr lang="en-US" altLang="en-US" sz="1800" dirty="0" err="1"/>
              <a:t>clk</a:t>
            </a:r>
            <a:r>
              <a:rPr lang="en-US" altLang="en-US" sz="1800" dirty="0"/>
              <a:t>  or </a:t>
            </a:r>
            <a:r>
              <a:rPr lang="en-US" altLang="en-US" sz="1800" dirty="0" err="1"/>
              <a:t>negedge</a:t>
            </a:r>
            <a:r>
              <a:rPr lang="en-US" altLang="en-US" sz="1800" dirty="0"/>
              <a:t>  reset)</a:t>
            </a:r>
          </a:p>
          <a:p>
            <a:pPr marL="0" indent="0" eaLnBrk="1" hangingPunct="1">
              <a:buNone/>
            </a:pPr>
            <a:r>
              <a:rPr lang="en-US" altLang="en-US" sz="1800" dirty="0">
                <a:solidFill>
                  <a:srgbClr val="0000FF"/>
                </a:solidFill>
              </a:rPr>
              <a:t>	if</a:t>
            </a:r>
            <a:r>
              <a:rPr lang="en-US" altLang="en-US" sz="1800" dirty="0"/>
              <a:t> (!reset)</a:t>
            </a:r>
          </a:p>
          <a:p>
            <a:pPr marL="0" indent="0" eaLnBrk="1" hangingPunct="1">
              <a:buNone/>
            </a:pPr>
            <a:r>
              <a:rPr lang="en-US" altLang="en-US" sz="1800" dirty="0"/>
              <a:t>		q</a:t>
            </a:r>
            <a:r>
              <a:rPr lang="ru-RU" altLang="en-US" sz="1800" dirty="0"/>
              <a:t>&lt;</a:t>
            </a:r>
            <a:r>
              <a:rPr lang="en-US" altLang="en-US" sz="1800" dirty="0"/>
              <a:t> = 0;</a:t>
            </a:r>
          </a:p>
          <a:p>
            <a:pPr marL="0" indent="0" eaLnBrk="1" hangingPunct="1">
              <a:buNone/>
            </a:pPr>
            <a:r>
              <a:rPr lang="en-US" altLang="en-US" sz="1800" dirty="0">
                <a:solidFill>
                  <a:srgbClr val="0000FF"/>
                </a:solidFill>
              </a:rPr>
              <a:t>		else</a:t>
            </a:r>
            <a:r>
              <a:rPr lang="en-US" altLang="en-US" sz="1800" dirty="0"/>
              <a:t>  </a:t>
            </a:r>
            <a:r>
              <a:rPr lang="en-US" altLang="en-US" sz="1800" dirty="0">
                <a:solidFill>
                  <a:srgbClr val="0000FF"/>
                </a:solidFill>
              </a:rPr>
              <a:t>if</a:t>
            </a:r>
            <a:r>
              <a:rPr lang="en-US" altLang="en-US" sz="1800" dirty="0"/>
              <a:t>(</a:t>
            </a:r>
            <a:r>
              <a:rPr lang="en-US" altLang="en-US" sz="1800" dirty="0" err="1"/>
              <a:t>cnten</a:t>
            </a:r>
            <a:r>
              <a:rPr lang="en-US" altLang="en-US" sz="1800" dirty="0"/>
              <a:t>)</a:t>
            </a:r>
          </a:p>
          <a:p>
            <a:pPr marL="0" indent="0" eaLnBrk="1" hangingPunct="1">
              <a:buNone/>
            </a:pPr>
            <a:r>
              <a:rPr lang="en-US" altLang="en-US" sz="1800" dirty="0"/>
              <a:t>		q</a:t>
            </a:r>
            <a:r>
              <a:rPr lang="ru-RU" altLang="en-US" sz="1800" dirty="0"/>
              <a:t>&lt;</a:t>
            </a:r>
            <a:r>
              <a:rPr lang="en-US" altLang="en-US" sz="1800" dirty="0"/>
              <a:t>=q+1;</a:t>
            </a:r>
          </a:p>
          <a:p>
            <a:pPr marL="0" indent="0" eaLnBrk="1" hangingPunct="1">
              <a:buNone/>
            </a:pPr>
            <a:r>
              <a:rPr lang="en-US" altLang="en-US" sz="1800" dirty="0">
                <a:solidFill>
                  <a:srgbClr val="0000FF"/>
                </a:solidFill>
              </a:rPr>
              <a:t>	</a:t>
            </a:r>
            <a:r>
              <a:rPr lang="en-US" altLang="en-US" sz="1800" dirty="0" err="1">
                <a:solidFill>
                  <a:srgbClr val="0000FF"/>
                </a:solidFill>
              </a:rPr>
              <a:t>endmodule</a:t>
            </a:r>
            <a:endParaRPr lang="en-US" altLang="en-US" sz="1800" dirty="0">
              <a:solidFill>
                <a:srgbClr val="0000FF"/>
              </a:solidFill>
            </a:endParaRPr>
          </a:p>
          <a:p>
            <a:endParaRPr lang="en-US" sz="1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ext Box 122">
            <a:extLst>
              <a:ext uri="{FF2B5EF4-FFF2-40B4-BE49-F238E27FC236}">
                <a16:creationId xmlns:a16="http://schemas.microsoft.com/office/drawing/2014/main" id="{268DE290-D285-5A27-FA22-3ECB12351D48}"/>
              </a:ext>
            </a:extLst>
          </p:cNvPr>
          <p:cNvSpPr txBox="1">
            <a:spLocks noChangeArrowheads="1"/>
          </p:cNvSpPr>
          <p:nvPr/>
        </p:nvSpPr>
        <p:spPr bwMode="auto">
          <a:xfrm>
            <a:off x="1981200" y="5029201"/>
            <a:ext cx="83820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000"/>
              <a:t>Parallel 3-bit counter operates in loading mode if Load =0. Loading is asynchronous. </a:t>
            </a:r>
          </a:p>
        </p:txBody>
      </p:sp>
      <p:sp>
        <p:nvSpPr>
          <p:cNvPr id="34819" name="Rectangle 5">
            <a:extLst>
              <a:ext uri="{FF2B5EF4-FFF2-40B4-BE49-F238E27FC236}">
                <a16:creationId xmlns:a16="http://schemas.microsoft.com/office/drawing/2014/main" id="{18C1ADCB-B5AF-970A-8BBA-C11FFBFA3F5F}"/>
              </a:ext>
            </a:extLst>
          </p:cNvPr>
          <p:cNvSpPr txBox="1">
            <a:spLocks noChangeArrowheads="1"/>
          </p:cNvSpPr>
          <p:nvPr/>
        </p:nvSpPr>
        <p:spPr bwMode="auto">
          <a:xfrm>
            <a:off x="1981200" y="277814"/>
            <a:ext cx="8229600" cy="788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3600" b="1" dirty="0"/>
          </a:p>
        </p:txBody>
      </p:sp>
      <p:grpSp>
        <p:nvGrpSpPr>
          <p:cNvPr id="34820" name="Group 792">
            <a:extLst>
              <a:ext uri="{FF2B5EF4-FFF2-40B4-BE49-F238E27FC236}">
                <a16:creationId xmlns:a16="http://schemas.microsoft.com/office/drawing/2014/main" id="{A619769A-1F3D-4252-6B66-96ED5DF8538F}"/>
              </a:ext>
            </a:extLst>
          </p:cNvPr>
          <p:cNvGrpSpPr>
            <a:grpSpLocks/>
          </p:cNvGrpSpPr>
          <p:nvPr/>
        </p:nvGrpSpPr>
        <p:grpSpPr bwMode="auto">
          <a:xfrm>
            <a:off x="1781176" y="973138"/>
            <a:ext cx="8658225" cy="3979862"/>
            <a:chOff x="69" y="514"/>
            <a:chExt cx="5454" cy="2507"/>
          </a:xfrm>
        </p:grpSpPr>
        <p:sp>
          <p:nvSpPr>
            <p:cNvPr id="34821" name="Text Box 490">
              <a:extLst>
                <a:ext uri="{FF2B5EF4-FFF2-40B4-BE49-F238E27FC236}">
                  <a16:creationId xmlns:a16="http://schemas.microsoft.com/office/drawing/2014/main" id="{4A58FED8-013E-DF98-3499-EAC94B7171D7}"/>
                </a:ext>
              </a:extLst>
            </p:cNvPr>
            <p:cNvSpPr txBox="1">
              <a:spLocks noChangeArrowheads="1"/>
            </p:cNvSpPr>
            <p:nvPr/>
          </p:nvSpPr>
          <p:spPr bwMode="auto">
            <a:xfrm>
              <a:off x="69" y="669"/>
              <a:ext cx="554"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t>~Load</a:t>
              </a:r>
            </a:p>
          </p:txBody>
        </p:sp>
        <p:sp>
          <p:nvSpPr>
            <p:cNvPr id="34822" name="Line 491">
              <a:extLst>
                <a:ext uri="{FF2B5EF4-FFF2-40B4-BE49-F238E27FC236}">
                  <a16:creationId xmlns:a16="http://schemas.microsoft.com/office/drawing/2014/main" id="{5C0A736B-C4F5-41BF-F931-3F4AC586A96B}"/>
                </a:ext>
              </a:extLst>
            </p:cNvPr>
            <p:cNvSpPr>
              <a:spLocks noChangeShapeType="1"/>
            </p:cNvSpPr>
            <p:nvPr/>
          </p:nvSpPr>
          <p:spPr bwMode="auto">
            <a:xfrm>
              <a:off x="5395" y="1685"/>
              <a:ext cx="12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23" name="Line 492">
              <a:extLst>
                <a:ext uri="{FF2B5EF4-FFF2-40B4-BE49-F238E27FC236}">
                  <a16:creationId xmlns:a16="http://schemas.microsoft.com/office/drawing/2014/main" id="{EAF0CC06-AFED-67BC-B962-0E151B40FB0E}"/>
                </a:ext>
              </a:extLst>
            </p:cNvPr>
            <p:cNvSpPr>
              <a:spLocks noChangeShapeType="1"/>
            </p:cNvSpPr>
            <p:nvPr/>
          </p:nvSpPr>
          <p:spPr bwMode="auto">
            <a:xfrm>
              <a:off x="477" y="865"/>
              <a:ext cx="12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24" name="Line 493">
              <a:extLst>
                <a:ext uri="{FF2B5EF4-FFF2-40B4-BE49-F238E27FC236}">
                  <a16:creationId xmlns:a16="http://schemas.microsoft.com/office/drawing/2014/main" id="{A947BB47-C47D-E15E-C363-984409E5CEB9}"/>
                </a:ext>
              </a:extLst>
            </p:cNvPr>
            <p:cNvSpPr>
              <a:spLocks noChangeShapeType="1"/>
            </p:cNvSpPr>
            <p:nvPr/>
          </p:nvSpPr>
          <p:spPr bwMode="auto">
            <a:xfrm>
              <a:off x="594" y="3011"/>
              <a:ext cx="339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25" name="Text Box 494">
              <a:extLst>
                <a:ext uri="{FF2B5EF4-FFF2-40B4-BE49-F238E27FC236}">
                  <a16:creationId xmlns:a16="http://schemas.microsoft.com/office/drawing/2014/main" id="{843DF975-44E4-AAE5-4CA6-736BFB1F3968}"/>
                </a:ext>
              </a:extLst>
            </p:cNvPr>
            <p:cNvSpPr txBox="1">
              <a:spLocks noChangeArrowheads="1"/>
            </p:cNvSpPr>
            <p:nvPr/>
          </p:nvSpPr>
          <p:spPr bwMode="auto">
            <a:xfrm>
              <a:off x="942" y="514"/>
              <a:ext cx="304"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a:t>D0</a:t>
              </a:r>
            </a:p>
          </p:txBody>
        </p:sp>
        <p:sp>
          <p:nvSpPr>
            <p:cNvPr id="34826" name="Text Box 495">
              <a:extLst>
                <a:ext uri="{FF2B5EF4-FFF2-40B4-BE49-F238E27FC236}">
                  <a16:creationId xmlns:a16="http://schemas.microsoft.com/office/drawing/2014/main" id="{1D19CA76-BF9C-E4F7-4591-4FA8D300131C}"/>
                </a:ext>
              </a:extLst>
            </p:cNvPr>
            <p:cNvSpPr txBox="1">
              <a:spLocks noChangeArrowheads="1"/>
            </p:cNvSpPr>
            <p:nvPr/>
          </p:nvSpPr>
          <p:spPr bwMode="auto">
            <a:xfrm>
              <a:off x="2450" y="514"/>
              <a:ext cx="305"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a:t>D1</a:t>
              </a:r>
            </a:p>
          </p:txBody>
        </p:sp>
        <p:sp>
          <p:nvSpPr>
            <p:cNvPr id="34827" name="Text Box 496">
              <a:extLst>
                <a:ext uri="{FF2B5EF4-FFF2-40B4-BE49-F238E27FC236}">
                  <a16:creationId xmlns:a16="http://schemas.microsoft.com/office/drawing/2014/main" id="{72F06D4C-6851-F607-4BA5-727BF2D73373}"/>
                </a:ext>
              </a:extLst>
            </p:cNvPr>
            <p:cNvSpPr txBox="1">
              <a:spLocks noChangeArrowheads="1"/>
            </p:cNvSpPr>
            <p:nvPr/>
          </p:nvSpPr>
          <p:spPr bwMode="auto">
            <a:xfrm>
              <a:off x="4227" y="514"/>
              <a:ext cx="305"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a:t>D2</a:t>
              </a:r>
            </a:p>
          </p:txBody>
        </p:sp>
        <p:sp>
          <p:nvSpPr>
            <p:cNvPr id="23566" name="Rectangle 497">
              <a:extLst>
                <a:ext uri="{FF2B5EF4-FFF2-40B4-BE49-F238E27FC236}">
                  <a16:creationId xmlns:a16="http://schemas.microsoft.com/office/drawing/2014/main" id="{ED62E86B-9555-4886-A081-1C331FBC3FD4}"/>
                </a:ext>
              </a:extLst>
            </p:cNvPr>
            <p:cNvSpPr>
              <a:spLocks noChangeArrowheads="1"/>
            </p:cNvSpPr>
            <p:nvPr/>
          </p:nvSpPr>
          <p:spPr bwMode="auto">
            <a:xfrm>
              <a:off x="1595" y="1539"/>
              <a:ext cx="522" cy="920"/>
            </a:xfrm>
            <a:prstGeom prst="rect">
              <a:avLst/>
            </a:prstGeom>
            <a:solidFill>
              <a:schemeClr val="accent1">
                <a:lumMod val="60000"/>
                <a:lumOff val="40000"/>
              </a:schemeClr>
            </a:solidFill>
            <a:ln w="25400">
              <a:solidFill>
                <a:schemeClr val="tx1"/>
              </a:solidFill>
              <a:miter lim="800000"/>
              <a:headEnd/>
              <a:tailEnd/>
            </a:ln>
          </p:spPr>
          <p:txBody>
            <a:bodyPr wrap="none" anchor="ctr"/>
            <a:lstStyle/>
            <a:p>
              <a:pPr eaLnBrk="1" hangingPunct="1">
                <a:defRPr/>
              </a:pPr>
              <a:endParaRPr lang="ru-RU"/>
            </a:p>
          </p:txBody>
        </p:sp>
        <p:sp>
          <p:nvSpPr>
            <p:cNvPr id="23567" name="Oval 498">
              <a:extLst>
                <a:ext uri="{FF2B5EF4-FFF2-40B4-BE49-F238E27FC236}">
                  <a16:creationId xmlns:a16="http://schemas.microsoft.com/office/drawing/2014/main" id="{AD076E57-486B-4591-9D90-2D1ABD66E513}"/>
                </a:ext>
              </a:extLst>
            </p:cNvPr>
            <p:cNvSpPr>
              <a:spLocks noChangeArrowheads="1"/>
            </p:cNvSpPr>
            <p:nvPr/>
          </p:nvSpPr>
          <p:spPr bwMode="auto">
            <a:xfrm>
              <a:off x="1812" y="1466"/>
              <a:ext cx="70" cy="70"/>
            </a:xfrm>
            <a:prstGeom prst="ellipse">
              <a:avLst/>
            </a:prstGeom>
            <a:solidFill>
              <a:schemeClr val="accent1">
                <a:lumMod val="60000"/>
                <a:lumOff val="40000"/>
              </a:schemeClr>
            </a:solidFill>
            <a:ln w="25400">
              <a:solidFill>
                <a:schemeClr val="tx1"/>
              </a:solidFill>
              <a:round/>
              <a:headEnd/>
              <a:tailEnd/>
            </a:ln>
          </p:spPr>
          <p:txBody>
            <a:bodyPr wrap="none" anchor="ctr"/>
            <a:lstStyle/>
            <a:p>
              <a:pPr eaLnBrk="1" hangingPunct="1">
                <a:defRPr/>
              </a:pPr>
              <a:endParaRPr lang="ru-RU"/>
            </a:p>
          </p:txBody>
        </p:sp>
        <p:sp>
          <p:nvSpPr>
            <p:cNvPr id="23568" name="Oval 499">
              <a:extLst>
                <a:ext uri="{FF2B5EF4-FFF2-40B4-BE49-F238E27FC236}">
                  <a16:creationId xmlns:a16="http://schemas.microsoft.com/office/drawing/2014/main" id="{4FA77686-DEF4-41FA-8428-FD987F309152}"/>
                </a:ext>
              </a:extLst>
            </p:cNvPr>
            <p:cNvSpPr>
              <a:spLocks noChangeArrowheads="1"/>
            </p:cNvSpPr>
            <p:nvPr/>
          </p:nvSpPr>
          <p:spPr bwMode="auto">
            <a:xfrm>
              <a:off x="1812" y="2459"/>
              <a:ext cx="70" cy="70"/>
            </a:xfrm>
            <a:prstGeom prst="ellipse">
              <a:avLst/>
            </a:prstGeom>
            <a:solidFill>
              <a:schemeClr val="accent1">
                <a:lumMod val="60000"/>
                <a:lumOff val="40000"/>
              </a:schemeClr>
            </a:solidFill>
            <a:ln w="25400">
              <a:solidFill>
                <a:schemeClr val="tx1"/>
              </a:solidFill>
              <a:round/>
              <a:headEnd/>
              <a:tailEnd/>
            </a:ln>
          </p:spPr>
          <p:txBody>
            <a:bodyPr wrap="none" anchor="ctr"/>
            <a:lstStyle/>
            <a:p>
              <a:pPr eaLnBrk="1" hangingPunct="1">
                <a:defRPr/>
              </a:pPr>
              <a:endParaRPr lang="ru-RU"/>
            </a:p>
          </p:txBody>
        </p:sp>
        <p:sp>
          <p:nvSpPr>
            <p:cNvPr id="34831" name="Line 500">
              <a:extLst>
                <a:ext uri="{FF2B5EF4-FFF2-40B4-BE49-F238E27FC236}">
                  <a16:creationId xmlns:a16="http://schemas.microsoft.com/office/drawing/2014/main" id="{322A5333-097D-FBFF-F3CC-29A941A32158}"/>
                </a:ext>
              </a:extLst>
            </p:cNvPr>
            <p:cNvSpPr>
              <a:spLocks noChangeShapeType="1"/>
            </p:cNvSpPr>
            <p:nvPr/>
          </p:nvSpPr>
          <p:spPr bwMode="auto">
            <a:xfrm>
              <a:off x="1848" y="1289"/>
              <a:ext cx="0" cy="17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32" name="Line 501">
              <a:extLst>
                <a:ext uri="{FF2B5EF4-FFF2-40B4-BE49-F238E27FC236}">
                  <a16:creationId xmlns:a16="http://schemas.microsoft.com/office/drawing/2014/main" id="{8742EB32-5EFF-87B1-60E7-0428092FA92F}"/>
                </a:ext>
              </a:extLst>
            </p:cNvPr>
            <p:cNvSpPr>
              <a:spLocks noChangeShapeType="1"/>
            </p:cNvSpPr>
            <p:nvPr/>
          </p:nvSpPr>
          <p:spPr bwMode="auto">
            <a:xfrm>
              <a:off x="1848" y="2532"/>
              <a:ext cx="0" cy="15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33" name="Line 502">
              <a:extLst>
                <a:ext uri="{FF2B5EF4-FFF2-40B4-BE49-F238E27FC236}">
                  <a16:creationId xmlns:a16="http://schemas.microsoft.com/office/drawing/2014/main" id="{9F81F865-F9AE-D106-4B2E-5089C5600296}"/>
                </a:ext>
              </a:extLst>
            </p:cNvPr>
            <p:cNvSpPr>
              <a:spLocks noChangeShapeType="1"/>
            </p:cNvSpPr>
            <p:nvPr/>
          </p:nvSpPr>
          <p:spPr bwMode="auto">
            <a:xfrm>
              <a:off x="1699" y="1289"/>
              <a:ext cx="14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34" name="Line 503">
              <a:extLst>
                <a:ext uri="{FF2B5EF4-FFF2-40B4-BE49-F238E27FC236}">
                  <a16:creationId xmlns:a16="http://schemas.microsoft.com/office/drawing/2014/main" id="{26002A0F-CB71-89C6-3AB5-FAD38E025AC5}"/>
                </a:ext>
              </a:extLst>
            </p:cNvPr>
            <p:cNvSpPr>
              <a:spLocks noChangeShapeType="1"/>
            </p:cNvSpPr>
            <p:nvPr/>
          </p:nvSpPr>
          <p:spPr bwMode="auto">
            <a:xfrm>
              <a:off x="1761" y="2693"/>
              <a:ext cx="8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573" name="Oval 504">
              <a:extLst>
                <a:ext uri="{FF2B5EF4-FFF2-40B4-BE49-F238E27FC236}">
                  <a16:creationId xmlns:a16="http://schemas.microsoft.com/office/drawing/2014/main" id="{C245938C-C3A9-477A-BEAC-02F88C742FF9}"/>
                </a:ext>
              </a:extLst>
            </p:cNvPr>
            <p:cNvSpPr>
              <a:spLocks noChangeArrowheads="1"/>
            </p:cNvSpPr>
            <p:nvPr/>
          </p:nvSpPr>
          <p:spPr bwMode="auto">
            <a:xfrm>
              <a:off x="1627" y="1253"/>
              <a:ext cx="70" cy="71"/>
            </a:xfrm>
            <a:prstGeom prst="ellipse">
              <a:avLst/>
            </a:prstGeom>
            <a:solidFill>
              <a:schemeClr val="accent1">
                <a:lumMod val="60000"/>
                <a:lumOff val="40000"/>
              </a:schemeClr>
            </a:solidFill>
            <a:ln w="25400">
              <a:solidFill>
                <a:schemeClr val="tx1"/>
              </a:solidFill>
              <a:round/>
              <a:headEnd/>
              <a:tailEnd/>
            </a:ln>
          </p:spPr>
          <p:txBody>
            <a:bodyPr wrap="none" anchor="ctr"/>
            <a:lstStyle/>
            <a:p>
              <a:pPr eaLnBrk="1" hangingPunct="1">
                <a:defRPr/>
              </a:pPr>
              <a:endParaRPr lang="ru-RU"/>
            </a:p>
          </p:txBody>
        </p:sp>
        <p:sp>
          <p:nvSpPr>
            <p:cNvPr id="34836" name="Line 505">
              <a:extLst>
                <a:ext uri="{FF2B5EF4-FFF2-40B4-BE49-F238E27FC236}">
                  <a16:creationId xmlns:a16="http://schemas.microsoft.com/office/drawing/2014/main" id="{26342098-2FD2-C265-A214-720CA4DA3589}"/>
                </a:ext>
              </a:extLst>
            </p:cNvPr>
            <p:cNvSpPr>
              <a:spLocks noChangeShapeType="1"/>
            </p:cNvSpPr>
            <p:nvPr/>
          </p:nvSpPr>
          <p:spPr bwMode="auto">
            <a:xfrm>
              <a:off x="1036" y="1189"/>
              <a:ext cx="334" cy="0"/>
            </a:xfrm>
            <a:prstGeom prst="line">
              <a:avLst/>
            </a:prstGeom>
            <a:noFill/>
            <a:ln w="2540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23575" name="Oval 506">
              <a:extLst>
                <a:ext uri="{FF2B5EF4-FFF2-40B4-BE49-F238E27FC236}">
                  <a16:creationId xmlns:a16="http://schemas.microsoft.com/office/drawing/2014/main" id="{C4EC5AAF-B740-4E5C-BC5F-357BBFEBA715}"/>
                </a:ext>
              </a:extLst>
            </p:cNvPr>
            <p:cNvSpPr>
              <a:spLocks noChangeArrowheads="1"/>
            </p:cNvSpPr>
            <p:nvPr/>
          </p:nvSpPr>
          <p:spPr bwMode="auto">
            <a:xfrm>
              <a:off x="1692" y="2656"/>
              <a:ext cx="69" cy="71"/>
            </a:xfrm>
            <a:prstGeom prst="ellipse">
              <a:avLst/>
            </a:prstGeom>
            <a:solidFill>
              <a:schemeClr val="accent1">
                <a:lumMod val="60000"/>
                <a:lumOff val="40000"/>
              </a:schemeClr>
            </a:solidFill>
            <a:ln w="25400">
              <a:solidFill>
                <a:schemeClr val="tx1"/>
              </a:solidFill>
              <a:round/>
              <a:headEnd/>
              <a:tailEnd/>
            </a:ln>
          </p:spPr>
          <p:txBody>
            <a:bodyPr wrap="none" anchor="ctr"/>
            <a:lstStyle/>
            <a:p>
              <a:pPr eaLnBrk="1" hangingPunct="1">
                <a:defRPr/>
              </a:pPr>
              <a:endParaRPr lang="ru-RU"/>
            </a:p>
          </p:txBody>
        </p:sp>
        <p:sp>
          <p:nvSpPr>
            <p:cNvPr id="34838" name="Line 507">
              <a:extLst>
                <a:ext uri="{FF2B5EF4-FFF2-40B4-BE49-F238E27FC236}">
                  <a16:creationId xmlns:a16="http://schemas.microsoft.com/office/drawing/2014/main" id="{75D67908-E8C8-63E0-315B-F4AC91FB23A3}"/>
                </a:ext>
              </a:extLst>
            </p:cNvPr>
            <p:cNvSpPr>
              <a:spLocks noChangeShapeType="1"/>
            </p:cNvSpPr>
            <p:nvPr/>
          </p:nvSpPr>
          <p:spPr bwMode="auto">
            <a:xfrm>
              <a:off x="1036" y="707"/>
              <a:ext cx="0" cy="191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577" name="Oval 508">
              <a:extLst>
                <a:ext uri="{FF2B5EF4-FFF2-40B4-BE49-F238E27FC236}">
                  <a16:creationId xmlns:a16="http://schemas.microsoft.com/office/drawing/2014/main" id="{7290BC4E-8C73-4466-BE3F-948E7ADD3E1D}"/>
                </a:ext>
              </a:extLst>
            </p:cNvPr>
            <p:cNvSpPr>
              <a:spLocks noChangeArrowheads="1"/>
            </p:cNvSpPr>
            <p:nvPr/>
          </p:nvSpPr>
          <p:spPr bwMode="auto">
            <a:xfrm>
              <a:off x="1303" y="2591"/>
              <a:ext cx="69" cy="70"/>
            </a:xfrm>
            <a:prstGeom prst="ellipse">
              <a:avLst/>
            </a:prstGeom>
            <a:solidFill>
              <a:schemeClr val="accent1">
                <a:lumMod val="60000"/>
                <a:lumOff val="40000"/>
              </a:schemeClr>
            </a:solidFill>
            <a:ln w="25400">
              <a:solidFill>
                <a:schemeClr val="tx1"/>
              </a:solidFill>
              <a:round/>
              <a:headEnd/>
              <a:tailEnd/>
            </a:ln>
          </p:spPr>
          <p:txBody>
            <a:bodyPr wrap="none" anchor="ctr"/>
            <a:lstStyle/>
            <a:p>
              <a:pPr eaLnBrk="1" hangingPunct="1">
                <a:defRPr/>
              </a:pPr>
              <a:endParaRPr lang="ru-RU"/>
            </a:p>
          </p:txBody>
        </p:sp>
        <p:sp>
          <p:nvSpPr>
            <p:cNvPr id="34840" name="Line 509">
              <a:extLst>
                <a:ext uri="{FF2B5EF4-FFF2-40B4-BE49-F238E27FC236}">
                  <a16:creationId xmlns:a16="http://schemas.microsoft.com/office/drawing/2014/main" id="{4CBC640E-9AB3-4426-1C35-42E8C1200F11}"/>
                </a:ext>
              </a:extLst>
            </p:cNvPr>
            <p:cNvSpPr>
              <a:spLocks noChangeShapeType="1"/>
            </p:cNvSpPr>
            <p:nvPr/>
          </p:nvSpPr>
          <p:spPr bwMode="auto">
            <a:xfrm>
              <a:off x="1036" y="2620"/>
              <a:ext cx="7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41" name="Line 510">
              <a:extLst>
                <a:ext uri="{FF2B5EF4-FFF2-40B4-BE49-F238E27FC236}">
                  <a16:creationId xmlns:a16="http://schemas.microsoft.com/office/drawing/2014/main" id="{46D03DC3-1C75-DE01-1CF8-96D14B2263AA}"/>
                </a:ext>
              </a:extLst>
            </p:cNvPr>
            <p:cNvSpPr>
              <a:spLocks noChangeShapeType="1"/>
            </p:cNvSpPr>
            <p:nvPr/>
          </p:nvSpPr>
          <p:spPr bwMode="auto">
            <a:xfrm>
              <a:off x="1384" y="2627"/>
              <a:ext cx="6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42" name="Line 511">
              <a:extLst>
                <a:ext uri="{FF2B5EF4-FFF2-40B4-BE49-F238E27FC236}">
                  <a16:creationId xmlns:a16="http://schemas.microsoft.com/office/drawing/2014/main" id="{38A66F03-1763-5D10-28D7-9E9ACACC7178}"/>
                </a:ext>
              </a:extLst>
            </p:cNvPr>
            <p:cNvSpPr>
              <a:spLocks noChangeShapeType="1"/>
            </p:cNvSpPr>
            <p:nvPr/>
          </p:nvSpPr>
          <p:spPr bwMode="auto">
            <a:xfrm>
              <a:off x="920" y="2796"/>
              <a:ext cx="52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43" name="Line 512">
              <a:extLst>
                <a:ext uri="{FF2B5EF4-FFF2-40B4-BE49-F238E27FC236}">
                  <a16:creationId xmlns:a16="http://schemas.microsoft.com/office/drawing/2014/main" id="{35FF81AA-C018-250A-9156-D052D0828FB0}"/>
                </a:ext>
              </a:extLst>
            </p:cNvPr>
            <p:cNvSpPr>
              <a:spLocks noChangeShapeType="1"/>
            </p:cNvSpPr>
            <p:nvPr/>
          </p:nvSpPr>
          <p:spPr bwMode="auto">
            <a:xfrm flipH="1">
              <a:off x="920" y="853"/>
              <a:ext cx="0" cy="195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44" name="Line 513">
              <a:extLst>
                <a:ext uri="{FF2B5EF4-FFF2-40B4-BE49-F238E27FC236}">
                  <a16:creationId xmlns:a16="http://schemas.microsoft.com/office/drawing/2014/main" id="{E0ADE75F-503F-27AA-9E82-B54372DF95D1}"/>
                </a:ext>
              </a:extLst>
            </p:cNvPr>
            <p:cNvSpPr>
              <a:spLocks noChangeShapeType="1"/>
            </p:cNvSpPr>
            <p:nvPr/>
          </p:nvSpPr>
          <p:spPr bwMode="auto">
            <a:xfrm>
              <a:off x="921" y="1364"/>
              <a:ext cx="461" cy="0"/>
            </a:xfrm>
            <a:prstGeom prst="line">
              <a:avLst/>
            </a:prstGeom>
            <a:noFill/>
            <a:ln w="2540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34845" name="Text Box 514">
              <a:extLst>
                <a:ext uri="{FF2B5EF4-FFF2-40B4-BE49-F238E27FC236}">
                  <a16:creationId xmlns:a16="http://schemas.microsoft.com/office/drawing/2014/main" id="{DEC50942-959A-6BC1-381C-768599441D07}"/>
                </a:ext>
              </a:extLst>
            </p:cNvPr>
            <p:cNvSpPr txBox="1">
              <a:spLocks noChangeArrowheads="1"/>
            </p:cNvSpPr>
            <p:nvPr/>
          </p:nvSpPr>
          <p:spPr bwMode="auto">
            <a:xfrm>
              <a:off x="1654" y="1670"/>
              <a:ext cx="262"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a:t>J</a:t>
              </a:r>
            </a:p>
          </p:txBody>
        </p:sp>
        <p:sp>
          <p:nvSpPr>
            <p:cNvPr id="34846" name="Text Box 515">
              <a:extLst>
                <a:ext uri="{FF2B5EF4-FFF2-40B4-BE49-F238E27FC236}">
                  <a16:creationId xmlns:a16="http://schemas.microsoft.com/office/drawing/2014/main" id="{91DCDBD9-0486-604E-2FEA-064A164B34D4}"/>
                </a:ext>
              </a:extLst>
            </p:cNvPr>
            <p:cNvSpPr txBox="1">
              <a:spLocks noChangeArrowheads="1"/>
            </p:cNvSpPr>
            <p:nvPr/>
          </p:nvSpPr>
          <p:spPr bwMode="auto">
            <a:xfrm>
              <a:off x="1634" y="2109"/>
              <a:ext cx="262"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a:t>K</a:t>
              </a:r>
            </a:p>
          </p:txBody>
        </p:sp>
        <p:sp>
          <p:nvSpPr>
            <p:cNvPr id="34847" name="Line 516">
              <a:extLst>
                <a:ext uri="{FF2B5EF4-FFF2-40B4-BE49-F238E27FC236}">
                  <a16:creationId xmlns:a16="http://schemas.microsoft.com/office/drawing/2014/main" id="{EA0EB742-1517-D0B5-9E5D-32D2AAE7ED9A}"/>
                </a:ext>
              </a:extLst>
            </p:cNvPr>
            <p:cNvSpPr>
              <a:spLocks noChangeShapeType="1"/>
            </p:cNvSpPr>
            <p:nvPr/>
          </p:nvSpPr>
          <p:spPr bwMode="auto">
            <a:xfrm>
              <a:off x="1225" y="1758"/>
              <a:ext cx="36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48" name="Line 517">
              <a:extLst>
                <a:ext uri="{FF2B5EF4-FFF2-40B4-BE49-F238E27FC236}">
                  <a16:creationId xmlns:a16="http://schemas.microsoft.com/office/drawing/2014/main" id="{2B1DD0B7-CC89-B934-35B6-0B8364369F4F}"/>
                </a:ext>
              </a:extLst>
            </p:cNvPr>
            <p:cNvSpPr>
              <a:spLocks noChangeShapeType="1"/>
            </p:cNvSpPr>
            <p:nvPr/>
          </p:nvSpPr>
          <p:spPr bwMode="auto">
            <a:xfrm>
              <a:off x="1352" y="2233"/>
              <a:ext cx="24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49" name="Text Box 518">
              <a:extLst>
                <a:ext uri="{FF2B5EF4-FFF2-40B4-BE49-F238E27FC236}">
                  <a16:creationId xmlns:a16="http://schemas.microsoft.com/office/drawing/2014/main" id="{DE66774A-1F98-C574-BB01-137B305D2DF4}"/>
                </a:ext>
              </a:extLst>
            </p:cNvPr>
            <p:cNvSpPr txBox="1">
              <a:spLocks noChangeArrowheads="1"/>
            </p:cNvSpPr>
            <p:nvPr/>
          </p:nvSpPr>
          <p:spPr bwMode="auto">
            <a:xfrm>
              <a:off x="1634" y="1897"/>
              <a:ext cx="261"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a:t>C</a:t>
              </a:r>
            </a:p>
          </p:txBody>
        </p:sp>
        <p:sp>
          <p:nvSpPr>
            <p:cNvPr id="34850" name="Line 519">
              <a:extLst>
                <a:ext uri="{FF2B5EF4-FFF2-40B4-BE49-F238E27FC236}">
                  <a16:creationId xmlns:a16="http://schemas.microsoft.com/office/drawing/2014/main" id="{47B477EA-14F9-BBC6-DAC7-879D959D8D1A}"/>
                </a:ext>
              </a:extLst>
            </p:cNvPr>
            <p:cNvSpPr>
              <a:spLocks noChangeShapeType="1"/>
            </p:cNvSpPr>
            <p:nvPr/>
          </p:nvSpPr>
          <p:spPr bwMode="auto">
            <a:xfrm>
              <a:off x="794" y="2006"/>
              <a:ext cx="73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589" name="Rectangle 520">
              <a:extLst>
                <a:ext uri="{FF2B5EF4-FFF2-40B4-BE49-F238E27FC236}">
                  <a16:creationId xmlns:a16="http://schemas.microsoft.com/office/drawing/2014/main" id="{A7C65422-2447-4C2F-91D0-B28F5EA6FFD4}"/>
                </a:ext>
              </a:extLst>
            </p:cNvPr>
            <p:cNvSpPr>
              <a:spLocks noChangeArrowheads="1"/>
            </p:cNvSpPr>
            <p:nvPr/>
          </p:nvSpPr>
          <p:spPr bwMode="auto">
            <a:xfrm>
              <a:off x="3067" y="1532"/>
              <a:ext cx="522" cy="920"/>
            </a:xfrm>
            <a:prstGeom prst="rect">
              <a:avLst/>
            </a:prstGeom>
            <a:solidFill>
              <a:schemeClr val="accent1">
                <a:lumMod val="60000"/>
                <a:lumOff val="40000"/>
              </a:schemeClr>
            </a:solidFill>
            <a:ln w="25400">
              <a:solidFill>
                <a:schemeClr val="tx1"/>
              </a:solidFill>
              <a:miter lim="800000"/>
              <a:headEnd/>
              <a:tailEnd/>
            </a:ln>
          </p:spPr>
          <p:txBody>
            <a:bodyPr wrap="none" anchor="ctr"/>
            <a:lstStyle/>
            <a:p>
              <a:pPr eaLnBrk="1" hangingPunct="1">
                <a:defRPr/>
              </a:pPr>
              <a:endParaRPr lang="ru-RU"/>
            </a:p>
          </p:txBody>
        </p:sp>
        <p:sp>
          <p:nvSpPr>
            <p:cNvPr id="34852" name="Oval 521">
              <a:extLst>
                <a:ext uri="{FF2B5EF4-FFF2-40B4-BE49-F238E27FC236}">
                  <a16:creationId xmlns:a16="http://schemas.microsoft.com/office/drawing/2014/main" id="{98E23DA5-45A9-C410-CAF8-325AB62D5F88}"/>
                </a:ext>
              </a:extLst>
            </p:cNvPr>
            <p:cNvSpPr>
              <a:spLocks noChangeArrowheads="1"/>
            </p:cNvSpPr>
            <p:nvPr/>
          </p:nvSpPr>
          <p:spPr bwMode="auto">
            <a:xfrm>
              <a:off x="3285" y="1459"/>
              <a:ext cx="69" cy="70"/>
            </a:xfrm>
            <a:prstGeom prst="ellipse">
              <a:avLst/>
            </a:prstGeom>
            <a:solidFill>
              <a:schemeClr val="bg1"/>
            </a:solidFill>
            <a:ln w="25400">
              <a:solidFill>
                <a:schemeClr val="tx1"/>
              </a:solidFill>
              <a:round/>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23591" name="Oval 522">
              <a:extLst>
                <a:ext uri="{FF2B5EF4-FFF2-40B4-BE49-F238E27FC236}">
                  <a16:creationId xmlns:a16="http://schemas.microsoft.com/office/drawing/2014/main" id="{E8E6D9AB-CFBE-444F-9C82-F4C72B69D8BB}"/>
                </a:ext>
              </a:extLst>
            </p:cNvPr>
            <p:cNvSpPr>
              <a:spLocks noChangeArrowheads="1"/>
            </p:cNvSpPr>
            <p:nvPr/>
          </p:nvSpPr>
          <p:spPr bwMode="auto">
            <a:xfrm>
              <a:off x="3285" y="2452"/>
              <a:ext cx="69" cy="70"/>
            </a:xfrm>
            <a:prstGeom prst="ellipse">
              <a:avLst/>
            </a:prstGeom>
            <a:solidFill>
              <a:schemeClr val="accent1">
                <a:lumMod val="60000"/>
                <a:lumOff val="40000"/>
              </a:schemeClr>
            </a:solidFill>
            <a:ln w="25400">
              <a:solidFill>
                <a:schemeClr val="tx1"/>
              </a:solidFill>
              <a:round/>
              <a:headEnd/>
              <a:tailEnd/>
            </a:ln>
          </p:spPr>
          <p:txBody>
            <a:bodyPr wrap="none" anchor="ctr"/>
            <a:lstStyle/>
            <a:p>
              <a:pPr eaLnBrk="1" hangingPunct="1">
                <a:defRPr/>
              </a:pPr>
              <a:endParaRPr lang="ru-RU"/>
            </a:p>
          </p:txBody>
        </p:sp>
        <p:sp>
          <p:nvSpPr>
            <p:cNvPr id="34854" name="Line 523">
              <a:extLst>
                <a:ext uri="{FF2B5EF4-FFF2-40B4-BE49-F238E27FC236}">
                  <a16:creationId xmlns:a16="http://schemas.microsoft.com/office/drawing/2014/main" id="{964B9884-FC6F-E52E-106F-240F4D0F3D7E}"/>
                </a:ext>
              </a:extLst>
            </p:cNvPr>
            <p:cNvSpPr>
              <a:spLocks noChangeShapeType="1"/>
            </p:cNvSpPr>
            <p:nvPr/>
          </p:nvSpPr>
          <p:spPr bwMode="auto">
            <a:xfrm>
              <a:off x="3321" y="1298"/>
              <a:ext cx="0" cy="15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55" name="Line 524">
              <a:extLst>
                <a:ext uri="{FF2B5EF4-FFF2-40B4-BE49-F238E27FC236}">
                  <a16:creationId xmlns:a16="http://schemas.microsoft.com/office/drawing/2014/main" id="{2C172868-B89D-A18B-A634-B458D306381C}"/>
                </a:ext>
              </a:extLst>
            </p:cNvPr>
            <p:cNvSpPr>
              <a:spLocks noChangeShapeType="1"/>
            </p:cNvSpPr>
            <p:nvPr/>
          </p:nvSpPr>
          <p:spPr bwMode="auto">
            <a:xfrm>
              <a:off x="3321" y="2525"/>
              <a:ext cx="0" cy="17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56" name="Line 525">
              <a:extLst>
                <a:ext uri="{FF2B5EF4-FFF2-40B4-BE49-F238E27FC236}">
                  <a16:creationId xmlns:a16="http://schemas.microsoft.com/office/drawing/2014/main" id="{31C42954-ECD8-C449-24C8-C4CE3D6D9002}"/>
                </a:ext>
              </a:extLst>
            </p:cNvPr>
            <p:cNvSpPr>
              <a:spLocks noChangeShapeType="1"/>
            </p:cNvSpPr>
            <p:nvPr/>
          </p:nvSpPr>
          <p:spPr bwMode="auto">
            <a:xfrm>
              <a:off x="3136" y="1291"/>
              <a:ext cx="191"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57" name="Line 526">
              <a:extLst>
                <a:ext uri="{FF2B5EF4-FFF2-40B4-BE49-F238E27FC236}">
                  <a16:creationId xmlns:a16="http://schemas.microsoft.com/office/drawing/2014/main" id="{1992673F-C7F6-2CF1-BBDD-1F7CB76F8FD8}"/>
                </a:ext>
              </a:extLst>
            </p:cNvPr>
            <p:cNvSpPr>
              <a:spLocks noChangeShapeType="1"/>
            </p:cNvSpPr>
            <p:nvPr/>
          </p:nvSpPr>
          <p:spPr bwMode="auto">
            <a:xfrm>
              <a:off x="3213" y="2702"/>
              <a:ext cx="10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58" name="Oval 527">
              <a:extLst>
                <a:ext uri="{FF2B5EF4-FFF2-40B4-BE49-F238E27FC236}">
                  <a16:creationId xmlns:a16="http://schemas.microsoft.com/office/drawing/2014/main" id="{D55F1A00-C040-7048-16E0-4BFC30ACF1F0}"/>
                </a:ext>
              </a:extLst>
            </p:cNvPr>
            <p:cNvSpPr>
              <a:spLocks noChangeArrowheads="1"/>
            </p:cNvSpPr>
            <p:nvPr/>
          </p:nvSpPr>
          <p:spPr bwMode="auto">
            <a:xfrm>
              <a:off x="3055" y="1254"/>
              <a:ext cx="70" cy="71"/>
            </a:xfrm>
            <a:prstGeom prst="ellipse">
              <a:avLst/>
            </a:prstGeom>
            <a:solidFill>
              <a:schemeClr val="bg1"/>
            </a:solidFill>
            <a:ln w="25400">
              <a:solidFill>
                <a:schemeClr val="tx1"/>
              </a:solidFill>
              <a:round/>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34859" name="Line 528">
              <a:extLst>
                <a:ext uri="{FF2B5EF4-FFF2-40B4-BE49-F238E27FC236}">
                  <a16:creationId xmlns:a16="http://schemas.microsoft.com/office/drawing/2014/main" id="{96E00901-C232-7225-5471-C5A96D5FAEE2}"/>
                </a:ext>
              </a:extLst>
            </p:cNvPr>
            <p:cNvSpPr>
              <a:spLocks noChangeShapeType="1"/>
            </p:cNvSpPr>
            <p:nvPr/>
          </p:nvSpPr>
          <p:spPr bwMode="auto">
            <a:xfrm>
              <a:off x="2457" y="1189"/>
              <a:ext cx="345" cy="0"/>
            </a:xfrm>
            <a:prstGeom prst="line">
              <a:avLst/>
            </a:prstGeom>
            <a:noFill/>
            <a:ln w="2540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23598" name="Oval 529">
              <a:extLst>
                <a:ext uri="{FF2B5EF4-FFF2-40B4-BE49-F238E27FC236}">
                  <a16:creationId xmlns:a16="http://schemas.microsoft.com/office/drawing/2014/main" id="{CAB52706-9983-4BC1-9BFF-50741D50F79C}"/>
                </a:ext>
              </a:extLst>
            </p:cNvPr>
            <p:cNvSpPr>
              <a:spLocks noChangeArrowheads="1"/>
            </p:cNvSpPr>
            <p:nvPr/>
          </p:nvSpPr>
          <p:spPr bwMode="auto">
            <a:xfrm>
              <a:off x="3141" y="2665"/>
              <a:ext cx="70" cy="71"/>
            </a:xfrm>
            <a:prstGeom prst="ellipse">
              <a:avLst/>
            </a:prstGeom>
            <a:solidFill>
              <a:schemeClr val="accent1">
                <a:lumMod val="60000"/>
                <a:lumOff val="40000"/>
              </a:schemeClr>
            </a:solidFill>
            <a:ln w="25400">
              <a:solidFill>
                <a:schemeClr val="tx1"/>
              </a:solidFill>
              <a:round/>
              <a:headEnd/>
              <a:tailEnd/>
            </a:ln>
          </p:spPr>
          <p:txBody>
            <a:bodyPr wrap="none" anchor="ctr"/>
            <a:lstStyle/>
            <a:p>
              <a:pPr eaLnBrk="1" hangingPunct="1">
                <a:defRPr/>
              </a:pPr>
              <a:endParaRPr lang="ru-RU"/>
            </a:p>
          </p:txBody>
        </p:sp>
        <p:sp>
          <p:nvSpPr>
            <p:cNvPr id="34861" name="Line 530">
              <a:extLst>
                <a:ext uri="{FF2B5EF4-FFF2-40B4-BE49-F238E27FC236}">
                  <a16:creationId xmlns:a16="http://schemas.microsoft.com/office/drawing/2014/main" id="{4DC0DB2F-C510-3416-90F9-BE15CA31D263}"/>
                </a:ext>
              </a:extLst>
            </p:cNvPr>
            <p:cNvSpPr>
              <a:spLocks noChangeShapeType="1"/>
            </p:cNvSpPr>
            <p:nvPr/>
          </p:nvSpPr>
          <p:spPr bwMode="auto">
            <a:xfrm>
              <a:off x="2452" y="692"/>
              <a:ext cx="0" cy="191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600" name="Oval 531">
              <a:extLst>
                <a:ext uri="{FF2B5EF4-FFF2-40B4-BE49-F238E27FC236}">
                  <a16:creationId xmlns:a16="http://schemas.microsoft.com/office/drawing/2014/main" id="{CD2844EC-94FC-45DD-9A2F-A04A5F72BFB2}"/>
                </a:ext>
              </a:extLst>
            </p:cNvPr>
            <p:cNvSpPr>
              <a:spLocks noChangeArrowheads="1"/>
            </p:cNvSpPr>
            <p:nvPr/>
          </p:nvSpPr>
          <p:spPr bwMode="auto">
            <a:xfrm>
              <a:off x="2748" y="2583"/>
              <a:ext cx="70" cy="71"/>
            </a:xfrm>
            <a:prstGeom prst="ellipse">
              <a:avLst/>
            </a:prstGeom>
            <a:solidFill>
              <a:schemeClr val="accent1">
                <a:lumMod val="60000"/>
                <a:lumOff val="40000"/>
              </a:schemeClr>
            </a:solidFill>
            <a:ln w="25400">
              <a:solidFill>
                <a:schemeClr val="tx1"/>
              </a:solidFill>
              <a:round/>
              <a:headEnd/>
              <a:tailEnd/>
            </a:ln>
          </p:spPr>
          <p:txBody>
            <a:bodyPr wrap="none" anchor="ctr"/>
            <a:lstStyle/>
            <a:p>
              <a:pPr eaLnBrk="1" hangingPunct="1">
                <a:defRPr/>
              </a:pPr>
              <a:endParaRPr lang="ru-RU"/>
            </a:p>
          </p:txBody>
        </p:sp>
        <p:sp>
          <p:nvSpPr>
            <p:cNvPr id="34863" name="Line 532">
              <a:extLst>
                <a:ext uri="{FF2B5EF4-FFF2-40B4-BE49-F238E27FC236}">
                  <a16:creationId xmlns:a16="http://schemas.microsoft.com/office/drawing/2014/main" id="{7D75DA2A-2CB5-77A6-E4CD-5FCE8E0ECB1F}"/>
                </a:ext>
              </a:extLst>
            </p:cNvPr>
            <p:cNvSpPr>
              <a:spLocks noChangeShapeType="1"/>
            </p:cNvSpPr>
            <p:nvPr/>
          </p:nvSpPr>
          <p:spPr bwMode="auto">
            <a:xfrm>
              <a:off x="2450" y="2612"/>
              <a:ext cx="87"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64" name="Line 533">
              <a:extLst>
                <a:ext uri="{FF2B5EF4-FFF2-40B4-BE49-F238E27FC236}">
                  <a16:creationId xmlns:a16="http://schemas.microsoft.com/office/drawing/2014/main" id="{11D642BE-8989-2919-3B2C-9B0426100FBD}"/>
                </a:ext>
              </a:extLst>
            </p:cNvPr>
            <p:cNvSpPr>
              <a:spLocks noChangeShapeType="1"/>
            </p:cNvSpPr>
            <p:nvPr/>
          </p:nvSpPr>
          <p:spPr bwMode="auto">
            <a:xfrm>
              <a:off x="2813" y="2620"/>
              <a:ext cx="87"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65" name="Line 534">
              <a:extLst>
                <a:ext uri="{FF2B5EF4-FFF2-40B4-BE49-F238E27FC236}">
                  <a16:creationId xmlns:a16="http://schemas.microsoft.com/office/drawing/2014/main" id="{4BDBF7E7-BA20-BD6E-B953-8A5B93822B12}"/>
                </a:ext>
              </a:extLst>
            </p:cNvPr>
            <p:cNvSpPr>
              <a:spLocks noChangeShapeType="1"/>
            </p:cNvSpPr>
            <p:nvPr/>
          </p:nvSpPr>
          <p:spPr bwMode="auto">
            <a:xfrm>
              <a:off x="2349" y="2810"/>
              <a:ext cx="547"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66" name="Line 535">
              <a:extLst>
                <a:ext uri="{FF2B5EF4-FFF2-40B4-BE49-F238E27FC236}">
                  <a16:creationId xmlns:a16="http://schemas.microsoft.com/office/drawing/2014/main" id="{703D7ED5-46C2-7E0A-E781-054133BA2BBF}"/>
                </a:ext>
              </a:extLst>
            </p:cNvPr>
            <p:cNvSpPr>
              <a:spLocks noChangeShapeType="1"/>
            </p:cNvSpPr>
            <p:nvPr/>
          </p:nvSpPr>
          <p:spPr bwMode="auto">
            <a:xfrm flipH="1">
              <a:off x="2349" y="875"/>
              <a:ext cx="0" cy="1935"/>
            </a:xfrm>
            <a:prstGeom prst="line">
              <a:avLst/>
            </a:prstGeom>
            <a:noFill/>
            <a:ln w="2540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34867" name="Line 536">
              <a:extLst>
                <a:ext uri="{FF2B5EF4-FFF2-40B4-BE49-F238E27FC236}">
                  <a16:creationId xmlns:a16="http://schemas.microsoft.com/office/drawing/2014/main" id="{ED4C733F-8CE2-4B27-B255-AD382DE7EA55}"/>
                </a:ext>
              </a:extLst>
            </p:cNvPr>
            <p:cNvSpPr>
              <a:spLocks noChangeShapeType="1"/>
            </p:cNvSpPr>
            <p:nvPr/>
          </p:nvSpPr>
          <p:spPr bwMode="auto">
            <a:xfrm>
              <a:off x="2350" y="1365"/>
              <a:ext cx="444" cy="0"/>
            </a:xfrm>
            <a:prstGeom prst="line">
              <a:avLst/>
            </a:prstGeom>
            <a:noFill/>
            <a:ln w="2540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34868" name="Text Box 537">
              <a:extLst>
                <a:ext uri="{FF2B5EF4-FFF2-40B4-BE49-F238E27FC236}">
                  <a16:creationId xmlns:a16="http://schemas.microsoft.com/office/drawing/2014/main" id="{9BC20914-0F22-0E35-3D85-6038A77B4D8D}"/>
                </a:ext>
              </a:extLst>
            </p:cNvPr>
            <p:cNvSpPr txBox="1">
              <a:spLocks noChangeArrowheads="1"/>
            </p:cNvSpPr>
            <p:nvPr/>
          </p:nvSpPr>
          <p:spPr bwMode="auto">
            <a:xfrm>
              <a:off x="3127" y="1663"/>
              <a:ext cx="261"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a:t>J</a:t>
              </a:r>
            </a:p>
          </p:txBody>
        </p:sp>
        <p:sp>
          <p:nvSpPr>
            <p:cNvPr id="34869" name="Text Box 538">
              <a:extLst>
                <a:ext uri="{FF2B5EF4-FFF2-40B4-BE49-F238E27FC236}">
                  <a16:creationId xmlns:a16="http://schemas.microsoft.com/office/drawing/2014/main" id="{D2F52D3C-0339-83B1-6862-9A3B2672A2B0}"/>
                </a:ext>
              </a:extLst>
            </p:cNvPr>
            <p:cNvSpPr txBox="1">
              <a:spLocks noChangeArrowheads="1"/>
            </p:cNvSpPr>
            <p:nvPr/>
          </p:nvSpPr>
          <p:spPr bwMode="auto">
            <a:xfrm>
              <a:off x="3107" y="2101"/>
              <a:ext cx="261"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a:t>K</a:t>
              </a:r>
            </a:p>
          </p:txBody>
        </p:sp>
        <p:sp>
          <p:nvSpPr>
            <p:cNvPr id="34870" name="Line 539">
              <a:extLst>
                <a:ext uri="{FF2B5EF4-FFF2-40B4-BE49-F238E27FC236}">
                  <a16:creationId xmlns:a16="http://schemas.microsoft.com/office/drawing/2014/main" id="{FF603302-9D7F-3960-2B7E-1BFB0D3F7D3F}"/>
                </a:ext>
              </a:extLst>
            </p:cNvPr>
            <p:cNvSpPr>
              <a:spLocks noChangeShapeType="1"/>
            </p:cNvSpPr>
            <p:nvPr/>
          </p:nvSpPr>
          <p:spPr bwMode="auto">
            <a:xfrm flipV="1">
              <a:off x="2117" y="1765"/>
              <a:ext cx="95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71" name="Line 540">
              <a:extLst>
                <a:ext uri="{FF2B5EF4-FFF2-40B4-BE49-F238E27FC236}">
                  <a16:creationId xmlns:a16="http://schemas.microsoft.com/office/drawing/2014/main" id="{2DC3FD40-F6E6-6BC5-7973-CFAACA1C1FDD}"/>
                </a:ext>
              </a:extLst>
            </p:cNvPr>
            <p:cNvSpPr>
              <a:spLocks noChangeShapeType="1"/>
            </p:cNvSpPr>
            <p:nvPr/>
          </p:nvSpPr>
          <p:spPr bwMode="auto">
            <a:xfrm>
              <a:off x="2878" y="2240"/>
              <a:ext cx="181"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72" name="Text Box 541">
              <a:extLst>
                <a:ext uri="{FF2B5EF4-FFF2-40B4-BE49-F238E27FC236}">
                  <a16:creationId xmlns:a16="http://schemas.microsoft.com/office/drawing/2014/main" id="{5B6D4C14-1F6D-268A-F87E-B61E9EEFFDA1}"/>
                </a:ext>
              </a:extLst>
            </p:cNvPr>
            <p:cNvSpPr txBox="1">
              <a:spLocks noChangeArrowheads="1"/>
            </p:cNvSpPr>
            <p:nvPr/>
          </p:nvSpPr>
          <p:spPr bwMode="auto">
            <a:xfrm>
              <a:off x="3098" y="1890"/>
              <a:ext cx="261"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a:t>C</a:t>
              </a:r>
            </a:p>
          </p:txBody>
        </p:sp>
        <p:sp>
          <p:nvSpPr>
            <p:cNvPr id="34873" name="Line 542">
              <a:extLst>
                <a:ext uri="{FF2B5EF4-FFF2-40B4-BE49-F238E27FC236}">
                  <a16:creationId xmlns:a16="http://schemas.microsoft.com/office/drawing/2014/main" id="{D42D879E-727A-7F9F-C738-854E4B6F2D71}"/>
                </a:ext>
              </a:extLst>
            </p:cNvPr>
            <p:cNvSpPr>
              <a:spLocks noChangeShapeType="1"/>
            </p:cNvSpPr>
            <p:nvPr/>
          </p:nvSpPr>
          <p:spPr bwMode="auto">
            <a:xfrm flipV="1">
              <a:off x="2880" y="1766"/>
              <a:ext cx="0" cy="482"/>
            </a:xfrm>
            <a:prstGeom prst="line">
              <a:avLst/>
            </a:prstGeom>
            <a:noFill/>
            <a:ln w="25400">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34874" name="Line 545">
              <a:extLst>
                <a:ext uri="{FF2B5EF4-FFF2-40B4-BE49-F238E27FC236}">
                  <a16:creationId xmlns:a16="http://schemas.microsoft.com/office/drawing/2014/main" id="{103009CB-AC33-874D-224E-B8630BA4C9EB}"/>
                </a:ext>
              </a:extLst>
            </p:cNvPr>
            <p:cNvSpPr>
              <a:spLocks noChangeShapeType="1"/>
            </p:cNvSpPr>
            <p:nvPr/>
          </p:nvSpPr>
          <p:spPr bwMode="auto">
            <a:xfrm>
              <a:off x="3582" y="1758"/>
              <a:ext cx="17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75" name="Line 546">
              <a:extLst>
                <a:ext uri="{FF2B5EF4-FFF2-40B4-BE49-F238E27FC236}">
                  <a16:creationId xmlns:a16="http://schemas.microsoft.com/office/drawing/2014/main" id="{54C3A950-62DA-12A0-B93A-236E232C504C}"/>
                </a:ext>
              </a:extLst>
            </p:cNvPr>
            <p:cNvSpPr>
              <a:spLocks noChangeShapeType="1"/>
            </p:cNvSpPr>
            <p:nvPr/>
          </p:nvSpPr>
          <p:spPr bwMode="auto">
            <a:xfrm>
              <a:off x="3676" y="1583"/>
              <a:ext cx="7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76" name="Line 547">
              <a:extLst>
                <a:ext uri="{FF2B5EF4-FFF2-40B4-BE49-F238E27FC236}">
                  <a16:creationId xmlns:a16="http://schemas.microsoft.com/office/drawing/2014/main" id="{CA9B44B2-6BC8-A4E9-3CF7-243427723FAD}"/>
                </a:ext>
              </a:extLst>
            </p:cNvPr>
            <p:cNvSpPr>
              <a:spLocks noChangeShapeType="1"/>
            </p:cNvSpPr>
            <p:nvPr/>
          </p:nvSpPr>
          <p:spPr bwMode="auto">
            <a:xfrm flipV="1">
              <a:off x="3676" y="1013"/>
              <a:ext cx="0" cy="57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77" name="Line 548">
              <a:extLst>
                <a:ext uri="{FF2B5EF4-FFF2-40B4-BE49-F238E27FC236}">
                  <a16:creationId xmlns:a16="http://schemas.microsoft.com/office/drawing/2014/main" id="{8F4E6AE6-08D6-8FE4-B9F8-83F05FCCBD4B}"/>
                </a:ext>
              </a:extLst>
            </p:cNvPr>
            <p:cNvSpPr>
              <a:spLocks noChangeShapeType="1"/>
            </p:cNvSpPr>
            <p:nvPr/>
          </p:nvSpPr>
          <p:spPr bwMode="auto">
            <a:xfrm flipH="1">
              <a:off x="2247" y="1013"/>
              <a:ext cx="142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78" name="Line 549">
              <a:extLst>
                <a:ext uri="{FF2B5EF4-FFF2-40B4-BE49-F238E27FC236}">
                  <a16:creationId xmlns:a16="http://schemas.microsoft.com/office/drawing/2014/main" id="{90D9C9A2-6DA5-61EA-6744-C9F28B04BF50}"/>
                </a:ext>
              </a:extLst>
            </p:cNvPr>
            <p:cNvSpPr>
              <a:spLocks noChangeShapeType="1"/>
            </p:cNvSpPr>
            <p:nvPr/>
          </p:nvSpPr>
          <p:spPr bwMode="auto">
            <a:xfrm>
              <a:off x="2255" y="1013"/>
              <a:ext cx="0" cy="745"/>
            </a:xfrm>
            <a:prstGeom prst="line">
              <a:avLst/>
            </a:prstGeom>
            <a:noFill/>
            <a:ln w="25400">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23619" name="Rectangle 550">
              <a:extLst>
                <a:ext uri="{FF2B5EF4-FFF2-40B4-BE49-F238E27FC236}">
                  <a16:creationId xmlns:a16="http://schemas.microsoft.com/office/drawing/2014/main" id="{E042CAC2-F203-4930-A342-127AC38037A0}"/>
                </a:ext>
              </a:extLst>
            </p:cNvPr>
            <p:cNvSpPr>
              <a:spLocks noChangeArrowheads="1"/>
            </p:cNvSpPr>
            <p:nvPr/>
          </p:nvSpPr>
          <p:spPr bwMode="auto">
            <a:xfrm>
              <a:off x="4866" y="1488"/>
              <a:ext cx="522" cy="920"/>
            </a:xfrm>
            <a:prstGeom prst="rect">
              <a:avLst/>
            </a:prstGeom>
            <a:solidFill>
              <a:schemeClr val="accent1">
                <a:lumMod val="60000"/>
                <a:lumOff val="40000"/>
              </a:schemeClr>
            </a:solidFill>
            <a:ln w="25400">
              <a:solidFill>
                <a:schemeClr val="tx1"/>
              </a:solidFill>
              <a:miter lim="800000"/>
              <a:headEnd/>
              <a:tailEnd/>
            </a:ln>
          </p:spPr>
          <p:txBody>
            <a:bodyPr wrap="none" anchor="ctr"/>
            <a:lstStyle/>
            <a:p>
              <a:pPr eaLnBrk="1" hangingPunct="1">
                <a:defRPr/>
              </a:pPr>
              <a:endParaRPr lang="ru-RU"/>
            </a:p>
          </p:txBody>
        </p:sp>
        <p:sp>
          <p:nvSpPr>
            <p:cNvPr id="23620" name="Oval 551">
              <a:extLst>
                <a:ext uri="{FF2B5EF4-FFF2-40B4-BE49-F238E27FC236}">
                  <a16:creationId xmlns:a16="http://schemas.microsoft.com/office/drawing/2014/main" id="{7902E4D6-C568-4492-8103-6856A36600F6}"/>
                </a:ext>
              </a:extLst>
            </p:cNvPr>
            <p:cNvSpPr>
              <a:spLocks noChangeArrowheads="1"/>
            </p:cNvSpPr>
            <p:nvPr/>
          </p:nvSpPr>
          <p:spPr bwMode="auto">
            <a:xfrm>
              <a:off x="5083" y="1406"/>
              <a:ext cx="70" cy="70"/>
            </a:xfrm>
            <a:prstGeom prst="ellipse">
              <a:avLst/>
            </a:prstGeom>
            <a:solidFill>
              <a:schemeClr val="accent1">
                <a:lumMod val="60000"/>
                <a:lumOff val="40000"/>
              </a:schemeClr>
            </a:solidFill>
            <a:ln w="25400">
              <a:solidFill>
                <a:schemeClr val="tx1"/>
              </a:solidFill>
              <a:round/>
              <a:headEnd/>
              <a:tailEnd/>
            </a:ln>
          </p:spPr>
          <p:txBody>
            <a:bodyPr wrap="none" anchor="ctr"/>
            <a:lstStyle/>
            <a:p>
              <a:pPr eaLnBrk="1" hangingPunct="1">
                <a:defRPr/>
              </a:pPr>
              <a:endParaRPr lang="ru-RU"/>
            </a:p>
          </p:txBody>
        </p:sp>
        <p:sp>
          <p:nvSpPr>
            <p:cNvPr id="34881" name="Oval 552">
              <a:extLst>
                <a:ext uri="{FF2B5EF4-FFF2-40B4-BE49-F238E27FC236}">
                  <a16:creationId xmlns:a16="http://schemas.microsoft.com/office/drawing/2014/main" id="{8ED39E91-F691-FCDC-D98C-CC8DDA062531}"/>
                </a:ext>
              </a:extLst>
            </p:cNvPr>
            <p:cNvSpPr>
              <a:spLocks noChangeArrowheads="1"/>
            </p:cNvSpPr>
            <p:nvPr/>
          </p:nvSpPr>
          <p:spPr bwMode="auto">
            <a:xfrm>
              <a:off x="5083" y="2408"/>
              <a:ext cx="70" cy="70"/>
            </a:xfrm>
            <a:prstGeom prst="ellipse">
              <a:avLst/>
            </a:prstGeom>
            <a:solidFill>
              <a:schemeClr val="accent1"/>
            </a:solidFill>
            <a:ln w="25400">
              <a:solidFill>
                <a:schemeClr val="tx1"/>
              </a:solidFill>
              <a:round/>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34882" name="Line 553">
              <a:extLst>
                <a:ext uri="{FF2B5EF4-FFF2-40B4-BE49-F238E27FC236}">
                  <a16:creationId xmlns:a16="http://schemas.microsoft.com/office/drawing/2014/main" id="{491631AC-2588-72DE-7AF8-4495721BB9A6}"/>
                </a:ext>
              </a:extLst>
            </p:cNvPr>
            <p:cNvSpPr>
              <a:spLocks noChangeShapeType="1"/>
            </p:cNvSpPr>
            <p:nvPr/>
          </p:nvSpPr>
          <p:spPr bwMode="auto">
            <a:xfrm>
              <a:off x="5120" y="1254"/>
              <a:ext cx="0" cy="15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83" name="Line 554">
              <a:extLst>
                <a:ext uri="{FF2B5EF4-FFF2-40B4-BE49-F238E27FC236}">
                  <a16:creationId xmlns:a16="http://schemas.microsoft.com/office/drawing/2014/main" id="{74522ACB-062B-B8C0-7FAD-2FA692327A0C}"/>
                </a:ext>
              </a:extLst>
            </p:cNvPr>
            <p:cNvSpPr>
              <a:spLocks noChangeShapeType="1"/>
            </p:cNvSpPr>
            <p:nvPr/>
          </p:nvSpPr>
          <p:spPr bwMode="auto">
            <a:xfrm>
              <a:off x="5120" y="2481"/>
              <a:ext cx="0" cy="18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84" name="Line 555">
              <a:extLst>
                <a:ext uri="{FF2B5EF4-FFF2-40B4-BE49-F238E27FC236}">
                  <a16:creationId xmlns:a16="http://schemas.microsoft.com/office/drawing/2014/main" id="{911B1289-BC56-B532-F348-711FE58D0217}"/>
                </a:ext>
              </a:extLst>
            </p:cNvPr>
            <p:cNvSpPr>
              <a:spLocks noChangeShapeType="1"/>
            </p:cNvSpPr>
            <p:nvPr/>
          </p:nvSpPr>
          <p:spPr bwMode="auto">
            <a:xfrm>
              <a:off x="4951" y="1247"/>
              <a:ext cx="17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85" name="Line 556">
              <a:extLst>
                <a:ext uri="{FF2B5EF4-FFF2-40B4-BE49-F238E27FC236}">
                  <a16:creationId xmlns:a16="http://schemas.microsoft.com/office/drawing/2014/main" id="{9108095F-D8FD-63ED-9ABB-85772A71240B}"/>
                </a:ext>
              </a:extLst>
            </p:cNvPr>
            <p:cNvSpPr>
              <a:spLocks noChangeShapeType="1"/>
            </p:cNvSpPr>
            <p:nvPr/>
          </p:nvSpPr>
          <p:spPr bwMode="auto">
            <a:xfrm>
              <a:off x="4980" y="2666"/>
              <a:ext cx="14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626" name="Oval 557">
              <a:extLst>
                <a:ext uri="{FF2B5EF4-FFF2-40B4-BE49-F238E27FC236}">
                  <a16:creationId xmlns:a16="http://schemas.microsoft.com/office/drawing/2014/main" id="{198602F5-29B3-4318-9171-5B2E9A50DB0D}"/>
                </a:ext>
              </a:extLst>
            </p:cNvPr>
            <p:cNvSpPr>
              <a:spLocks noChangeArrowheads="1"/>
            </p:cNvSpPr>
            <p:nvPr/>
          </p:nvSpPr>
          <p:spPr bwMode="auto">
            <a:xfrm>
              <a:off x="4862" y="1210"/>
              <a:ext cx="70" cy="71"/>
            </a:xfrm>
            <a:prstGeom prst="ellipse">
              <a:avLst/>
            </a:prstGeom>
            <a:solidFill>
              <a:schemeClr val="accent1">
                <a:lumMod val="60000"/>
                <a:lumOff val="40000"/>
              </a:schemeClr>
            </a:solidFill>
            <a:ln w="25400">
              <a:solidFill>
                <a:schemeClr val="tx1"/>
              </a:solidFill>
              <a:round/>
              <a:headEnd/>
              <a:tailEnd/>
            </a:ln>
          </p:spPr>
          <p:txBody>
            <a:bodyPr wrap="none" anchor="ctr"/>
            <a:lstStyle/>
            <a:p>
              <a:pPr eaLnBrk="1" hangingPunct="1">
                <a:defRPr/>
              </a:pPr>
              <a:endParaRPr lang="ru-RU"/>
            </a:p>
          </p:txBody>
        </p:sp>
        <p:sp>
          <p:nvSpPr>
            <p:cNvPr id="34887" name="Line 558">
              <a:extLst>
                <a:ext uri="{FF2B5EF4-FFF2-40B4-BE49-F238E27FC236}">
                  <a16:creationId xmlns:a16="http://schemas.microsoft.com/office/drawing/2014/main" id="{E872C9A1-AE47-F98B-6910-CCF9B1EDE61B}"/>
                </a:ext>
              </a:extLst>
            </p:cNvPr>
            <p:cNvSpPr>
              <a:spLocks noChangeShapeType="1"/>
            </p:cNvSpPr>
            <p:nvPr/>
          </p:nvSpPr>
          <p:spPr bwMode="auto">
            <a:xfrm>
              <a:off x="4249" y="1145"/>
              <a:ext cx="366" cy="0"/>
            </a:xfrm>
            <a:prstGeom prst="line">
              <a:avLst/>
            </a:prstGeom>
            <a:noFill/>
            <a:ln w="2540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23628" name="Oval 559">
              <a:extLst>
                <a:ext uri="{FF2B5EF4-FFF2-40B4-BE49-F238E27FC236}">
                  <a16:creationId xmlns:a16="http://schemas.microsoft.com/office/drawing/2014/main" id="{5801930A-8DE1-482F-BDAD-6BA7A5F1C52E}"/>
                </a:ext>
              </a:extLst>
            </p:cNvPr>
            <p:cNvSpPr>
              <a:spLocks noChangeArrowheads="1"/>
            </p:cNvSpPr>
            <p:nvPr/>
          </p:nvSpPr>
          <p:spPr bwMode="auto">
            <a:xfrm>
              <a:off x="4934" y="2630"/>
              <a:ext cx="70" cy="70"/>
            </a:xfrm>
            <a:prstGeom prst="ellipse">
              <a:avLst/>
            </a:prstGeom>
            <a:solidFill>
              <a:schemeClr val="accent1">
                <a:lumMod val="60000"/>
                <a:lumOff val="40000"/>
              </a:schemeClr>
            </a:solidFill>
            <a:ln w="25400">
              <a:solidFill>
                <a:schemeClr val="tx1"/>
              </a:solidFill>
              <a:round/>
              <a:headEnd/>
              <a:tailEnd/>
            </a:ln>
          </p:spPr>
          <p:txBody>
            <a:bodyPr wrap="none" anchor="ctr"/>
            <a:lstStyle/>
            <a:p>
              <a:pPr eaLnBrk="1" hangingPunct="1">
                <a:defRPr/>
              </a:pPr>
              <a:endParaRPr lang="ru-RU"/>
            </a:p>
          </p:txBody>
        </p:sp>
        <p:sp>
          <p:nvSpPr>
            <p:cNvPr id="34889" name="Line 560">
              <a:extLst>
                <a:ext uri="{FF2B5EF4-FFF2-40B4-BE49-F238E27FC236}">
                  <a16:creationId xmlns:a16="http://schemas.microsoft.com/office/drawing/2014/main" id="{5AA66ACB-7271-4A9C-CA53-F717B34D96C6}"/>
                </a:ext>
              </a:extLst>
            </p:cNvPr>
            <p:cNvSpPr>
              <a:spLocks noChangeShapeType="1"/>
            </p:cNvSpPr>
            <p:nvPr/>
          </p:nvSpPr>
          <p:spPr bwMode="auto">
            <a:xfrm>
              <a:off x="4242" y="655"/>
              <a:ext cx="0" cy="191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90" name="Line 561">
              <a:extLst>
                <a:ext uri="{FF2B5EF4-FFF2-40B4-BE49-F238E27FC236}">
                  <a16:creationId xmlns:a16="http://schemas.microsoft.com/office/drawing/2014/main" id="{D17F9DA1-90C3-1BBE-2A1E-098418D8674F}"/>
                </a:ext>
              </a:extLst>
            </p:cNvPr>
            <p:cNvSpPr>
              <a:spLocks noChangeShapeType="1"/>
            </p:cNvSpPr>
            <p:nvPr/>
          </p:nvSpPr>
          <p:spPr bwMode="auto">
            <a:xfrm>
              <a:off x="4242" y="2569"/>
              <a:ext cx="87"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91" name="Line 562">
              <a:extLst>
                <a:ext uri="{FF2B5EF4-FFF2-40B4-BE49-F238E27FC236}">
                  <a16:creationId xmlns:a16="http://schemas.microsoft.com/office/drawing/2014/main" id="{F753FCE4-02FF-6D64-B3A2-5856FE18D27C}"/>
                </a:ext>
              </a:extLst>
            </p:cNvPr>
            <p:cNvSpPr>
              <a:spLocks noChangeShapeType="1"/>
            </p:cNvSpPr>
            <p:nvPr/>
          </p:nvSpPr>
          <p:spPr bwMode="auto">
            <a:xfrm>
              <a:off x="4597" y="2576"/>
              <a:ext cx="87"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92" name="Line 563">
              <a:extLst>
                <a:ext uri="{FF2B5EF4-FFF2-40B4-BE49-F238E27FC236}">
                  <a16:creationId xmlns:a16="http://schemas.microsoft.com/office/drawing/2014/main" id="{EF57D618-6D75-38B9-EDC4-4A6ED6AF7B05}"/>
                </a:ext>
              </a:extLst>
            </p:cNvPr>
            <p:cNvSpPr>
              <a:spLocks noChangeShapeType="1"/>
            </p:cNvSpPr>
            <p:nvPr/>
          </p:nvSpPr>
          <p:spPr bwMode="auto">
            <a:xfrm>
              <a:off x="4133" y="2773"/>
              <a:ext cx="57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93" name="Line 564">
              <a:extLst>
                <a:ext uri="{FF2B5EF4-FFF2-40B4-BE49-F238E27FC236}">
                  <a16:creationId xmlns:a16="http://schemas.microsoft.com/office/drawing/2014/main" id="{BA5D2A78-AC1E-3B12-CFFD-52392CCDE0A9}"/>
                </a:ext>
              </a:extLst>
            </p:cNvPr>
            <p:cNvSpPr>
              <a:spLocks noChangeShapeType="1"/>
            </p:cNvSpPr>
            <p:nvPr/>
          </p:nvSpPr>
          <p:spPr bwMode="auto">
            <a:xfrm flipH="1">
              <a:off x="4126" y="867"/>
              <a:ext cx="0" cy="191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94" name="Line 565">
              <a:extLst>
                <a:ext uri="{FF2B5EF4-FFF2-40B4-BE49-F238E27FC236}">
                  <a16:creationId xmlns:a16="http://schemas.microsoft.com/office/drawing/2014/main" id="{4DC257EF-5A7A-E84C-85C9-AFFA9DEA1DC2}"/>
                </a:ext>
              </a:extLst>
            </p:cNvPr>
            <p:cNvSpPr>
              <a:spLocks noChangeShapeType="1"/>
            </p:cNvSpPr>
            <p:nvPr/>
          </p:nvSpPr>
          <p:spPr bwMode="auto">
            <a:xfrm>
              <a:off x="4126" y="1313"/>
              <a:ext cx="485" cy="0"/>
            </a:xfrm>
            <a:prstGeom prst="line">
              <a:avLst/>
            </a:prstGeom>
            <a:noFill/>
            <a:ln w="2540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34895" name="Text Box 566">
              <a:extLst>
                <a:ext uri="{FF2B5EF4-FFF2-40B4-BE49-F238E27FC236}">
                  <a16:creationId xmlns:a16="http://schemas.microsoft.com/office/drawing/2014/main" id="{CF6FE185-4A92-DE29-CF1C-9F9916D1DCC0}"/>
                </a:ext>
              </a:extLst>
            </p:cNvPr>
            <p:cNvSpPr txBox="1">
              <a:spLocks noChangeArrowheads="1"/>
            </p:cNvSpPr>
            <p:nvPr/>
          </p:nvSpPr>
          <p:spPr bwMode="auto">
            <a:xfrm>
              <a:off x="4933" y="1619"/>
              <a:ext cx="262"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a:t>J</a:t>
              </a:r>
            </a:p>
          </p:txBody>
        </p:sp>
        <p:sp>
          <p:nvSpPr>
            <p:cNvPr id="34896" name="Text Box 567">
              <a:extLst>
                <a:ext uri="{FF2B5EF4-FFF2-40B4-BE49-F238E27FC236}">
                  <a16:creationId xmlns:a16="http://schemas.microsoft.com/office/drawing/2014/main" id="{F40C9460-D043-AF6D-E2B3-CC4A6BC7342B}"/>
                </a:ext>
              </a:extLst>
            </p:cNvPr>
            <p:cNvSpPr txBox="1">
              <a:spLocks noChangeArrowheads="1"/>
            </p:cNvSpPr>
            <p:nvPr/>
          </p:nvSpPr>
          <p:spPr bwMode="auto">
            <a:xfrm>
              <a:off x="4911" y="2058"/>
              <a:ext cx="26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a:t>K</a:t>
              </a:r>
            </a:p>
          </p:txBody>
        </p:sp>
        <p:sp>
          <p:nvSpPr>
            <p:cNvPr id="34897" name="Line 568">
              <a:extLst>
                <a:ext uri="{FF2B5EF4-FFF2-40B4-BE49-F238E27FC236}">
                  <a16:creationId xmlns:a16="http://schemas.microsoft.com/office/drawing/2014/main" id="{3B457560-71F9-1CEF-ECB3-1045FBEA3CAB}"/>
                </a:ext>
              </a:extLst>
            </p:cNvPr>
            <p:cNvSpPr>
              <a:spLocks noChangeShapeType="1"/>
            </p:cNvSpPr>
            <p:nvPr/>
          </p:nvSpPr>
          <p:spPr bwMode="auto">
            <a:xfrm>
              <a:off x="4663" y="2196"/>
              <a:ext cx="201"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98" name="Text Box 569">
              <a:extLst>
                <a:ext uri="{FF2B5EF4-FFF2-40B4-BE49-F238E27FC236}">
                  <a16:creationId xmlns:a16="http://schemas.microsoft.com/office/drawing/2014/main" id="{53D37070-AE2C-C169-3AC9-BBC6E89F380F}"/>
                </a:ext>
              </a:extLst>
            </p:cNvPr>
            <p:cNvSpPr txBox="1">
              <a:spLocks noChangeArrowheads="1"/>
            </p:cNvSpPr>
            <p:nvPr/>
          </p:nvSpPr>
          <p:spPr bwMode="auto">
            <a:xfrm>
              <a:off x="4913" y="1846"/>
              <a:ext cx="261"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a:t>C</a:t>
              </a:r>
            </a:p>
          </p:txBody>
        </p:sp>
        <p:sp>
          <p:nvSpPr>
            <p:cNvPr id="34899" name="Line 570">
              <a:extLst>
                <a:ext uri="{FF2B5EF4-FFF2-40B4-BE49-F238E27FC236}">
                  <a16:creationId xmlns:a16="http://schemas.microsoft.com/office/drawing/2014/main" id="{062ED566-4028-0B08-E445-246FCF6AAAFF}"/>
                </a:ext>
              </a:extLst>
            </p:cNvPr>
            <p:cNvSpPr>
              <a:spLocks noChangeShapeType="1"/>
            </p:cNvSpPr>
            <p:nvPr/>
          </p:nvSpPr>
          <p:spPr bwMode="auto">
            <a:xfrm flipV="1">
              <a:off x="4655" y="1670"/>
              <a:ext cx="0" cy="524"/>
            </a:xfrm>
            <a:prstGeom prst="line">
              <a:avLst/>
            </a:prstGeom>
            <a:noFill/>
            <a:ln w="25400">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34900" name="Line 572">
              <a:extLst>
                <a:ext uri="{FF2B5EF4-FFF2-40B4-BE49-F238E27FC236}">
                  <a16:creationId xmlns:a16="http://schemas.microsoft.com/office/drawing/2014/main" id="{7B21157C-35D8-F48D-167F-F8A80C893515}"/>
                </a:ext>
              </a:extLst>
            </p:cNvPr>
            <p:cNvSpPr>
              <a:spLocks noChangeShapeType="1"/>
            </p:cNvSpPr>
            <p:nvPr/>
          </p:nvSpPr>
          <p:spPr bwMode="auto">
            <a:xfrm>
              <a:off x="4004" y="1670"/>
              <a:ext cx="84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642" name="Oval 573">
              <a:extLst>
                <a:ext uri="{FF2B5EF4-FFF2-40B4-BE49-F238E27FC236}">
                  <a16:creationId xmlns:a16="http://schemas.microsoft.com/office/drawing/2014/main" id="{74979A6B-DB3C-45D0-82B3-36E91D2727ED}"/>
                </a:ext>
              </a:extLst>
            </p:cNvPr>
            <p:cNvSpPr>
              <a:spLocks noChangeArrowheads="1"/>
            </p:cNvSpPr>
            <p:nvPr/>
          </p:nvSpPr>
          <p:spPr bwMode="auto">
            <a:xfrm>
              <a:off x="775" y="831"/>
              <a:ext cx="70" cy="70"/>
            </a:xfrm>
            <a:prstGeom prst="ellipse">
              <a:avLst/>
            </a:prstGeom>
            <a:solidFill>
              <a:schemeClr val="accent1">
                <a:lumMod val="60000"/>
                <a:lumOff val="40000"/>
              </a:schemeClr>
            </a:solidFill>
            <a:ln w="25400">
              <a:solidFill>
                <a:schemeClr val="tx1"/>
              </a:solidFill>
              <a:round/>
              <a:headEnd/>
              <a:tailEnd/>
            </a:ln>
          </p:spPr>
          <p:txBody>
            <a:bodyPr wrap="none" anchor="ctr"/>
            <a:lstStyle/>
            <a:p>
              <a:pPr eaLnBrk="1" hangingPunct="1">
                <a:defRPr/>
              </a:pPr>
              <a:endParaRPr lang="ru-RU"/>
            </a:p>
          </p:txBody>
        </p:sp>
        <p:sp>
          <p:nvSpPr>
            <p:cNvPr id="34902" name="Line 574">
              <a:extLst>
                <a:ext uri="{FF2B5EF4-FFF2-40B4-BE49-F238E27FC236}">
                  <a16:creationId xmlns:a16="http://schemas.microsoft.com/office/drawing/2014/main" id="{7EDDC4D0-687B-1780-2028-1E9452A44880}"/>
                </a:ext>
              </a:extLst>
            </p:cNvPr>
            <p:cNvSpPr>
              <a:spLocks noChangeShapeType="1"/>
            </p:cNvSpPr>
            <p:nvPr/>
          </p:nvSpPr>
          <p:spPr bwMode="auto">
            <a:xfrm>
              <a:off x="848" y="867"/>
              <a:ext cx="63" cy="0"/>
            </a:xfrm>
            <a:prstGeom prst="line">
              <a:avLst/>
            </a:prstGeom>
            <a:noFill/>
            <a:ln w="25400">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34903" name="Line 575">
              <a:extLst>
                <a:ext uri="{FF2B5EF4-FFF2-40B4-BE49-F238E27FC236}">
                  <a16:creationId xmlns:a16="http://schemas.microsoft.com/office/drawing/2014/main" id="{F29D0749-78BD-8F93-43B3-7EA3BEA62F28}"/>
                </a:ext>
              </a:extLst>
            </p:cNvPr>
            <p:cNvSpPr>
              <a:spLocks noChangeShapeType="1"/>
            </p:cNvSpPr>
            <p:nvPr/>
          </p:nvSpPr>
          <p:spPr bwMode="auto">
            <a:xfrm flipV="1">
              <a:off x="1355" y="1758"/>
              <a:ext cx="0" cy="482"/>
            </a:xfrm>
            <a:prstGeom prst="line">
              <a:avLst/>
            </a:prstGeom>
            <a:noFill/>
            <a:ln w="25400">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34904" name="Text Box 576">
              <a:extLst>
                <a:ext uri="{FF2B5EF4-FFF2-40B4-BE49-F238E27FC236}">
                  <a16:creationId xmlns:a16="http://schemas.microsoft.com/office/drawing/2014/main" id="{0FE73579-2EFA-87AB-C4E0-E7529D690DF0}"/>
                </a:ext>
              </a:extLst>
            </p:cNvPr>
            <p:cNvSpPr txBox="1">
              <a:spLocks noChangeArrowheads="1"/>
            </p:cNvSpPr>
            <p:nvPr/>
          </p:nvSpPr>
          <p:spPr bwMode="auto">
            <a:xfrm>
              <a:off x="1123" y="1583"/>
              <a:ext cx="353"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a:t>“1”</a:t>
              </a:r>
            </a:p>
          </p:txBody>
        </p:sp>
        <p:sp>
          <p:nvSpPr>
            <p:cNvPr id="34905" name="Line 577">
              <a:extLst>
                <a:ext uri="{FF2B5EF4-FFF2-40B4-BE49-F238E27FC236}">
                  <a16:creationId xmlns:a16="http://schemas.microsoft.com/office/drawing/2014/main" id="{978F8C64-1A47-3C29-B1B1-3C1FBF6F6078}"/>
                </a:ext>
              </a:extLst>
            </p:cNvPr>
            <p:cNvSpPr>
              <a:spLocks noChangeShapeType="1"/>
            </p:cNvSpPr>
            <p:nvPr/>
          </p:nvSpPr>
          <p:spPr bwMode="auto">
            <a:xfrm>
              <a:off x="898" y="867"/>
              <a:ext cx="3221"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906" name="Line 578">
              <a:extLst>
                <a:ext uri="{FF2B5EF4-FFF2-40B4-BE49-F238E27FC236}">
                  <a16:creationId xmlns:a16="http://schemas.microsoft.com/office/drawing/2014/main" id="{C13373E9-E585-1ED9-E530-2BDB62B81160}"/>
                </a:ext>
              </a:extLst>
            </p:cNvPr>
            <p:cNvSpPr>
              <a:spLocks noChangeShapeType="1"/>
            </p:cNvSpPr>
            <p:nvPr/>
          </p:nvSpPr>
          <p:spPr bwMode="auto">
            <a:xfrm>
              <a:off x="2247" y="1999"/>
              <a:ext cx="74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907" name="Line 579">
              <a:extLst>
                <a:ext uri="{FF2B5EF4-FFF2-40B4-BE49-F238E27FC236}">
                  <a16:creationId xmlns:a16="http://schemas.microsoft.com/office/drawing/2014/main" id="{BE74BE64-5C78-C3F3-52A7-B548B04C2B11}"/>
                </a:ext>
              </a:extLst>
            </p:cNvPr>
            <p:cNvSpPr>
              <a:spLocks noChangeShapeType="1"/>
            </p:cNvSpPr>
            <p:nvPr/>
          </p:nvSpPr>
          <p:spPr bwMode="auto">
            <a:xfrm>
              <a:off x="3987" y="1970"/>
              <a:ext cx="80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908" name="Line 580">
              <a:extLst>
                <a:ext uri="{FF2B5EF4-FFF2-40B4-BE49-F238E27FC236}">
                  <a16:creationId xmlns:a16="http://schemas.microsoft.com/office/drawing/2014/main" id="{79681E65-9BD0-CE90-F176-CD63B0B95CF3}"/>
                </a:ext>
              </a:extLst>
            </p:cNvPr>
            <p:cNvSpPr>
              <a:spLocks noChangeShapeType="1"/>
            </p:cNvSpPr>
            <p:nvPr/>
          </p:nvSpPr>
          <p:spPr bwMode="auto">
            <a:xfrm>
              <a:off x="3988" y="1970"/>
              <a:ext cx="0" cy="105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909" name="Line 581">
              <a:extLst>
                <a:ext uri="{FF2B5EF4-FFF2-40B4-BE49-F238E27FC236}">
                  <a16:creationId xmlns:a16="http://schemas.microsoft.com/office/drawing/2014/main" id="{958B1212-85B8-7155-7BE5-BCEF3C2A1C2A}"/>
                </a:ext>
              </a:extLst>
            </p:cNvPr>
            <p:cNvSpPr>
              <a:spLocks noChangeShapeType="1"/>
            </p:cNvSpPr>
            <p:nvPr/>
          </p:nvSpPr>
          <p:spPr bwMode="auto">
            <a:xfrm>
              <a:off x="2255" y="1992"/>
              <a:ext cx="0" cy="1007"/>
            </a:xfrm>
            <a:prstGeom prst="line">
              <a:avLst/>
            </a:prstGeom>
            <a:noFill/>
            <a:ln w="25400">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34910" name="Line 582">
              <a:extLst>
                <a:ext uri="{FF2B5EF4-FFF2-40B4-BE49-F238E27FC236}">
                  <a16:creationId xmlns:a16="http://schemas.microsoft.com/office/drawing/2014/main" id="{54E54DFF-8E22-A436-A1D2-381C3A727A17}"/>
                </a:ext>
              </a:extLst>
            </p:cNvPr>
            <p:cNvSpPr>
              <a:spLocks noChangeShapeType="1"/>
            </p:cNvSpPr>
            <p:nvPr/>
          </p:nvSpPr>
          <p:spPr bwMode="auto">
            <a:xfrm>
              <a:off x="804" y="2006"/>
              <a:ext cx="0" cy="1008"/>
            </a:xfrm>
            <a:prstGeom prst="line">
              <a:avLst/>
            </a:prstGeom>
            <a:noFill/>
            <a:ln w="25400">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34911" name="Text Box 583">
              <a:extLst>
                <a:ext uri="{FF2B5EF4-FFF2-40B4-BE49-F238E27FC236}">
                  <a16:creationId xmlns:a16="http://schemas.microsoft.com/office/drawing/2014/main" id="{56433B74-A171-6EDC-9417-DCEB068D600C}"/>
                </a:ext>
              </a:extLst>
            </p:cNvPr>
            <p:cNvSpPr txBox="1">
              <a:spLocks noChangeArrowheads="1"/>
            </p:cNvSpPr>
            <p:nvPr/>
          </p:nvSpPr>
          <p:spPr bwMode="auto">
            <a:xfrm>
              <a:off x="1682" y="1517"/>
              <a:ext cx="391"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a:t>PRE</a:t>
              </a:r>
            </a:p>
          </p:txBody>
        </p:sp>
        <p:sp>
          <p:nvSpPr>
            <p:cNvPr id="34912" name="Text Box 584">
              <a:extLst>
                <a:ext uri="{FF2B5EF4-FFF2-40B4-BE49-F238E27FC236}">
                  <a16:creationId xmlns:a16="http://schemas.microsoft.com/office/drawing/2014/main" id="{3E6F6069-39CE-F8A2-9EDF-F09959A64D7C}"/>
                </a:ext>
              </a:extLst>
            </p:cNvPr>
            <p:cNvSpPr txBox="1">
              <a:spLocks noChangeArrowheads="1"/>
            </p:cNvSpPr>
            <p:nvPr/>
          </p:nvSpPr>
          <p:spPr bwMode="auto">
            <a:xfrm>
              <a:off x="3147" y="1516"/>
              <a:ext cx="391"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a:t>PRE</a:t>
              </a:r>
            </a:p>
          </p:txBody>
        </p:sp>
        <p:sp>
          <p:nvSpPr>
            <p:cNvPr id="34913" name="Text Box 585">
              <a:extLst>
                <a:ext uri="{FF2B5EF4-FFF2-40B4-BE49-F238E27FC236}">
                  <a16:creationId xmlns:a16="http://schemas.microsoft.com/office/drawing/2014/main" id="{E80207EC-AB4C-66D9-AEA5-68B9F5D67C54}"/>
                </a:ext>
              </a:extLst>
            </p:cNvPr>
            <p:cNvSpPr txBox="1">
              <a:spLocks noChangeArrowheads="1"/>
            </p:cNvSpPr>
            <p:nvPr/>
          </p:nvSpPr>
          <p:spPr bwMode="auto">
            <a:xfrm>
              <a:off x="4930" y="1472"/>
              <a:ext cx="392"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a:t>PRE</a:t>
              </a:r>
            </a:p>
          </p:txBody>
        </p:sp>
        <p:sp>
          <p:nvSpPr>
            <p:cNvPr id="34914" name="Text Box 586">
              <a:extLst>
                <a:ext uri="{FF2B5EF4-FFF2-40B4-BE49-F238E27FC236}">
                  <a16:creationId xmlns:a16="http://schemas.microsoft.com/office/drawing/2014/main" id="{35E53681-80CF-E189-67C4-ED27FF9DB41F}"/>
                </a:ext>
              </a:extLst>
            </p:cNvPr>
            <p:cNvSpPr txBox="1">
              <a:spLocks noChangeArrowheads="1"/>
            </p:cNvSpPr>
            <p:nvPr/>
          </p:nvSpPr>
          <p:spPr bwMode="auto">
            <a:xfrm>
              <a:off x="1667" y="2269"/>
              <a:ext cx="392"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a:t>CLR</a:t>
              </a:r>
            </a:p>
          </p:txBody>
        </p:sp>
        <p:sp>
          <p:nvSpPr>
            <p:cNvPr id="34915" name="Text Box 587">
              <a:extLst>
                <a:ext uri="{FF2B5EF4-FFF2-40B4-BE49-F238E27FC236}">
                  <a16:creationId xmlns:a16="http://schemas.microsoft.com/office/drawing/2014/main" id="{DF65856E-C1BC-6479-E964-8AA48921059C}"/>
                </a:ext>
              </a:extLst>
            </p:cNvPr>
            <p:cNvSpPr txBox="1">
              <a:spLocks noChangeArrowheads="1"/>
            </p:cNvSpPr>
            <p:nvPr/>
          </p:nvSpPr>
          <p:spPr bwMode="auto">
            <a:xfrm>
              <a:off x="3125" y="2269"/>
              <a:ext cx="392"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a:t>CLR</a:t>
              </a:r>
            </a:p>
          </p:txBody>
        </p:sp>
        <p:sp>
          <p:nvSpPr>
            <p:cNvPr id="34916" name="Text Box 588">
              <a:extLst>
                <a:ext uri="{FF2B5EF4-FFF2-40B4-BE49-F238E27FC236}">
                  <a16:creationId xmlns:a16="http://schemas.microsoft.com/office/drawing/2014/main" id="{ECEBF02E-CE42-48C7-EF78-D55C1035B20F}"/>
                </a:ext>
              </a:extLst>
            </p:cNvPr>
            <p:cNvSpPr txBox="1">
              <a:spLocks noChangeArrowheads="1"/>
            </p:cNvSpPr>
            <p:nvPr/>
          </p:nvSpPr>
          <p:spPr bwMode="auto">
            <a:xfrm>
              <a:off x="4909" y="2218"/>
              <a:ext cx="392"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a:t>CLR</a:t>
              </a:r>
            </a:p>
          </p:txBody>
        </p:sp>
        <p:sp>
          <p:nvSpPr>
            <p:cNvPr id="23658" name="AutoShape 608">
              <a:extLst>
                <a:ext uri="{FF2B5EF4-FFF2-40B4-BE49-F238E27FC236}">
                  <a16:creationId xmlns:a16="http://schemas.microsoft.com/office/drawing/2014/main" id="{64577631-F02A-4107-950F-F6A80D44C041}"/>
                </a:ext>
              </a:extLst>
            </p:cNvPr>
            <p:cNvSpPr>
              <a:spLocks noChangeArrowheads="1"/>
            </p:cNvSpPr>
            <p:nvPr/>
          </p:nvSpPr>
          <p:spPr bwMode="auto">
            <a:xfrm rot="5400000">
              <a:off x="4314" y="2470"/>
              <a:ext cx="215" cy="206"/>
            </a:xfrm>
            <a:prstGeom prst="triangle">
              <a:avLst>
                <a:gd name="adj" fmla="val 50000"/>
              </a:avLst>
            </a:prstGeom>
            <a:solidFill>
              <a:schemeClr val="accent1">
                <a:lumMod val="60000"/>
                <a:lumOff val="40000"/>
              </a:schemeClr>
            </a:solidFill>
            <a:ln w="25400">
              <a:solidFill>
                <a:schemeClr val="tx1"/>
              </a:solidFill>
              <a:miter lim="800000"/>
              <a:headEnd/>
              <a:tailEnd/>
            </a:ln>
          </p:spPr>
          <p:txBody>
            <a:bodyPr wrap="none" anchor="ctr"/>
            <a:lstStyle/>
            <a:p>
              <a:pPr eaLnBrk="1" hangingPunct="1">
                <a:defRPr/>
              </a:pPr>
              <a:endParaRPr lang="ru-RU"/>
            </a:p>
          </p:txBody>
        </p:sp>
        <p:sp>
          <p:nvSpPr>
            <p:cNvPr id="23659" name="Oval 609">
              <a:extLst>
                <a:ext uri="{FF2B5EF4-FFF2-40B4-BE49-F238E27FC236}">
                  <a16:creationId xmlns:a16="http://schemas.microsoft.com/office/drawing/2014/main" id="{C28DC1AC-CA20-4311-A945-4375F232CD5C}"/>
                </a:ext>
              </a:extLst>
            </p:cNvPr>
            <p:cNvSpPr>
              <a:spLocks noChangeArrowheads="1"/>
            </p:cNvSpPr>
            <p:nvPr/>
          </p:nvSpPr>
          <p:spPr bwMode="auto">
            <a:xfrm>
              <a:off x="4526" y="2539"/>
              <a:ext cx="71" cy="72"/>
            </a:xfrm>
            <a:prstGeom prst="ellipse">
              <a:avLst/>
            </a:prstGeom>
            <a:solidFill>
              <a:schemeClr val="accent1">
                <a:lumMod val="60000"/>
                <a:lumOff val="40000"/>
              </a:schemeClr>
            </a:solidFill>
            <a:ln w="28575">
              <a:solidFill>
                <a:schemeClr val="tx1"/>
              </a:solidFill>
              <a:round/>
              <a:headEnd/>
              <a:tailEnd/>
            </a:ln>
          </p:spPr>
          <p:txBody>
            <a:bodyPr wrap="none" anchor="ctr"/>
            <a:lstStyle/>
            <a:p>
              <a:pPr eaLnBrk="1" hangingPunct="1">
                <a:defRPr/>
              </a:pPr>
              <a:endParaRPr lang="ru-RU"/>
            </a:p>
          </p:txBody>
        </p:sp>
        <p:sp>
          <p:nvSpPr>
            <p:cNvPr id="23660" name="AutoShape 620">
              <a:extLst>
                <a:ext uri="{FF2B5EF4-FFF2-40B4-BE49-F238E27FC236}">
                  <a16:creationId xmlns:a16="http://schemas.microsoft.com/office/drawing/2014/main" id="{F6CB7B5E-C8A6-4320-898E-0239B9CEC6A9}"/>
                </a:ext>
              </a:extLst>
            </p:cNvPr>
            <p:cNvSpPr>
              <a:spLocks noChangeArrowheads="1"/>
            </p:cNvSpPr>
            <p:nvPr/>
          </p:nvSpPr>
          <p:spPr bwMode="auto">
            <a:xfrm rot="5400000">
              <a:off x="2538" y="2518"/>
              <a:ext cx="215" cy="206"/>
            </a:xfrm>
            <a:prstGeom prst="triangle">
              <a:avLst>
                <a:gd name="adj" fmla="val 50000"/>
              </a:avLst>
            </a:prstGeom>
            <a:solidFill>
              <a:schemeClr val="accent1">
                <a:lumMod val="60000"/>
                <a:lumOff val="40000"/>
              </a:schemeClr>
            </a:solidFill>
            <a:ln w="25400">
              <a:solidFill>
                <a:schemeClr val="tx1"/>
              </a:solidFill>
              <a:miter lim="800000"/>
              <a:headEnd/>
              <a:tailEnd/>
            </a:ln>
          </p:spPr>
          <p:txBody>
            <a:bodyPr wrap="none" anchor="ctr"/>
            <a:lstStyle/>
            <a:p>
              <a:pPr eaLnBrk="1" hangingPunct="1">
                <a:defRPr/>
              </a:pPr>
              <a:endParaRPr lang="ru-RU"/>
            </a:p>
          </p:txBody>
        </p:sp>
        <p:sp>
          <p:nvSpPr>
            <p:cNvPr id="23661" name="AutoShape 621">
              <a:extLst>
                <a:ext uri="{FF2B5EF4-FFF2-40B4-BE49-F238E27FC236}">
                  <a16:creationId xmlns:a16="http://schemas.microsoft.com/office/drawing/2014/main" id="{FC413021-F883-4A33-9628-F51AACDE1291}"/>
                </a:ext>
              </a:extLst>
            </p:cNvPr>
            <p:cNvSpPr>
              <a:spLocks noChangeArrowheads="1"/>
            </p:cNvSpPr>
            <p:nvPr/>
          </p:nvSpPr>
          <p:spPr bwMode="auto">
            <a:xfrm rot="5400000">
              <a:off x="1097" y="2537"/>
              <a:ext cx="216" cy="184"/>
            </a:xfrm>
            <a:prstGeom prst="triangle">
              <a:avLst>
                <a:gd name="adj" fmla="val 50000"/>
              </a:avLst>
            </a:prstGeom>
            <a:solidFill>
              <a:schemeClr val="accent1">
                <a:lumMod val="60000"/>
                <a:lumOff val="40000"/>
              </a:schemeClr>
            </a:solidFill>
            <a:ln w="25400">
              <a:solidFill>
                <a:schemeClr val="tx1"/>
              </a:solidFill>
              <a:miter lim="800000"/>
              <a:headEnd/>
              <a:tailEnd/>
            </a:ln>
          </p:spPr>
          <p:txBody>
            <a:bodyPr wrap="none" anchor="ctr"/>
            <a:lstStyle/>
            <a:p>
              <a:pPr eaLnBrk="1" hangingPunct="1">
                <a:defRPr/>
              </a:pPr>
              <a:endParaRPr lang="ru-RU"/>
            </a:p>
          </p:txBody>
        </p:sp>
        <p:sp>
          <p:nvSpPr>
            <p:cNvPr id="23662" name="AutoShape 622">
              <a:extLst>
                <a:ext uri="{FF2B5EF4-FFF2-40B4-BE49-F238E27FC236}">
                  <a16:creationId xmlns:a16="http://schemas.microsoft.com/office/drawing/2014/main" id="{A1936722-6B05-4464-97E1-1D6E49DEC5DF}"/>
                </a:ext>
              </a:extLst>
            </p:cNvPr>
            <p:cNvSpPr>
              <a:spLocks noChangeArrowheads="1"/>
            </p:cNvSpPr>
            <p:nvPr/>
          </p:nvSpPr>
          <p:spPr bwMode="auto">
            <a:xfrm rot="5400000">
              <a:off x="576" y="781"/>
              <a:ext cx="215" cy="184"/>
            </a:xfrm>
            <a:prstGeom prst="triangle">
              <a:avLst>
                <a:gd name="adj" fmla="val 50000"/>
              </a:avLst>
            </a:prstGeom>
            <a:solidFill>
              <a:schemeClr val="accent1">
                <a:lumMod val="60000"/>
                <a:lumOff val="40000"/>
              </a:schemeClr>
            </a:solidFill>
            <a:ln w="25400">
              <a:solidFill>
                <a:schemeClr val="tx1"/>
              </a:solidFill>
              <a:miter lim="800000"/>
              <a:headEnd/>
              <a:tailEnd/>
            </a:ln>
          </p:spPr>
          <p:txBody>
            <a:bodyPr wrap="none" anchor="ctr"/>
            <a:lstStyle/>
            <a:p>
              <a:pPr eaLnBrk="1" hangingPunct="1">
                <a:defRPr/>
              </a:pPr>
              <a:endParaRPr lang="ru-RU"/>
            </a:p>
          </p:txBody>
        </p:sp>
        <p:sp>
          <p:nvSpPr>
            <p:cNvPr id="34922" name="Text Box 628">
              <a:extLst>
                <a:ext uri="{FF2B5EF4-FFF2-40B4-BE49-F238E27FC236}">
                  <a16:creationId xmlns:a16="http://schemas.microsoft.com/office/drawing/2014/main" id="{2838E2BB-53A0-B29E-BEA4-5ADE5665CB64}"/>
                </a:ext>
              </a:extLst>
            </p:cNvPr>
            <p:cNvSpPr txBox="1">
              <a:spLocks noChangeArrowheads="1"/>
            </p:cNvSpPr>
            <p:nvPr/>
          </p:nvSpPr>
          <p:spPr bwMode="auto">
            <a:xfrm>
              <a:off x="280" y="2787"/>
              <a:ext cx="435"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a:t>Clk</a:t>
              </a:r>
              <a:endParaRPr lang="ru-RU" altLang="en-US" sz="1600"/>
            </a:p>
          </p:txBody>
        </p:sp>
        <p:sp>
          <p:nvSpPr>
            <p:cNvPr id="23664" name="Oval 631">
              <a:extLst>
                <a:ext uri="{FF2B5EF4-FFF2-40B4-BE49-F238E27FC236}">
                  <a16:creationId xmlns:a16="http://schemas.microsoft.com/office/drawing/2014/main" id="{4B0E6E19-25EE-4F2E-A52B-5C7037ED9E5F}"/>
                </a:ext>
              </a:extLst>
            </p:cNvPr>
            <p:cNvSpPr>
              <a:spLocks noChangeArrowheads="1"/>
            </p:cNvSpPr>
            <p:nvPr/>
          </p:nvSpPr>
          <p:spPr bwMode="auto">
            <a:xfrm>
              <a:off x="2986" y="1958"/>
              <a:ext cx="70" cy="70"/>
            </a:xfrm>
            <a:prstGeom prst="ellipse">
              <a:avLst/>
            </a:prstGeom>
            <a:solidFill>
              <a:schemeClr val="accent1">
                <a:lumMod val="60000"/>
                <a:lumOff val="40000"/>
              </a:schemeClr>
            </a:solidFill>
            <a:ln w="25400">
              <a:solidFill>
                <a:schemeClr val="tx1"/>
              </a:solidFill>
              <a:round/>
              <a:headEnd/>
              <a:tailEnd/>
            </a:ln>
          </p:spPr>
          <p:txBody>
            <a:bodyPr wrap="none" anchor="ctr"/>
            <a:lstStyle/>
            <a:p>
              <a:pPr eaLnBrk="1" hangingPunct="1">
                <a:defRPr/>
              </a:pPr>
              <a:endParaRPr lang="ru-RU"/>
            </a:p>
          </p:txBody>
        </p:sp>
        <p:sp>
          <p:nvSpPr>
            <p:cNvPr id="34924" name="Freeform 632">
              <a:extLst>
                <a:ext uri="{FF2B5EF4-FFF2-40B4-BE49-F238E27FC236}">
                  <a16:creationId xmlns:a16="http://schemas.microsoft.com/office/drawing/2014/main" id="{DF746598-D8FC-E862-1A14-E502F044B702}"/>
                </a:ext>
              </a:extLst>
            </p:cNvPr>
            <p:cNvSpPr>
              <a:spLocks/>
            </p:cNvSpPr>
            <p:nvPr/>
          </p:nvSpPr>
          <p:spPr bwMode="auto">
            <a:xfrm>
              <a:off x="3059" y="1939"/>
              <a:ext cx="76" cy="101"/>
            </a:xfrm>
            <a:custGeom>
              <a:avLst/>
              <a:gdLst>
                <a:gd name="T0" fmla="*/ 0 w 129"/>
                <a:gd name="T1" fmla="*/ 14 h 133"/>
                <a:gd name="T2" fmla="*/ 2 w 129"/>
                <a:gd name="T3" fmla="*/ 8 h 133"/>
                <a:gd name="T4" fmla="*/ 0 w 129"/>
                <a:gd name="T5" fmla="*/ 0 h 133"/>
                <a:gd name="T6" fmla="*/ 0 60000 65536"/>
                <a:gd name="T7" fmla="*/ 0 60000 65536"/>
                <a:gd name="T8" fmla="*/ 0 60000 65536"/>
                <a:gd name="T9" fmla="*/ 0 w 129"/>
                <a:gd name="T10" fmla="*/ 0 h 133"/>
                <a:gd name="T11" fmla="*/ 129 w 129"/>
                <a:gd name="T12" fmla="*/ 133 h 133"/>
              </a:gdLst>
              <a:ahLst/>
              <a:cxnLst>
                <a:cxn ang="T6">
                  <a:pos x="T0" y="T1"/>
                </a:cxn>
                <a:cxn ang="T7">
                  <a:pos x="T2" y="T3"/>
                </a:cxn>
                <a:cxn ang="T8">
                  <a:pos x="T4" y="T5"/>
                </a:cxn>
              </a:cxnLst>
              <a:rect l="T9" t="T10" r="T11" b="T12"/>
              <a:pathLst>
                <a:path w="129" h="133">
                  <a:moveTo>
                    <a:pt x="0" y="133"/>
                  </a:moveTo>
                  <a:lnTo>
                    <a:pt x="129" y="66"/>
                  </a:lnTo>
                  <a:lnTo>
                    <a:pt x="0" y="0"/>
                  </a:lnTo>
                </a:path>
              </a:pathLst>
            </a:custGeom>
            <a:noFill/>
            <a:ln w="25400" cap="flat">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3666" name="Oval 633">
              <a:extLst>
                <a:ext uri="{FF2B5EF4-FFF2-40B4-BE49-F238E27FC236}">
                  <a16:creationId xmlns:a16="http://schemas.microsoft.com/office/drawing/2014/main" id="{35DE93F3-692A-4161-A99B-144E8F362070}"/>
                </a:ext>
              </a:extLst>
            </p:cNvPr>
            <p:cNvSpPr>
              <a:spLocks noChangeArrowheads="1"/>
            </p:cNvSpPr>
            <p:nvPr/>
          </p:nvSpPr>
          <p:spPr bwMode="auto">
            <a:xfrm>
              <a:off x="4784" y="1932"/>
              <a:ext cx="70" cy="70"/>
            </a:xfrm>
            <a:prstGeom prst="ellipse">
              <a:avLst/>
            </a:prstGeom>
            <a:solidFill>
              <a:schemeClr val="accent1">
                <a:lumMod val="60000"/>
                <a:lumOff val="40000"/>
              </a:schemeClr>
            </a:solidFill>
            <a:ln w="25400">
              <a:solidFill>
                <a:schemeClr val="tx1"/>
              </a:solidFill>
              <a:round/>
              <a:headEnd/>
              <a:tailEnd/>
            </a:ln>
          </p:spPr>
          <p:txBody>
            <a:bodyPr wrap="none" anchor="ctr"/>
            <a:lstStyle/>
            <a:p>
              <a:pPr eaLnBrk="1" hangingPunct="1">
                <a:defRPr/>
              </a:pPr>
              <a:endParaRPr lang="ru-RU"/>
            </a:p>
          </p:txBody>
        </p:sp>
        <p:sp>
          <p:nvSpPr>
            <p:cNvPr id="34926" name="Freeform 634">
              <a:extLst>
                <a:ext uri="{FF2B5EF4-FFF2-40B4-BE49-F238E27FC236}">
                  <a16:creationId xmlns:a16="http://schemas.microsoft.com/office/drawing/2014/main" id="{035F2F3D-ECBD-AE13-3753-D92A0612A9B1}"/>
                </a:ext>
              </a:extLst>
            </p:cNvPr>
            <p:cNvSpPr>
              <a:spLocks/>
            </p:cNvSpPr>
            <p:nvPr/>
          </p:nvSpPr>
          <p:spPr bwMode="auto">
            <a:xfrm>
              <a:off x="4873" y="1912"/>
              <a:ext cx="76" cy="102"/>
            </a:xfrm>
            <a:custGeom>
              <a:avLst/>
              <a:gdLst>
                <a:gd name="T0" fmla="*/ 0 w 129"/>
                <a:gd name="T1" fmla="*/ 16 h 133"/>
                <a:gd name="T2" fmla="*/ 2 w 129"/>
                <a:gd name="T3" fmla="*/ 8 h 133"/>
                <a:gd name="T4" fmla="*/ 0 w 129"/>
                <a:gd name="T5" fmla="*/ 0 h 133"/>
                <a:gd name="T6" fmla="*/ 0 60000 65536"/>
                <a:gd name="T7" fmla="*/ 0 60000 65536"/>
                <a:gd name="T8" fmla="*/ 0 60000 65536"/>
                <a:gd name="T9" fmla="*/ 0 w 129"/>
                <a:gd name="T10" fmla="*/ 0 h 133"/>
                <a:gd name="T11" fmla="*/ 129 w 129"/>
                <a:gd name="T12" fmla="*/ 133 h 133"/>
              </a:gdLst>
              <a:ahLst/>
              <a:cxnLst>
                <a:cxn ang="T6">
                  <a:pos x="T0" y="T1"/>
                </a:cxn>
                <a:cxn ang="T7">
                  <a:pos x="T2" y="T3"/>
                </a:cxn>
                <a:cxn ang="T8">
                  <a:pos x="T4" y="T5"/>
                </a:cxn>
              </a:cxnLst>
              <a:rect l="T9" t="T10" r="T11" b="T12"/>
              <a:pathLst>
                <a:path w="129" h="133">
                  <a:moveTo>
                    <a:pt x="0" y="133"/>
                  </a:moveTo>
                  <a:lnTo>
                    <a:pt x="129" y="66"/>
                  </a:lnTo>
                  <a:lnTo>
                    <a:pt x="0" y="0"/>
                  </a:lnTo>
                </a:path>
              </a:pathLst>
            </a:custGeom>
            <a:noFill/>
            <a:ln w="25400" cap="flat">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3668" name="Oval 635">
              <a:extLst>
                <a:ext uri="{FF2B5EF4-FFF2-40B4-BE49-F238E27FC236}">
                  <a16:creationId xmlns:a16="http://schemas.microsoft.com/office/drawing/2014/main" id="{7BF17477-68DB-46A2-8F2A-B50219C8D421}"/>
                </a:ext>
              </a:extLst>
            </p:cNvPr>
            <p:cNvSpPr>
              <a:spLocks noChangeArrowheads="1"/>
            </p:cNvSpPr>
            <p:nvPr/>
          </p:nvSpPr>
          <p:spPr bwMode="auto">
            <a:xfrm>
              <a:off x="1523" y="1968"/>
              <a:ext cx="70" cy="70"/>
            </a:xfrm>
            <a:prstGeom prst="ellipse">
              <a:avLst/>
            </a:prstGeom>
            <a:solidFill>
              <a:schemeClr val="accent1">
                <a:lumMod val="60000"/>
                <a:lumOff val="40000"/>
              </a:schemeClr>
            </a:solidFill>
            <a:ln w="25400">
              <a:solidFill>
                <a:schemeClr val="tx1"/>
              </a:solidFill>
              <a:round/>
              <a:headEnd/>
              <a:tailEnd/>
            </a:ln>
          </p:spPr>
          <p:txBody>
            <a:bodyPr wrap="none" anchor="ctr"/>
            <a:lstStyle/>
            <a:p>
              <a:pPr eaLnBrk="1" hangingPunct="1">
                <a:defRPr/>
              </a:pPr>
              <a:endParaRPr lang="ru-RU"/>
            </a:p>
          </p:txBody>
        </p:sp>
        <p:sp>
          <p:nvSpPr>
            <p:cNvPr id="34928" name="Freeform 636">
              <a:extLst>
                <a:ext uri="{FF2B5EF4-FFF2-40B4-BE49-F238E27FC236}">
                  <a16:creationId xmlns:a16="http://schemas.microsoft.com/office/drawing/2014/main" id="{03558657-53C4-4717-C7A3-40040C932630}"/>
                </a:ext>
              </a:extLst>
            </p:cNvPr>
            <p:cNvSpPr>
              <a:spLocks/>
            </p:cNvSpPr>
            <p:nvPr/>
          </p:nvSpPr>
          <p:spPr bwMode="auto">
            <a:xfrm>
              <a:off x="1595" y="1947"/>
              <a:ext cx="77" cy="101"/>
            </a:xfrm>
            <a:custGeom>
              <a:avLst/>
              <a:gdLst>
                <a:gd name="T0" fmla="*/ 0 w 129"/>
                <a:gd name="T1" fmla="*/ 14 h 133"/>
                <a:gd name="T2" fmla="*/ 2 w 129"/>
                <a:gd name="T3" fmla="*/ 8 h 133"/>
                <a:gd name="T4" fmla="*/ 0 w 129"/>
                <a:gd name="T5" fmla="*/ 0 h 133"/>
                <a:gd name="T6" fmla="*/ 0 60000 65536"/>
                <a:gd name="T7" fmla="*/ 0 60000 65536"/>
                <a:gd name="T8" fmla="*/ 0 60000 65536"/>
                <a:gd name="T9" fmla="*/ 0 w 129"/>
                <a:gd name="T10" fmla="*/ 0 h 133"/>
                <a:gd name="T11" fmla="*/ 129 w 129"/>
                <a:gd name="T12" fmla="*/ 133 h 133"/>
              </a:gdLst>
              <a:ahLst/>
              <a:cxnLst>
                <a:cxn ang="T6">
                  <a:pos x="T0" y="T1"/>
                </a:cxn>
                <a:cxn ang="T7">
                  <a:pos x="T2" y="T3"/>
                </a:cxn>
                <a:cxn ang="T8">
                  <a:pos x="T4" y="T5"/>
                </a:cxn>
              </a:cxnLst>
              <a:rect l="T9" t="T10" r="T11" b="T12"/>
              <a:pathLst>
                <a:path w="129" h="133">
                  <a:moveTo>
                    <a:pt x="0" y="133"/>
                  </a:moveTo>
                  <a:lnTo>
                    <a:pt x="129" y="66"/>
                  </a:lnTo>
                  <a:lnTo>
                    <a:pt x="0" y="0"/>
                  </a:lnTo>
                </a:path>
              </a:pathLst>
            </a:custGeom>
            <a:noFill/>
            <a:ln w="25400" cap="flat">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5" name="Flowchart: Delay 94">
              <a:extLst>
                <a:ext uri="{FF2B5EF4-FFF2-40B4-BE49-F238E27FC236}">
                  <a16:creationId xmlns:a16="http://schemas.microsoft.com/office/drawing/2014/main" id="{D2590050-F764-43E3-9149-C489210E8A0E}"/>
                </a:ext>
              </a:extLst>
            </p:cNvPr>
            <p:cNvSpPr>
              <a:spLocks noChangeArrowheads="1"/>
            </p:cNvSpPr>
            <p:nvPr/>
          </p:nvSpPr>
          <p:spPr bwMode="auto">
            <a:xfrm>
              <a:off x="2805" y="1122"/>
              <a:ext cx="234" cy="333"/>
            </a:xfrm>
            <a:prstGeom prst="flowChartDelay">
              <a:avLst/>
            </a:prstGeom>
            <a:solidFill>
              <a:schemeClr val="accent1">
                <a:lumMod val="60000"/>
                <a:lumOff val="40000"/>
              </a:schemeClr>
            </a:solidFill>
            <a:ln w="25400" algn="ctr">
              <a:solidFill>
                <a:schemeClr val="tx1"/>
              </a:solidFill>
              <a:miter lim="800000"/>
              <a:headEnd/>
              <a:tailEnd/>
            </a:ln>
          </p:spPr>
          <p:txBody>
            <a:bodyPr anchor="ctr"/>
            <a:lstStyle/>
            <a:p>
              <a:pPr algn="ctr" eaLnBrk="1" hangingPunct="1">
                <a:defRPr/>
              </a:pPr>
              <a:endParaRPr lang="en-US" dirty="0">
                <a:solidFill>
                  <a:schemeClr val="lt1"/>
                </a:solidFill>
              </a:endParaRPr>
            </a:p>
          </p:txBody>
        </p:sp>
        <p:sp>
          <p:nvSpPr>
            <p:cNvPr id="2" name="Flowchart: Delay 94">
              <a:extLst>
                <a:ext uri="{FF2B5EF4-FFF2-40B4-BE49-F238E27FC236}">
                  <a16:creationId xmlns:a16="http://schemas.microsoft.com/office/drawing/2014/main" id="{EA3C3EA5-7196-4DC0-9E19-522310692E9D}"/>
                </a:ext>
              </a:extLst>
            </p:cNvPr>
            <p:cNvSpPr>
              <a:spLocks noChangeArrowheads="1"/>
            </p:cNvSpPr>
            <p:nvPr/>
          </p:nvSpPr>
          <p:spPr bwMode="auto">
            <a:xfrm>
              <a:off x="4614" y="1068"/>
              <a:ext cx="234" cy="333"/>
            </a:xfrm>
            <a:prstGeom prst="flowChartDelay">
              <a:avLst/>
            </a:prstGeom>
            <a:solidFill>
              <a:schemeClr val="accent1">
                <a:lumMod val="60000"/>
                <a:lumOff val="40000"/>
              </a:schemeClr>
            </a:solidFill>
            <a:ln w="25400" algn="ctr">
              <a:solidFill>
                <a:schemeClr val="tx1"/>
              </a:solidFill>
              <a:miter lim="800000"/>
              <a:headEnd/>
              <a:tailEnd/>
            </a:ln>
          </p:spPr>
          <p:txBody>
            <a:bodyPr anchor="ctr"/>
            <a:lstStyle/>
            <a:p>
              <a:pPr algn="ctr" eaLnBrk="1" hangingPunct="1">
                <a:defRPr/>
              </a:pPr>
              <a:endParaRPr lang="en-US" dirty="0">
                <a:solidFill>
                  <a:schemeClr val="lt1"/>
                </a:solidFill>
              </a:endParaRPr>
            </a:p>
          </p:txBody>
        </p:sp>
        <p:sp>
          <p:nvSpPr>
            <p:cNvPr id="3" name="Flowchart: Delay 94">
              <a:extLst>
                <a:ext uri="{FF2B5EF4-FFF2-40B4-BE49-F238E27FC236}">
                  <a16:creationId xmlns:a16="http://schemas.microsoft.com/office/drawing/2014/main" id="{0F8908D5-F379-41D7-A5AE-EC1097A93FD1}"/>
                </a:ext>
              </a:extLst>
            </p:cNvPr>
            <p:cNvSpPr>
              <a:spLocks noChangeArrowheads="1"/>
            </p:cNvSpPr>
            <p:nvPr/>
          </p:nvSpPr>
          <p:spPr bwMode="auto">
            <a:xfrm>
              <a:off x="3768" y="1518"/>
              <a:ext cx="234" cy="333"/>
            </a:xfrm>
            <a:prstGeom prst="flowChartDelay">
              <a:avLst/>
            </a:prstGeom>
            <a:solidFill>
              <a:schemeClr val="accent1">
                <a:lumMod val="60000"/>
                <a:lumOff val="40000"/>
              </a:schemeClr>
            </a:solidFill>
            <a:ln w="25400" algn="ctr">
              <a:solidFill>
                <a:schemeClr val="tx1"/>
              </a:solidFill>
              <a:miter lim="800000"/>
              <a:headEnd/>
              <a:tailEnd/>
            </a:ln>
          </p:spPr>
          <p:txBody>
            <a:bodyPr anchor="ctr"/>
            <a:lstStyle/>
            <a:p>
              <a:pPr algn="ctr" eaLnBrk="1" hangingPunct="1">
                <a:defRPr/>
              </a:pPr>
              <a:endParaRPr lang="en-US" dirty="0">
                <a:solidFill>
                  <a:schemeClr val="lt1"/>
                </a:solidFill>
              </a:endParaRPr>
            </a:p>
          </p:txBody>
        </p:sp>
        <p:sp>
          <p:nvSpPr>
            <p:cNvPr id="4" name="Flowchart: Delay 94">
              <a:extLst>
                <a:ext uri="{FF2B5EF4-FFF2-40B4-BE49-F238E27FC236}">
                  <a16:creationId xmlns:a16="http://schemas.microsoft.com/office/drawing/2014/main" id="{22ED1124-AAB4-48FE-BE2F-29E18097CAFA}"/>
                </a:ext>
              </a:extLst>
            </p:cNvPr>
            <p:cNvSpPr>
              <a:spLocks noChangeArrowheads="1"/>
            </p:cNvSpPr>
            <p:nvPr/>
          </p:nvSpPr>
          <p:spPr bwMode="auto">
            <a:xfrm>
              <a:off x="2898" y="2535"/>
              <a:ext cx="234" cy="333"/>
            </a:xfrm>
            <a:prstGeom prst="flowChartDelay">
              <a:avLst/>
            </a:prstGeom>
            <a:solidFill>
              <a:schemeClr val="accent1">
                <a:lumMod val="60000"/>
                <a:lumOff val="40000"/>
              </a:schemeClr>
            </a:solidFill>
            <a:ln w="25400" algn="ctr">
              <a:solidFill>
                <a:schemeClr val="tx1"/>
              </a:solidFill>
              <a:miter lim="800000"/>
              <a:headEnd/>
              <a:tailEnd/>
            </a:ln>
          </p:spPr>
          <p:txBody>
            <a:bodyPr anchor="ctr"/>
            <a:lstStyle/>
            <a:p>
              <a:pPr algn="ctr" eaLnBrk="1" hangingPunct="1">
                <a:defRPr/>
              </a:pPr>
              <a:endParaRPr lang="en-US" dirty="0">
                <a:solidFill>
                  <a:schemeClr val="lt1"/>
                </a:solidFill>
              </a:endParaRPr>
            </a:p>
          </p:txBody>
        </p:sp>
        <p:sp>
          <p:nvSpPr>
            <p:cNvPr id="5" name="Flowchart: Delay 94">
              <a:extLst>
                <a:ext uri="{FF2B5EF4-FFF2-40B4-BE49-F238E27FC236}">
                  <a16:creationId xmlns:a16="http://schemas.microsoft.com/office/drawing/2014/main" id="{4EFC9532-6289-49EF-83C2-E3707D19DBF4}"/>
                </a:ext>
              </a:extLst>
            </p:cNvPr>
            <p:cNvSpPr>
              <a:spLocks noChangeArrowheads="1"/>
            </p:cNvSpPr>
            <p:nvPr/>
          </p:nvSpPr>
          <p:spPr bwMode="auto">
            <a:xfrm>
              <a:off x="4695" y="2499"/>
              <a:ext cx="234" cy="333"/>
            </a:xfrm>
            <a:prstGeom prst="flowChartDelay">
              <a:avLst/>
            </a:prstGeom>
            <a:solidFill>
              <a:schemeClr val="accent1">
                <a:lumMod val="60000"/>
                <a:lumOff val="40000"/>
              </a:schemeClr>
            </a:solidFill>
            <a:ln w="25400" algn="ctr">
              <a:solidFill>
                <a:schemeClr val="tx1"/>
              </a:solidFill>
              <a:miter lim="800000"/>
              <a:headEnd/>
              <a:tailEnd/>
            </a:ln>
          </p:spPr>
          <p:txBody>
            <a:bodyPr anchor="ctr"/>
            <a:lstStyle/>
            <a:p>
              <a:pPr algn="ctr" eaLnBrk="1" hangingPunct="1">
                <a:defRPr/>
              </a:pPr>
              <a:endParaRPr lang="en-US" dirty="0">
                <a:solidFill>
                  <a:schemeClr val="lt1"/>
                </a:solidFill>
              </a:endParaRPr>
            </a:p>
          </p:txBody>
        </p:sp>
        <p:sp>
          <p:nvSpPr>
            <p:cNvPr id="6" name="Flowchart: Delay 94">
              <a:extLst>
                <a:ext uri="{FF2B5EF4-FFF2-40B4-BE49-F238E27FC236}">
                  <a16:creationId xmlns:a16="http://schemas.microsoft.com/office/drawing/2014/main" id="{41EEE903-9610-43A3-BE8D-0715829912EF}"/>
                </a:ext>
              </a:extLst>
            </p:cNvPr>
            <p:cNvSpPr>
              <a:spLocks noChangeArrowheads="1"/>
            </p:cNvSpPr>
            <p:nvPr/>
          </p:nvSpPr>
          <p:spPr bwMode="auto">
            <a:xfrm>
              <a:off x="1453" y="2526"/>
              <a:ext cx="234" cy="333"/>
            </a:xfrm>
            <a:prstGeom prst="flowChartDelay">
              <a:avLst/>
            </a:prstGeom>
            <a:solidFill>
              <a:schemeClr val="accent1">
                <a:lumMod val="60000"/>
                <a:lumOff val="40000"/>
              </a:schemeClr>
            </a:solidFill>
            <a:ln w="25400" algn="ctr">
              <a:solidFill>
                <a:schemeClr val="tx1"/>
              </a:solidFill>
              <a:miter lim="800000"/>
              <a:headEnd/>
              <a:tailEnd/>
            </a:ln>
          </p:spPr>
          <p:txBody>
            <a:bodyPr anchor="ctr"/>
            <a:lstStyle/>
            <a:p>
              <a:pPr algn="ctr" eaLnBrk="1" hangingPunct="1">
                <a:defRPr/>
              </a:pPr>
              <a:endParaRPr lang="en-US" dirty="0">
                <a:solidFill>
                  <a:schemeClr val="lt1"/>
                </a:solidFill>
              </a:endParaRPr>
            </a:p>
          </p:txBody>
        </p:sp>
        <p:sp>
          <p:nvSpPr>
            <p:cNvPr id="7" name="Flowchart: Delay 94">
              <a:extLst>
                <a:ext uri="{FF2B5EF4-FFF2-40B4-BE49-F238E27FC236}">
                  <a16:creationId xmlns:a16="http://schemas.microsoft.com/office/drawing/2014/main" id="{5E966F75-E179-4703-BEB7-4F78E6A64413}"/>
                </a:ext>
              </a:extLst>
            </p:cNvPr>
            <p:cNvSpPr>
              <a:spLocks noChangeArrowheads="1"/>
            </p:cNvSpPr>
            <p:nvPr/>
          </p:nvSpPr>
          <p:spPr bwMode="auto">
            <a:xfrm>
              <a:off x="1381" y="1140"/>
              <a:ext cx="234" cy="333"/>
            </a:xfrm>
            <a:prstGeom prst="flowChartDelay">
              <a:avLst/>
            </a:prstGeom>
            <a:solidFill>
              <a:schemeClr val="accent1">
                <a:lumMod val="60000"/>
                <a:lumOff val="40000"/>
              </a:schemeClr>
            </a:solidFill>
            <a:ln w="25400" algn="ctr">
              <a:solidFill>
                <a:schemeClr val="tx1"/>
              </a:solidFill>
              <a:miter lim="800000"/>
              <a:headEnd/>
              <a:tailEnd/>
            </a:ln>
          </p:spPr>
          <p:txBody>
            <a:bodyPr anchor="ctr"/>
            <a:lstStyle/>
            <a:p>
              <a:pPr algn="ctr" eaLnBrk="1" hangingPunct="1">
                <a:defRPr/>
              </a:pPr>
              <a:endParaRPr lang="en-US" dirty="0">
                <a:solidFill>
                  <a:schemeClr val="lt1"/>
                </a:solidFill>
              </a:endParaRPr>
            </a:p>
          </p:txBody>
        </p:sp>
      </p:grpSp>
      <p:sp>
        <p:nvSpPr>
          <p:cNvPr id="9" name="Title 8">
            <a:extLst>
              <a:ext uri="{FF2B5EF4-FFF2-40B4-BE49-F238E27FC236}">
                <a16:creationId xmlns:a16="http://schemas.microsoft.com/office/drawing/2014/main" id="{17D76C9E-FBC8-390E-4A08-6966DEBB96FC}"/>
              </a:ext>
            </a:extLst>
          </p:cNvPr>
          <p:cNvSpPr>
            <a:spLocks noGrp="1"/>
          </p:cNvSpPr>
          <p:nvPr>
            <p:ph type="title"/>
          </p:nvPr>
        </p:nvSpPr>
        <p:spPr/>
        <p:txBody>
          <a:bodyPr>
            <a:normAutofit/>
          </a:bodyPr>
          <a:lstStyle/>
          <a:p>
            <a:r>
              <a:rPr lang="en-US" dirty="0"/>
              <a:t>Counter with Asynchronous Load</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4">
            <a:extLst>
              <a:ext uri="{FF2B5EF4-FFF2-40B4-BE49-F238E27FC236}">
                <a16:creationId xmlns:a16="http://schemas.microsoft.com/office/drawing/2014/main" id="{8F49FDB4-861E-8F3B-62D2-932DD634D547}"/>
              </a:ext>
            </a:extLst>
          </p:cNvPr>
          <p:cNvSpPr>
            <a:spLocks noGrp="1" noChangeArrowheads="1"/>
          </p:cNvSpPr>
          <p:nvPr>
            <p:ph type="title"/>
          </p:nvPr>
        </p:nvSpPr>
        <p:spPr/>
        <p:txBody>
          <a:bodyPr/>
          <a:lstStyle/>
          <a:p>
            <a:r>
              <a:rPr lang="en-US" altLang="en-US"/>
              <a:t>Counter with Asynchronous Load  in Verilog</a:t>
            </a:r>
          </a:p>
        </p:txBody>
      </p:sp>
      <p:sp>
        <p:nvSpPr>
          <p:cNvPr id="3" name="Text Placeholder 2">
            <a:extLst>
              <a:ext uri="{FF2B5EF4-FFF2-40B4-BE49-F238E27FC236}">
                <a16:creationId xmlns:a16="http://schemas.microsoft.com/office/drawing/2014/main" id="{B3A14361-3CB1-C859-459C-355F4493B2B2}"/>
              </a:ext>
            </a:extLst>
          </p:cNvPr>
          <p:cNvSpPr>
            <a:spLocks noGrp="1"/>
          </p:cNvSpPr>
          <p:nvPr>
            <p:ph type="body" sz="quarter" idx="10"/>
          </p:nvPr>
        </p:nvSpPr>
        <p:spPr/>
        <p:txBody>
          <a:bodyPr/>
          <a:lstStyle/>
          <a:p>
            <a:pPr eaLnBrk="1" hangingPunct="1"/>
            <a:r>
              <a:rPr lang="en-US" altLang="en-US" sz="2400" dirty="0">
                <a:solidFill>
                  <a:srgbClr val="0000FF"/>
                </a:solidFill>
              </a:rPr>
              <a:t>module</a:t>
            </a:r>
            <a:r>
              <a:rPr lang="en-US" altLang="en-US" sz="2400" dirty="0"/>
              <a:t> counter (q, data, load, </a:t>
            </a:r>
            <a:r>
              <a:rPr lang="en-US" altLang="en-US" sz="2400" dirty="0" err="1"/>
              <a:t>clk</a:t>
            </a:r>
            <a:r>
              <a:rPr lang="en-US" altLang="en-US" sz="2400" dirty="0"/>
              <a:t>);</a:t>
            </a:r>
          </a:p>
          <a:p>
            <a:pPr eaLnBrk="1" hangingPunct="1"/>
            <a:r>
              <a:rPr lang="en-US" altLang="en-US" sz="2400" dirty="0">
                <a:solidFill>
                  <a:srgbClr val="0000FF"/>
                </a:solidFill>
              </a:rPr>
              <a:t>parameter</a:t>
            </a:r>
            <a:r>
              <a:rPr lang="en-US" altLang="en-US" sz="2400" dirty="0"/>
              <a:t> size = 8;</a:t>
            </a:r>
          </a:p>
          <a:p>
            <a:pPr eaLnBrk="1" hangingPunct="1"/>
            <a:r>
              <a:rPr lang="en-US" altLang="en-US" sz="2400" dirty="0">
                <a:solidFill>
                  <a:srgbClr val="0000FF"/>
                </a:solidFill>
              </a:rPr>
              <a:t>input</a:t>
            </a:r>
            <a:r>
              <a:rPr lang="en-US" altLang="en-US" sz="2400" dirty="0"/>
              <a:t>  	load, </a:t>
            </a:r>
            <a:r>
              <a:rPr lang="en-US" altLang="en-US" sz="2400" dirty="0" err="1"/>
              <a:t>clk</a:t>
            </a:r>
            <a:r>
              <a:rPr lang="en-US" altLang="en-US" sz="2400" dirty="0"/>
              <a:t>;</a:t>
            </a:r>
          </a:p>
          <a:p>
            <a:pPr eaLnBrk="1" hangingPunct="1"/>
            <a:r>
              <a:rPr lang="en-US" altLang="en-US" sz="2400" dirty="0">
                <a:solidFill>
                  <a:srgbClr val="0000FF"/>
                </a:solidFill>
              </a:rPr>
              <a:t>input</a:t>
            </a:r>
            <a:r>
              <a:rPr lang="en-US" altLang="en-US" sz="2400" dirty="0"/>
              <a:t>  [size-1:0]	data;</a:t>
            </a:r>
          </a:p>
          <a:p>
            <a:pPr eaLnBrk="1" hangingPunct="1"/>
            <a:r>
              <a:rPr lang="en-US" altLang="en-US" sz="2400" dirty="0">
                <a:solidFill>
                  <a:srgbClr val="0000FF"/>
                </a:solidFill>
              </a:rPr>
              <a:t>output</a:t>
            </a:r>
            <a:r>
              <a:rPr lang="en-US" altLang="en-US" sz="2400" dirty="0"/>
              <a:t>	</a:t>
            </a:r>
            <a:r>
              <a:rPr lang="en-US" altLang="en-US" sz="2400" dirty="0">
                <a:solidFill>
                  <a:srgbClr val="0000FF"/>
                </a:solidFill>
              </a:rPr>
              <a:t>reg</a:t>
            </a:r>
            <a:r>
              <a:rPr lang="en-US" altLang="en-US" sz="2400" dirty="0"/>
              <a:t> [size-1:0] q;</a:t>
            </a:r>
          </a:p>
          <a:p>
            <a:pPr>
              <a:spcBef>
                <a:spcPts val="600"/>
              </a:spcBef>
              <a:spcAft>
                <a:spcPts val="600"/>
              </a:spcAft>
            </a:pPr>
            <a:r>
              <a:rPr lang="en-US" altLang="en-US" sz="2400" dirty="0">
                <a:solidFill>
                  <a:srgbClr val="0000FF"/>
                </a:solidFill>
              </a:rPr>
              <a:t>	always</a:t>
            </a:r>
            <a:r>
              <a:rPr lang="en-US" altLang="en-US" sz="2400" dirty="0"/>
              <a:t>  @(negedge </a:t>
            </a:r>
            <a:r>
              <a:rPr lang="en-US" altLang="en-US" sz="2400" dirty="0" err="1"/>
              <a:t>clk</a:t>
            </a:r>
            <a:r>
              <a:rPr lang="en-US" altLang="en-US" sz="2400" dirty="0"/>
              <a:t>  or </a:t>
            </a:r>
            <a:r>
              <a:rPr lang="en-US" altLang="en-US" sz="2400" dirty="0" err="1"/>
              <a:t>negedge</a:t>
            </a:r>
            <a:r>
              <a:rPr lang="en-US" altLang="en-US" sz="2400" dirty="0"/>
              <a:t>  load)</a:t>
            </a:r>
          </a:p>
          <a:p>
            <a:pPr eaLnBrk="1" hangingPunct="1"/>
            <a:r>
              <a:rPr lang="en-US" altLang="en-US" sz="2400" dirty="0">
                <a:solidFill>
                  <a:srgbClr val="0000FF"/>
                </a:solidFill>
              </a:rPr>
              <a:t>	if</a:t>
            </a:r>
            <a:r>
              <a:rPr lang="en-US" altLang="en-US" sz="2400" dirty="0"/>
              <a:t> (!load)</a:t>
            </a:r>
          </a:p>
          <a:p>
            <a:pPr eaLnBrk="1" hangingPunct="1"/>
            <a:r>
              <a:rPr lang="en-US" altLang="en-US" sz="2400" dirty="0"/>
              <a:t>		q &lt;= data;</a:t>
            </a:r>
          </a:p>
          <a:p>
            <a:pPr eaLnBrk="1" hangingPunct="1"/>
            <a:r>
              <a:rPr lang="en-US" altLang="en-US" sz="2400" dirty="0">
                <a:solidFill>
                  <a:srgbClr val="0000FF"/>
                </a:solidFill>
              </a:rPr>
              <a:t>	else</a:t>
            </a:r>
            <a:r>
              <a:rPr lang="en-US" altLang="en-US" sz="2400" dirty="0"/>
              <a:t>  q&lt;=q+1;</a:t>
            </a:r>
          </a:p>
          <a:p>
            <a:pPr eaLnBrk="1" hangingPunct="1"/>
            <a:r>
              <a:rPr lang="en-US" altLang="en-US" sz="2400" dirty="0">
                <a:solidFill>
                  <a:srgbClr val="0000FF"/>
                </a:solidFill>
              </a:rPr>
              <a:t>	</a:t>
            </a:r>
            <a:r>
              <a:rPr lang="en-US" altLang="en-US" sz="2400" dirty="0" err="1">
                <a:solidFill>
                  <a:srgbClr val="0000FF"/>
                </a:solidFill>
              </a:rPr>
              <a:t>endmodule</a:t>
            </a:r>
            <a:endParaRPr lang="en-US" altLang="en-US" sz="2400" dirty="0">
              <a:solidFill>
                <a:srgbClr val="0000FF"/>
              </a:solidFill>
            </a:endParaRPr>
          </a:p>
          <a:p>
            <a:pPr eaLnBrk="1" hangingPunct="1"/>
            <a:endParaRPr lang="en-US" altLang="en-US" sz="2400" dirty="0"/>
          </a:p>
          <a:p>
            <a:endParaRPr 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Заголовок 1">
            <a:extLst>
              <a:ext uri="{FF2B5EF4-FFF2-40B4-BE49-F238E27FC236}">
                <a16:creationId xmlns:a16="http://schemas.microsoft.com/office/drawing/2014/main" id="{4B06F8D1-CCE2-920C-AEFF-3B154E737E54}"/>
              </a:ext>
            </a:extLst>
          </p:cNvPr>
          <p:cNvSpPr>
            <a:spLocks noGrp="1" noChangeArrowheads="1"/>
          </p:cNvSpPr>
          <p:nvPr>
            <p:ph type="title"/>
          </p:nvPr>
        </p:nvSpPr>
        <p:spPr/>
        <p:txBody>
          <a:bodyPr/>
          <a:lstStyle/>
          <a:p>
            <a:r>
              <a:rPr lang="en-US" altLang="en-US"/>
              <a:t>IC 74x193</a:t>
            </a:r>
            <a:endParaRPr lang="ru-RU" altLang="en-US"/>
          </a:p>
        </p:txBody>
      </p:sp>
      <p:sp>
        <p:nvSpPr>
          <p:cNvPr id="36867" name="Text Box 3">
            <a:extLst>
              <a:ext uri="{FF2B5EF4-FFF2-40B4-BE49-F238E27FC236}">
                <a16:creationId xmlns:a16="http://schemas.microsoft.com/office/drawing/2014/main" id="{B836DE9E-0830-5D41-E9FD-CC428B50154E}"/>
              </a:ext>
            </a:extLst>
          </p:cNvPr>
          <p:cNvSpPr txBox="1">
            <a:spLocks noChangeArrowheads="1"/>
          </p:cNvSpPr>
          <p:nvPr/>
        </p:nvSpPr>
        <p:spPr bwMode="auto">
          <a:xfrm>
            <a:off x="4991100" y="1582739"/>
            <a:ext cx="4953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pPr>
            <a:r>
              <a:rPr lang="en-US" altLang="en-US" sz="2000"/>
              <a:t>Up/Down Counter with Modulo 16</a:t>
            </a:r>
            <a:endParaRPr lang="ru-RU" altLang="en-US" sz="2000"/>
          </a:p>
        </p:txBody>
      </p:sp>
      <p:grpSp>
        <p:nvGrpSpPr>
          <p:cNvPr id="36868" name="Group 4">
            <a:extLst>
              <a:ext uri="{FF2B5EF4-FFF2-40B4-BE49-F238E27FC236}">
                <a16:creationId xmlns:a16="http://schemas.microsoft.com/office/drawing/2014/main" id="{A5287E86-4170-07D7-A3CD-BA48B925AFD1}"/>
              </a:ext>
            </a:extLst>
          </p:cNvPr>
          <p:cNvGrpSpPr>
            <a:grpSpLocks/>
          </p:cNvGrpSpPr>
          <p:nvPr/>
        </p:nvGrpSpPr>
        <p:grpSpPr bwMode="auto">
          <a:xfrm>
            <a:off x="1905000" y="2328863"/>
            <a:ext cx="2528888" cy="2667000"/>
            <a:chOff x="660" y="1440"/>
            <a:chExt cx="1593" cy="1680"/>
          </a:xfrm>
        </p:grpSpPr>
        <p:sp>
          <p:nvSpPr>
            <p:cNvPr id="27697" name="Rectangle 5">
              <a:extLst>
                <a:ext uri="{FF2B5EF4-FFF2-40B4-BE49-F238E27FC236}">
                  <a16:creationId xmlns:a16="http://schemas.microsoft.com/office/drawing/2014/main" id="{0DF8D340-D61D-4AD5-A485-6E98D27A1923}"/>
                </a:ext>
              </a:extLst>
            </p:cNvPr>
            <p:cNvSpPr>
              <a:spLocks noChangeArrowheads="1"/>
            </p:cNvSpPr>
            <p:nvPr/>
          </p:nvSpPr>
          <p:spPr bwMode="auto">
            <a:xfrm>
              <a:off x="1008" y="1440"/>
              <a:ext cx="909" cy="1680"/>
            </a:xfrm>
            <a:prstGeom prst="rect">
              <a:avLst/>
            </a:prstGeom>
            <a:solidFill>
              <a:schemeClr val="accent1">
                <a:lumMod val="40000"/>
                <a:lumOff val="60000"/>
              </a:schemeClr>
            </a:solidFill>
            <a:ln w="22225">
              <a:solidFill>
                <a:schemeClr val="tx1"/>
              </a:solidFill>
              <a:miter lim="800000"/>
              <a:headEnd/>
              <a:tailEnd/>
            </a:ln>
          </p:spPr>
          <p:txBody>
            <a:bodyPr wrap="none" anchor="ctr"/>
            <a:lstStyle/>
            <a:p>
              <a:pPr eaLnBrk="1" hangingPunct="1">
                <a:defRPr/>
              </a:pPr>
              <a:endParaRPr lang="ru-RU"/>
            </a:p>
          </p:txBody>
        </p:sp>
        <p:sp>
          <p:nvSpPr>
            <p:cNvPr id="36914" name="Freeform 6">
              <a:extLst>
                <a:ext uri="{FF2B5EF4-FFF2-40B4-BE49-F238E27FC236}">
                  <a16:creationId xmlns:a16="http://schemas.microsoft.com/office/drawing/2014/main" id="{5F3B90F5-9548-8875-DF73-5D7794DE5C86}"/>
                </a:ext>
              </a:extLst>
            </p:cNvPr>
            <p:cNvSpPr>
              <a:spLocks/>
            </p:cNvSpPr>
            <p:nvPr/>
          </p:nvSpPr>
          <p:spPr bwMode="auto">
            <a:xfrm>
              <a:off x="1008" y="1590"/>
              <a:ext cx="84" cy="111"/>
            </a:xfrm>
            <a:custGeom>
              <a:avLst/>
              <a:gdLst>
                <a:gd name="T0" fmla="*/ 0 w 129"/>
                <a:gd name="T1" fmla="*/ 32 h 133"/>
                <a:gd name="T2" fmla="*/ 5 w 129"/>
                <a:gd name="T3" fmla="*/ 16 h 133"/>
                <a:gd name="T4" fmla="*/ 0 w 129"/>
                <a:gd name="T5" fmla="*/ 0 h 133"/>
                <a:gd name="T6" fmla="*/ 0 60000 65536"/>
                <a:gd name="T7" fmla="*/ 0 60000 65536"/>
                <a:gd name="T8" fmla="*/ 0 60000 65536"/>
                <a:gd name="T9" fmla="*/ 0 w 129"/>
                <a:gd name="T10" fmla="*/ 0 h 133"/>
                <a:gd name="T11" fmla="*/ 129 w 129"/>
                <a:gd name="T12" fmla="*/ 133 h 133"/>
              </a:gdLst>
              <a:ahLst/>
              <a:cxnLst>
                <a:cxn ang="T6">
                  <a:pos x="T0" y="T1"/>
                </a:cxn>
                <a:cxn ang="T7">
                  <a:pos x="T2" y="T3"/>
                </a:cxn>
                <a:cxn ang="T8">
                  <a:pos x="T4" y="T5"/>
                </a:cxn>
              </a:cxnLst>
              <a:rect l="T9" t="T10" r="T11" b="T12"/>
              <a:pathLst>
                <a:path w="129" h="133">
                  <a:moveTo>
                    <a:pt x="0" y="133"/>
                  </a:moveTo>
                  <a:lnTo>
                    <a:pt x="129" y="66"/>
                  </a:lnTo>
                  <a:lnTo>
                    <a:pt x="0" y="0"/>
                  </a:lnTo>
                </a:path>
              </a:pathLst>
            </a:custGeom>
            <a:noFill/>
            <a:ln w="22225" cap="flat">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6915" name="Line 7">
              <a:extLst>
                <a:ext uri="{FF2B5EF4-FFF2-40B4-BE49-F238E27FC236}">
                  <a16:creationId xmlns:a16="http://schemas.microsoft.com/office/drawing/2014/main" id="{05F8D981-CB02-5FF5-A01C-89CE34B1659C}"/>
                </a:ext>
              </a:extLst>
            </p:cNvPr>
            <p:cNvSpPr>
              <a:spLocks noChangeShapeType="1"/>
            </p:cNvSpPr>
            <p:nvPr/>
          </p:nvSpPr>
          <p:spPr bwMode="auto">
            <a:xfrm>
              <a:off x="669" y="1632"/>
              <a:ext cx="336"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916" name="Freeform 8">
              <a:extLst>
                <a:ext uri="{FF2B5EF4-FFF2-40B4-BE49-F238E27FC236}">
                  <a16:creationId xmlns:a16="http://schemas.microsoft.com/office/drawing/2014/main" id="{2430DAC9-4767-A7DB-1A63-690DFD11A1B6}"/>
                </a:ext>
              </a:extLst>
            </p:cNvPr>
            <p:cNvSpPr>
              <a:spLocks/>
            </p:cNvSpPr>
            <p:nvPr/>
          </p:nvSpPr>
          <p:spPr bwMode="auto">
            <a:xfrm>
              <a:off x="1008" y="1824"/>
              <a:ext cx="84" cy="111"/>
            </a:xfrm>
            <a:custGeom>
              <a:avLst/>
              <a:gdLst>
                <a:gd name="T0" fmla="*/ 0 w 129"/>
                <a:gd name="T1" fmla="*/ 32 h 133"/>
                <a:gd name="T2" fmla="*/ 5 w 129"/>
                <a:gd name="T3" fmla="*/ 16 h 133"/>
                <a:gd name="T4" fmla="*/ 0 w 129"/>
                <a:gd name="T5" fmla="*/ 0 h 133"/>
                <a:gd name="T6" fmla="*/ 0 60000 65536"/>
                <a:gd name="T7" fmla="*/ 0 60000 65536"/>
                <a:gd name="T8" fmla="*/ 0 60000 65536"/>
                <a:gd name="T9" fmla="*/ 0 w 129"/>
                <a:gd name="T10" fmla="*/ 0 h 133"/>
                <a:gd name="T11" fmla="*/ 129 w 129"/>
                <a:gd name="T12" fmla="*/ 133 h 133"/>
              </a:gdLst>
              <a:ahLst/>
              <a:cxnLst>
                <a:cxn ang="T6">
                  <a:pos x="T0" y="T1"/>
                </a:cxn>
                <a:cxn ang="T7">
                  <a:pos x="T2" y="T3"/>
                </a:cxn>
                <a:cxn ang="T8">
                  <a:pos x="T4" y="T5"/>
                </a:cxn>
              </a:cxnLst>
              <a:rect l="T9" t="T10" r="T11" b="T12"/>
              <a:pathLst>
                <a:path w="129" h="133">
                  <a:moveTo>
                    <a:pt x="0" y="133"/>
                  </a:moveTo>
                  <a:lnTo>
                    <a:pt x="129" y="66"/>
                  </a:lnTo>
                  <a:lnTo>
                    <a:pt x="0" y="0"/>
                  </a:lnTo>
                </a:path>
              </a:pathLst>
            </a:custGeom>
            <a:noFill/>
            <a:ln w="22225" cap="flat">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6917" name="Line 9">
              <a:extLst>
                <a:ext uri="{FF2B5EF4-FFF2-40B4-BE49-F238E27FC236}">
                  <a16:creationId xmlns:a16="http://schemas.microsoft.com/office/drawing/2014/main" id="{767B750A-9E58-D928-8F92-E1CCB308C08E}"/>
                </a:ext>
              </a:extLst>
            </p:cNvPr>
            <p:cNvSpPr>
              <a:spLocks noChangeShapeType="1"/>
            </p:cNvSpPr>
            <p:nvPr/>
          </p:nvSpPr>
          <p:spPr bwMode="auto">
            <a:xfrm>
              <a:off x="669" y="1866"/>
              <a:ext cx="336"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702" name="Oval 10">
              <a:extLst>
                <a:ext uri="{FF2B5EF4-FFF2-40B4-BE49-F238E27FC236}">
                  <a16:creationId xmlns:a16="http://schemas.microsoft.com/office/drawing/2014/main" id="{6CE73B72-A427-4337-B817-97E16B4B46A2}"/>
                </a:ext>
              </a:extLst>
            </p:cNvPr>
            <p:cNvSpPr>
              <a:spLocks noChangeArrowheads="1"/>
            </p:cNvSpPr>
            <p:nvPr/>
          </p:nvSpPr>
          <p:spPr bwMode="auto">
            <a:xfrm>
              <a:off x="912" y="2016"/>
              <a:ext cx="100" cy="100"/>
            </a:xfrm>
            <a:prstGeom prst="ellipse">
              <a:avLst/>
            </a:prstGeom>
            <a:solidFill>
              <a:schemeClr val="accent1">
                <a:lumMod val="40000"/>
                <a:lumOff val="60000"/>
              </a:schemeClr>
            </a:solidFill>
            <a:ln w="22225">
              <a:solidFill>
                <a:schemeClr val="tx1"/>
              </a:solidFill>
              <a:round/>
              <a:headEnd/>
              <a:tailEnd/>
            </a:ln>
          </p:spPr>
          <p:txBody>
            <a:bodyPr wrap="none" anchor="ctr"/>
            <a:lstStyle/>
            <a:p>
              <a:pPr eaLnBrk="1" hangingPunct="1">
                <a:defRPr/>
              </a:pPr>
              <a:endParaRPr lang="ru-RU"/>
            </a:p>
          </p:txBody>
        </p:sp>
        <p:sp>
          <p:nvSpPr>
            <p:cNvPr id="36919" name="Line 11">
              <a:extLst>
                <a:ext uri="{FF2B5EF4-FFF2-40B4-BE49-F238E27FC236}">
                  <a16:creationId xmlns:a16="http://schemas.microsoft.com/office/drawing/2014/main" id="{CA0EBEA2-A0BB-07A3-4A90-ADD918BAC8ED}"/>
                </a:ext>
              </a:extLst>
            </p:cNvPr>
            <p:cNvSpPr>
              <a:spLocks noChangeShapeType="1"/>
            </p:cNvSpPr>
            <p:nvPr/>
          </p:nvSpPr>
          <p:spPr bwMode="auto">
            <a:xfrm>
              <a:off x="660" y="2064"/>
              <a:ext cx="243"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920" name="Line 12">
              <a:extLst>
                <a:ext uri="{FF2B5EF4-FFF2-40B4-BE49-F238E27FC236}">
                  <a16:creationId xmlns:a16="http://schemas.microsoft.com/office/drawing/2014/main" id="{940F741D-72DA-5056-4CA9-F4881633A9C0}"/>
                </a:ext>
              </a:extLst>
            </p:cNvPr>
            <p:cNvSpPr>
              <a:spLocks noChangeShapeType="1"/>
            </p:cNvSpPr>
            <p:nvPr/>
          </p:nvSpPr>
          <p:spPr bwMode="auto">
            <a:xfrm>
              <a:off x="672" y="2256"/>
              <a:ext cx="336"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921" name="Line 13">
              <a:extLst>
                <a:ext uri="{FF2B5EF4-FFF2-40B4-BE49-F238E27FC236}">
                  <a16:creationId xmlns:a16="http://schemas.microsoft.com/office/drawing/2014/main" id="{60147A71-60C5-DD94-4DE1-79C50E179A5E}"/>
                </a:ext>
              </a:extLst>
            </p:cNvPr>
            <p:cNvSpPr>
              <a:spLocks noChangeShapeType="1"/>
            </p:cNvSpPr>
            <p:nvPr/>
          </p:nvSpPr>
          <p:spPr bwMode="auto">
            <a:xfrm>
              <a:off x="672" y="2400"/>
              <a:ext cx="336"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922" name="Line 14">
              <a:extLst>
                <a:ext uri="{FF2B5EF4-FFF2-40B4-BE49-F238E27FC236}">
                  <a16:creationId xmlns:a16="http://schemas.microsoft.com/office/drawing/2014/main" id="{A849C905-CF91-689E-1351-2874968D54B5}"/>
                </a:ext>
              </a:extLst>
            </p:cNvPr>
            <p:cNvSpPr>
              <a:spLocks noChangeShapeType="1"/>
            </p:cNvSpPr>
            <p:nvPr/>
          </p:nvSpPr>
          <p:spPr bwMode="auto">
            <a:xfrm>
              <a:off x="672" y="2544"/>
              <a:ext cx="336"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923" name="Line 15">
              <a:extLst>
                <a:ext uri="{FF2B5EF4-FFF2-40B4-BE49-F238E27FC236}">
                  <a16:creationId xmlns:a16="http://schemas.microsoft.com/office/drawing/2014/main" id="{697CAE49-DD09-5FBD-BBA6-155E33658AE3}"/>
                </a:ext>
              </a:extLst>
            </p:cNvPr>
            <p:cNvSpPr>
              <a:spLocks noChangeShapeType="1"/>
            </p:cNvSpPr>
            <p:nvPr/>
          </p:nvSpPr>
          <p:spPr bwMode="auto">
            <a:xfrm>
              <a:off x="672" y="2688"/>
              <a:ext cx="336"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924" name="Line 16">
              <a:extLst>
                <a:ext uri="{FF2B5EF4-FFF2-40B4-BE49-F238E27FC236}">
                  <a16:creationId xmlns:a16="http://schemas.microsoft.com/office/drawing/2014/main" id="{8588914F-48C3-BE31-EC47-DF04E467619D}"/>
                </a:ext>
              </a:extLst>
            </p:cNvPr>
            <p:cNvSpPr>
              <a:spLocks noChangeShapeType="1"/>
            </p:cNvSpPr>
            <p:nvPr/>
          </p:nvSpPr>
          <p:spPr bwMode="auto">
            <a:xfrm>
              <a:off x="663" y="2946"/>
              <a:ext cx="336"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925" name="Text Box 17">
              <a:extLst>
                <a:ext uri="{FF2B5EF4-FFF2-40B4-BE49-F238E27FC236}">
                  <a16:creationId xmlns:a16="http://schemas.microsoft.com/office/drawing/2014/main" id="{1EF9540E-8F18-5C11-8AAD-20C581117E03}"/>
                </a:ext>
              </a:extLst>
            </p:cNvPr>
            <p:cNvSpPr txBox="1">
              <a:spLocks noChangeArrowheads="1"/>
            </p:cNvSpPr>
            <p:nvPr/>
          </p:nvSpPr>
          <p:spPr bwMode="auto">
            <a:xfrm>
              <a:off x="1104" y="1776"/>
              <a:ext cx="52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CPd</a:t>
              </a:r>
              <a:endParaRPr lang="ru-RU" altLang="en-US"/>
            </a:p>
          </p:txBody>
        </p:sp>
        <p:sp>
          <p:nvSpPr>
            <p:cNvPr id="36926" name="Line 18">
              <a:extLst>
                <a:ext uri="{FF2B5EF4-FFF2-40B4-BE49-F238E27FC236}">
                  <a16:creationId xmlns:a16="http://schemas.microsoft.com/office/drawing/2014/main" id="{9E8CC6D7-038E-DC8A-8981-B9E03135BFDB}"/>
                </a:ext>
              </a:extLst>
            </p:cNvPr>
            <p:cNvSpPr>
              <a:spLocks noChangeShapeType="1"/>
            </p:cNvSpPr>
            <p:nvPr/>
          </p:nvSpPr>
          <p:spPr bwMode="auto">
            <a:xfrm>
              <a:off x="1917" y="1845"/>
              <a:ext cx="336"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927" name="Line 19">
              <a:extLst>
                <a:ext uri="{FF2B5EF4-FFF2-40B4-BE49-F238E27FC236}">
                  <a16:creationId xmlns:a16="http://schemas.microsoft.com/office/drawing/2014/main" id="{3186EAA8-CBBB-869A-5E59-764091EDE8CB}"/>
                </a:ext>
              </a:extLst>
            </p:cNvPr>
            <p:cNvSpPr>
              <a:spLocks noChangeShapeType="1"/>
            </p:cNvSpPr>
            <p:nvPr/>
          </p:nvSpPr>
          <p:spPr bwMode="auto">
            <a:xfrm>
              <a:off x="1917" y="1998"/>
              <a:ext cx="336"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928" name="Line 20">
              <a:extLst>
                <a:ext uri="{FF2B5EF4-FFF2-40B4-BE49-F238E27FC236}">
                  <a16:creationId xmlns:a16="http://schemas.microsoft.com/office/drawing/2014/main" id="{5D351810-D88F-9FD8-5BA8-70BC107D6CFA}"/>
                </a:ext>
              </a:extLst>
            </p:cNvPr>
            <p:cNvSpPr>
              <a:spLocks noChangeShapeType="1"/>
            </p:cNvSpPr>
            <p:nvPr/>
          </p:nvSpPr>
          <p:spPr bwMode="auto">
            <a:xfrm>
              <a:off x="1917" y="2154"/>
              <a:ext cx="336"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929" name="Line 21">
              <a:extLst>
                <a:ext uri="{FF2B5EF4-FFF2-40B4-BE49-F238E27FC236}">
                  <a16:creationId xmlns:a16="http://schemas.microsoft.com/office/drawing/2014/main" id="{E8938F1C-BBEE-D38E-4453-4E79CFD1ABC6}"/>
                </a:ext>
              </a:extLst>
            </p:cNvPr>
            <p:cNvSpPr>
              <a:spLocks noChangeShapeType="1"/>
            </p:cNvSpPr>
            <p:nvPr/>
          </p:nvSpPr>
          <p:spPr bwMode="auto">
            <a:xfrm>
              <a:off x="1917" y="2307"/>
              <a:ext cx="336"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930" name="Oval 22">
              <a:extLst>
                <a:ext uri="{FF2B5EF4-FFF2-40B4-BE49-F238E27FC236}">
                  <a16:creationId xmlns:a16="http://schemas.microsoft.com/office/drawing/2014/main" id="{0305DCF5-D24C-63E2-5013-F7E9A1C94EED}"/>
                </a:ext>
              </a:extLst>
            </p:cNvPr>
            <p:cNvSpPr>
              <a:spLocks noChangeArrowheads="1"/>
            </p:cNvSpPr>
            <p:nvPr/>
          </p:nvSpPr>
          <p:spPr bwMode="auto">
            <a:xfrm>
              <a:off x="1917" y="2586"/>
              <a:ext cx="100" cy="100"/>
            </a:xfrm>
            <a:prstGeom prst="ellipse">
              <a:avLst/>
            </a:prstGeom>
            <a:solidFill>
              <a:schemeClr val="accent1"/>
            </a:solidFill>
            <a:ln w="22225">
              <a:solidFill>
                <a:schemeClr val="tx1"/>
              </a:solidFill>
              <a:round/>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36931" name="Line 23">
              <a:extLst>
                <a:ext uri="{FF2B5EF4-FFF2-40B4-BE49-F238E27FC236}">
                  <a16:creationId xmlns:a16="http://schemas.microsoft.com/office/drawing/2014/main" id="{2598DAF4-4DD0-6500-897E-AE5FACD8F9B1}"/>
                </a:ext>
              </a:extLst>
            </p:cNvPr>
            <p:cNvSpPr>
              <a:spLocks noChangeShapeType="1"/>
            </p:cNvSpPr>
            <p:nvPr/>
          </p:nvSpPr>
          <p:spPr bwMode="auto">
            <a:xfrm>
              <a:off x="2013" y="2634"/>
              <a:ext cx="222"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932" name="Oval 24">
              <a:extLst>
                <a:ext uri="{FF2B5EF4-FFF2-40B4-BE49-F238E27FC236}">
                  <a16:creationId xmlns:a16="http://schemas.microsoft.com/office/drawing/2014/main" id="{C623CA68-0DF9-F1BB-C2F2-0FB12242E20F}"/>
                </a:ext>
              </a:extLst>
            </p:cNvPr>
            <p:cNvSpPr>
              <a:spLocks noChangeArrowheads="1"/>
            </p:cNvSpPr>
            <p:nvPr/>
          </p:nvSpPr>
          <p:spPr bwMode="auto">
            <a:xfrm>
              <a:off x="1908" y="2805"/>
              <a:ext cx="100" cy="100"/>
            </a:xfrm>
            <a:prstGeom prst="ellipse">
              <a:avLst/>
            </a:prstGeom>
            <a:solidFill>
              <a:schemeClr val="accent1"/>
            </a:solidFill>
            <a:ln w="22225">
              <a:solidFill>
                <a:schemeClr val="tx1"/>
              </a:solidFill>
              <a:round/>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36933" name="Line 25">
              <a:extLst>
                <a:ext uri="{FF2B5EF4-FFF2-40B4-BE49-F238E27FC236}">
                  <a16:creationId xmlns:a16="http://schemas.microsoft.com/office/drawing/2014/main" id="{A0F6DDC8-B54C-FCD9-1AD4-0474C337B5B0}"/>
                </a:ext>
              </a:extLst>
            </p:cNvPr>
            <p:cNvSpPr>
              <a:spLocks noChangeShapeType="1"/>
            </p:cNvSpPr>
            <p:nvPr/>
          </p:nvSpPr>
          <p:spPr bwMode="auto">
            <a:xfrm>
              <a:off x="2004" y="2853"/>
              <a:ext cx="222"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934" name="Text Box 26">
              <a:extLst>
                <a:ext uri="{FF2B5EF4-FFF2-40B4-BE49-F238E27FC236}">
                  <a16:creationId xmlns:a16="http://schemas.microsoft.com/office/drawing/2014/main" id="{15E99E14-941B-A02C-7382-DD3706D6369A}"/>
                </a:ext>
              </a:extLst>
            </p:cNvPr>
            <p:cNvSpPr txBox="1">
              <a:spLocks noChangeArrowheads="1"/>
            </p:cNvSpPr>
            <p:nvPr/>
          </p:nvSpPr>
          <p:spPr bwMode="auto">
            <a:xfrm>
              <a:off x="1056" y="1968"/>
              <a:ext cx="52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Load</a:t>
              </a:r>
              <a:endParaRPr lang="ru-RU" altLang="en-US"/>
            </a:p>
          </p:txBody>
        </p:sp>
        <p:sp>
          <p:nvSpPr>
            <p:cNvPr id="36935" name="Text Box 27">
              <a:extLst>
                <a:ext uri="{FF2B5EF4-FFF2-40B4-BE49-F238E27FC236}">
                  <a16:creationId xmlns:a16="http://schemas.microsoft.com/office/drawing/2014/main" id="{878857D0-BD7C-3064-D06D-5DAD44C14186}"/>
                </a:ext>
              </a:extLst>
            </p:cNvPr>
            <p:cNvSpPr txBox="1">
              <a:spLocks noChangeArrowheads="1"/>
            </p:cNvSpPr>
            <p:nvPr/>
          </p:nvSpPr>
          <p:spPr bwMode="auto">
            <a:xfrm>
              <a:off x="1047" y="2142"/>
              <a:ext cx="37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D</a:t>
              </a:r>
              <a:r>
                <a:rPr lang="en-US" altLang="en-US" baseline="-25000"/>
                <a:t>0</a:t>
              </a:r>
              <a:endParaRPr lang="ru-RU" altLang="en-US"/>
            </a:p>
          </p:txBody>
        </p:sp>
        <p:sp>
          <p:nvSpPr>
            <p:cNvPr id="36936" name="Text Box 28">
              <a:extLst>
                <a:ext uri="{FF2B5EF4-FFF2-40B4-BE49-F238E27FC236}">
                  <a16:creationId xmlns:a16="http://schemas.microsoft.com/office/drawing/2014/main" id="{067409CA-4A8E-02B0-DF3D-EBC64115106B}"/>
                </a:ext>
              </a:extLst>
            </p:cNvPr>
            <p:cNvSpPr txBox="1">
              <a:spLocks noChangeArrowheads="1"/>
            </p:cNvSpPr>
            <p:nvPr/>
          </p:nvSpPr>
          <p:spPr bwMode="auto">
            <a:xfrm>
              <a:off x="1047" y="2286"/>
              <a:ext cx="37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D</a:t>
              </a:r>
              <a:r>
                <a:rPr lang="en-US" altLang="en-US" baseline="-25000"/>
                <a:t>1</a:t>
              </a:r>
              <a:endParaRPr lang="ru-RU" altLang="en-US"/>
            </a:p>
          </p:txBody>
        </p:sp>
        <p:sp>
          <p:nvSpPr>
            <p:cNvPr id="36937" name="Text Box 29">
              <a:extLst>
                <a:ext uri="{FF2B5EF4-FFF2-40B4-BE49-F238E27FC236}">
                  <a16:creationId xmlns:a16="http://schemas.microsoft.com/office/drawing/2014/main" id="{DE6D4A4B-DF16-0CEC-5945-3E9840A6CE01}"/>
                </a:ext>
              </a:extLst>
            </p:cNvPr>
            <p:cNvSpPr txBox="1">
              <a:spLocks noChangeArrowheads="1"/>
            </p:cNvSpPr>
            <p:nvPr/>
          </p:nvSpPr>
          <p:spPr bwMode="auto">
            <a:xfrm>
              <a:off x="1053" y="2430"/>
              <a:ext cx="37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D</a:t>
              </a:r>
              <a:r>
                <a:rPr lang="en-US" altLang="en-US" baseline="-25000"/>
                <a:t>2</a:t>
              </a:r>
              <a:endParaRPr lang="ru-RU" altLang="en-US"/>
            </a:p>
          </p:txBody>
        </p:sp>
        <p:sp>
          <p:nvSpPr>
            <p:cNvPr id="36938" name="Text Box 30">
              <a:extLst>
                <a:ext uri="{FF2B5EF4-FFF2-40B4-BE49-F238E27FC236}">
                  <a16:creationId xmlns:a16="http://schemas.microsoft.com/office/drawing/2014/main" id="{3C31158F-5BA1-C8F6-1240-6BBECCF4AF5F}"/>
                </a:ext>
              </a:extLst>
            </p:cNvPr>
            <p:cNvSpPr txBox="1">
              <a:spLocks noChangeArrowheads="1"/>
            </p:cNvSpPr>
            <p:nvPr/>
          </p:nvSpPr>
          <p:spPr bwMode="auto">
            <a:xfrm>
              <a:off x="1056" y="2574"/>
              <a:ext cx="37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D</a:t>
              </a:r>
              <a:r>
                <a:rPr lang="en-US" altLang="en-US" baseline="-25000"/>
                <a:t>3</a:t>
              </a:r>
              <a:endParaRPr lang="ru-RU" altLang="en-US"/>
            </a:p>
          </p:txBody>
        </p:sp>
        <p:sp>
          <p:nvSpPr>
            <p:cNvPr id="36939" name="Text Box 31">
              <a:extLst>
                <a:ext uri="{FF2B5EF4-FFF2-40B4-BE49-F238E27FC236}">
                  <a16:creationId xmlns:a16="http://schemas.microsoft.com/office/drawing/2014/main" id="{72DEFA48-825A-12AF-198B-AC4AA16535B0}"/>
                </a:ext>
              </a:extLst>
            </p:cNvPr>
            <p:cNvSpPr txBox="1">
              <a:spLocks noChangeArrowheads="1"/>
            </p:cNvSpPr>
            <p:nvPr/>
          </p:nvSpPr>
          <p:spPr bwMode="auto">
            <a:xfrm>
              <a:off x="1056" y="2832"/>
              <a:ext cx="57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Reset</a:t>
              </a:r>
              <a:endParaRPr lang="ru-RU" altLang="en-US"/>
            </a:p>
          </p:txBody>
        </p:sp>
        <p:sp>
          <p:nvSpPr>
            <p:cNvPr id="36940" name="Text Box 32">
              <a:extLst>
                <a:ext uri="{FF2B5EF4-FFF2-40B4-BE49-F238E27FC236}">
                  <a16:creationId xmlns:a16="http://schemas.microsoft.com/office/drawing/2014/main" id="{438D83B5-CD7D-BFFA-4752-A998256BF6E3}"/>
                </a:ext>
              </a:extLst>
            </p:cNvPr>
            <p:cNvSpPr txBox="1">
              <a:spLocks noChangeArrowheads="1"/>
            </p:cNvSpPr>
            <p:nvPr/>
          </p:nvSpPr>
          <p:spPr bwMode="auto">
            <a:xfrm>
              <a:off x="1629" y="1728"/>
              <a:ext cx="37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Q</a:t>
              </a:r>
              <a:r>
                <a:rPr lang="en-US" altLang="en-US" baseline="-25000"/>
                <a:t>0</a:t>
              </a:r>
              <a:endParaRPr lang="ru-RU" altLang="en-US"/>
            </a:p>
          </p:txBody>
        </p:sp>
        <p:sp>
          <p:nvSpPr>
            <p:cNvPr id="36941" name="Text Box 33">
              <a:extLst>
                <a:ext uri="{FF2B5EF4-FFF2-40B4-BE49-F238E27FC236}">
                  <a16:creationId xmlns:a16="http://schemas.microsoft.com/office/drawing/2014/main" id="{D74174CB-7170-91E5-19F5-6499A940355F}"/>
                </a:ext>
              </a:extLst>
            </p:cNvPr>
            <p:cNvSpPr txBox="1">
              <a:spLocks noChangeArrowheads="1"/>
            </p:cNvSpPr>
            <p:nvPr/>
          </p:nvSpPr>
          <p:spPr bwMode="auto">
            <a:xfrm>
              <a:off x="1626" y="1872"/>
              <a:ext cx="37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Q</a:t>
              </a:r>
              <a:r>
                <a:rPr lang="en-US" altLang="en-US" baseline="-25000"/>
                <a:t>1</a:t>
              </a:r>
              <a:endParaRPr lang="ru-RU" altLang="en-US"/>
            </a:p>
          </p:txBody>
        </p:sp>
        <p:sp>
          <p:nvSpPr>
            <p:cNvPr id="36942" name="Text Box 34">
              <a:extLst>
                <a:ext uri="{FF2B5EF4-FFF2-40B4-BE49-F238E27FC236}">
                  <a16:creationId xmlns:a16="http://schemas.microsoft.com/office/drawing/2014/main" id="{5993F8B8-42D9-5FE4-B57F-F324FF39101E}"/>
                </a:ext>
              </a:extLst>
            </p:cNvPr>
            <p:cNvSpPr txBox="1">
              <a:spLocks noChangeArrowheads="1"/>
            </p:cNvSpPr>
            <p:nvPr/>
          </p:nvSpPr>
          <p:spPr bwMode="auto">
            <a:xfrm>
              <a:off x="1629" y="2016"/>
              <a:ext cx="37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Q</a:t>
              </a:r>
              <a:r>
                <a:rPr lang="en-US" altLang="en-US" baseline="-25000"/>
                <a:t>2</a:t>
              </a:r>
              <a:endParaRPr lang="ru-RU" altLang="en-US"/>
            </a:p>
          </p:txBody>
        </p:sp>
        <p:sp>
          <p:nvSpPr>
            <p:cNvPr id="36943" name="Text Box 35">
              <a:extLst>
                <a:ext uri="{FF2B5EF4-FFF2-40B4-BE49-F238E27FC236}">
                  <a16:creationId xmlns:a16="http://schemas.microsoft.com/office/drawing/2014/main" id="{0177ADFE-8165-4111-8062-0588638F0A9D}"/>
                </a:ext>
              </a:extLst>
            </p:cNvPr>
            <p:cNvSpPr txBox="1">
              <a:spLocks noChangeArrowheads="1"/>
            </p:cNvSpPr>
            <p:nvPr/>
          </p:nvSpPr>
          <p:spPr bwMode="auto">
            <a:xfrm>
              <a:off x="1629" y="2172"/>
              <a:ext cx="37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Q</a:t>
              </a:r>
              <a:r>
                <a:rPr lang="en-US" altLang="en-US" baseline="-25000"/>
                <a:t>3</a:t>
              </a:r>
              <a:endParaRPr lang="ru-RU" altLang="en-US"/>
            </a:p>
          </p:txBody>
        </p:sp>
        <p:sp>
          <p:nvSpPr>
            <p:cNvPr id="36944" name="Text Box 36">
              <a:extLst>
                <a:ext uri="{FF2B5EF4-FFF2-40B4-BE49-F238E27FC236}">
                  <a16:creationId xmlns:a16="http://schemas.microsoft.com/office/drawing/2014/main" id="{F418E9E4-865B-1434-A91E-42C1D2866B3E}"/>
                </a:ext>
              </a:extLst>
            </p:cNvPr>
            <p:cNvSpPr txBox="1">
              <a:spLocks noChangeArrowheads="1"/>
            </p:cNvSpPr>
            <p:nvPr/>
          </p:nvSpPr>
          <p:spPr bwMode="auto">
            <a:xfrm>
              <a:off x="1056" y="1536"/>
              <a:ext cx="52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CPu</a:t>
              </a:r>
              <a:endParaRPr lang="ru-RU" altLang="en-US"/>
            </a:p>
          </p:txBody>
        </p:sp>
        <p:sp>
          <p:nvSpPr>
            <p:cNvPr id="36945" name="Text Box 37">
              <a:extLst>
                <a:ext uri="{FF2B5EF4-FFF2-40B4-BE49-F238E27FC236}">
                  <a16:creationId xmlns:a16="http://schemas.microsoft.com/office/drawing/2014/main" id="{3CF2AD14-15E7-83B5-86EF-C55426980656}"/>
                </a:ext>
              </a:extLst>
            </p:cNvPr>
            <p:cNvSpPr txBox="1">
              <a:spLocks noChangeArrowheads="1"/>
            </p:cNvSpPr>
            <p:nvPr/>
          </p:nvSpPr>
          <p:spPr bwMode="auto">
            <a:xfrm>
              <a:off x="1524" y="2496"/>
              <a:ext cx="471"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TCu</a:t>
              </a:r>
              <a:endParaRPr lang="ru-RU" altLang="en-US"/>
            </a:p>
          </p:txBody>
        </p:sp>
        <p:sp>
          <p:nvSpPr>
            <p:cNvPr id="36946" name="Text Box 38">
              <a:extLst>
                <a:ext uri="{FF2B5EF4-FFF2-40B4-BE49-F238E27FC236}">
                  <a16:creationId xmlns:a16="http://schemas.microsoft.com/office/drawing/2014/main" id="{C99EF4EC-5EBE-C374-CDE0-C9FFEAE0F179}"/>
                </a:ext>
              </a:extLst>
            </p:cNvPr>
            <p:cNvSpPr txBox="1">
              <a:spLocks noChangeArrowheads="1"/>
            </p:cNvSpPr>
            <p:nvPr/>
          </p:nvSpPr>
          <p:spPr bwMode="auto">
            <a:xfrm>
              <a:off x="1536" y="2736"/>
              <a:ext cx="471"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TCd</a:t>
              </a:r>
              <a:endParaRPr lang="ru-RU" altLang="en-US"/>
            </a:p>
          </p:txBody>
        </p:sp>
      </p:grpSp>
      <p:graphicFrame>
        <p:nvGraphicFramePr>
          <p:cNvPr id="27739" name="Group 91">
            <a:extLst>
              <a:ext uri="{FF2B5EF4-FFF2-40B4-BE49-F238E27FC236}">
                <a16:creationId xmlns:a16="http://schemas.microsoft.com/office/drawing/2014/main" id="{C5115FDA-4393-46AD-944D-ECFA105FAD86}"/>
              </a:ext>
            </a:extLst>
          </p:cNvPr>
          <p:cNvGraphicFramePr>
            <a:graphicFrameLocks noGrp="1"/>
          </p:cNvGraphicFramePr>
          <p:nvPr>
            <p:extLst>
              <p:ext uri="{D42A27DB-BD31-4B8C-83A1-F6EECF244321}">
                <p14:modId xmlns:p14="http://schemas.microsoft.com/office/powerpoint/2010/main" val="1995675664"/>
              </p:ext>
            </p:extLst>
          </p:nvPr>
        </p:nvGraphicFramePr>
        <p:xfrm>
          <a:off x="4648200" y="2017714"/>
          <a:ext cx="5638800" cy="3017837"/>
        </p:xfrm>
        <a:graphic>
          <a:graphicData uri="http://schemas.openxmlformats.org/drawingml/2006/table">
            <a:tbl>
              <a:tblPr/>
              <a:tblGrid>
                <a:gridCol w="6858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838200">
                  <a:extLst>
                    <a:ext uri="{9D8B030D-6E8A-4147-A177-3AD203B41FA5}">
                      <a16:colId xmlns:a16="http://schemas.microsoft.com/office/drawing/2014/main" val="20002"/>
                    </a:ext>
                  </a:extLst>
                </a:gridCol>
                <a:gridCol w="838200">
                  <a:extLst>
                    <a:ext uri="{9D8B030D-6E8A-4147-A177-3AD203B41FA5}">
                      <a16:colId xmlns:a16="http://schemas.microsoft.com/office/drawing/2014/main" val="20003"/>
                    </a:ext>
                  </a:extLst>
                </a:gridCol>
                <a:gridCol w="1066800">
                  <a:extLst>
                    <a:ext uri="{9D8B030D-6E8A-4147-A177-3AD203B41FA5}">
                      <a16:colId xmlns:a16="http://schemas.microsoft.com/office/drawing/2014/main" val="20004"/>
                    </a:ext>
                  </a:extLst>
                </a:gridCol>
                <a:gridCol w="1295400">
                  <a:extLst>
                    <a:ext uri="{9D8B030D-6E8A-4147-A177-3AD203B41FA5}">
                      <a16:colId xmlns:a16="http://schemas.microsoft.com/office/drawing/2014/main" val="20005"/>
                    </a:ext>
                  </a:extLst>
                </a:gridCol>
              </a:tblGrid>
              <a:tr h="396286">
                <a:tc>
                  <a:txBody>
                    <a:bodyPr/>
                    <a:lstStyle/>
                    <a:p>
                      <a:pPr marL="0" marR="0" lvl="0" indent="0" algn="ctr" defTabSz="914400" rtl="0" eaLnBrk="0" fontAlgn="base" latinLnBrk="0" hangingPunct="0">
                        <a:lnSpc>
                          <a:spcPct val="100000"/>
                        </a:lnSpc>
                        <a:spcBef>
                          <a:spcPct val="20000"/>
                        </a:spcBef>
                        <a:spcAft>
                          <a:spcPct val="0"/>
                        </a:spcAft>
                        <a:buClr>
                          <a:srgbClr val="0000FF"/>
                        </a:buClr>
                        <a:buSzPct val="100000"/>
                        <a:buFont typeface="Arial" pitchFamily="34" charset="0"/>
                        <a:buNone/>
                        <a:tabLst/>
                      </a:pPr>
                      <a:r>
                        <a:rPr kumimoji="0" lang="en-US" sz="2000" b="0" i="0" u="none" strike="noStrike" cap="none" normalizeH="0" baseline="0">
                          <a:ln>
                            <a:noFill/>
                          </a:ln>
                          <a:solidFill>
                            <a:schemeClr val="bg2"/>
                          </a:solidFill>
                          <a:effectLst/>
                          <a:latin typeface="Arial" pitchFamily="34" charset="0"/>
                          <a:cs typeface="Arial" pitchFamily="34" charset="0"/>
                        </a:rPr>
                        <a:t>R</a:t>
                      </a:r>
                      <a:endParaRPr kumimoji="0" lang="ru-RU" sz="2000" b="0" i="0" u="none" strike="noStrike" cap="none" normalizeH="0" baseline="0">
                        <a:ln>
                          <a:noFill/>
                        </a:ln>
                        <a:solidFill>
                          <a:schemeClr val="bg2"/>
                        </a:solidFill>
                        <a:effectLst/>
                        <a:latin typeface="Arial" pitchFamily="34" charset="0"/>
                        <a:cs typeface="Arial" pitchFamily="34" charset="0"/>
                      </a:endParaRPr>
                    </a:p>
                  </a:txBody>
                  <a:tcPr marT="45731" marB="4573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
                          <a:srgbClr val="0000FF"/>
                        </a:buClr>
                        <a:buSzPct val="100000"/>
                        <a:buFont typeface="Arial" pitchFamily="34" charset="0"/>
                        <a:buNone/>
                        <a:tabLst/>
                      </a:pPr>
                      <a:r>
                        <a:rPr kumimoji="0" lang="en-US" sz="2000" b="0" i="0" u="none" strike="noStrike" cap="none" normalizeH="0" baseline="0">
                          <a:ln>
                            <a:noFill/>
                          </a:ln>
                          <a:solidFill>
                            <a:schemeClr val="bg2"/>
                          </a:solidFill>
                          <a:effectLst/>
                          <a:latin typeface="Arial" pitchFamily="34" charset="0"/>
                          <a:cs typeface="Arial" pitchFamily="34" charset="0"/>
                        </a:rPr>
                        <a:t>~Load</a:t>
                      </a:r>
                      <a:endParaRPr kumimoji="0" lang="ru-RU" sz="2000" b="0" i="0" u="none" strike="noStrike" cap="none" normalizeH="0" baseline="0">
                        <a:ln>
                          <a:noFill/>
                        </a:ln>
                        <a:solidFill>
                          <a:schemeClr val="bg2"/>
                        </a:solidFill>
                        <a:effectLst/>
                        <a:latin typeface="Arial" pitchFamily="34" charset="0"/>
                        <a:cs typeface="Arial" pitchFamily="34" charset="0"/>
                      </a:endParaRPr>
                    </a:p>
                  </a:txBody>
                  <a:tcPr marT="45731" marB="4573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
                          <a:srgbClr val="0000FF"/>
                        </a:buClr>
                        <a:buSzPct val="100000"/>
                        <a:buFont typeface="Arial" pitchFamily="34" charset="0"/>
                        <a:buNone/>
                        <a:tabLst/>
                      </a:pPr>
                      <a:r>
                        <a:rPr kumimoji="0" lang="en-US" sz="2000" b="0" i="0" u="none" strike="noStrike" cap="none" normalizeH="0" baseline="0">
                          <a:ln>
                            <a:noFill/>
                          </a:ln>
                          <a:solidFill>
                            <a:schemeClr val="bg2"/>
                          </a:solidFill>
                          <a:effectLst/>
                          <a:latin typeface="Arial" pitchFamily="34" charset="0"/>
                          <a:cs typeface="Arial" pitchFamily="34" charset="0"/>
                        </a:rPr>
                        <a:t>CPu</a:t>
                      </a:r>
                      <a:endParaRPr kumimoji="0" lang="ru-RU" sz="2000" b="0" i="0" u="none" strike="noStrike" cap="none" normalizeH="0" baseline="0">
                        <a:ln>
                          <a:noFill/>
                        </a:ln>
                        <a:solidFill>
                          <a:schemeClr val="bg2"/>
                        </a:solidFill>
                        <a:effectLst/>
                        <a:latin typeface="Arial" pitchFamily="34" charset="0"/>
                        <a:cs typeface="Arial" pitchFamily="34" charset="0"/>
                      </a:endParaRPr>
                    </a:p>
                  </a:txBody>
                  <a:tcPr marT="45731" marB="4573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
                          <a:srgbClr val="0000FF"/>
                        </a:buClr>
                        <a:buSzPct val="100000"/>
                        <a:buFont typeface="Arial" pitchFamily="34" charset="0"/>
                        <a:buNone/>
                        <a:tabLst/>
                      </a:pPr>
                      <a:r>
                        <a:rPr kumimoji="0" lang="en-US" sz="2000" b="0" i="0" u="none" strike="noStrike" cap="none" normalizeH="0" baseline="0">
                          <a:ln>
                            <a:noFill/>
                          </a:ln>
                          <a:solidFill>
                            <a:schemeClr val="bg2"/>
                          </a:solidFill>
                          <a:effectLst/>
                          <a:latin typeface="Arial" pitchFamily="34" charset="0"/>
                          <a:cs typeface="Arial" pitchFamily="34" charset="0"/>
                        </a:rPr>
                        <a:t>CPd</a:t>
                      </a:r>
                      <a:endParaRPr kumimoji="0" lang="ru-RU" sz="2000" b="0" i="0" u="none" strike="noStrike" cap="none" normalizeH="0" baseline="0">
                        <a:ln>
                          <a:noFill/>
                        </a:ln>
                        <a:solidFill>
                          <a:schemeClr val="bg2"/>
                        </a:solidFill>
                        <a:effectLst/>
                        <a:latin typeface="Arial" pitchFamily="34" charset="0"/>
                        <a:cs typeface="Arial" pitchFamily="34" charset="0"/>
                      </a:endParaRPr>
                    </a:p>
                  </a:txBody>
                  <a:tcPr marT="45731" marB="4573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
                          <a:srgbClr val="0000FF"/>
                        </a:buClr>
                        <a:buSzPct val="100000"/>
                        <a:buFont typeface="Arial" pitchFamily="34" charset="0"/>
                        <a:buNone/>
                        <a:tabLst/>
                      </a:pPr>
                      <a:r>
                        <a:rPr kumimoji="0" lang="en-US" sz="2000" b="0" i="0" u="none" strike="noStrike" cap="none" normalizeH="0" baseline="0">
                          <a:ln>
                            <a:noFill/>
                          </a:ln>
                          <a:solidFill>
                            <a:schemeClr val="bg2"/>
                          </a:solidFill>
                          <a:effectLst/>
                          <a:latin typeface="Arial" pitchFamily="34" charset="0"/>
                          <a:cs typeface="Arial" pitchFamily="34" charset="0"/>
                        </a:rPr>
                        <a:t>D</a:t>
                      </a:r>
                      <a:r>
                        <a:rPr kumimoji="0" lang="en-US" sz="2000" b="0" i="0" u="none" strike="noStrike" cap="none" normalizeH="0" baseline="-25000">
                          <a:ln>
                            <a:noFill/>
                          </a:ln>
                          <a:solidFill>
                            <a:schemeClr val="bg2"/>
                          </a:solidFill>
                          <a:effectLst/>
                          <a:latin typeface="Arial" pitchFamily="34" charset="0"/>
                          <a:cs typeface="Arial" pitchFamily="34" charset="0"/>
                        </a:rPr>
                        <a:t>0</a:t>
                      </a:r>
                      <a:r>
                        <a:rPr kumimoji="0" lang="en-US" sz="2000" b="0" i="0" u="none" strike="noStrike" cap="none" normalizeH="0" baseline="0">
                          <a:ln>
                            <a:noFill/>
                          </a:ln>
                          <a:solidFill>
                            <a:schemeClr val="bg2"/>
                          </a:solidFill>
                          <a:effectLst/>
                          <a:latin typeface="Arial" pitchFamily="34" charset="0"/>
                          <a:cs typeface="Arial" pitchFamily="34" charset="0"/>
                        </a:rPr>
                        <a:t>…D</a:t>
                      </a:r>
                      <a:r>
                        <a:rPr kumimoji="0" lang="en-US" sz="2000" b="0" i="0" u="none" strike="noStrike" cap="none" normalizeH="0" baseline="-25000">
                          <a:ln>
                            <a:noFill/>
                          </a:ln>
                          <a:solidFill>
                            <a:schemeClr val="bg2"/>
                          </a:solidFill>
                          <a:effectLst/>
                          <a:latin typeface="Arial" pitchFamily="34" charset="0"/>
                          <a:cs typeface="Arial" pitchFamily="34" charset="0"/>
                        </a:rPr>
                        <a:t>3</a:t>
                      </a:r>
                      <a:endParaRPr kumimoji="0" lang="ru-RU" sz="2000" b="0" i="0" u="none" strike="noStrike" cap="none" normalizeH="0" baseline="0">
                        <a:ln>
                          <a:noFill/>
                        </a:ln>
                        <a:solidFill>
                          <a:schemeClr val="bg2"/>
                        </a:solidFill>
                        <a:effectLst/>
                        <a:latin typeface="Arial" pitchFamily="34" charset="0"/>
                        <a:cs typeface="Arial" pitchFamily="34" charset="0"/>
                      </a:endParaRPr>
                    </a:p>
                  </a:txBody>
                  <a:tcPr marT="45731" marB="4573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
                          <a:srgbClr val="0000FF"/>
                        </a:buClr>
                        <a:buSzPct val="100000"/>
                        <a:buFont typeface="Arial" pitchFamily="34" charset="0"/>
                        <a:buNone/>
                        <a:tabLst/>
                      </a:pPr>
                      <a:r>
                        <a:rPr kumimoji="0" lang="en-US" sz="2000" b="0" i="0" u="none" strike="noStrike" cap="none" normalizeH="0" baseline="0" dirty="0">
                          <a:ln>
                            <a:noFill/>
                          </a:ln>
                          <a:solidFill>
                            <a:schemeClr val="bg2"/>
                          </a:solidFill>
                          <a:effectLst/>
                          <a:latin typeface="Arial" pitchFamily="34" charset="0"/>
                          <a:cs typeface="Arial" pitchFamily="34" charset="0"/>
                        </a:rPr>
                        <a:t>Mode</a:t>
                      </a:r>
                      <a:endParaRPr kumimoji="0" lang="ru-RU" sz="2000" b="0" i="0" u="none" strike="noStrike" cap="none" normalizeH="0" baseline="0" dirty="0">
                        <a:ln>
                          <a:noFill/>
                        </a:ln>
                        <a:solidFill>
                          <a:schemeClr val="bg2"/>
                        </a:solidFill>
                        <a:effectLst/>
                        <a:latin typeface="Arial" pitchFamily="34" charset="0"/>
                        <a:cs typeface="Arial" pitchFamily="34" charset="0"/>
                      </a:endParaRPr>
                    </a:p>
                  </a:txBody>
                  <a:tcPr marT="45731" marB="4573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762077">
                <a:tc>
                  <a:txBody>
                    <a:bodyPr/>
                    <a:lstStyle/>
                    <a:p>
                      <a:pPr marL="0" marR="0" lvl="0" indent="0" algn="ctr" defTabSz="914400" rtl="0" eaLnBrk="0" fontAlgn="base" latinLnBrk="0" hangingPunct="0">
                        <a:lnSpc>
                          <a:spcPct val="100000"/>
                        </a:lnSpc>
                        <a:spcBef>
                          <a:spcPct val="20000"/>
                        </a:spcBef>
                        <a:spcAft>
                          <a:spcPct val="0"/>
                        </a:spcAft>
                        <a:buClr>
                          <a:srgbClr val="0000FF"/>
                        </a:buClr>
                        <a:buSzPct val="100000"/>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1</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marT="45731" marB="4573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
                          <a:srgbClr val="0000FF"/>
                        </a:buClr>
                        <a:buSzPct val="100000"/>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x</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marT="45731" marB="4573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
                          <a:srgbClr val="0000FF"/>
                        </a:buClr>
                        <a:buSzPct val="100000"/>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x</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marT="45731" marB="4573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
                          <a:srgbClr val="0000FF"/>
                        </a:buClr>
                        <a:buSzPct val="100000"/>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x</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marT="45731" marB="4573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
                          <a:srgbClr val="0000FF"/>
                        </a:buClr>
                        <a:buSzPct val="100000"/>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x</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marT="45731" marB="4573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
                          <a:srgbClr val="0000FF"/>
                        </a:buClr>
                        <a:buSzPct val="100000"/>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Asynch.</a:t>
                      </a:r>
                    </a:p>
                    <a:p>
                      <a:pPr marL="0" marR="0" lvl="0" indent="0" algn="ctr" defTabSz="914400" rtl="0" eaLnBrk="0" fontAlgn="base" latinLnBrk="0" hangingPunct="0">
                        <a:lnSpc>
                          <a:spcPct val="100000"/>
                        </a:lnSpc>
                        <a:spcBef>
                          <a:spcPct val="20000"/>
                        </a:spcBef>
                        <a:spcAft>
                          <a:spcPct val="0"/>
                        </a:spcAft>
                        <a:buClr>
                          <a:srgbClr val="0000FF"/>
                        </a:buClr>
                        <a:buSzPct val="100000"/>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reset</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marT="45731" marB="4573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1"/>
                  </a:ext>
                </a:extLst>
              </a:tr>
              <a:tr h="762077">
                <a:tc>
                  <a:txBody>
                    <a:bodyPr/>
                    <a:lstStyle/>
                    <a:p>
                      <a:pPr marL="0" marR="0" lvl="0" indent="0" algn="ctr" defTabSz="914400" rtl="0" eaLnBrk="0" fontAlgn="base" latinLnBrk="0" hangingPunct="0">
                        <a:lnSpc>
                          <a:spcPct val="100000"/>
                        </a:lnSpc>
                        <a:spcBef>
                          <a:spcPct val="20000"/>
                        </a:spcBef>
                        <a:spcAft>
                          <a:spcPct val="0"/>
                        </a:spcAft>
                        <a:buClr>
                          <a:srgbClr val="0000FF"/>
                        </a:buClr>
                        <a:buSzPct val="100000"/>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0</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marT="45731" marB="4573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
                          <a:srgbClr val="0000FF"/>
                        </a:buClr>
                        <a:buSzPct val="100000"/>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0</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marT="45731" marB="4573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
                          <a:srgbClr val="0000FF"/>
                        </a:buClr>
                        <a:buSzPct val="100000"/>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x</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marT="45731" marB="4573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
                          <a:srgbClr val="0000FF"/>
                        </a:buClr>
                        <a:buSzPct val="100000"/>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x</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marT="45731" marB="4573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
                          <a:srgbClr val="0000FF"/>
                        </a:buClr>
                        <a:buSzPct val="100000"/>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D</a:t>
                      </a:r>
                      <a:r>
                        <a:rPr kumimoji="0" lang="en-US" sz="2000" b="0" i="0" u="none" strike="noStrike" cap="none" normalizeH="0" baseline="-25000">
                          <a:ln>
                            <a:noFill/>
                          </a:ln>
                          <a:solidFill>
                            <a:schemeClr val="tx1"/>
                          </a:solidFill>
                          <a:effectLst/>
                          <a:latin typeface="Arial" pitchFamily="34" charset="0"/>
                          <a:cs typeface="Arial" pitchFamily="34" charset="0"/>
                        </a:rPr>
                        <a:t>0</a:t>
                      </a:r>
                      <a:r>
                        <a:rPr kumimoji="0" lang="en-US" sz="2000" b="0" i="0" u="none" strike="noStrike" cap="none" normalizeH="0" baseline="0">
                          <a:ln>
                            <a:noFill/>
                          </a:ln>
                          <a:solidFill>
                            <a:schemeClr val="tx1"/>
                          </a:solidFill>
                          <a:effectLst/>
                          <a:latin typeface="Arial" pitchFamily="34" charset="0"/>
                          <a:cs typeface="Arial" pitchFamily="34" charset="0"/>
                        </a:rPr>
                        <a:t>…D</a:t>
                      </a:r>
                      <a:r>
                        <a:rPr kumimoji="0" lang="en-US" sz="2000" b="0" i="0" u="none" strike="noStrike" cap="none" normalizeH="0" baseline="-25000">
                          <a:ln>
                            <a:noFill/>
                          </a:ln>
                          <a:solidFill>
                            <a:schemeClr val="tx1"/>
                          </a:solidFill>
                          <a:effectLst/>
                          <a:latin typeface="Arial" pitchFamily="34" charset="0"/>
                          <a:cs typeface="Arial" pitchFamily="34" charset="0"/>
                        </a:rPr>
                        <a:t>3</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marT="45731" marB="4573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
                          <a:srgbClr val="0000FF"/>
                        </a:buClr>
                        <a:buSzPct val="100000"/>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Asynch.</a:t>
                      </a:r>
                    </a:p>
                    <a:p>
                      <a:pPr marL="0" marR="0" lvl="0" indent="0" algn="ctr" defTabSz="914400" rtl="0" eaLnBrk="0" fontAlgn="base" latinLnBrk="0" hangingPunct="0">
                        <a:lnSpc>
                          <a:spcPct val="100000"/>
                        </a:lnSpc>
                        <a:spcBef>
                          <a:spcPct val="20000"/>
                        </a:spcBef>
                        <a:spcAft>
                          <a:spcPct val="0"/>
                        </a:spcAft>
                        <a:buClr>
                          <a:srgbClr val="0000FF"/>
                        </a:buClr>
                        <a:buSzPct val="100000"/>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Load</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marT="45731" marB="4573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2"/>
                  </a:ext>
                </a:extLst>
              </a:tr>
              <a:tr h="396286">
                <a:tc>
                  <a:txBody>
                    <a:bodyPr/>
                    <a:lstStyle/>
                    <a:p>
                      <a:pPr marL="0" marR="0" lvl="0" indent="0" algn="ctr" defTabSz="914400" rtl="0" eaLnBrk="0" fontAlgn="base" latinLnBrk="0" hangingPunct="0">
                        <a:lnSpc>
                          <a:spcPct val="100000"/>
                        </a:lnSpc>
                        <a:spcBef>
                          <a:spcPct val="20000"/>
                        </a:spcBef>
                        <a:spcAft>
                          <a:spcPct val="0"/>
                        </a:spcAft>
                        <a:buClr>
                          <a:srgbClr val="0000FF"/>
                        </a:buClr>
                        <a:buSzPct val="100000"/>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0</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marT="45731" marB="4573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
                          <a:srgbClr val="0000FF"/>
                        </a:buClr>
                        <a:buSzPct val="100000"/>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1</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marT="45731" marB="4573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
                          <a:srgbClr val="0000FF"/>
                        </a:buClr>
                        <a:buSzPct val="100000"/>
                        <a:buFont typeface="Arial" pitchFamily="34" charset="0"/>
                        <a:buNone/>
                        <a:tabLst/>
                      </a:pPr>
                      <a:r>
                        <a:rPr kumimoji="0" lang="ru-RU" sz="2000" b="0" i="0" u="none" strike="noStrike" cap="none" normalizeH="0" baseline="0">
                          <a:ln>
                            <a:noFill/>
                          </a:ln>
                          <a:solidFill>
                            <a:schemeClr val="tx1"/>
                          </a:solidFill>
                          <a:effectLst/>
                          <a:latin typeface="Arial" pitchFamily="34" charset="0"/>
                          <a:cs typeface="Arial" pitchFamily="34" charset="0"/>
                          <a:sym typeface="Symbol" pitchFamily="18" charset="2"/>
                        </a:rPr>
                        <a:t></a:t>
                      </a:r>
                    </a:p>
                  </a:txBody>
                  <a:tcPr marT="45731" marB="4573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
                          <a:srgbClr val="0000FF"/>
                        </a:buClr>
                        <a:buSzPct val="100000"/>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1</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marT="45731" marB="4573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
                          <a:srgbClr val="0000FF"/>
                        </a:buClr>
                        <a:buSzPct val="100000"/>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x</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marT="45731" marB="4573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
                          <a:srgbClr val="0000FF"/>
                        </a:buClr>
                        <a:buSzPct val="100000"/>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Up count</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marT="45731" marB="4573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3"/>
                  </a:ext>
                </a:extLst>
              </a:tr>
              <a:tr h="701111">
                <a:tc>
                  <a:txBody>
                    <a:bodyPr/>
                    <a:lstStyle/>
                    <a:p>
                      <a:pPr marL="0" marR="0" lvl="0" indent="0" algn="ctr" defTabSz="914400" rtl="0" eaLnBrk="0" fontAlgn="base" latinLnBrk="0" hangingPunct="0">
                        <a:lnSpc>
                          <a:spcPct val="100000"/>
                        </a:lnSpc>
                        <a:spcBef>
                          <a:spcPct val="20000"/>
                        </a:spcBef>
                        <a:spcAft>
                          <a:spcPct val="0"/>
                        </a:spcAft>
                        <a:buClr>
                          <a:srgbClr val="0000FF"/>
                        </a:buClr>
                        <a:buSzPct val="100000"/>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0</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marT="45731" marB="4573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
                          <a:srgbClr val="0000FF"/>
                        </a:buClr>
                        <a:buSzPct val="100000"/>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1</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marT="45731" marB="4573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
                          <a:srgbClr val="0000FF"/>
                        </a:buClr>
                        <a:buSzPct val="100000"/>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1</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marT="45731" marB="4573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
                          <a:srgbClr val="0000FF"/>
                        </a:buClr>
                        <a:buSzPct val="100000"/>
                        <a:buFont typeface="Arial" pitchFamily="34" charset="0"/>
                        <a:buNone/>
                        <a:tabLst/>
                      </a:pPr>
                      <a:r>
                        <a:rPr kumimoji="0" lang="ru-RU" sz="2000" b="0" i="0" u="none" strike="noStrike" cap="none" normalizeH="0" baseline="0">
                          <a:ln>
                            <a:noFill/>
                          </a:ln>
                          <a:solidFill>
                            <a:schemeClr val="tx1"/>
                          </a:solidFill>
                          <a:effectLst/>
                          <a:latin typeface="Arial" pitchFamily="34" charset="0"/>
                          <a:cs typeface="Arial" pitchFamily="34" charset="0"/>
                          <a:sym typeface="Symbol" pitchFamily="18" charset="2"/>
                        </a:rPr>
                        <a:t></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marT="45731" marB="4573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
                          <a:srgbClr val="0000FF"/>
                        </a:buClr>
                        <a:buSzPct val="100000"/>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x</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marT="45731" marB="4573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
                          <a:srgbClr val="0000FF"/>
                        </a:buClr>
                        <a:buSzPct val="100000"/>
                        <a:buFont typeface="Arial" pitchFamily="34" charset="0"/>
                        <a:buNone/>
                        <a:tabLst/>
                      </a:pPr>
                      <a:r>
                        <a:rPr kumimoji="0" lang="en-US" sz="2000" b="0" i="0" u="none" strike="noStrike" cap="none" normalizeH="0" baseline="0" dirty="0">
                          <a:ln>
                            <a:noFill/>
                          </a:ln>
                          <a:solidFill>
                            <a:schemeClr val="tx1"/>
                          </a:solidFill>
                          <a:effectLst/>
                          <a:latin typeface="Arial" pitchFamily="34" charset="0"/>
                          <a:cs typeface="Arial" pitchFamily="34" charset="0"/>
                        </a:rPr>
                        <a:t>Down count</a:t>
                      </a:r>
                      <a:endParaRPr kumimoji="0" lang="ru-RU" sz="2000" b="0" i="0" u="none" strike="noStrike" cap="none" normalizeH="0" baseline="0" dirty="0">
                        <a:ln>
                          <a:noFill/>
                        </a:ln>
                        <a:solidFill>
                          <a:schemeClr val="tx1"/>
                        </a:solidFill>
                        <a:effectLst/>
                        <a:latin typeface="Arial" pitchFamily="34" charset="0"/>
                        <a:cs typeface="Arial" pitchFamily="34" charset="0"/>
                      </a:endParaRPr>
                    </a:p>
                  </a:txBody>
                  <a:tcPr marT="45731" marB="4573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F014574B-C701-8CC8-AC7D-C3887366F1EE}"/>
              </a:ext>
            </a:extLst>
          </p:cNvPr>
          <p:cNvSpPr>
            <a:spLocks noGrp="1" noChangeArrowheads="1"/>
          </p:cNvSpPr>
          <p:nvPr>
            <p:ph type="title"/>
          </p:nvPr>
        </p:nvSpPr>
        <p:spPr/>
        <p:txBody>
          <a:bodyPr/>
          <a:lstStyle/>
          <a:p>
            <a:r>
              <a:rPr lang="en-US" altLang="en-US"/>
              <a:t>IC 74x193 (2)</a:t>
            </a:r>
            <a:endParaRPr lang="ru-RU" altLang="en-US"/>
          </a:p>
        </p:txBody>
      </p:sp>
      <p:sp>
        <p:nvSpPr>
          <p:cNvPr id="37891" name="Text Box 114">
            <a:extLst>
              <a:ext uri="{FF2B5EF4-FFF2-40B4-BE49-F238E27FC236}">
                <a16:creationId xmlns:a16="http://schemas.microsoft.com/office/drawing/2014/main" id="{869AB037-A00B-1B3A-D476-7E472E6F4B39}"/>
              </a:ext>
            </a:extLst>
          </p:cNvPr>
          <p:cNvSpPr txBox="1">
            <a:spLocks noChangeArrowheads="1"/>
          </p:cNvSpPr>
          <p:nvPr/>
        </p:nvSpPr>
        <p:spPr bwMode="auto">
          <a:xfrm>
            <a:off x="1828800" y="5334001"/>
            <a:ext cx="8382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12-bit Up/Down counter (modulo 4096)</a:t>
            </a:r>
            <a:endParaRPr lang="ru-RU" altLang="en-US" sz="2000"/>
          </a:p>
        </p:txBody>
      </p:sp>
      <p:grpSp>
        <p:nvGrpSpPr>
          <p:cNvPr id="37892" name="Группа 2">
            <a:extLst>
              <a:ext uri="{FF2B5EF4-FFF2-40B4-BE49-F238E27FC236}">
                <a16:creationId xmlns:a16="http://schemas.microsoft.com/office/drawing/2014/main" id="{38A6AF39-26AB-1C76-84C9-FA78BCE299CC}"/>
              </a:ext>
            </a:extLst>
          </p:cNvPr>
          <p:cNvGrpSpPr>
            <a:grpSpLocks/>
          </p:cNvGrpSpPr>
          <p:nvPr/>
        </p:nvGrpSpPr>
        <p:grpSpPr bwMode="auto">
          <a:xfrm>
            <a:off x="1676400" y="1514475"/>
            <a:ext cx="8839200" cy="3576638"/>
            <a:chOff x="76200" y="1514475"/>
            <a:chExt cx="8839200" cy="3576637"/>
          </a:xfrm>
        </p:grpSpPr>
        <p:sp>
          <p:nvSpPr>
            <p:cNvPr id="37893" name="Text Box 113">
              <a:extLst>
                <a:ext uri="{FF2B5EF4-FFF2-40B4-BE49-F238E27FC236}">
                  <a16:creationId xmlns:a16="http://schemas.microsoft.com/office/drawing/2014/main" id="{F8B70B18-B519-56F9-83C4-5F25ED89838A}"/>
                </a:ext>
              </a:extLst>
            </p:cNvPr>
            <p:cNvSpPr txBox="1">
              <a:spLocks noChangeArrowheads="1"/>
            </p:cNvSpPr>
            <p:nvPr/>
          </p:nvSpPr>
          <p:spPr bwMode="auto">
            <a:xfrm>
              <a:off x="76200" y="4724400"/>
              <a:ext cx="11430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Load</a:t>
              </a:r>
              <a:endParaRPr lang="ru-RU" altLang="en-US"/>
            </a:p>
          </p:txBody>
        </p:sp>
        <p:grpSp>
          <p:nvGrpSpPr>
            <p:cNvPr id="37894" name="Группа 1">
              <a:extLst>
                <a:ext uri="{FF2B5EF4-FFF2-40B4-BE49-F238E27FC236}">
                  <a16:creationId xmlns:a16="http://schemas.microsoft.com/office/drawing/2014/main" id="{E6881325-C2AA-BB8C-7944-3938F27DE8F9}"/>
                </a:ext>
              </a:extLst>
            </p:cNvPr>
            <p:cNvGrpSpPr>
              <a:grpSpLocks/>
            </p:cNvGrpSpPr>
            <p:nvPr/>
          </p:nvGrpSpPr>
          <p:grpSpPr bwMode="auto">
            <a:xfrm>
              <a:off x="76200" y="1514475"/>
              <a:ext cx="8839200" cy="3514725"/>
              <a:chOff x="76200" y="1514475"/>
              <a:chExt cx="8839200" cy="3514725"/>
            </a:xfrm>
          </p:grpSpPr>
          <p:sp>
            <p:nvSpPr>
              <p:cNvPr id="28679" name="Rectangle 3">
                <a:extLst>
                  <a:ext uri="{FF2B5EF4-FFF2-40B4-BE49-F238E27FC236}">
                    <a16:creationId xmlns:a16="http://schemas.microsoft.com/office/drawing/2014/main" id="{B1D93520-1ECA-4ADA-A842-418343CC6BF5}"/>
                  </a:ext>
                </a:extLst>
              </p:cNvPr>
              <p:cNvSpPr>
                <a:spLocks noChangeArrowheads="1"/>
              </p:cNvSpPr>
              <p:nvPr/>
            </p:nvSpPr>
            <p:spPr bwMode="auto">
              <a:xfrm>
                <a:off x="1104900" y="1585913"/>
                <a:ext cx="1443038" cy="2666999"/>
              </a:xfrm>
              <a:prstGeom prst="rect">
                <a:avLst/>
              </a:prstGeom>
              <a:solidFill>
                <a:schemeClr val="accent1">
                  <a:lumMod val="60000"/>
                  <a:lumOff val="40000"/>
                </a:schemeClr>
              </a:solidFill>
              <a:ln w="22225">
                <a:solidFill>
                  <a:schemeClr val="tx1"/>
                </a:solidFill>
                <a:miter lim="800000"/>
                <a:headEnd/>
                <a:tailEnd/>
              </a:ln>
            </p:spPr>
            <p:txBody>
              <a:bodyPr wrap="none" anchor="ctr"/>
              <a:lstStyle/>
              <a:p>
                <a:pPr eaLnBrk="1" hangingPunct="1">
                  <a:defRPr/>
                </a:pPr>
                <a:endParaRPr lang="ru-RU"/>
              </a:p>
            </p:txBody>
          </p:sp>
          <p:sp>
            <p:nvSpPr>
              <p:cNvPr id="37896" name="Freeform 4">
                <a:extLst>
                  <a:ext uri="{FF2B5EF4-FFF2-40B4-BE49-F238E27FC236}">
                    <a16:creationId xmlns:a16="http://schemas.microsoft.com/office/drawing/2014/main" id="{A7EC12C8-975A-D1A4-FC67-FF3458FC06C9}"/>
                  </a:ext>
                </a:extLst>
              </p:cNvPr>
              <p:cNvSpPr>
                <a:spLocks/>
              </p:cNvSpPr>
              <p:nvPr/>
            </p:nvSpPr>
            <p:spPr bwMode="auto">
              <a:xfrm>
                <a:off x="1104900" y="1824038"/>
                <a:ext cx="133350" cy="176212"/>
              </a:xfrm>
              <a:custGeom>
                <a:avLst/>
                <a:gdLst>
                  <a:gd name="T0" fmla="*/ 0 w 129"/>
                  <a:gd name="T1" fmla="*/ 2147483646 h 133"/>
                  <a:gd name="T2" fmla="*/ 2147483646 w 129"/>
                  <a:gd name="T3" fmla="*/ 2147483646 h 133"/>
                  <a:gd name="T4" fmla="*/ 0 w 129"/>
                  <a:gd name="T5" fmla="*/ 0 h 133"/>
                  <a:gd name="T6" fmla="*/ 0 60000 65536"/>
                  <a:gd name="T7" fmla="*/ 0 60000 65536"/>
                  <a:gd name="T8" fmla="*/ 0 60000 65536"/>
                  <a:gd name="T9" fmla="*/ 0 w 129"/>
                  <a:gd name="T10" fmla="*/ 0 h 133"/>
                  <a:gd name="T11" fmla="*/ 129 w 129"/>
                  <a:gd name="T12" fmla="*/ 133 h 133"/>
                </a:gdLst>
                <a:ahLst/>
                <a:cxnLst>
                  <a:cxn ang="T6">
                    <a:pos x="T0" y="T1"/>
                  </a:cxn>
                  <a:cxn ang="T7">
                    <a:pos x="T2" y="T3"/>
                  </a:cxn>
                  <a:cxn ang="T8">
                    <a:pos x="T4" y="T5"/>
                  </a:cxn>
                </a:cxnLst>
                <a:rect l="T9" t="T10" r="T11" b="T12"/>
                <a:pathLst>
                  <a:path w="129" h="133">
                    <a:moveTo>
                      <a:pt x="0" y="133"/>
                    </a:moveTo>
                    <a:lnTo>
                      <a:pt x="129" y="66"/>
                    </a:lnTo>
                    <a:lnTo>
                      <a:pt x="0" y="0"/>
                    </a:lnTo>
                  </a:path>
                </a:pathLst>
              </a:custGeom>
              <a:noFill/>
              <a:ln w="22225" cap="flat">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7897" name="Line 5">
                <a:extLst>
                  <a:ext uri="{FF2B5EF4-FFF2-40B4-BE49-F238E27FC236}">
                    <a16:creationId xmlns:a16="http://schemas.microsoft.com/office/drawing/2014/main" id="{FBC05A40-B6E4-12EB-D2AF-DAA559A0F9FD}"/>
                  </a:ext>
                </a:extLst>
              </p:cNvPr>
              <p:cNvSpPr>
                <a:spLocks noChangeShapeType="1"/>
              </p:cNvSpPr>
              <p:nvPr/>
            </p:nvSpPr>
            <p:spPr bwMode="auto">
              <a:xfrm>
                <a:off x="652463" y="1890713"/>
                <a:ext cx="42545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898" name="Freeform 6">
                <a:extLst>
                  <a:ext uri="{FF2B5EF4-FFF2-40B4-BE49-F238E27FC236}">
                    <a16:creationId xmlns:a16="http://schemas.microsoft.com/office/drawing/2014/main" id="{746A1F02-D3A4-5740-FA29-45DDB1092DE4}"/>
                  </a:ext>
                </a:extLst>
              </p:cNvPr>
              <p:cNvSpPr>
                <a:spLocks/>
              </p:cNvSpPr>
              <p:nvPr/>
            </p:nvSpPr>
            <p:spPr bwMode="auto">
              <a:xfrm>
                <a:off x="1104900" y="2195513"/>
                <a:ext cx="133350" cy="176212"/>
              </a:xfrm>
              <a:custGeom>
                <a:avLst/>
                <a:gdLst>
                  <a:gd name="T0" fmla="*/ 0 w 129"/>
                  <a:gd name="T1" fmla="*/ 2147483646 h 133"/>
                  <a:gd name="T2" fmla="*/ 2147483646 w 129"/>
                  <a:gd name="T3" fmla="*/ 2147483646 h 133"/>
                  <a:gd name="T4" fmla="*/ 0 w 129"/>
                  <a:gd name="T5" fmla="*/ 0 h 133"/>
                  <a:gd name="T6" fmla="*/ 0 60000 65536"/>
                  <a:gd name="T7" fmla="*/ 0 60000 65536"/>
                  <a:gd name="T8" fmla="*/ 0 60000 65536"/>
                  <a:gd name="T9" fmla="*/ 0 w 129"/>
                  <a:gd name="T10" fmla="*/ 0 h 133"/>
                  <a:gd name="T11" fmla="*/ 129 w 129"/>
                  <a:gd name="T12" fmla="*/ 133 h 133"/>
                </a:gdLst>
                <a:ahLst/>
                <a:cxnLst>
                  <a:cxn ang="T6">
                    <a:pos x="T0" y="T1"/>
                  </a:cxn>
                  <a:cxn ang="T7">
                    <a:pos x="T2" y="T3"/>
                  </a:cxn>
                  <a:cxn ang="T8">
                    <a:pos x="T4" y="T5"/>
                  </a:cxn>
                </a:cxnLst>
                <a:rect l="T9" t="T10" r="T11" b="T12"/>
                <a:pathLst>
                  <a:path w="129" h="133">
                    <a:moveTo>
                      <a:pt x="0" y="133"/>
                    </a:moveTo>
                    <a:lnTo>
                      <a:pt x="129" y="66"/>
                    </a:lnTo>
                    <a:lnTo>
                      <a:pt x="0" y="0"/>
                    </a:lnTo>
                  </a:path>
                </a:pathLst>
              </a:custGeom>
              <a:noFill/>
              <a:ln w="22225" cap="flat">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7899" name="Line 7">
                <a:extLst>
                  <a:ext uri="{FF2B5EF4-FFF2-40B4-BE49-F238E27FC236}">
                    <a16:creationId xmlns:a16="http://schemas.microsoft.com/office/drawing/2014/main" id="{E7F1796F-9CBA-D2B2-9AC8-3A6F1C5E35E2}"/>
                  </a:ext>
                </a:extLst>
              </p:cNvPr>
              <p:cNvSpPr>
                <a:spLocks noChangeShapeType="1"/>
              </p:cNvSpPr>
              <p:nvPr/>
            </p:nvSpPr>
            <p:spPr bwMode="auto">
              <a:xfrm>
                <a:off x="666750" y="2276475"/>
                <a:ext cx="42545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684" name="Oval 8">
                <a:extLst>
                  <a:ext uri="{FF2B5EF4-FFF2-40B4-BE49-F238E27FC236}">
                    <a16:creationId xmlns:a16="http://schemas.microsoft.com/office/drawing/2014/main" id="{46D3712D-672D-4D61-9D51-24919E80E624}"/>
                  </a:ext>
                </a:extLst>
              </p:cNvPr>
              <p:cNvSpPr>
                <a:spLocks noChangeArrowheads="1"/>
              </p:cNvSpPr>
              <p:nvPr/>
            </p:nvSpPr>
            <p:spPr bwMode="auto">
              <a:xfrm>
                <a:off x="933450" y="2500313"/>
                <a:ext cx="158750" cy="158750"/>
              </a:xfrm>
              <a:prstGeom prst="ellipse">
                <a:avLst/>
              </a:prstGeom>
              <a:solidFill>
                <a:schemeClr val="accent1">
                  <a:lumMod val="60000"/>
                  <a:lumOff val="40000"/>
                </a:schemeClr>
              </a:solidFill>
              <a:ln w="22225">
                <a:solidFill>
                  <a:schemeClr val="tx1"/>
                </a:solidFill>
                <a:round/>
                <a:headEnd/>
                <a:tailEnd/>
              </a:ln>
            </p:spPr>
            <p:txBody>
              <a:bodyPr wrap="none" anchor="ctr"/>
              <a:lstStyle/>
              <a:p>
                <a:pPr eaLnBrk="1" hangingPunct="1">
                  <a:defRPr/>
                </a:pPr>
                <a:endParaRPr lang="ru-RU"/>
              </a:p>
            </p:txBody>
          </p:sp>
          <p:sp>
            <p:nvSpPr>
              <p:cNvPr id="37901" name="Line 9">
                <a:extLst>
                  <a:ext uri="{FF2B5EF4-FFF2-40B4-BE49-F238E27FC236}">
                    <a16:creationId xmlns:a16="http://schemas.microsoft.com/office/drawing/2014/main" id="{79D59050-63C2-27CD-E1AC-7748F548ED13}"/>
                  </a:ext>
                </a:extLst>
              </p:cNvPr>
              <p:cNvSpPr>
                <a:spLocks noChangeShapeType="1"/>
              </p:cNvSpPr>
              <p:nvPr/>
            </p:nvSpPr>
            <p:spPr bwMode="auto">
              <a:xfrm>
                <a:off x="684680" y="2576513"/>
                <a:ext cx="258763"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902" name="Line 10">
                <a:extLst>
                  <a:ext uri="{FF2B5EF4-FFF2-40B4-BE49-F238E27FC236}">
                    <a16:creationId xmlns:a16="http://schemas.microsoft.com/office/drawing/2014/main" id="{68AC02F3-F9FE-C8C9-269D-8ABAF509D8C7}"/>
                  </a:ext>
                </a:extLst>
              </p:cNvPr>
              <p:cNvSpPr>
                <a:spLocks noChangeShapeType="1"/>
              </p:cNvSpPr>
              <p:nvPr/>
            </p:nvSpPr>
            <p:spPr bwMode="auto">
              <a:xfrm>
                <a:off x="828675" y="2881313"/>
                <a:ext cx="280988"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903" name="Line 11">
                <a:extLst>
                  <a:ext uri="{FF2B5EF4-FFF2-40B4-BE49-F238E27FC236}">
                    <a16:creationId xmlns:a16="http://schemas.microsoft.com/office/drawing/2014/main" id="{C74EFA67-34B9-6D07-A4C6-D74A93D64024}"/>
                  </a:ext>
                </a:extLst>
              </p:cNvPr>
              <p:cNvSpPr>
                <a:spLocks noChangeShapeType="1"/>
              </p:cNvSpPr>
              <p:nvPr/>
            </p:nvSpPr>
            <p:spPr bwMode="auto">
              <a:xfrm>
                <a:off x="828675" y="3109913"/>
                <a:ext cx="280988"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904" name="Line 12">
                <a:extLst>
                  <a:ext uri="{FF2B5EF4-FFF2-40B4-BE49-F238E27FC236}">
                    <a16:creationId xmlns:a16="http://schemas.microsoft.com/office/drawing/2014/main" id="{1AC61E5C-3277-0287-50CE-138FBAD3B716}"/>
                  </a:ext>
                </a:extLst>
              </p:cNvPr>
              <p:cNvSpPr>
                <a:spLocks noChangeShapeType="1"/>
              </p:cNvSpPr>
              <p:nvPr/>
            </p:nvSpPr>
            <p:spPr bwMode="auto">
              <a:xfrm>
                <a:off x="828675" y="3338513"/>
                <a:ext cx="280987"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905" name="Line 13">
                <a:extLst>
                  <a:ext uri="{FF2B5EF4-FFF2-40B4-BE49-F238E27FC236}">
                    <a16:creationId xmlns:a16="http://schemas.microsoft.com/office/drawing/2014/main" id="{F5545029-54AA-0083-BD44-AD2CB44294D6}"/>
                  </a:ext>
                </a:extLst>
              </p:cNvPr>
              <p:cNvSpPr>
                <a:spLocks noChangeShapeType="1"/>
              </p:cNvSpPr>
              <p:nvPr/>
            </p:nvSpPr>
            <p:spPr bwMode="auto">
              <a:xfrm>
                <a:off x="828675" y="3567113"/>
                <a:ext cx="280988"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906" name="Line 14">
                <a:extLst>
                  <a:ext uri="{FF2B5EF4-FFF2-40B4-BE49-F238E27FC236}">
                    <a16:creationId xmlns:a16="http://schemas.microsoft.com/office/drawing/2014/main" id="{B935F511-EE96-DA77-A90F-7DB622DC9610}"/>
                  </a:ext>
                </a:extLst>
              </p:cNvPr>
              <p:cNvSpPr>
                <a:spLocks noChangeShapeType="1"/>
              </p:cNvSpPr>
              <p:nvPr/>
            </p:nvSpPr>
            <p:spPr bwMode="auto">
              <a:xfrm>
                <a:off x="857250" y="3976688"/>
                <a:ext cx="244475"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907" name="Text Box 15">
                <a:extLst>
                  <a:ext uri="{FF2B5EF4-FFF2-40B4-BE49-F238E27FC236}">
                    <a16:creationId xmlns:a16="http://schemas.microsoft.com/office/drawing/2014/main" id="{AFD99D96-98C1-BCF2-6F90-3E432EF2D1E1}"/>
                  </a:ext>
                </a:extLst>
              </p:cNvPr>
              <p:cNvSpPr txBox="1">
                <a:spLocks noChangeArrowheads="1"/>
              </p:cNvSpPr>
              <p:nvPr/>
            </p:nvSpPr>
            <p:spPr bwMode="auto">
              <a:xfrm>
                <a:off x="1174375" y="2119313"/>
                <a:ext cx="8382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CPd</a:t>
                </a:r>
                <a:endParaRPr lang="ru-RU" altLang="en-US"/>
              </a:p>
            </p:txBody>
          </p:sp>
          <p:sp>
            <p:nvSpPr>
              <p:cNvPr id="37908" name="Line 16">
                <a:extLst>
                  <a:ext uri="{FF2B5EF4-FFF2-40B4-BE49-F238E27FC236}">
                    <a16:creationId xmlns:a16="http://schemas.microsoft.com/office/drawing/2014/main" id="{7A77443E-3334-FF59-E5CC-23CBBB18140D}"/>
                  </a:ext>
                </a:extLst>
              </p:cNvPr>
              <p:cNvSpPr>
                <a:spLocks noChangeShapeType="1"/>
              </p:cNvSpPr>
              <p:nvPr/>
            </p:nvSpPr>
            <p:spPr bwMode="auto">
              <a:xfrm>
                <a:off x="2552700" y="2228850"/>
                <a:ext cx="42545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909" name="Line 17">
                <a:extLst>
                  <a:ext uri="{FF2B5EF4-FFF2-40B4-BE49-F238E27FC236}">
                    <a16:creationId xmlns:a16="http://schemas.microsoft.com/office/drawing/2014/main" id="{79CF2E92-DDF4-6081-B26D-B6699AF83A6E}"/>
                  </a:ext>
                </a:extLst>
              </p:cNvPr>
              <p:cNvSpPr>
                <a:spLocks noChangeShapeType="1"/>
              </p:cNvSpPr>
              <p:nvPr/>
            </p:nvSpPr>
            <p:spPr bwMode="auto">
              <a:xfrm>
                <a:off x="2552700" y="2471738"/>
                <a:ext cx="42545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910" name="Line 18">
                <a:extLst>
                  <a:ext uri="{FF2B5EF4-FFF2-40B4-BE49-F238E27FC236}">
                    <a16:creationId xmlns:a16="http://schemas.microsoft.com/office/drawing/2014/main" id="{1C13F2E1-4762-65BB-E4CA-4FCCF82B2E8C}"/>
                  </a:ext>
                </a:extLst>
              </p:cNvPr>
              <p:cNvSpPr>
                <a:spLocks noChangeShapeType="1"/>
              </p:cNvSpPr>
              <p:nvPr/>
            </p:nvSpPr>
            <p:spPr bwMode="auto">
              <a:xfrm>
                <a:off x="2552700" y="2719388"/>
                <a:ext cx="42545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911" name="Line 19">
                <a:extLst>
                  <a:ext uri="{FF2B5EF4-FFF2-40B4-BE49-F238E27FC236}">
                    <a16:creationId xmlns:a16="http://schemas.microsoft.com/office/drawing/2014/main" id="{DB968746-5ECC-A048-C177-6DE7296DDE3A}"/>
                  </a:ext>
                </a:extLst>
              </p:cNvPr>
              <p:cNvSpPr>
                <a:spLocks noChangeShapeType="1"/>
              </p:cNvSpPr>
              <p:nvPr/>
            </p:nvSpPr>
            <p:spPr bwMode="auto">
              <a:xfrm>
                <a:off x="2552700" y="2962275"/>
                <a:ext cx="42545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912" name="Oval 20">
                <a:extLst>
                  <a:ext uri="{FF2B5EF4-FFF2-40B4-BE49-F238E27FC236}">
                    <a16:creationId xmlns:a16="http://schemas.microsoft.com/office/drawing/2014/main" id="{30FF554A-44E3-97C2-C6EE-56C180F8052C}"/>
                  </a:ext>
                </a:extLst>
              </p:cNvPr>
              <p:cNvSpPr>
                <a:spLocks noChangeArrowheads="1"/>
              </p:cNvSpPr>
              <p:nvPr/>
            </p:nvSpPr>
            <p:spPr bwMode="auto">
              <a:xfrm>
                <a:off x="2566988" y="3405188"/>
                <a:ext cx="158750" cy="158750"/>
              </a:xfrm>
              <a:prstGeom prst="ellipse">
                <a:avLst/>
              </a:prstGeom>
              <a:solidFill>
                <a:schemeClr val="accent1"/>
              </a:solidFill>
              <a:ln w="22225">
                <a:solidFill>
                  <a:schemeClr val="tx1"/>
                </a:solidFill>
                <a:round/>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37913" name="Line 21">
                <a:extLst>
                  <a:ext uri="{FF2B5EF4-FFF2-40B4-BE49-F238E27FC236}">
                    <a16:creationId xmlns:a16="http://schemas.microsoft.com/office/drawing/2014/main" id="{631F10D5-C314-2955-375C-8CB5681F8DB4}"/>
                  </a:ext>
                </a:extLst>
              </p:cNvPr>
              <p:cNvSpPr>
                <a:spLocks noChangeShapeType="1"/>
              </p:cNvSpPr>
              <p:nvPr/>
            </p:nvSpPr>
            <p:spPr bwMode="auto">
              <a:xfrm>
                <a:off x="2728913" y="3471863"/>
                <a:ext cx="388937"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914" name="Oval 22">
                <a:extLst>
                  <a:ext uri="{FF2B5EF4-FFF2-40B4-BE49-F238E27FC236}">
                    <a16:creationId xmlns:a16="http://schemas.microsoft.com/office/drawing/2014/main" id="{E6EF92B0-E141-4267-2951-5704AE4A3084}"/>
                  </a:ext>
                </a:extLst>
              </p:cNvPr>
              <p:cNvSpPr>
                <a:spLocks noChangeArrowheads="1"/>
              </p:cNvSpPr>
              <p:nvPr/>
            </p:nvSpPr>
            <p:spPr bwMode="auto">
              <a:xfrm>
                <a:off x="2562225" y="3752850"/>
                <a:ext cx="158750" cy="158750"/>
              </a:xfrm>
              <a:prstGeom prst="ellipse">
                <a:avLst/>
              </a:prstGeom>
              <a:solidFill>
                <a:schemeClr val="accent1"/>
              </a:solidFill>
              <a:ln w="22225">
                <a:solidFill>
                  <a:schemeClr val="tx1"/>
                </a:solidFill>
                <a:round/>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37915" name="Line 23">
                <a:extLst>
                  <a:ext uri="{FF2B5EF4-FFF2-40B4-BE49-F238E27FC236}">
                    <a16:creationId xmlns:a16="http://schemas.microsoft.com/office/drawing/2014/main" id="{2E0E60BA-4E75-7E93-E337-BC5459F3306A}"/>
                  </a:ext>
                </a:extLst>
              </p:cNvPr>
              <p:cNvSpPr>
                <a:spLocks noChangeShapeType="1"/>
              </p:cNvSpPr>
              <p:nvPr/>
            </p:nvSpPr>
            <p:spPr bwMode="auto">
              <a:xfrm>
                <a:off x="2728913" y="3829050"/>
                <a:ext cx="64135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916" name="Text Box 24">
                <a:extLst>
                  <a:ext uri="{FF2B5EF4-FFF2-40B4-BE49-F238E27FC236}">
                    <a16:creationId xmlns:a16="http://schemas.microsoft.com/office/drawing/2014/main" id="{0ACBE7D0-6AEA-B4B7-0C7C-F5871CCB5CB1}"/>
                  </a:ext>
                </a:extLst>
              </p:cNvPr>
              <p:cNvSpPr txBox="1">
                <a:spLocks noChangeArrowheads="1"/>
              </p:cNvSpPr>
              <p:nvPr/>
            </p:nvSpPr>
            <p:spPr bwMode="auto">
              <a:xfrm>
                <a:off x="1181100" y="2424113"/>
                <a:ext cx="8382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Load</a:t>
                </a:r>
                <a:endParaRPr lang="ru-RU" altLang="en-US"/>
              </a:p>
            </p:txBody>
          </p:sp>
          <p:sp>
            <p:nvSpPr>
              <p:cNvPr id="37917" name="Text Box 25">
                <a:extLst>
                  <a:ext uri="{FF2B5EF4-FFF2-40B4-BE49-F238E27FC236}">
                    <a16:creationId xmlns:a16="http://schemas.microsoft.com/office/drawing/2014/main" id="{245E5517-E1A0-FBE9-6B88-6C49297F7B9E}"/>
                  </a:ext>
                </a:extLst>
              </p:cNvPr>
              <p:cNvSpPr txBox="1">
                <a:spLocks noChangeArrowheads="1"/>
              </p:cNvSpPr>
              <p:nvPr/>
            </p:nvSpPr>
            <p:spPr bwMode="auto">
              <a:xfrm>
                <a:off x="1166813" y="2700338"/>
                <a:ext cx="595312"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D</a:t>
                </a:r>
                <a:r>
                  <a:rPr lang="en-US" altLang="en-US" baseline="-25000"/>
                  <a:t>0</a:t>
                </a:r>
                <a:endParaRPr lang="ru-RU" altLang="en-US"/>
              </a:p>
            </p:txBody>
          </p:sp>
          <p:sp>
            <p:nvSpPr>
              <p:cNvPr id="37918" name="Text Box 26">
                <a:extLst>
                  <a:ext uri="{FF2B5EF4-FFF2-40B4-BE49-F238E27FC236}">
                    <a16:creationId xmlns:a16="http://schemas.microsoft.com/office/drawing/2014/main" id="{68FD5D56-1B86-A879-31CC-BF5908E96DEE}"/>
                  </a:ext>
                </a:extLst>
              </p:cNvPr>
              <p:cNvSpPr txBox="1">
                <a:spLocks noChangeArrowheads="1"/>
              </p:cNvSpPr>
              <p:nvPr/>
            </p:nvSpPr>
            <p:spPr bwMode="auto">
              <a:xfrm>
                <a:off x="1166813" y="2928938"/>
                <a:ext cx="595312"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D</a:t>
                </a:r>
                <a:r>
                  <a:rPr lang="en-US" altLang="en-US" baseline="-25000"/>
                  <a:t>1</a:t>
                </a:r>
                <a:endParaRPr lang="ru-RU" altLang="en-US"/>
              </a:p>
            </p:txBody>
          </p:sp>
          <p:sp>
            <p:nvSpPr>
              <p:cNvPr id="37919" name="Text Box 27">
                <a:extLst>
                  <a:ext uri="{FF2B5EF4-FFF2-40B4-BE49-F238E27FC236}">
                    <a16:creationId xmlns:a16="http://schemas.microsoft.com/office/drawing/2014/main" id="{B51685DB-D2D8-3D48-E769-9AD651452F04}"/>
                  </a:ext>
                </a:extLst>
              </p:cNvPr>
              <p:cNvSpPr txBox="1">
                <a:spLocks noChangeArrowheads="1"/>
              </p:cNvSpPr>
              <p:nvPr/>
            </p:nvSpPr>
            <p:spPr bwMode="auto">
              <a:xfrm>
                <a:off x="1176338" y="3157538"/>
                <a:ext cx="595312"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D</a:t>
                </a:r>
                <a:r>
                  <a:rPr lang="en-US" altLang="en-US" baseline="-25000"/>
                  <a:t>2</a:t>
                </a:r>
                <a:endParaRPr lang="ru-RU" altLang="en-US"/>
              </a:p>
            </p:txBody>
          </p:sp>
          <p:sp>
            <p:nvSpPr>
              <p:cNvPr id="37920" name="Text Box 28">
                <a:extLst>
                  <a:ext uri="{FF2B5EF4-FFF2-40B4-BE49-F238E27FC236}">
                    <a16:creationId xmlns:a16="http://schemas.microsoft.com/office/drawing/2014/main" id="{9F3D16BB-AD01-3685-9E8C-9B9007B463EF}"/>
                  </a:ext>
                </a:extLst>
              </p:cNvPr>
              <p:cNvSpPr txBox="1">
                <a:spLocks noChangeArrowheads="1"/>
              </p:cNvSpPr>
              <p:nvPr/>
            </p:nvSpPr>
            <p:spPr bwMode="auto">
              <a:xfrm>
                <a:off x="1181100" y="3386138"/>
                <a:ext cx="595313"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D</a:t>
                </a:r>
                <a:r>
                  <a:rPr lang="en-US" altLang="en-US" baseline="-25000"/>
                  <a:t>3</a:t>
                </a:r>
                <a:endParaRPr lang="ru-RU" altLang="en-US"/>
              </a:p>
            </p:txBody>
          </p:sp>
          <p:sp>
            <p:nvSpPr>
              <p:cNvPr id="37921" name="Text Box 29">
                <a:extLst>
                  <a:ext uri="{FF2B5EF4-FFF2-40B4-BE49-F238E27FC236}">
                    <a16:creationId xmlns:a16="http://schemas.microsoft.com/office/drawing/2014/main" id="{DC23777A-DFD4-C7B1-840E-18949B6E9256}"/>
                  </a:ext>
                </a:extLst>
              </p:cNvPr>
              <p:cNvSpPr txBox="1">
                <a:spLocks noChangeArrowheads="1"/>
              </p:cNvSpPr>
              <p:nvPr/>
            </p:nvSpPr>
            <p:spPr bwMode="auto">
              <a:xfrm>
                <a:off x="1181100" y="3795713"/>
                <a:ext cx="9144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Reset</a:t>
                </a:r>
                <a:endParaRPr lang="ru-RU" altLang="en-US"/>
              </a:p>
            </p:txBody>
          </p:sp>
          <p:sp>
            <p:nvSpPr>
              <p:cNvPr id="37922" name="Text Box 30">
                <a:extLst>
                  <a:ext uri="{FF2B5EF4-FFF2-40B4-BE49-F238E27FC236}">
                    <a16:creationId xmlns:a16="http://schemas.microsoft.com/office/drawing/2014/main" id="{1EF66901-9EE6-D140-B639-4F3AEEF2C4D2}"/>
                  </a:ext>
                </a:extLst>
              </p:cNvPr>
              <p:cNvSpPr txBox="1">
                <a:spLocks noChangeArrowheads="1"/>
              </p:cNvSpPr>
              <p:nvPr/>
            </p:nvSpPr>
            <p:spPr bwMode="auto">
              <a:xfrm>
                <a:off x="2090738" y="2043113"/>
                <a:ext cx="595312"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Q</a:t>
                </a:r>
                <a:r>
                  <a:rPr lang="en-US" altLang="en-US" baseline="-25000"/>
                  <a:t>0</a:t>
                </a:r>
                <a:endParaRPr lang="ru-RU" altLang="en-US"/>
              </a:p>
            </p:txBody>
          </p:sp>
          <p:sp>
            <p:nvSpPr>
              <p:cNvPr id="37923" name="Text Box 31">
                <a:extLst>
                  <a:ext uri="{FF2B5EF4-FFF2-40B4-BE49-F238E27FC236}">
                    <a16:creationId xmlns:a16="http://schemas.microsoft.com/office/drawing/2014/main" id="{98C1FFEB-743A-7F8E-67C9-E4523D0CE699}"/>
                  </a:ext>
                </a:extLst>
              </p:cNvPr>
              <p:cNvSpPr txBox="1">
                <a:spLocks noChangeArrowheads="1"/>
              </p:cNvSpPr>
              <p:nvPr/>
            </p:nvSpPr>
            <p:spPr bwMode="auto">
              <a:xfrm>
                <a:off x="2085975" y="2271713"/>
                <a:ext cx="595313"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Q</a:t>
                </a:r>
                <a:r>
                  <a:rPr lang="en-US" altLang="en-US" baseline="-25000"/>
                  <a:t>1</a:t>
                </a:r>
                <a:endParaRPr lang="ru-RU" altLang="en-US"/>
              </a:p>
            </p:txBody>
          </p:sp>
          <p:sp>
            <p:nvSpPr>
              <p:cNvPr id="37924" name="Text Box 32">
                <a:extLst>
                  <a:ext uri="{FF2B5EF4-FFF2-40B4-BE49-F238E27FC236}">
                    <a16:creationId xmlns:a16="http://schemas.microsoft.com/office/drawing/2014/main" id="{22D80659-EDDB-8F64-B446-1E544B3D7D77}"/>
                  </a:ext>
                </a:extLst>
              </p:cNvPr>
              <p:cNvSpPr txBox="1">
                <a:spLocks noChangeArrowheads="1"/>
              </p:cNvSpPr>
              <p:nvPr/>
            </p:nvSpPr>
            <p:spPr bwMode="auto">
              <a:xfrm>
                <a:off x="2090738" y="2500313"/>
                <a:ext cx="595312"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Q</a:t>
                </a:r>
                <a:r>
                  <a:rPr lang="en-US" altLang="en-US" baseline="-25000"/>
                  <a:t>2</a:t>
                </a:r>
                <a:endParaRPr lang="ru-RU" altLang="en-US"/>
              </a:p>
            </p:txBody>
          </p:sp>
          <p:sp>
            <p:nvSpPr>
              <p:cNvPr id="37925" name="Text Box 33">
                <a:extLst>
                  <a:ext uri="{FF2B5EF4-FFF2-40B4-BE49-F238E27FC236}">
                    <a16:creationId xmlns:a16="http://schemas.microsoft.com/office/drawing/2014/main" id="{81E18848-FAB0-77BF-7B3D-20FEAF5595B2}"/>
                  </a:ext>
                </a:extLst>
              </p:cNvPr>
              <p:cNvSpPr txBox="1">
                <a:spLocks noChangeArrowheads="1"/>
              </p:cNvSpPr>
              <p:nvPr/>
            </p:nvSpPr>
            <p:spPr bwMode="auto">
              <a:xfrm>
                <a:off x="2090738" y="2747963"/>
                <a:ext cx="595312"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Q</a:t>
                </a:r>
                <a:r>
                  <a:rPr lang="en-US" altLang="en-US" baseline="-25000"/>
                  <a:t>3</a:t>
                </a:r>
                <a:endParaRPr lang="ru-RU" altLang="en-US"/>
              </a:p>
            </p:txBody>
          </p:sp>
          <p:sp>
            <p:nvSpPr>
              <p:cNvPr id="37926" name="Text Box 34">
                <a:extLst>
                  <a:ext uri="{FF2B5EF4-FFF2-40B4-BE49-F238E27FC236}">
                    <a16:creationId xmlns:a16="http://schemas.microsoft.com/office/drawing/2014/main" id="{A827F60C-DEB7-C94A-D442-BF5C5FE07D7C}"/>
                  </a:ext>
                </a:extLst>
              </p:cNvPr>
              <p:cNvSpPr txBox="1">
                <a:spLocks noChangeArrowheads="1"/>
              </p:cNvSpPr>
              <p:nvPr/>
            </p:nvSpPr>
            <p:spPr bwMode="auto">
              <a:xfrm>
                <a:off x="1181100" y="1738313"/>
                <a:ext cx="8382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CPu</a:t>
                </a:r>
                <a:endParaRPr lang="ru-RU" altLang="en-US"/>
              </a:p>
            </p:txBody>
          </p:sp>
          <p:sp>
            <p:nvSpPr>
              <p:cNvPr id="37927" name="Text Box 35">
                <a:extLst>
                  <a:ext uri="{FF2B5EF4-FFF2-40B4-BE49-F238E27FC236}">
                    <a16:creationId xmlns:a16="http://schemas.microsoft.com/office/drawing/2014/main" id="{54459EBC-5E39-82B8-F36F-152D757E1B49}"/>
                  </a:ext>
                </a:extLst>
              </p:cNvPr>
              <p:cNvSpPr txBox="1">
                <a:spLocks noChangeArrowheads="1"/>
              </p:cNvSpPr>
              <p:nvPr/>
            </p:nvSpPr>
            <p:spPr bwMode="auto">
              <a:xfrm>
                <a:off x="1924050" y="3262313"/>
                <a:ext cx="747713"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TCu</a:t>
                </a:r>
                <a:endParaRPr lang="ru-RU" altLang="en-US"/>
              </a:p>
            </p:txBody>
          </p:sp>
          <p:sp>
            <p:nvSpPr>
              <p:cNvPr id="37928" name="Text Box 36">
                <a:extLst>
                  <a:ext uri="{FF2B5EF4-FFF2-40B4-BE49-F238E27FC236}">
                    <a16:creationId xmlns:a16="http://schemas.microsoft.com/office/drawing/2014/main" id="{24F4148F-9249-F27E-0185-A570ABB0E06D}"/>
                  </a:ext>
                </a:extLst>
              </p:cNvPr>
              <p:cNvSpPr txBox="1">
                <a:spLocks noChangeArrowheads="1"/>
              </p:cNvSpPr>
              <p:nvPr/>
            </p:nvSpPr>
            <p:spPr bwMode="auto">
              <a:xfrm>
                <a:off x="1943100" y="3643313"/>
                <a:ext cx="747713"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TCd</a:t>
                </a:r>
                <a:endParaRPr lang="ru-RU" altLang="en-US"/>
              </a:p>
            </p:txBody>
          </p:sp>
          <p:sp>
            <p:nvSpPr>
              <p:cNvPr id="28713" name="Rectangle 37">
                <a:extLst>
                  <a:ext uri="{FF2B5EF4-FFF2-40B4-BE49-F238E27FC236}">
                    <a16:creationId xmlns:a16="http://schemas.microsoft.com/office/drawing/2014/main" id="{B5F06B36-23B5-40B5-B9EC-FECDED72FB48}"/>
                  </a:ext>
                </a:extLst>
              </p:cNvPr>
              <p:cNvSpPr>
                <a:spLocks noChangeArrowheads="1"/>
              </p:cNvSpPr>
              <p:nvPr/>
            </p:nvSpPr>
            <p:spPr bwMode="auto">
              <a:xfrm>
                <a:off x="4071938" y="1557338"/>
                <a:ext cx="1443037" cy="2666999"/>
              </a:xfrm>
              <a:prstGeom prst="rect">
                <a:avLst/>
              </a:prstGeom>
              <a:solidFill>
                <a:schemeClr val="accent1">
                  <a:lumMod val="60000"/>
                  <a:lumOff val="40000"/>
                </a:schemeClr>
              </a:solidFill>
              <a:ln w="22225">
                <a:solidFill>
                  <a:schemeClr val="tx1"/>
                </a:solidFill>
                <a:miter lim="800000"/>
                <a:headEnd/>
                <a:tailEnd/>
              </a:ln>
            </p:spPr>
            <p:txBody>
              <a:bodyPr wrap="none" anchor="ctr"/>
              <a:lstStyle/>
              <a:p>
                <a:pPr eaLnBrk="1" hangingPunct="1">
                  <a:defRPr/>
                </a:pPr>
                <a:endParaRPr lang="ru-RU"/>
              </a:p>
            </p:txBody>
          </p:sp>
          <p:sp>
            <p:nvSpPr>
              <p:cNvPr id="37930" name="Freeform 38">
                <a:extLst>
                  <a:ext uri="{FF2B5EF4-FFF2-40B4-BE49-F238E27FC236}">
                    <a16:creationId xmlns:a16="http://schemas.microsoft.com/office/drawing/2014/main" id="{90955CD6-4763-87E0-9615-8A46272682D0}"/>
                  </a:ext>
                </a:extLst>
              </p:cNvPr>
              <p:cNvSpPr>
                <a:spLocks/>
              </p:cNvSpPr>
              <p:nvPr/>
            </p:nvSpPr>
            <p:spPr bwMode="auto">
              <a:xfrm>
                <a:off x="4071938" y="1795463"/>
                <a:ext cx="133350" cy="176212"/>
              </a:xfrm>
              <a:custGeom>
                <a:avLst/>
                <a:gdLst>
                  <a:gd name="T0" fmla="*/ 0 w 129"/>
                  <a:gd name="T1" fmla="*/ 2147483646 h 133"/>
                  <a:gd name="T2" fmla="*/ 2147483646 w 129"/>
                  <a:gd name="T3" fmla="*/ 2147483646 h 133"/>
                  <a:gd name="T4" fmla="*/ 0 w 129"/>
                  <a:gd name="T5" fmla="*/ 0 h 133"/>
                  <a:gd name="T6" fmla="*/ 0 60000 65536"/>
                  <a:gd name="T7" fmla="*/ 0 60000 65536"/>
                  <a:gd name="T8" fmla="*/ 0 60000 65536"/>
                  <a:gd name="T9" fmla="*/ 0 w 129"/>
                  <a:gd name="T10" fmla="*/ 0 h 133"/>
                  <a:gd name="T11" fmla="*/ 129 w 129"/>
                  <a:gd name="T12" fmla="*/ 133 h 133"/>
                </a:gdLst>
                <a:ahLst/>
                <a:cxnLst>
                  <a:cxn ang="T6">
                    <a:pos x="T0" y="T1"/>
                  </a:cxn>
                  <a:cxn ang="T7">
                    <a:pos x="T2" y="T3"/>
                  </a:cxn>
                  <a:cxn ang="T8">
                    <a:pos x="T4" y="T5"/>
                  </a:cxn>
                </a:cxnLst>
                <a:rect l="T9" t="T10" r="T11" b="T12"/>
                <a:pathLst>
                  <a:path w="129" h="133">
                    <a:moveTo>
                      <a:pt x="0" y="133"/>
                    </a:moveTo>
                    <a:lnTo>
                      <a:pt x="129" y="66"/>
                    </a:lnTo>
                    <a:lnTo>
                      <a:pt x="0" y="0"/>
                    </a:lnTo>
                  </a:path>
                </a:pathLst>
              </a:custGeom>
              <a:noFill/>
              <a:ln w="22225" cap="flat">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7931" name="Line 39">
                <a:extLst>
                  <a:ext uri="{FF2B5EF4-FFF2-40B4-BE49-F238E27FC236}">
                    <a16:creationId xmlns:a16="http://schemas.microsoft.com/office/drawing/2014/main" id="{578FC152-6763-F4F5-2473-A013CD62B2B7}"/>
                  </a:ext>
                </a:extLst>
              </p:cNvPr>
              <p:cNvSpPr>
                <a:spLocks noChangeShapeType="1"/>
              </p:cNvSpPr>
              <p:nvPr/>
            </p:nvSpPr>
            <p:spPr bwMode="auto">
              <a:xfrm>
                <a:off x="3119438" y="1847850"/>
                <a:ext cx="928687"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932" name="Freeform 40">
                <a:extLst>
                  <a:ext uri="{FF2B5EF4-FFF2-40B4-BE49-F238E27FC236}">
                    <a16:creationId xmlns:a16="http://schemas.microsoft.com/office/drawing/2014/main" id="{B82E0068-3BB7-24BF-0209-D5811BDC4882}"/>
                  </a:ext>
                </a:extLst>
              </p:cNvPr>
              <p:cNvSpPr>
                <a:spLocks/>
              </p:cNvSpPr>
              <p:nvPr/>
            </p:nvSpPr>
            <p:spPr bwMode="auto">
              <a:xfrm>
                <a:off x="4071938" y="2166938"/>
                <a:ext cx="133350" cy="176212"/>
              </a:xfrm>
              <a:custGeom>
                <a:avLst/>
                <a:gdLst>
                  <a:gd name="T0" fmla="*/ 0 w 129"/>
                  <a:gd name="T1" fmla="*/ 2147483646 h 133"/>
                  <a:gd name="T2" fmla="*/ 2147483646 w 129"/>
                  <a:gd name="T3" fmla="*/ 2147483646 h 133"/>
                  <a:gd name="T4" fmla="*/ 0 w 129"/>
                  <a:gd name="T5" fmla="*/ 0 h 133"/>
                  <a:gd name="T6" fmla="*/ 0 60000 65536"/>
                  <a:gd name="T7" fmla="*/ 0 60000 65536"/>
                  <a:gd name="T8" fmla="*/ 0 60000 65536"/>
                  <a:gd name="T9" fmla="*/ 0 w 129"/>
                  <a:gd name="T10" fmla="*/ 0 h 133"/>
                  <a:gd name="T11" fmla="*/ 129 w 129"/>
                  <a:gd name="T12" fmla="*/ 133 h 133"/>
                </a:gdLst>
                <a:ahLst/>
                <a:cxnLst>
                  <a:cxn ang="T6">
                    <a:pos x="T0" y="T1"/>
                  </a:cxn>
                  <a:cxn ang="T7">
                    <a:pos x="T2" y="T3"/>
                  </a:cxn>
                  <a:cxn ang="T8">
                    <a:pos x="T4" y="T5"/>
                  </a:cxn>
                </a:cxnLst>
                <a:rect l="T9" t="T10" r="T11" b="T12"/>
                <a:pathLst>
                  <a:path w="129" h="133">
                    <a:moveTo>
                      <a:pt x="0" y="133"/>
                    </a:moveTo>
                    <a:lnTo>
                      <a:pt x="129" y="66"/>
                    </a:lnTo>
                    <a:lnTo>
                      <a:pt x="0" y="0"/>
                    </a:lnTo>
                  </a:path>
                </a:pathLst>
              </a:custGeom>
              <a:noFill/>
              <a:ln w="22225" cap="flat">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7933" name="Line 41">
                <a:extLst>
                  <a:ext uri="{FF2B5EF4-FFF2-40B4-BE49-F238E27FC236}">
                    <a16:creationId xmlns:a16="http://schemas.microsoft.com/office/drawing/2014/main" id="{4AC18122-4E20-3662-F196-AB3BE454A3BD}"/>
                  </a:ext>
                </a:extLst>
              </p:cNvPr>
              <p:cNvSpPr>
                <a:spLocks noChangeShapeType="1"/>
              </p:cNvSpPr>
              <p:nvPr/>
            </p:nvSpPr>
            <p:spPr bwMode="auto">
              <a:xfrm>
                <a:off x="3381375" y="2262188"/>
                <a:ext cx="676275"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18" name="Oval 42">
                <a:extLst>
                  <a:ext uri="{FF2B5EF4-FFF2-40B4-BE49-F238E27FC236}">
                    <a16:creationId xmlns:a16="http://schemas.microsoft.com/office/drawing/2014/main" id="{9757B8F3-64AF-4164-978E-EB2ACB84066F}"/>
                  </a:ext>
                </a:extLst>
              </p:cNvPr>
              <p:cNvSpPr>
                <a:spLocks noChangeArrowheads="1"/>
              </p:cNvSpPr>
              <p:nvPr/>
            </p:nvSpPr>
            <p:spPr bwMode="auto">
              <a:xfrm>
                <a:off x="3919538" y="2471738"/>
                <a:ext cx="158750" cy="158750"/>
              </a:xfrm>
              <a:prstGeom prst="ellipse">
                <a:avLst/>
              </a:prstGeom>
              <a:solidFill>
                <a:schemeClr val="accent1">
                  <a:lumMod val="60000"/>
                  <a:lumOff val="40000"/>
                </a:schemeClr>
              </a:solidFill>
              <a:ln w="22225">
                <a:solidFill>
                  <a:schemeClr val="tx1"/>
                </a:solidFill>
                <a:round/>
                <a:headEnd/>
                <a:tailEnd/>
              </a:ln>
            </p:spPr>
            <p:txBody>
              <a:bodyPr wrap="none" anchor="ctr"/>
              <a:lstStyle/>
              <a:p>
                <a:pPr eaLnBrk="1" hangingPunct="1">
                  <a:defRPr/>
                </a:pPr>
                <a:endParaRPr lang="ru-RU"/>
              </a:p>
            </p:txBody>
          </p:sp>
          <p:sp>
            <p:nvSpPr>
              <p:cNvPr id="37935" name="Line 43">
                <a:extLst>
                  <a:ext uri="{FF2B5EF4-FFF2-40B4-BE49-F238E27FC236}">
                    <a16:creationId xmlns:a16="http://schemas.microsoft.com/office/drawing/2014/main" id="{EA817578-BF01-7DF6-5971-79AAE2833DF4}"/>
                  </a:ext>
                </a:extLst>
              </p:cNvPr>
              <p:cNvSpPr>
                <a:spLocks noChangeShapeType="1"/>
              </p:cNvSpPr>
              <p:nvPr/>
            </p:nvSpPr>
            <p:spPr bwMode="auto">
              <a:xfrm>
                <a:off x="3638550" y="2547938"/>
                <a:ext cx="277813"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936" name="Line 44">
                <a:extLst>
                  <a:ext uri="{FF2B5EF4-FFF2-40B4-BE49-F238E27FC236}">
                    <a16:creationId xmlns:a16="http://schemas.microsoft.com/office/drawing/2014/main" id="{C97E9644-4980-65A5-C489-B7AAB9FDD990}"/>
                  </a:ext>
                </a:extLst>
              </p:cNvPr>
              <p:cNvSpPr>
                <a:spLocks noChangeShapeType="1"/>
              </p:cNvSpPr>
              <p:nvPr/>
            </p:nvSpPr>
            <p:spPr bwMode="auto">
              <a:xfrm>
                <a:off x="3790950" y="2852738"/>
                <a:ext cx="280987"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937" name="Line 45">
                <a:extLst>
                  <a:ext uri="{FF2B5EF4-FFF2-40B4-BE49-F238E27FC236}">
                    <a16:creationId xmlns:a16="http://schemas.microsoft.com/office/drawing/2014/main" id="{1B0960AB-56B9-4B65-CF2F-FD22FFDFCE17}"/>
                  </a:ext>
                </a:extLst>
              </p:cNvPr>
              <p:cNvSpPr>
                <a:spLocks noChangeShapeType="1"/>
              </p:cNvSpPr>
              <p:nvPr/>
            </p:nvSpPr>
            <p:spPr bwMode="auto">
              <a:xfrm>
                <a:off x="3790950" y="3081338"/>
                <a:ext cx="280988"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938" name="Line 46">
                <a:extLst>
                  <a:ext uri="{FF2B5EF4-FFF2-40B4-BE49-F238E27FC236}">
                    <a16:creationId xmlns:a16="http://schemas.microsoft.com/office/drawing/2014/main" id="{BC050A4A-3345-749A-E9D9-B1F0850416B6}"/>
                  </a:ext>
                </a:extLst>
              </p:cNvPr>
              <p:cNvSpPr>
                <a:spLocks noChangeShapeType="1"/>
              </p:cNvSpPr>
              <p:nvPr/>
            </p:nvSpPr>
            <p:spPr bwMode="auto">
              <a:xfrm>
                <a:off x="3790950" y="3309938"/>
                <a:ext cx="280988"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939" name="Line 47">
                <a:extLst>
                  <a:ext uri="{FF2B5EF4-FFF2-40B4-BE49-F238E27FC236}">
                    <a16:creationId xmlns:a16="http://schemas.microsoft.com/office/drawing/2014/main" id="{3F7F3CF3-C069-04B6-BDA4-124399A460BC}"/>
                  </a:ext>
                </a:extLst>
              </p:cNvPr>
              <p:cNvSpPr>
                <a:spLocks noChangeShapeType="1"/>
              </p:cNvSpPr>
              <p:nvPr/>
            </p:nvSpPr>
            <p:spPr bwMode="auto">
              <a:xfrm>
                <a:off x="3790950" y="3538538"/>
                <a:ext cx="280988"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940" name="Line 48">
                <a:extLst>
                  <a:ext uri="{FF2B5EF4-FFF2-40B4-BE49-F238E27FC236}">
                    <a16:creationId xmlns:a16="http://schemas.microsoft.com/office/drawing/2014/main" id="{A0CA926F-2E4B-FA91-A90C-6CD05B1D42B1}"/>
                  </a:ext>
                </a:extLst>
              </p:cNvPr>
              <p:cNvSpPr>
                <a:spLocks noChangeShapeType="1"/>
              </p:cNvSpPr>
              <p:nvPr/>
            </p:nvSpPr>
            <p:spPr bwMode="auto">
              <a:xfrm>
                <a:off x="3795713" y="3948113"/>
                <a:ext cx="280987"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941" name="Text Box 49">
                <a:extLst>
                  <a:ext uri="{FF2B5EF4-FFF2-40B4-BE49-F238E27FC236}">
                    <a16:creationId xmlns:a16="http://schemas.microsoft.com/office/drawing/2014/main" id="{5A9D90BD-BFD1-739C-4C58-76D9CD10C8C1}"/>
                  </a:ext>
                </a:extLst>
              </p:cNvPr>
              <p:cNvSpPr txBox="1">
                <a:spLocks noChangeArrowheads="1"/>
              </p:cNvSpPr>
              <p:nvPr/>
            </p:nvSpPr>
            <p:spPr bwMode="auto">
              <a:xfrm>
                <a:off x="4224338" y="2090738"/>
                <a:ext cx="8382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CPd</a:t>
                </a:r>
                <a:endParaRPr lang="ru-RU" altLang="en-US"/>
              </a:p>
            </p:txBody>
          </p:sp>
          <p:sp>
            <p:nvSpPr>
              <p:cNvPr id="37942" name="Line 50">
                <a:extLst>
                  <a:ext uri="{FF2B5EF4-FFF2-40B4-BE49-F238E27FC236}">
                    <a16:creationId xmlns:a16="http://schemas.microsoft.com/office/drawing/2014/main" id="{E6FC3E8D-4D23-BBD2-47EB-BBE657934177}"/>
                  </a:ext>
                </a:extLst>
              </p:cNvPr>
              <p:cNvSpPr>
                <a:spLocks noChangeShapeType="1"/>
              </p:cNvSpPr>
              <p:nvPr/>
            </p:nvSpPr>
            <p:spPr bwMode="auto">
              <a:xfrm>
                <a:off x="5500688" y="2200275"/>
                <a:ext cx="42545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943" name="Line 51">
                <a:extLst>
                  <a:ext uri="{FF2B5EF4-FFF2-40B4-BE49-F238E27FC236}">
                    <a16:creationId xmlns:a16="http://schemas.microsoft.com/office/drawing/2014/main" id="{AC925618-85EF-5524-C300-148264EB1658}"/>
                  </a:ext>
                </a:extLst>
              </p:cNvPr>
              <p:cNvSpPr>
                <a:spLocks noChangeShapeType="1"/>
              </p:cNvSpPr>
              <p:nvPr/>
            </p:nvSpPr>
            <p:spPr bwMode="auto">
              <a:xfrm>
                <a:off x="5514975" y="2443163"/>
                <a:ext cx="42545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944" name="Line 52">
                <a:extLst>
                  <a:ext uri="{FF2B5EF4-FFF2-40B4-BE49-F238E27FC236}">
                    <a16:creationId xmlns:a16="http://schemas.microsoft.com/office/drawing/2014/main" id="{AE190AA0-71EA-015B-C413-879682BEB1D8}"/>
                  </a:ext>
                </a:extLst>
              </p:cNvPr>
              <p:cNvSpPr>
                <a:spLocks noChangeShapeType="1"/>
              </p:cNvSpPr>
              <p:nvPr/>
            </p:nvSpPr>
            <p:spPr bwMode="auto">
              <a:xfrm>
                <a:off x="5500688" y="2690813"/>
                <a:ext cx="42545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945" name="Line 53">
                <a:extLst>
                  <a:ext uri="{FF2B5EF4-FFF2-40B4-BE49-F238E27FC236}">
                    <a16:creationId xmlns:a16="http://schemas.microsoft.com/office/drawing/2014/main" id="{5B275D62-CFD1-9254-1470-A063FF462AA5}"/>
                  </a:ext>
                </a:extLst>
              </p:cNvPr>
              <p:cNvSpPr>
                <a:spLocks noChangeShapeType="1"/>
              </p:cNvSpPr>
              <p:nvPr/>
            </p:nvSpPr>
            <p:spPr bwMode="auto">
              <a:xfrm>
                <a:off x="5500688" y="2933700"/>
                <a:ext cx="42545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946" name="Oval 54">
                <a:extLst>
                  <a:ext uri="{FF2B5EF4-FFF2-40B4-BE49-F238E27FC236}">
                    <a16:creationId xmlns:a16="http://schemas.microsoft.com/office/drawing/2014/main" id="{C42CB21D-BB0C-07C0-1999-E5900E370A7C}"/>
                  </a:ext>
                </a:extLst>
              </p:cNvPr>
              <p:cNvSpPr>
                <a:spLocks noChangeArrowheads="1"/>
              </p:cNvSpPr>
              <p:nvPr/>
            </p:nvSpPr>
            <p:spPr bwMode="auto">
              <a:xfrm>
                <a:off x="5538787" y="3376613"/>
                <a:ext cx="158750" cy="158750"/>
              </a:xfrm>
              <a:prstGeom prst="ellipse">
                <a:avLst/>
              </a:prstGeom>
              <a:solidFill>
                <a:schemeClr val="accent1"/>
              </a:solidFill>
              <a:ln w="22225">
                <a:solidFill>
                  <a:schemeClr val="tx1"/>
                </a:solidFill>
                <a:round/>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37947" name="Line 55">
                <a:extLst>
                  <a:ext uri="{FF2B5EF4-FFF2-40B4-BE49-F238E27FC236}">
                    <a16:creationId xmlns:a16="http://schemas.microsoft.com/office/drawing/2014/main" id="{17EAF3DF-905E-A9D2-ADDA-3888625B6CA3}"/>
                  </a:ext>
                </a:extLst>
              </p:cNvPr>
              <p:cNvSpPr>
                <a:spLocks noChangeShapeType="1"/>
              </p:cNvSpPr>
              <p:nvPr/>
            </p:nvSpPr>
            <p:spPr bwMode="auto">
              <a:xfrm>
                <a:off x="5695950" y="3452813"/>
                <a:ext cx="4064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948" name="Oval 56">
                <a:extLst>
                  <a:ext uri="{FF2B5EF4-FFF2-40B4-BE49-F238E27FC236}">
                    <a16:creationId xmlns:a16="http://schemas.microsoft.com/office/drawing/2014/main" id="{3B06EAA7-75A9-03D7-B28D-9655731F5D3F}"/>
                  </a:ext>
                </a:extLst>
              </p:cNvPr>
              <p:cNvSpPr>
                <a:spLocks noChangeArrowheads="1"/>
              </p:cNvSpPr>
              <p:nvPr/>
            </p:nvSpPr>
            <p:spPr bwMode="auto">
              <a:xfrm>
                <a:off x="5529263" y="3724275"/>
                <a:ext cx="158750" cy="158750"/>
              </a:xfrm>
              <a:prstGeom prst="ellipse">
                <a:avLst/>
              </a:prstGeom>
              <a:solidFill>
                <a:schemeClr val="accent1"/>
              </a:solidFill>
              <a:ln w="22225">
                <a:solidFill>
                  <a:schemeClr val="tx1"/>
                </a:solidFill>
                <a:round/>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37949" name="Line 57">
                <a:extLst>
                  <a:ext uri="{FF2B5EF4-FFF2-40B4-BE49-F238E27FC236}">
                    <a16:creationId xmlns:a16="http://schemas.microsoft.com/office/drawing/2014/main" id="{95A4845C-4374-980E-C80F-A32FB94BC76D}"/>
                  </a:ext>
                </a:extLst>
              </p:cNvPr>
              <p:cNvSpPr>
                <a:spLocks noChangeShapeType="1"/>
              </p:cNvSpPr>
              <p:nvPr/>
            </p:nvSpPr>
            <p:spPr bwMode="auto">
              <a:xfrm>
                <a:off x="5700713" y="3795713"/>
                <a:ext cx="676275"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950" name="Text Box 58">
                <a:extLst>
                  <a:ext uri="{FF2B5EF4-FFF2-40B4-BE49-F238E27FC236}">
                    <a16:creationId xmlns:a16="http://schemas.microsoft.com/office/drawing/2014/main" id="{60E859C5-E775-DFAF-D7A8-AE1061CC73F8}"/>
                  </a:ext>
                </a:extLst>
              </p:cNvPr>
              <p:cNvSpPr txBox="1">
                <a:spLocks noChangeArrowheads="1"/>
              </p:cNvSpPr>
              <p:nvPr/>
            </p:nvSpPr>
            <p:spPr bwMode="auto">
              <a:xfrm>
                <a:off x="4148138" y="2395538"/>
                <a:ext cx="8382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Load</a:t>
                </a:r>
                <a:endParaRPr lang="ru-RU" altLang="en-US"/>
              </a:p>
            </p:txBody>
          </p:sp>
          <p:sp>
            <p:nvSpPr>
              <p:cNvPr id="37951" name="Text Box 59">
                <a:extLst>
                  <a:ext uri="{FF2B5EF4-FFF2-40B4-BE49-F238E27FC236}">
                    <a16:creationId xmlns:a16="http://schemas.microsoft.com/office/drawing/2014/main" id="{2FEBCD9E-CD14-0E88-FBC5-BB1326623158}"/>
                  </a:ext>
                </a:extLst>
              </p:cNvPr>
              <p:cNvSpPr txBox="1">
                <a:spLocks noChangeArrowheads="1"/>
              </p:cNvSpPr>
              <p:nvPr/>
            </p:nvSpPr>
            <p:spPr bwMode="auto">
              <a:xfrm>
                <a:off x="4133850" y="2671763"/>
                <a:ext cx="595313"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D</a:t>
                </a:r>
                <a:r>
                  <a:rPr lang="en-US" altLang="en-US" baseline="-25000"/>
                  <a:t>0</a:t>
                </a:r>
                <a:endParaRPr lang="ru-RU" altLang="en-US"/>
              </a:p>
            </p:txBody>
          </p:sp>
          <p:sp>
            <p:nvSpPr>
              <p:cNvPr id="37952" name="Text Box 60">
                <a:extLst>
                  <a:ext uri="{FF2B5EF4-FFF2-40B4-BE49-F238E27FC236}">
                    <a16:creationId xmlns:a16="http://schemas.microsoft.com/office/drawing/2014/main" id="{1A173DE6-3727-18E5-A0AA-8B76FED8ADAA}"/>
                  </a:ext>
                </a:extLst>
              </p:cNvPr>
              <p:cNvSpPr txBox="1">
                <a:spLocks noChangeArrowheads="1"/>
              </p:cNvSpPr>
              <p:nvPr/>
            </p:nvSpPr>
            <p:spPr bwMode="auto">
              <a:xfrm>
                <a:off x="4133850" y="2900363"/>
                <a:ext cx="595313"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D</a:t>
                </a:r>
                <a:r>
                  <a:rPr lang="en-US" altLang="en-US" baseline="-25000"/>
                  <a:t>1</a:t>
                </a:r>
                <a:endParaRPr lang="ru-RU" altLang="en-US"/>
              </a:p>
            </p:txBody>
          </p:sp>
          <p:sp>
            <p:nvSpPr>
              <p:cNvPr id="37953" name="Text Box 61">
                <a:extLst>
                  <a:ext uri="{FF2B5EF4-FFF2-40B4-BE49-F238E27FC236}">
                    <a16:creationId xmlns:a16="http://schemas.microsoft.com/office/drawing/2014/main" id="{1B63D471-51D6-5224-2D53-759E33B14731}"/>
                  </a:ext>
                </a:extLst>
              </p:cNvPr>
              <p:cNvSpPr txBox="1">
                <a:spLocks noChangeArrowheads="1"/>
              </p:cNvSpPr>
              <p:nvPr/>
            </p:nvSpPr>
            <p:spPr bwMode="auto">
              <a:xfrm>
                <a:off x="4143375" y="3128963"/>
                <a:ext cx="595313"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D</a:t>
                </a:r>
                <a:r>
                  <a:rPr lang="en-US" altLang="en-US" baseline="-25000"/>
                  <a:t>2</a:t>
                </a:r>
                <a:endParaRPr lang="ru-RU" altLang="en-US"/>
              </a:p>
            </p:txBody>
          </p:sp>
          <p:sp>
            <p:nvSpPr>
              <p:cNvPr id="37954" name="Text Box 62">
                <a:extLst>
                  <a:ext uri="{FF2B5EF4-FFF2-40B4-BE49-F238E27FC236}">
                    <a16:creationId xmlns:a16="http://schemas.microsoft.com/office/drawing/2014/main" id="{4DF945A5-F07E-5844-7493-C7E06038644B}"/>
                  </a:ext>
                </a:extLst>
              </p:cNvPr>
              <p:cNvSpPr txBox="1">
                <a:spLocks noChangeArrowheads="1"/>
              </p:cNvSpPr>
              <p:nvPr/>
            </p:nvSpPr>
            <p:spPr bwMode="auto">
              <a:xfrm>
                <a:off x="4148138" y="3357563"/>
                <a:ext cx="595312"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D</a:t>
                </a:r>
                <a:r>
                  <a:rPr lang="en-US" altLang="en-US" baseline="-25000"/>
                  <a:t>3</a:t>
                </a:r>
                <a:endParaRPr lang="ru-RU" altLang="en-US"/>
              </a:p>
            </p:txBody>
          </p:sp>
          <p:sp>
            <p:nvSpPr>
              <p:cNvPr id="37955" name="Text Box 63">
                <a:extLst>
                  <a:ext uri="{FF2B5EF4-FFF2-40B4-BE49-F238E27FC236}">
                    <a16:creationId xmlns:a16="http://schemas.microsoft.com/office/drawing/2014/main" id="{4566D89A-4EDF-7017-685C-36BDBAB08346}"/>
                  </a:ext>
                </a:extLst>
              </p:cNvPr>
              <p:cNvSpPr txBox="1">
                <a:spLocks noChangeArrowheads="1"/>
              </p:cNvSpPr>
              <p:nvPr/>
            </p:nvSpPr>
            <p:spPr bwMode="auto">
              <a:xfrm>
                <a:off x="4148138" y="3767138"/>
                <a:ext cx="9144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Reset</a:t>
                </a:r>
                <a:endParaRPr lang="ru-RU" altLang="en-US"/>
              </a:p>
            </p:txBody>
          </p:sp>
          <p:sp>
            <p:nvSpPr>
              <p:cNvPr id="37956" name="Text Box 64">
                <a:extLst>
                  <a:ext uri="{FF2B5EF4-FFF2-40B4-BE49-F238E27FC236}">
                    <a16:creationId xmlns:a16="http://schemas.microsoft.com/office/drawing/2014/main" id="{1FB824A5-8C8E-99D5-6C94-86EF46FB4ACD}"/>
                  </a:ext>
                </a:extLst>
              </p:cNvPr>
              <p:cNvSpPr txBox="1">
                <a:spLocks noChangeArrowheads="1"/>
              </p:cNvSpPr>
              <p:nvPr/>
            </p:nvSpPr>
            <p:spPr bwMode="auto">
              <a:xfrm>
                <a:off x="5057775" y="2014538"/>
                <a:ext cx="595313"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Q</a:t>
                </a:r>
                <a:r>
                  <a:rPr lang="en-US" altLang="en-US" baseline="-25000"/>
                  <a:t>0</a:t>
                </a:r>
                <a:endParaRPr lang="ru-RU" altLang="en-US"/>
              </a:p>
            </p:txBody>
          </p:sp>
          <p:sp>
            <p:nvSpPr>
              <p:cNvPr id="37957" name="Text Box 65">
                <a:extLst>
                  <a:ext uri="{FF2B5EF4-FFF2-40B4-BE49-F238E27FC236}">
                    <a16:creationId xmlns:a16="http://schemas.microsoft.com/office/drawing/2014/main" id="{B095C6F8-F64E-FAEC-93E9-E38E2C7B01E3}"/>
                  </a:ext>
                </a:extLst>
              </p:cNvPr>
              <p:cNvSpPr txBox="1">
                <a:spLocks noChangeArrowheads="1"/>
              </p:cNvSpPr>
              <p:nvPr/>
            </p:nvSpPr>
            <p:spPr bwMode="auto">
              <a:xfrm>
                <a:off x="5053013" y="2243138"/>
                <a:ext cx="595312"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Q</a:t>
                </a:r>
                <a:r>
                  <a:rPr lang="en-US" altLang="en-US" baseline="-25000"/>
                  <a:t>1</a:t>
                </a:r>
                <a:endParaRPr lang="ru-RU" altLang="en-US"/>
              </a:p>
            </p:txBody>
          </p:sp>
          <p:sp>
            <p:nvSpPr>
              <p:cNvPr id="37958" name="Text Box 66">
                <a:extLst>
                  <a:ext uri="{FF2B5EF4-FFF2-40B4-BE49-F238E27FC236}">
                    <a16:creationId xmlns:a16="http://schemas.microsoft.com/office/drawing/2014/main" id="{93105370-4F4A-03B5-E22B-69FD60312C3C}"/>
                  </a:ext>
                </a:extLst>
              </p:cNvPr>
              <p:cNvSpPr txBox="1">
                <a:spLocks noChangeArrowheads="1"/>
              </p:cNvSpPr>
              <p:nvPr/>
            </p:nvSpPr>
            <p:spPr bwMode="auto">
              <a:xfrm>
                <a:off x="5057775" y="2471738"/>
                <a:ext cx="595313"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Q</a:t>
                </a:r>
                <a:r>
                  <a:rPr lang="en-US" altLang="en-US" baseline="-25000"/>
                  <a:t>2</a:t>
                </a:r>
                <a:endParaRPr lang="ru-RU" altLang="en-US"/>
              </a:p>
            </p:txBody>
          </p:sp>
          <p:sp>
            <p:nvSpPr>
              <p:cNvPr id="37959" name="Text Box 67">
                <a:extLst>
                  <a:ext uri="{FF2B5EF4-FFF2-40B4-BE49-F238E27FC236}">
                    <a16:creationId xmlns:a16="http://schemas.microsoft.com/office/drawing/2014/main" id="{1074AD49-F068-1CDA-C99B-3B418A7A433D}"/>
                  </a:ext>
                </a:extLst>
              </p:cNvPr>
              <p:cNvSpPr txBox="1">
                <a:spLocks noChangeArrowheads="1"/>
              </p:cNvSpPr>
              <p:nvPr/>
            </p:nvSpPr>
            <p:spPr bwMode="auto">
              <a:xfrm>
                <a:off x="5057775" y="2719388"/>
                <a:ext cx="595313"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Q</a:t>
                </a:r>
                <a:r>
                  <a:rPr lang="en-US" altLang="en-US" baseline="-25000"/>
                  <a:t>3</a:t>
                </a:r>
                <a:endParaRPr lang="ru-RU" altLang="en-US"/>
              </a:p>
            </p:txBody>
          </p:sp>
          <p:sp>
            <p:nvSpPr>
              <p:cNvPr id="37960" name="Text Box 68">
                <a:extLst>
                  <a:ext uri="{FF2B5EF4-FFF2-40B4-BE49-F238E27FC236}">
                    <a16:creationId xmlns:a16="http://schemas.microsoft.com/office/drawing/2014/main" id="{FE20111E-1823-9F7B-BE0A-741EA2C68D98}"/>
                  </a:ext>
                </a:extLst>
              </p:cNvPr>
              <p:cNvSpPr txBox="1">
                <a:spLocks noChangeArrowheads="1"/>
              </p:cNvSpPr>
              <p:nvPr/>
            </p:nvSpPr>
            <p:spPr bwMode="auto">
              <a:xfrm>
                <a:off x="4148138" y="1709738"/>
                <a:ext cx="8382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CPu</a:t>
                </a:r>
                <a:endParaRPr lang="ru-RU" altLang="en-US"/>
              </a:p>
            </p:txBody>
          </p:sp>
          <p:sp>
            <p:nvSpPr>
              <p:cNvPr id="37961" name="Text Box 69">
                <a:extLst>
                  <a:ext uri="{FF2B5EF4-FFF2-40B4-BE49-F238E27FC236}">
                    <a16:creationId xmlns:a16="http://schemas.microsoft.com/office/drawing/2014/main" id="{939CCB42-4307-49DB-7814-9A1052FCB9B7}"/>
                  </a:ext>
                </a:extLst>
              </p:cNvPr>
              <p:cNvSpPr txBox="1">
                <a:spLocks noChangeArrowheads="1"/>
              </p:cNvSpPr>
              <p:nvPr/>
            </p:nvSpPr>
            <p:spPr bwMode="auto">
              <a:xfrm>
                <a:off x="4891088" y="3233738"/>
                <a:ext cx="747712"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TCu</a:t>
                </a:r>
                <a:endParaRPr lang="ru-RU" altLang="en-US"/>
              </a:p>
            </p:txBody>
          </p:sp>
          <p:sp>
            <p:nvSpPr>
              <p:cNvPr id="37962" name="Text Box 70">
                <a:extLst>
                  <a:ext uri="{FF2B5EF4-FFF2-40B4-BE49-F238E27FC236}">
                    <a16:creationId xmlns:a16="http://schemas.microsoft.com/office/drawing/2014/main" id="{56346911-FD8E-D2A0-4268-45FCDBC8CA13}"/>
                  </a:ext>
                </a:extLst>
              </p:cNvPr>
              <p:cNvSpPr txBox="1">
                <a:spLocks noChangeArrowheads="1"/>
              </p:cNvSpPr>
              <p:nvPr/>
            </p:nvSpPr>
            <p:spPr bwMode="auto">
              <a:xfrm>
                <a:off x="4910138" y="3614738"/>
                <a:ext cx="747712"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TCd</a:t>
                </a:r>
                <a:endParaRPr lang="ru-RU" altLang="en-US"/>
              </a:p>
            </p:txBody>
          </p:sp>
          <p:sp>
            <p:nvSpPr>
              <p:cNvPr id="28747" name="Rectangle 71">
                <a:extLst>
                  <a:ext uri="{FF2B5EF4-FFF2-40B4-BE49-F238E27FC236}">
                    <a16:creationId xmlns:a16="http://schemas.microsoft.com/office/drawing/2014/main" id="{9A975F6D-A545-4B5C-A821-2FBE6B9BD38B}"/>
                  </a:ext>
                </a:extLst>
              </p:cNvPr>
              <p:cNvSpPr>
                <a:spLocks noChangeArrowheads="1"/>
              </p:cNvSpPr>
              <p:nvPr/>
            </p:nvSpPr>
            <p:spPr bwMode="auto">
              <a:xfrm>
                <a:off x="7032625" y="1514475"/>
                <a:ext cx="1443038" cy="2666999"/>
              </a:xfrm>
              <a:prstGeom prst="rect">
                <a:avLst/>
              </a:prstGeom>
              <a:solidFill>
                <a:schemeClr val="accent1">
                  <a:lumMod val="60000"/>
                  <a:lumOff val="40000"/>
                </a:schemeClr>
              </a:solidFill>
              <a:ln w="22225">
                <a:solidFill>
                  <a:schemeClr val="tx1"/>
                </a:solidFill>
                <a:miter lim="800000"/>
                <a:headEnd/>
                <a:tailEnd/>
              </a:ln>
            </p:spPr>
            <p:txBody>
              <a:bodyPr wrap="none" anchor="ctr"/>
              <a:lstStyle/>
              <a:p>
                <a:pPr eaLnBrk="1" hangingPunct="1">
                  <a:defRPr/>
                </a:pPr>
                <a:endParaRPr lang="ru-RU"/>
              </a:p>
            </p:txBody>
          </p:sp>
          <p:sp>
            <p:nvSpPr>
              <p:cNvPr id="37964" name="Freeform 72">
                <a:extLst>
                  <a:ext uri="{FF2B5EF4-FFF2-40B4-BE49-F238E27FC236}">
                    <a16:creationId xmlns:a16="http://schemas.microsoft.com/office/drawing/2014/main" id="{2349D649-969D-A4E8-7526-C85DAA03EF8B}"/>
                  </a:ext>
                </a:extLst>
              </p:cNvPr>
              <p:cNvSpPr>
                <a:spLocks/>
              </p:cNvSpPr>
              <p:nvPr/>
            </p:nvSpPr>
            <p:spPr bwMode="auto">
              <a:xfrm>
                <a:off x="7032625" y="1752600"/>
                <a:ext cx="133350" cy="176213"/>
              </a:xfrm>
              <a:custGeom>
                <a:avLst/>
                <a:gdLst>
                  <a:gd name="T0" fmla="*/ 0 w 129"/>
                  <a:gd name="T1" fmla="*/ 2147483646 h 133"/>
                  <a:gd name="T2" fmla="*/ 2147483646 w 129"/>
                  <a:gd name="T3" fmla="*/ 2147483646 h 133"/>
                  <a:gd name="T4" fmla="*/ 0 w 129"/>
                  <a:gd name="T5" fmla="*/ 0 h 133"/>
                  <a:gd name="T6" fmla="*/ 0 60000 65536"/>
                  <a:gd name="T7" fmla="*/ 0 60000 65536"/>
                  <a:gd name="T8" fmla="*/ 0 60000 65536"/>
                  <a:gd name="T9" fmla="*/ 0 w 129"/>
                  <a:gd name="T10" fmla="*/ 0 h 133"/>
                  <a:gd name="T11" fmla="*/ 129 w 129"/>
                  <a:gd name="T12" fmla="*/ 133 h 133"/>
                </a:gdLst>
                <a:ahLst/>
                <a:cxnLst>
                  <a:cxn ang="T6">
                    <a:pos x="T0" y="T1"/>
                  </a:cxn>
                  <a:cxn ang="T7">
                    <a:pos x="T2" y="T3"/>
                  </a:cxn>
                  <a:cxn ang="T8">
                    <a:pos x="T4" y="T5"/>
                  </a:cxn>
                </a:cxnLst>
                <a:rect l="T9" t="T10" r="T11" b="T12"/>
                <a:pathLst>
                  <a:path w="129" h="133">
                    <a:moveTo>
                      <a:pt x="0" y="133"/>
                    </a:moveTo>
                    <a:lnTo>
                      <a:pt x="129" y="66"/>
                    </a:lnTo>
                    <a:lnTo>
                      <a:pt x="0" y="0"/>
                    </a:lnTo>
                  </a:path>
                </a:pathLst>
              </a:custGeom>
              <a:noFill/>
              <a:ln w="22225" cap="flat">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7965" name="Line 73">
                <a:extLst>
                  <a:ext uri="{FF2B5EF4-FFF2-40B4-BE49-F238E27FC236}">
                    <a16:creationId xmlns:a16="http://schemas.microsoft.com/office/drawing/2014/main" id="{988BA2CE-F0C7-B7E4-068A-D4B534A05E56}"/>
                  </a:ext>
                </a:extLst>
              </p:cNvPr>
              <p:cNvSpPr>
                <a:spLocks noChangeShapeType="1"/>
              </p:cNvSpPr>
              <p:nvPr/>
            </p:nvSpPr>
            <p:spPr bwMode="auto">
              <a:xfrm>
                <a:off x="6108700" y="1819275"/>
                <a:ext cx="928688"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966" name="Freeform 74">
                <a:extLst>
                  <a:ext uri="{FF2B5EF4-FFF2-40B4-BE49-F238E27FC236}">
                    <a16:creationId xmlns:a16="http://schemas.microsoft.com/office/drawing/2014/main" id="{6699E768-AD26-6DFC-45E4-27CC1307E3DE}"/>
                  </a:ext>
                </a:extLst>
              </p:cNvPr>
              <p:cNvSpPr>
                <a:spLocks/>
              </p:cNvSpPr>
              <p:nvPr/>
            </p:nvSpPr>
            <p:spPr bwMode="auto">
              <a:xfrm>
                <a:off x="7032625" y="2124075"/>
                <a:ext cx="133350" cy="176213"/>
              </a:xfrm>
              <a:custGeom>
                <a:avLst/>
                <a:gdLst>
                  <a:gd name="T0" fmla="*/ 0 w 129"/>
                  <a:gd name="T1" fmla="*/ 2147483646 h 133"/>
                  <a:gd name="T2" fmla="*/ 2147483646 w 129"/>
                  <a:gd name="T3" fmla="*/ 2147483646 h 133"/>
                  <a:gd name="T4" fmla="*/ 0 w 129"/>
                  <a:gd name="T5" fmla="*/ 0 h 133"/>
                  <a:gd name="T6" fmla="*/ 0 60000 65536"/>
                  <a:gd name="T7" fmla="*/ 0 60000 65536"/>
                  <a:gd name="T8" fmla="*/ 0 60000 65536"/>
                  <a:gd name="T9" fmla="*/ 0 w 129"/>
                  <a:gd name="T10" fmla="*/ 0 h 133"/>
                  <a:gd name="T11" fmla="*/ 129 w 129"/>
                  <a:gd name="T12" fmla="*/ 133 h 133"/>
                </a:gdLst>
                <a:ahLst/>
                <a:cxnLst>
                  <a:cxn ang="T6">
                    <a:pos x="T0" y="T1"/>
                  </a:cxn>
                  <a:cxn ang="T7">
                    <a:pos x="T2" y="T3"/>
                  </a:cxn>
                  <a:cxn ang="T8">
                    <a:pos x="T4" y="T5"/>
                  </a:cxn>
                </a:cxnLst>
                <a:rect l="T9" t="T10" r="T11" b="T12"/>
                <a:pathLst>
                  <a:path w="129" h="133">
                    <a:moveTo>
                      <a:pt x="0" y="133"/>
                    </a:moveTo>
                    <a:lnTo>
                      <a:pt x="129" y="66"/>
                    </a:lnTo>
                    <a:lnTo>
                      <a:pt x="0" y="0"/>
                    </a:lnTo>
                  </a:path>
                </a:pathLst>
              </a:custGeom>
              <a:noFill/>
              <a:ln w="22225" cap="flat">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7967" name="Line 75">
                <a:extLst>
                  <a:ext uri="{FF2B5EF4-FFF2-40B4-BE49-F238E27FC236}">
                    <a16:creationId xmlns:a16="http://schemas.microsoft.com/office/drawing/2014/main" id="{A4F9994F-427A-A457-3CA8-0ED745C0A150}"/>
                  </a:ext>
                </a:extLst>
              </p:cNvPr>
              <p:cNvSpPr>
                <a:spLocks noChangeShapeType="1"/>
              </p:cNvSpPr>
              <p:nvPr/>
            </p:nvSpPr>
            <p:spPr bwMode="auto">
              <a:xfrm>
                <a:off x="6394450" y="2205038"/>
                <a:ext cx="64135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52" name="Oval 76">
                <a:extLst>
                  <a:ext uri="{FF2B5EF4-FFF2-40B4-BE49-F238E27FC236}">
                    <a16:creationId xmlns:a16="http://schemas.microsoft.com/office/drawing/2014/main" id="{26E0998C-0571-4A89-A06B-2FFEB81BE792}"/>
                  </a:ext>
                </a:extLst>
              </p:cNvPr>
              <p:cNvSpPr>
                <a:spLocks noChangeArrowheads="1"/>
              </p:cNvSpPr>
              <p:nvPr/>
            </p:nvSpPr>
            <p:spPr bwMode="auto">
              <a:xfrm>
                <a:off x="6880225" y="2428875"/>
                <a:ext cx="158750" cy="158750"/>
              </a:xfrm>
              <a:prstGeom prst="ellipse">
                <a:avLst/>
              </a:prstGeom>
              <a:solidFill>
                <a:schemeClr val="accent1">
                  <a:lumMod val="60000"/>
                  <a:lumOff val="40000"/>
                </a:schemeClr>
              </a:solidFill>
              <a:ln w="22225">
                <a:solidFill>
                  <a:schemeClr val="tx1"/>
                </a:solidFill>
                <a:round/>
                <a:headEnd/>
                <a:tailEnd/>
              </a:ln>
            </p:spPr>
            <p:txBody>
              <a:bodyPr wrap="none" anchor="ctr"/>
              <a:lstStyle/>
              <a:p>
                <a:pPr eaLnBrk="1" hangingPunct="1">
                  <a:defRPr/>
                </a:pPr>
                <a:endParaRPr lang="ru-RU"/>
              </a:p>
            </p:txBody>
          </p:sp>
          <p:sp>
            <p:nvSpPr>
              <p:cNvPr id="37969" name="Line 77">
                <a:extLst>
                  <a:ext uri="{FF2B5EF4-FFF2-40B4-BE49-F238E27FC236}">
                    <a16:creationId xmlns:a16="http://schemas.microsoft.com/office/drawing/2014/main" id="{BF87E12B-3B56-4081-F790-5E5DEC68CB7C}"/>
                  </a:ext>
                </a:extLst>
              </p:cNvPr>
              <p:cNvSpPr>
                <a:spLocks noChangeShapeType="1"/>
              </p:cNvSpPr>
              <p:nvPr/>
            </p:nvSpPr>
            <p:spPr bwMode="auto">
              <a:xfrm>
                <a:off x="6599238" y="2505075"/>
                <a:ext cx="277812"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970" name="Line 78">
                <a:extLst>
                  <a:ext uri="{FF2B5EF4-FFF2-40B4-BE49-F238E27FC236}">
                    <a16:creationId xmlns:a16="http://schemas.microsoft.com/office/drawing/2014/main" id="{1B74F5FD-3545-2DA6-47D9-8DBFA027E2F1}"/>
                  </a:ext>
                </a:extLst>
              </p:cNvPr>
              <p:cNvSpPr>
                <a:spLocks noChangeShapeType="1"/>
              </p:cNvSpPr>
              <p:nvPr/>
            </p:nvSpPr>
            <p:spPr bwMode="auto">
              <a:xfrm>
                <a:off x="6746875" y="2809875"/>
                <a:ext cx="280987"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971" name="Line 79">
                <a:extLst>
                  <a:ext uri="{FF2B5EF4-FFF2-40B4-BE49-F238E27FC236}">
                    <a16:creationId xmlns:a16="http://schemas.microsoft.com/office/drawing/2014/main" id="{C6A05BAF-B074-9F6D-37DB-A61EBDF61D41}"/>
                  </a:ext>
                </a:extLst>
              </p:cNvPr>
              <p:cNvSpPr>
                <a:spLocks noChangeShapeType="1"/>
              </p:cNvSpPr>
              <p:nvPr/>
            </p:nvSpPr>
            <p:spPr bwMode="auto">
              <a:xfrm>
                <a:off x="6746875" y="3038475"/>
                <a:ext cx="280987"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972" name="Line 80">
                <a:extLst>
                  <a:ext uri="{FF2B5EF4-FFF2-40B4-BE49-F238E27FC236}">
                    <a16:creationId xmlns:a16="http://schemas.microsoft.com/office/drawing/2014/main" id="{828CB834-9E91-75BE-74BB-D46F1C551A25}"/>
                  </a:ext>
                </a:extLst>
              </p:cNvPr>
              <p:cNvSpPr>
                <a:spLocks noChangeShapeType="1"/>
              </p:cNvSpPr>
              <p:nvPr/>
            </p:nvSpPr>
            <p:spPr bwMode="auto">
              <a:xfrm>
                <a:off x="6746875" y="3267075"/>
                <a:ext cx="280988"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973" name="Line 81">
                <a:extLst>
                  <a:ext uri="{FF2B5EF4-FFF2-40B4-BE49-F238E27FC236}">
                    <a16:creationId xmlns:a16="http://schemas.microsoft.com/office/drawing/2014/main" id="{C11C949F-D1C7-3FB5-BC71-521D783C5499}"/>
                  </a:ext>
                </a:extLst>
              </p:cNvPr>
              <p:cNvSpPr>
                <a:spLocks noChangeShapeType="1"/>
              </p:cNvSpPr>
              <p:nvPr/>
            </p:nvSpPr>
            <p:spPr bwMode="auto">
              <a:xfrm>
                <a:off x="6746875" y="3495675"/>
                <a:ext cx="280988"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974" name="Line 82">
                <a:extLst>
                  <a:ext uri="{FF2B5EF4-FFF2-40B4-BE49-F238E27FC236}">
                    <a16:creationId xmlns:a16="http://schemas.microsoft.com/office/drawing/2014/main" id="{88024F6A-72FC-3750-4425-CFC77CA4A48A}"/>
                  </a:ext>
                </a:extLst>
              </p:cNvPr>
              <p:cNvSpPr>
                <a:spLocks noChangeShapeType="1"/>
              </p:cNvSpPr>
              <p:nvPr/>
            </p:nvSpPr>
            <p:spPr bwMode="auto">
              <a:xfrm>
                <a:off x="6727825" y="3905250"/>
                <a:ext cx="280988"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975" name="Text Box 83">
                <a:extLst>
                  <a:ext uri="{FF2B5EF4-FFF2-40B4-BE49-F238E27FC236}">
                    <a16:creationId xmlns:a16="http://schemas.microsoft.com/office/drawing/2014/main" id="{5076DD13-5CDD-675D-66FA-AA93F6227E0A}"/>
                  </a:ext>
                </a:extLst>
              </p:cNvPr>
              <p:cNvSpPr txBox="1">
                <a:spLocks noChangeArrowheads="1"/>
              </p:cNvSpPr>
              <p:nvPr/>
            </p:nvSpPr>
            <p:spPr bwMode="auto">
              <a:xfrm>
                <a:off x="7185025" y="2047875"/>
                <a:ext cx="838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CPd</a:t>
                </a:r>
                <a:endParaRPr lang="ru-RU" altLang="en-US"/>
              </a:p>
            </p:txBody>
          </p:sp>
          <p:sp>
            <p:nvSpPr>
              <p:cNvPr id="37976" name="Line 84">
                <a:extLst>
                  <a:ext uri="{FF2B5EF4-FFF2-40B4-BE49-F238E27FC236}">
                    <a16:creationId xmlns:a16="http://schemas.microsoft.com/office/drawing/2014/main" id="{2C455544-6643-548C-DB02-951F7C2AE717}"/>
                  </a:ext>
                </a:extLst>
              </p:cNvPr>
              <p:cNvSpPr>
                <a:spLocks noChangeShapeType="1"/>
              </p:cNvSpPr>
              <p:nvPr/>
            </p:nvSpPr>
            <p:spPr bwMode="auto">
              <a:xfrm>
                <a:off x="8472020" y="2157413"/>
                <a:ext cx="42545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977" name="Line 85">
                <a:extLst>
                  <a:ext uri="{FF2B5EF4-FFF2-40B4-BE49-F238E27FC236}">
                    <a16:creationId xmlns:a16="http://schemas.microsoft.com/office/drawing/2014/main" id="{B8B0DF97-4489-F249-2034-2D0325D480B0}"/>
                  </a:ext>
                </a:extLst>
              </p:cNvPr>
              <p:cNvSpPr>
                <a:spLocks noChangeShapeType="1"/>
              </p:cNvSpPr>
              <p:nvPr/>
            </p:nvSpPr>
            <p:spPr bwMode="auto">
              <a:xfrm>
                <a:off x="8467165" y="2400300"/>
                <a:ext cx="42545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978" name="Line 86">
                <a:extLst>
                  <a:ext uri="{FF2B5EF4-FFF2-40B4-BE49-F238E27FC236}">
                    <a16:creationId xmlns:a16="http://schemas.microsoft.com/office/drawing/2014/main" id="{14507930-FE23-4DEB-7FB5-C4C13009D90F}"/>
                  </a:ext>
                </a:extLst>
              </p:cNvPr>
              <p:cNvSpPr>
                <a:spLocks noChangeShapeType="1"/>
              </p:cNvSpPr>
              <p:nvPr/>
            </p:nvSpPr>
            <p:spPr bwMode="auto">
              <a:xfrm>
                <a:off x="8475663" y="2647950"/>
                <a:ext cx="42545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979" name="Line 87">
                <a:extLst>
                  <a:ext uri="{FF2B5EF4-FFF2-40B4-BE49-F238E27FC236}">
                    <a16:creationId xmlns:a16="http://schemas.microsoft.com/office/drawing/2014/main" id="{CA85CA24-F1AB-2285-1063-AF8D0AB00D6A}"/>
                  </a:ext>
                </a:extLst>
              </p:cNvPr>
              <p:cNvSpPr>
                <a:spLocks noChangeShapeType="1"/>
              </p:cNvSpPr>
              <p:nvPr/>
            </p:nvSpPr>
            <p:spPr bwMode="auto">
              <a:xfrm>
                <a:off x="8489950" y="2890838"/>
                <a:ext cx="42545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980" name="Oval 88">
                <a:extLst>
                  <a:ext uri="{FF2B5EF4-FFF2-40B4-BE49-F238E27FC236}">
                    <a16:creationId xmlns:a16="http://schemas.microsoft.com/office/drawing/2014/main" id="{176177AE-AA18-190B-C963-53B0D330788F}"/>
                  </a:ext>
                </a:extLst>
              </p:cNvPr>
              <p:cNvSpPr>
                <a:spLocks noChangeArrowheads="1"/>
              </p:cNvSpPr>
              <p:nvPr/>
            </p:nvSpPr>
            <p:spPr bwMode="auto">
              <a:xfrm>
                <a:off x="8485188" y="3333750"/>
                <a:ext cx="158750" cy="158750"/>
              </a:xfrm>
              <a:prstGeom prst="ellipse">
                <a:avLst/>
              </a:prstGeom>
              <a:solidFill>
                <a:schemeClr val="accent1"/>
              </a:solidFill>
              <a:ln w="22225">
                <a:solidFill>
                  <a:schemeClr val="tx1"/>
                </a:solidFill>
                <a:round/>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37981" name="Line 89">
                <a:extLst>
                  <a:ext uri="{FF2B5EF4-FFF2-40B4-BE49-F238E27FC236}">
                    <a16:creationId xmlns:a16="http://schemas.microsoft.com/office/drawing/2014/main" id="{B7823819-D8FE-602E-D1D4-C70F46671CF7}"/>
                  </a:ext>
                </a:extLst>
              </p:cNvPr>
              <p:cNvSpPr>
                <a:spLocks noChangeShapeType="1"/>
              </p:cNvSpPr>
              <p:nvPr/>
            </p:nvSpPr>
            <p:spPr bwMode="auto">
              <a:xfrm>
                <a:off x="8637588" y="3409950"/>
                <a:ext cx="244475"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982" name="Oval 90">
                <a:extLst>
                  <a:ext uri="{FF2B5EF4-FFF2-40B4-BE49-F238E27FC236}">
                    <a16:creationId xmlns:a16="http://schemas.microsoft.com/office/drawing/2014/main" id="{7FB67102-6E7D-826E-1369-B29D801AFB84}"/>
                  </a:ext>
                </a:extLst>
              </p:cNvPr>
              <p:cNvSpPr>
                <a:spLocks noChangeArrowheads="1"/>
              </p:cNvSpPr>
              <p:nvPr/>
            </p:nvSpPr>
            <p:spPr bwMode="auto">
              <a:xfrm>
                <a:off x="8489950" y="3681413"/>
                <a:ext cx="158750" cy="158750"/>
              </a:xfrm>
              <a:prstGeom prst="ellipse">
                <a:avLst/>
              </a:prstGeom>
              <a:solidFill>
                <a:schemeClr val="accent1"/>
              </a:solidFill>
              <a:ln w="22225">
                <a:solidFill>
                  <a:schemeClr val="tx1"/>
                </a:solidFill>
                <a:round/>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37983" name="Line 91">
                <a:extLst>
                  <a:ext uri="{FF2B5EF4-FFF2-40B4-BE49-F238E27FC236}">
                    <a16:creationId xmlns:a16="http://schemas.microsoft.com/office/drawing/2014/main" id="{21B60D38-5418-C24A-9D84-99202F40CBC3}"/>
                  </a:ext>
                </a:extLst>
              </p:cNvPr>
              <p:cNvSpPr>
                <a:spLocks noChangeShapeType="1"/>
              </p:cNvSpPr>
              <p:nvPr/>
            </p:nvSpPr>
            <p:spPr bwMode="auto">
              <a:xfrm>
                <a:off x="8642350" y="3757613"/>
                <a:ext cx="244475"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984" name="Text Box 92">
                <a:extLst>
                  <a:ext uri="{FF2B5EF4-FFF2-40B4-BE49-F238E27FC236}">
                    <a16:creationId xmlns:a16="http://schemas.microsoft.com/office/drawing/2014/main" id="{F6BA326E-4FBC-7691-9E34-D3853F3106C0}"/>
                  </a:ext>
                </a:extLst>
              </p:cNvPr>
              <p:cNvSpPr txBox="1">
                <a:spLocks noChangeArrowheads="1"/>
              </p:cNvSpPr>
              <p:nvPr/>
            </p:nvSpPr>
            <p:spPr bwMode="auto">
              <a:xfrm>
                <a:off x="7108825" y="2352675"/>
                <a:ext cx="838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Load</a:t>
                </a:r>
                <a:endParaRPr lang="ru-RU" altLang="en-US"/>
              </a:p>
            </p:txBody>
          </p:sp>
          <p:sp>
            <p:nvSpPr>
              <p:cNvPr id="37985" name="Text Box 93">
                <a:extLst>
                  <a:ext uri="{FF2B5EF4-FFF2-40B4-BE49-F238E27FC236}">
                    <a16:creationId xmlns:a16="http://schemas.microsoft.com/office/drawing/2014/main" id="{2F7C171C-6DCA-098E-E363-AC2C991F1C65}"/>
                  </a:ext>
                </a:extLst>
              </p:cNvPr>
              <p:cNvSpPr txBox="1">
                <a:spLocks noChangeArrowheads="1"/>
              </p:cNvSpPr>
              <p:nvPr/>
            </p:nvSpPr>
            <p:spPr bwMode="auto">
              <a:xfrm>
                <a:off x="7094538" y="2628900"/>
                <a:ext cx="595312"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D</a:t>
                </a:r>
                <a:r>
                  <a:rPr lang="en-US" altLang="en-US" baseline="-25000"/>
                  <a:t>0</a:t>
                </a:r>
                <a:endParaRPr lang="ru-RU" altLang="en-US"/>
              </a:p>
            </p:txBody>
          </p:sp>
          <p:sp>
            <p:nvSpPr>
              <p:cNvPr id="37986" name="Text Box 94">
                <a:extLst>
                  <a:ext uri="{FF2B5EF4-FFF2-40B4-BE49-F238E27FC236}">
                    <a16:creationId xmlns:a16="http://schemas.microsoft.com/office/drawing/2014/main" id="{5403668D-FD2B-5D32-32F2-2EAA6FB7D0F9}"/>
                  </a:ext>
                </a:extLst>
              </p:cNvPr>
              <p:cNvSpPr txBox="1">
                <a:spLocks noChangeArrowheads="1"/>
              </p:cNvSpPr>
              <p:nvPr/>
            </p:nvSpPr>
            <p:spPr bwMode="auto">
              <a:xfrm>
                <a:off x="7094538" y="2857500"/>
                <a:ext cx="595312"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D</a:t>
                </a:r>
                <a:r>
                  <a:rPr lang="en-US" altLang="en-US" baseline="-25000"/>
                  <a:t>1</a:t>
                </a:r>
                <a:endParaRPr lang="ru-RU" altLang="en-US"/>
              </a:p>
            </p:txBody>
          </p:sp>
          <p:sp>
            <p:nvSpPr>
              <p:cNvPr id="37987" name="Text Box 95">
                <a:extLst>
                  <a:ext uri="{FF2B5EF4-FFF2-40B4-BE49-F238E27FC236}">
                    <a16:creationId xmlns:a16="http://schemas.microsoft.com/office/drawing/2014/main" id="{9CC3D707-B68C-CE7D-2CA9-B9584A0E50B5}"/>
                  </a:ext>
                </a:extLst>
              </p:cNvPr>
              <p:cNvSpPr txBox="1">
                <a:spLocks noChangeArrowheads="1"/>
              </p:cNvSpPr>
              <p:nvPr/>
            </p:nvSpPr>
            <p:spPr bwMode="auto">
              <a:xfrm>
                <a:off x="7104063" y="3086100"/>
                <a:ext cx="595312"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D</a:t>
                </a:r>
                <a:r>
                  <a:rPr lang="en-US" altLang="en-US" baseline="-25000"/>
                  <a:t>2</a:t>
                </a:r>
                <a:endParaRPr lang="ru-RU" altLang="en-US"/>
              </a:p>
            </p:txBody>
          </p:sp>
          <p:sp>
            <p:nvSpPr>
              <p:cNvPr id="37988" name="Text Box 96">
                <a:extLst>
                  <a:ext uri="{FF2B5EF4-FFF2-40B4-BE49-F238E27FC236}">
                    <a16:creationId xmlns:a16="http://schemas.microsoft.com/office/drawing/2014/main" id="{03151235-941A-4CD6-9552-317B1A18757E}"/>
                  </a:ext>
                </a:extLst>
              </p:cNvPr>
              <p:cNvSpPr txBox="1">
                <a:spLocks noChangeArrowheads="1"/>
              </p:cNvSpPr>
              <p:nvPr/>
            </p:nvSpPr>
            <p:spPr bwMode="auto">
              <a:xfrm>
                <a:off x="7108825" y="3314700"/>
                <a:ext cx="595313"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D</a:t>
                </a:r>
                <a:r>
                  <a:rPr lang="en-US" altLang="en-US" baseline="-25000"/>
                  <a:t>3</a:t>
                </a:r>
                <a:endParaRPr lang="ru-RU" altLang="en-US"/>
              </a:p>
            </p:txBody>
          </p:sp>
          <p:sp>
            <p:nvSpPr>
              <p:cNvPr id="37989" name="Text Box 97">
                <a:extLst>
                  <a:ext uri="{FF2B5EF4-FFF2-40B4-BE49-F238E27FC236}">
                    <a16:creationId xmlns:a16="http://schemas.microsoft.com/office/drawing/2014/main" id="{24CB502B-A3EB-AE4A-3EE5-B5E1E090CDBD}"/>
                  </a:ext>
                </a:extLst>
              </p:cNvPr>
              <p:cNvSpPr txBox="1">
                <a:spLocks noChangeArrowheads="1"/>
              </p:cNvSpPr>
              <p:nvPr/>
            </p:nvSpPr>
            <p:spPr bwMode="auto">
              <a:xfrm>
                <a:off x="7108825" y="3724275"/>
                <a:ext cx="914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Reset</a:t>
                </a:r>
                <a:endParaRPr lang="ru-RU" altLang="en-US"/>
              </a:p>
            </p:txBody>
          </p:sp>
          <p:sp>
            <p:nvSpPr>
              <p:cNvPr id="37990" name="Text Box 98">
                <a:extLst>
                  <a:ext uri="{FF2B5EF4-FFF2-40B4-BE49-F238E27FC236}">
                    <a16:creationId xmlns:a16="http://schemas.microsoft.com/office/drawing/2014/main" id="{D236717A-CE3E-9A96-2A57-50501D2B8379}"/>
                  </a:ext>
                </a:extLst>
              </p:cNvPr>
              <p:cNvSpPr txBox="1">
                <a:spLocks noChangeArrowheads="1"/>
              </p:cNvSpPr>
              <p:nvPr/>
            </p:nvSpPr>
            <p:spPr bwMode="auto">
              <a:xfrm>
                <a:off x="8018463" y="1971675"/>
                <a:ext cx="595312"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Q</a:t>
                </a:r>
                <a:r>
                  <a:rPr lang="en-US" altLang="en-US" baseline="-25000"/>
                  <a:t>0</a:t>
                </a:r>
                <a:endParaRPr lang="ru-RU" altLang="en-US"/>
              </a:p>
            </p:txBody>
          </p:sp>
          <p:sp>
            <p:nvSpPr>
              <p:cNvPr id="37991" name="Text Box 99">
                <a:extLst>
                  <a:ext uri="{FF2B5EF4-FFF2-40B4-BE49-F238E27FC236}">
                    <a16:creationId xmlns:a16="http://schemas.microsoft.com/office/drawing/2014/main" id="{2B83D98D-F332-43FF-9345-9FA7B3887DC3}"/>
                  </a:ext>
                </a:extLst>
              </p:cNvPr>
              <p:cNvSpPr txBox="1">
                <a:spLocks noChangeArrowheads="1"/>
              </p:cNvSpPr>
              <p:nvPr/>
            </p:nvSpPr>
            <p:spPr bwMode="auto">
              <a:xfrm>
                <a:off x="8013700" y="2200275"/>
                <a:ext cx="595313"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Q</a:t>
                </a:r>
                <a:r>
                  <a:rPr lang="en-US" altLang="en-US" baseline="-25000"/>
                  <a:t>1</a:t>
                </a:r>
                <a:endParaRPr lang="ru-RU" altLang="en-US"/>
              </a:p>
            </p:txBody>
          </p:sp>
          <p:sp>
            <p:nvSpPr>
              <p:cNvPr id="37992" name="Text Box 100">
                <a:extLst>
                  <a:ext uri="{FF2B5EF4-FFF2-40B4-BE49-F238E27FC236}">
                    <a16:creationId xmlns:a16="http://schemas.microsoft.com/office/drawing/2014/main" id="{BBDB959E-0E3B-0FFE-8AAA-7F83E15DB0AE}"/>
                  </a:ext>
                </a:extLst>
              </p:cNvPr>
              <p:cNvSpPr txBox="1">
                <a:spLocks noChangeArrowheads="1"/>
              </p:cNvSpPr>
              <p:nvPr/>
            </p:nvSpPr>
            <p:spPr bwMode="auto">
              <a:xfrm>
                <a:off x="8018463" y="2428875"/>
                <a:ext cx="595312"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Q</a:t>
                </a:r>
                <a:r>
                  <a:rPr lang="en-US" altLang="en-US" baseline="-25000"/>
                  <a:t>2</a:t>
                </a:r>
                <a:endParaRPr lang="ru-RU" altLang="en-US"/>
              </a:p>
            </p:txBody>
          </p:sp>
          <p:sp>
            <p:nvSpPr>
              <p:cNvPr id="37993" name="Text Box 101">
                <a:extLst>
                  <a:ext uri="{FF2B5EF4-FFF2-40B4-BE49-F238E27FC236}">
                    <a16:creationId xmlns:a16="http://schemas.microsoft.com/office/drawing/2014/main" id="{3890C20F-C389-AF6F-C207-5F63000C4288}"/>
                  </a:ext>
                </a:extLst>
              </p:cNvPr>
              <p:cNvSpPr txBox="1">
                <a:spLocks noChangeArrowheads="1"/>
              </p:cNvSpPr>
              <p:nvPr/>
            </p:nvSpPr>
            <p:spPr bwMode="auto">
              <a:xfrm>
                <a:off x="8018463" y="2676525"/>
                <a:ext cx="595312"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Q</a:t>
                </a:r>
                <a:r>
                  <a:rPr lang="en-US" altLang="en-US" baseline="-25000"/>
                  <a:t>3</a:t>
                </a:r>
                <a:endParaRPr lang="ru-RU" altLang="en-US"/>
              </a:p>
            </p:txBody>
          </p:sp>
          <p:sp>
            <p:nvSpPr>
              <p:cNvPr id="37994" name="Text Box 102">
                <a:extLst>
                  <a:ext uri="{FF2B5EF4-FFF2-40B4-BE49-F238E27FC236}">
                    <a16:creationId xmlns:a16="http://schemas.microsoft.com/office/drawing/2014/main" id="{3B197ED6-27FE-329D-9E9E-A66E93764177}"/>
                  </a:ext>
                </a:extLst>
              </p:cNvPr>
              <p:cNvSpPr txBox="1">
                <a:spLocks noChangeArrowheads="1"/>
              </p:cNvSpPr>
              <p:nvPr/>
            </p:nvSpPr>
            <p:spPr bwMode="auto">
              <a:xfrm>
                <a:off x="7108825" y="1666875"/>
                <a:ext cx="838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CPu</a:t>
                </a:r>
                <a:endParaRPr lang="ru-RU" altLang="en-US"/>
              </a:p>
            </p:txBody>
          </p:sp>
          <p:sp>
            <p:nvSpPr>
              <p:cNvPr id="37995" name="Text Box 103">
                <a:extLst>
                  <a:ext uri="{FF2B5EF4-FFF2-40B4-BE49-F238E27FC236}">
                    <a16:creationId xmlns:a16="http://schemas.microsoft.com/office/drawing/2014/main" id="{1E8F1F58-F103-EF08-8777-D68FFC643D59}"/>
                  </a:ext>
                </a:extLst>
              </p:cNvPr>
              <p:cNvSpPr txBox="1">
                <a:spLocks noChangeArrowheads="1"/>
              </p:cNvSpPr>
              <p:nvPr/>
            </p:nvSpPr>
            <p:spPr bwMode="auto">
              <a:xfrm>
                <a:off x="7851775" y="3190875"/>
                <a:ext cx="747713"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TCu</a:t>
                </a:r>
                <a:endParaRPr lang="ru-RU" altLang="en-US"/>
              </a:p>
            </p:txBody>
          </p:sp>
          <p:sp>
            <p:nvSpPr>
              <p:cNvPr id="37996" name="Text Box 104">
                <a:extLst>
                  <a:ext uri="{FF2B5EF4-FFF2-40B4-BE49-F238E27FC236}">
                    <a16:creationId xmlns:a16="http://schemas.microsoft.com/office/drawing/2014/main" id="{F16DE31A-F961-D8B5-8A2C-092E5C6890DA}"/>
                  </a:ext>
                </a:extLst>
              </p:cNvPr>
              <p:cNvSpPr txBox="1">
                <a:spLocks noChangeArrowheads="1"/>
              </p:cNvSpPr>
              <p:nvPr/>
            </p:nvSpPr>
            <p:spPr bwMode="auto">
              <a:xfrm>
                <a:off x="7870825" y="3571875"/>
                <a:ext cx="747713"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TCd</a:t>
                </a:r>
                <a:endParaRPr lang="ru-RU" altLang="en-US"/>
              </a:p>
            </p:txBody>
          </p:sp>
          <p:sp>
            <p:nvSpPr>
              <p:cNvPr id="37997" name="Line 105">
                <a:extLst>
                  <a:ext uri="{FF2B5EF4-FFF2-40B4-BE49-F238E27FC236}">
                    <a16:creationId xmlns:a16="http://schemas.microsoft.com/office/drawing/2014/main" id="{80E28E09-D46D-2417-2C99-5E151B3DC1E1}"/>
                  </a:ext>
                </a:extLst>
              </p:cNvPr>
              <p:cNvSpPr>
                <a:spLocks noChangeShapeType="1"/>
              </p:cNvSpPr>
              <p:nvPr/>
            </p:nvSpPr>
            <p:spPr bwMode="auto">
              <a:xfrm flipV="1">
                <a:off x="3128963" y="1843088"/>
                <a:ext cx="0" cy="1641475"/>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998" name="Line 106">
                <a:extLst>
                  <a:ext uri="{FF2B5EF4-FFF2-40B4-BE49-F238E27FC236}">
                    <a16:creationId xmlns:a16="http://schemas.microsoft.com/office/drawing/2014/main" id="{2E63A427-0DE6-7E85-52AD-BE6444CC2F9E}"/>
                  </a:ext>
                </a:extLst>
              </p:cNvPr>
              <p:cNvSpPr>
                <a:spLocks noChangeShapeType="1"/>
              </p:cNvSpPr>
              <p:nvPr/>
            </p:nvSpPr>
            <p:spPr bwMode="auto">
              <a:xfrm>
                <a:off x="6115050" y="1814513"/>
                <a:ext cx="0" cy="1636712"/>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999" name="Line 107">
                <a:extLst>
                  <a:ext uri="{FF2B5EF4-FFF2-40B4-BE49-F238E27FC236}">
                    <a16:creationId xmlns:a16="http://schemas.microsoft.com/office/drawing/2014/main" id="{D1C836B4-563D-6351-B84F-AB9EC73315BE}"/>
                  </a:ext>
                </a:extLst>
              </p:cNvPr>
              <p:cNvSpPr>
                <a:spLocks noChangeShapeType="1"/>
              </p:cNvSpPr>
              <p:nvPr/>
            </p:nvSpPr>
            <p:spPr bwMode="auto">
              <a:xfrm>
                <a:off x="3370263" y="2252663"/>
                <a:ext cx="0" cy="157480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000" name="Line 108">
                <a:extLst>
                  <a:ext uri="{FF2B5EF4-FFF2-40B4-BE49-F238E27FC236}">
                    <a16:creationId xmlns:a16="http://schemas.microsoft.com/office/drawing/2014/main" id="{CF7B4B70-08E2-9B4C-F163-60DD794A012B}"/>
                  </a:ext>
                </a:extLst>
              </p:cNvPr>
              <p:cNvSpPr>
                <a:spLocks noChangeShapeType="1"/>
              </p:cNvSpPr>
              <p:nvPr/>
            </p:nvSpPr>
            <p:spPr bwMode="auto">
              <a:xfrm>
                <a:off x="6376988" y="2195513"/>
                <a:ext cx="0" cy="160020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001" name="Line 109">
                <a:extLst>
                  <a:ext uri="{FF2B5EF4-FFF2-40B4-BE49-F238E27FC236}">
                    <a16:creationId xmlns:a16="http://schemas.microsoft.com/office/drawing/2014/main" id="{5E226CB5-6076-74F8-9B81-7EEF97388568}"/>
                  </a:ext>
                </a:extLst>
              </p:cNvPr>
              <p:cNvSpPr>
                <a:spLocks noChangeShapeType="1"/>
              </p:cNvSpPr>
              <p:nvPr/>
            </p:nvSpPr>
            <p:spPr bwMode="auto">
              <a:xfrm>
                <a:off x="6734175" y="3914775"/>
                <a:ext cx="0" cy="655638"/>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002" name="Line 110">
                <a:extLst>
                  <a:ext uri="{FF2B5EF4-FFF2-40B4-BE49-F238E27FC236}">
                    <a16:creationId xmlns:a16="http://schemas.microsoft.com/office/drawing/2014/main" id="{71F40737-2657-AE95-D8CC-45D54DECAFC8}"/>
                  </a:ext>
                </a:extLst>
              </p:cNvPr>
              <p:cNvSpPr>
                <a:spLocks noChangeShapeType="1"/>
              </p:cNvSpPr>
              <p:nvPr/>
            </p:nvSpPr>
            <p:spPr bwMode="auto">
              <a:xfrm>
                <a:off x="428625" y="4572000"/>
                <a:ext cx="6297613"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003" name="Line 111">
                <a:extLst>
                  <a:ext uri="{FF2B5EF4-FFF2-40B4-BE49-F238E27FC236}">
                    <a16:creationId xmlns:a16="http://schemas.microsoft.com/office/drawing/2014/main" id="{E968C59A-82E7-B0CA-5177-BE0356F26D1A}"/>
                  </a:ext>
                </a:extLst>
              </p:cNvPr>
              <p:cNvSpPr>
                <a:spLocks noChangeShapeType="1"/>
              </p:cNvSpPr>
              <p:nvPr/>
            </p:nvSpPr>
            <p:spPr bwMode="auto">
              <a:xfrm>
                <a:off x="862013" y="3967163"/>
                <a:ext cx="0" cy="604837"/>
              </a:xfrm>
              <a:prstGeom prst="line">
                <a:avLst/>
              </a:prstGeom>
              <a:noFill/>
              <a:ln w="22225">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38004" name="Line 112">
                <a:extLst>
                  <a:ext uri="{FF2B5EF4-FFF2-40B4-BE49-F238E27FC236}">
                    <a16:creationId xmlns:a16="http://schemas.microsoft.com/office/drawing/2014/main" id="{38F026C4-CD42-7070-9E35-C5E1C067C7D5}"/>
                  </a:ext>
                </a:extLst>
              </p:cNvPr>
              <p:cNvSpPr>
                <a:spLocks noChangeShapeType="1"/>
              </p:cNvSpPr>
              <p:nvPr/>
            </p:nvSpPr>
            <p:spPr bwMode="auto">
              <a:xfrm>
                <a:off x="3810000" y="3948113"/>
                <a:ext cx="0" cy="604837"/>
              </a:xfrm>
              <a:prstGeom prst="line">
                <a:avLst/>
              </a:prstGeom>
              <a:noFill/>
              <a:ln w="22225">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38005" name="Text Box 116">
                <a:extLst>
                  <a:ext uri="{FF2B5EF4-FFF2-40B4-BE49-F238E27FC236}">
                    <a16:creationId xmlns:a16="http://schemas.microsoft.com/office/drawing/2014/main" id="{CFDF255A-8972-85FB-B47C-FD42EDD929BF}"/>
                  </a:ext>
                </a:extLst>
              </p:cNvPr>
              <p:cNvSpPr txBox="1">
                <a:spLocks noChangeArrowheads="1"/>
              </p:cNvSpPr>
              <p:nvPr/>
            </p:nvSpPr>
            <p:spPr bwMode="auto">
              <a:xfrm>
                <a:off x="76200" y="4191000"/>
                <a:ext cx="1219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Reset</a:t>
                </a:r>
                <a:endParaRPr lang="ru-RU" altLang="en-US"/>
              </a:p>
            </p:txBody>
          </p:sp>
          <p:sp>
            <p:nvSpPr>
              <p:cNvPr id="38006" name="Line 117">
                <a:extLst>
                  <a:ext uri="{FF2B5EF4-FFF2-40B4-BE49-F238E27FC236}">
                    <a16:creationId xmlns:a16="http://schemas.microsoft.com/office/drawing/2014/main" id="{A4BA371A-CBA0-E1A6-160B-8D582EBFAD43}"/>
                  </a:ext>
                </a:extLst>
              </p:cNvPr>
              <p:cNvSpPr>
                <a:spLocks noChangeShapeType="1"/>
              </p:cNvSpPr>
              <p:nvPr/>
            </p:nvSpPr>
            <p:spPr bwMode="auto">
              <a:xfrm>
                <a:off x="438150" y="5029200"/>
                <a:ext cx="6154738"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007" name="Line 118">
                <a:extLst>
                  <a:ext uri="{FF2B5EF4-FFF2-40B4-BE49-F238E27FC236}">
                    <a16:creationId xmlns:a16="http://schemas.microsoft.com/office/drawing/2014/main" id="{B0BBF2F3-DB74-1BB5-2171-28073FA54BE8}"/>
                  </a:ext>
                </a:extLst>
              </p:cNvPr>
              <p:cNvSpPr>
                <a:spLocks noChangeShapeType="1"/>
              </p:cNvSpPr>
              <p:nvPr/>
            </p:nvSpPr>
            <p:spPr bwMode="auto">
              <a:xfrm>
                <a:off x="6591300" y="2505075"/>
                <a:ext cx="0" cy="25146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Заголовок 72">
            <a:extLst>
              <a:ext uri="{FF2B5EF4-FFF2-40B4-BE49-F238E27FC236}">
                <a16:creationId xmlns:a16="http://schemas.microsoft.com/office/drawing/2014/main" id="{D793DC7B-779D-A2AD-085A-2837D7E91991}"/>
              </a:ext>
            </a:extLst>
          </p:cNvPr>
          <p:cNvSpPr>
            <a:spLocks noGrp="1" noChangeArrowheads="1"/>
          </p:cNvSpPr>
          <p:nvPr>
            <p:ph type="title"/>
          </p:nvPr>
        </p:nvSpPr>
        <p:spPr/>
        <p:txBody>
          <a:bodyPr/>
          <a:lstStyle/>
          <a:p>
            <a:r>
              <a:rPr lang="en-US" altLang="en-US"/>
              <a:t>Decoding  Binary  Counter  States</a:t>
            </a:r>
            <a:endParaRPr lang="ru-RU" altLang="en-US"/>
          </a:p>
        </p:txBody>
      </p:sp>
      <p:sp>
        <p:nvSpPr>
          <p:cNvPr id="4" name="Объект 3">
            <a:extLst>
              <a:ext uri="{FF2B5EF4-FFF2-40B4-BE49-F238E27FC236}">
                <a16:creationId xmlns:a16="http://schemas.microsoft.com/office/drawing/2014/main" id="{9642D867-94A8-4872-998C-B6EF40B1DC4E}"/>
              </a:ext>
            </a:extLst>
          </p:cNvPr>
          <p:cNvSpPr>
            <a:spLocks noGrp="1"/>
          </p:cNvSpPr>
          <p:nvPr>
            <p:ph type="body" sz="quarter" idx="10"/>
          </p:nvPr>
        </p:nvSpPr>
        <p:spPr/>
        <p:txBody>
          <a:bodyPr/>
          <a:lstStyle/>
          <a:p>
            <a:endParaRPr lang="en-US" dirty="0"/>
          </a:p>
          <a:p>
            <a:endParaRPr lang="en-US" dirty="0"/>
          </a:p>
          <a:p>
            <a:endParaRPr lang="en-US" dirty="0"/>
          </a:p>
          <a:p>
            <a:endParaRPr lang="en-US" dirty="0"/>
          </a:p>
          <a:p>
            <a:endParaRPr lang="en-US" dirty="0"/>
          </a:p>
          <a:p>
            <a:pPr marL="0" indent="0">
              <a:buNone/>
            </a:pPr>
            <a:endParaRPr lang="en-US" dirty="0"/>
          </a:p>
          <a:p>
            <a:r>
              <a:rPr lang="en-US" dirty="0"/>
              <a:t>The decoder outputs may contain “glitches” on state transitions where two or more counter bits change.</a:t>
            </a:r>
          </a:p>
          <a:p>
            <a:r>
              <a:rPr lang="en-US" dirty="0"/>
              <a:t>The counter outputs don’t change in exactly the same time.</a:t>
            </a:r>
          </a:p>
          <a:p>
            <a:r>
              <a:rPr lang="en-US" dirty="0"/>
              <a:t>Multiple signal paths in a decoder have different delays.</a:t>
            </a:r>
            <a:endParaRPr lang="ru-RU" dirty="0"/>
          </a:p>
          <a:p>
            <a:endParaRPr lang="ru-RU" dirty="0"/>
          </a:p>
        </p:txBody>
      </p:sp>
      <p:grpSp>
        <p:nvGrpSpPr>
          <p:cNvPr id="38916" name="Группа 73">
            <a:extLst>
              <a:ext uri="{FF2B5EF4-FFF2-40B4-BE49-F238E27FC236}">
                <a16:creationId xmlns:a16="http://schemas.microsoft.com/office/drawing/2014/main" id="{CA90B534-F0BF-FB3B-01DA-6AA357AFB6EF}"/>
              </a:ext>
            </a:extLst>
          </p:cNvPr>
          <p:cNvGrpSpPr>
            <a:grpSpLocks/>
          </p:cNvGrpSpPr>
          <p:nvPr/>
        </p:nvGrpSpPr>
        <p:grpSpPr bwMode="auto">
          <a:xfrm>
            <a:off x="2565401" y="1266825"/>
            <a:ext cx="6183313" cy="2865438"/>
            <a:chOff x="979488" y="1676400"/>
            <a:chExt cx="6183312" cy="2864644"/>
          </a:xfrm>
        </p:grpSpPr>
        <p:sp>
          <p:nvSpPr>
            <p:cNvPr id="38917" name="Line 23">
              <a:extLst>
                <a:ext uri="{FF2B5EF4-FFF2-40B4-BE49-F238E27FC236}">
                  <a16:creationId xmlns:a16="http://schemas.microsoft.com/office/drawing/2014/main" id="{A4796F87-AE75-4E1E-8A06-03F8D2A1B57E}"/>
                </a:ext>
              </a:extLst>
            </p:cNvPr>
            <p:cNvSpPr>
              <a:spLocks noChangeShapeType="1"/>
            </p:cNvSpPr>
            <p:nvPr/>
          </p:nvSpPr>
          <p:spPr bwMode="auto">
            <a:xfrm>
              <a:off x="3516313" y="2500313"/>
              <a:ext cx="1716087"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918" name="Line 24">
              <a:extLst>
                <a:ext uri="{FF2B5EF4-FFF2-40B4-BE49-F238E27FC236}">
                  <a16:creationId xmlns:a16="http://schemas.microsoft.com/office/drawing/2014/main" id="{54397CDC-802F-9824-1126-D9ABAE250E14}"/>
                </a:ext>
              </a:extLst>
            </p:cNvPr>
            <p:cNvSpPr>
              <a:spLocks noChangeShapeType="1"/>
            </p:cNvSpPr>
            <p:nvPr/>
          </p:nvSpPr>
          <p:spPr bwMode="auto">
            <a:xfrm flipV="1">
              <a:off x="3516313" y="2795588"/>
              <a:ext cx="1716087"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03" name="Rectangle 4">
              <a:extLst>
                <a:ext uri="{FF2B5EF4-FFF2-40B4-BE49-F238E27FC236}">
                  <a16:creationId xmlns:a16="http://schemas.microsoft.com/office/drawing/2014/main" id="{A7A2863C-1F58-4A35-AD96-7D8396028489}"/>
                </a:ext>
              </a:extLst>
            </p:cNvPr>
            <p:cNvSpPr>
              <a:spLocks noChangeArrowheads="1"/>
            </p:cNvSpPr>
            <p:nvPr/>
          </p:nvSpPr>
          <p:spPr bwMode="auto">
            <a:xfrm>
              <a:off x="2084388" y="1752579"/>
              <a:ext cx="1443038" cy="2666261"/>
            </a:xfrm>
            <a:prstGeom prst="rect">
              <a:avLst/>
            </a:prstGeom>
            <a:solidFill>
              <a:schemeClr val="accent1">
                <a:lumMod val="60000"/>
                <a:lumOff val="40000"/>
              </a:schemeClr>
            </a:solidFill>
            <a:ln w="22225">
              <a:solidFill>
                <a:schemeClr val="tx1"/>
              </a:solidFill>
              <a:miter lim="800000"/>
              <a:headEnd/>
              <a:tailEnd/>
            </a:ln>
          </p:spPr>
          <p:txBody>
            <a:bodyPr wrap="none" anchor="ctr"/>
            <a:lstStyle/>
            <a:p>
              <a:pPr eaLnBrk="1" hangingPunct="1">
                <a:defRPr/>
              </a:pPr>
              <a:endParaRPr lang="ru-RU"/>
            </a:p>
          </p:txBody>
        </p:sp>
        <p:sp>
          <p:nvSpPr>
            <p:cNvPr id="38920" name="Freeform 5">
              <a:extLst>
                <a:ext uri="{FF2B5EF4-FFF2-40B4-BE49-F238E27FC236}">
                  <a16:creationId xmlns:a16="http://schemas.microsoft.com/office/drawing/2014/main" id="{AAEAA1D0-9A79-2657-CF47-6957302470DE}"/>
                </a:ext>
              </a:extLst>
            </p:cNvPr>
            <p:cNvSpPr>
              <a:spLocks/>
            </p:cNvSpPr>
            <p:nvPr/>
          </p:nvSpPr>
          <p:spPr bwMode="auto">
            <a:xfrm>
              <a:off x="2084388" y="1990725"/>
              <a:ext cx="133350" cy="176213"/>
            </a:xfrm>
            <a:custGeom>
              <a:avLst/>
              <a:gdLst>
                <a:gd name="T0" fmla="*/ 0 w 129"/>
                <a:gd name="T1" fmla="*/ 2147483646 h 133"/>
                <a:gd name="T2" fmla="*/ 2147483646 w 129"/>
                <a:gd name="T3" fmla="*/ 2147483646 h 133"/>
                <a:gd name="T4" fmla="*/ 0 w 129"/>
                <a:gd name="T5" fmla="*/ 0 h 133"/>
                <a:gd name="T6" fmla="*/ 0 60000 65536"/>
                <a:gd name="T7" fmla="*/ 0 60000 65536"/>
                <a:gd name="T8" fmla="*/ 0 60000 65536"/>
                <a:gd name="T9" fmla="*/ 0 w 129"/>
                <a:gd name="T10" fmla="*/ 0 h 133"/>
                <a:gd name="T11" fmla="*/ 129 w 129"/>
                <a:gd name="T12" fmla="*/ 133 h 133"/>
              </a:gdLst>
              <a:ahLst/>
              <a:cxnLst>
                <a:cxn ang="T6">
                  <a:pos x="T0" y="T1"/>
                </a:cxn>
                <a:cxn ang="T7">
                  <a:pos x="T2" y="T3"/>
                </a:cxn>
                <a:cxn ang="T8">
                  <a:pos x="T4" y="T5"/>
                </a:cxn>
              </a:cxnLst>
              <a:rect l="T9" t="T10" r="T11" b="T12"/>
              <a:pathLst>
                <a:path w="129" h="133">
                  <a:moveTo>
                    <a:pt x="0" y="133"/>
                  </a:moveTo>
                  <a:lnTo>
                    <a:pt x="129" y="66"/>
                  </a:lnTo>
                  <a:lnTo>
                    <a:pt x="0" y="0"/>
                  </a:lnTo>
                </a:path>
              </a:pathLst>
            </a:custGeom>
            <a:noFill/>
            <a:ln w="22225" cap="flat">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8921" name="Line 6">
              <a:extLst>
                <a:ext uri="{FF2B5EF4-FFF2-40B4-BE49-F238E27FC236}">
                  <a16:creationId xmlns:a16="http://schemas.microsoft.com/office/drawing/2014/main" id="{4952DBA5-ABEB-DEEA-AC44-1E96D95E5B2F}"/>
                </a:ext>
              </a:extLst>
            </p:cNvPr>
            <p:cNvSpPr>
              <a:spLocks noChangeShapeType="1"/>
            </p:cNvSpPr>
            <p:nvPr/>
          </p:nvSpPr>
          <p:spPr bwMode="auto">
            <a:xfrm flipV="1">
              <a:off x="1233488" y="2057400"/>
              <a:ext cx="846137"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922" name="Freeform 7">
              <a:extLst>
                <a:ext uri="{FF2B5EF4-FFF2-40B4-BE49-F238E27FC236}">
                  <a16:creationId xmlns:a16="http://schemas.microsoft.com/office/drawing/2014/main" id="{0D525EF1-8CB3-4526-4A5D-6A47E0746709}"/>
                </a:ext>
              </a:extLst>
            </p:cNvPr>
            <p:cNvSpPr>
              <a:spLocks/>
            </p:cNvSpPr>
            <p:nvPr/>
          </p:nvSpPr>
          <p:spPr bwMode="auto">
            <a:xfrm>
              <a:off x="2084388" y="2362200"/>
              <a:ext cx="133350" cy="176213"/>
            </a:xfrm>
            <a:custGeom>
              <a:avLst/>
              <a:gdLst>
                <a:gd name="T0" fmla="*/ 0 w 129"/>
                <a:gd name="T1" fmla="*/ 2147483646 h 133"/>
                <a:gd name="T2" fmla="*/ 2147483646 w 129"/>
                <a:gd name="T3" fmla="*/ 2147483646 h 133"/>
                <a:gd name="T4" fmla="*/ 0 w 129"/>
                <a:gd name="T5" fmla="*/ 0 h 133"/>
                <a:gd name="T6" fmla="*/ 0 60000 65536"/>
                <a:gd name="T7" fmla="*/ 0 60000 65536"/>
                <a:gd name="T8" fmla="*/ 0 60000 65536"/>
                <a:gd name="T9" fmla="*/ 0 w 129"/>
                <a:gd name="T10" fmla="*/ 0 h 133"/>
                <a:gd name="T11" fmla="*/ 129 w 129"/>
                <a:gd name="T12" fmla="*/ 133 h 133"/>
              </a:gdLst>
              <a:ahLst/>
              <a:cxnLst>
                <a:cxn ang="T6">
                  <a:pos x="T0" y="T1"/>
                </a:cxn>
                <a:cxn ang="T7">
                  <a:pos x="T2" y="T3"/>
                </a:cxn>
                <a:cxn ang="T8">
                  <a:pos x="T4" y="T5"/>
                </a:cxn>
              </a:cxnLst>
              <a:rect l="T9" t="T10" r="T11" b="T12"/>
              <a:pathLst>
                <a:path w="129" h="133">
                  <a:moveTo>
                    <a:pt x="0" y="133"/>
                  </a:moveTo>
                  <a:lnTo>
                    <a:pt x="129" y="66"/>
                  </a:lnTo>
                  <a:lnTo>
                    <a:pt x="0" y="0"/>
                  </a:lnTo>
                </a:path>
              </a:pathLst>
            </a:custGeom>
            <a:noFill/>
            <a:ln w="22225" cap="flat">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8923" name="Line 8">
              <a:extLst>
                <a:ext uri="{FF2B5EF4-FFF2-40B4-BE49-F238E27FC236}">
                  <a16:creationId xmlns:a16="http://schemas.microsoft.com/office/drawing/2014/main" id="{14AC657E-5318-AC71-DBE4-A38A9F98CDB1}"/>
                </a:ext>
              </a:extLst>
            </p:cNvPr>
            <p:cNvSpPr>
              <a:spLocks noChangeShapeType="1"/>
            </p:cNvSpPr>
            <p:nvPr/>
          </p:nvSpPr>
          <p:spPr bwMode="auto">
            <a:xfrm>
              <a:off x="1546225" y="2428875"/>
              <a:ext cx="5334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924" name="Oval 9">
              <a:extLst>
                <a:ext uri="{FF2B5EF4-FFF2-40B4-BE49-F238E27FC236}">
                  <a16:creationId xmlns:a16="http://schemas.microsoft.com/office/drawing/2014/main" id="{86858813-8F8D-6217-08AB-DDE8DB034452}"/>
                </a:ext>
              </a:extLst>
            </p:cNvPr>
            <p:cNvSpPr>
              <a:spLocks noChangeArrowheads="1"/>
            </p:cNvSpPr>
            <p:nvPr/>
          </p:nvSpPr>
          <p:spPr bwMode="auto">
            <a:xfrm>
              <a:off x="1931988" y="2667000"/>
              <a:ext cx="158750" cy="158750"/>
            </a:xfrm>
            <a:prstGeom prst="ellipse">
              <a:avLst/>
            </a:prstGeom>
            <a:solidFill>
              <a:schemeClr val="accent1"/>
            </a:solidFill>
            <a:ln w="22225">
              <a:solidFill>
                <a:schemeClr val="tx1"/>
              </a:solidFill>
              <a:round/>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38925" name="Line 10">
              <a:extLst>
                <a:ext uri="{FF2B5EF4-FFF2-40B4-BE49-F238E27FC236}">
                  <a16:creationId xmlns:a16="http://schemas.microsoft.com/office/drawing/2014/main" id="{B2063D93-F5D2-204F-F238-04F86D56460D}"/>
                </a:ext>
              </a:extLst>
            </p:cNvPr>
            <p:cNvSpPr>
              <a:spLocks noChangeShapeType="1"/>
            </p:cNvSpPr>
            <p:nvPr/>
          </p:nvSpPr>
          <p:spPr bwMode="auto">
            <a:xfrm>
              <a:off x="1531938" y="2743200"/>
              <a:ext cx="385762"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926" name="Line 11">
              <a:extLst>
                <a:ext uri="{FF2B5EF4-FFF2-40B4-BE49-F238E27FC236}">
                  <a16:creationId xmlns:a16="http://schemas.microsoft.com/office/drawing/2014/main" id="{48C8E482-79AE-65E2-E845-E04B36AFB748}"/>
                </a:ext>
              </a:extLst>
            </p:cNvPr>
            <p:cNvSpPr>
              <a:spLocks noChangeShapeType="1"/>
            </p:cNvSpPr>
            <p:nvPr/>
          </p:nvSpPr>
          <p:spPr bwMode="auto">
            <a:xfrm>
              <a:off x="1550988" y="3048000"/>
              <a:ext cx="5334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927" name="Line 12">
              <a:extLst>
                <a:ext uri="{FF2B5EF4-FFF2-40B4-BE49-F238E27FC236}">
                  <a16:creationId xmlns:a16="http://schemas.microsoft.com/office/drawing/2014/main" id="{3769898C-B0D7-3D5E-BD13-66AE468B32EA}"/>
                </a:ext>
              </a:extLst>
            </p:cNvPr>
            <p:cNvSpPr>
              <a:spLocks noChangeShapeType="1"/>
            </p:cNvSpPr>
            <p:nvPr/>
          </p:nvSpPr>
          <p:spPr bwMode="auto">
            <a:xfrm>
              <a:off x="1550988" y="3276600"/>
              <a:ext cx="5334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928" name="Line 13">
              <a:extLst>
                <a:ext uri="{FF2B5EF4-FFF2-40B4-BE49-F238E27FC236}">
                  <a16:creationId xmlns:a16="http://schemas.microsoft.com/office/drawing/2014/main" id="{98928F86-4848-13D0-3798-D03AA5E53DC0}"/>
                </a:ext>
              </a:extLst>
            </p:cNvPr>
            <p:cNvSpPr>
              <a:spLocks noChangeShapeType="1"/>
            </p:cNvSpPr>
            <p:nvPr/>
          </p:nvSpPr>
          <p:spPr bwMode="auto">
            <a:xfrm>
              <a:off x="1550988" y="3505200"/>
              <a:ext cx="5334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929" name="Line 14">
              <a:extLst>
                <a:ext uri="{FF2B5EF4-FFF2-40B4-BE49-F238E27FC236}">
                  <a16:creationId xmlns:a16="http://schemas.microsoft.com/office/drawing/2014/main" id="{AF50D018-BA1E-A8E0-4D1F-148A8789A492}"/>
                </a:ext>
              </a:extLst>
            </p:cNvPr>
            <p:cNvSpPr>
              <a:spLocks noChangeShapeType="1"/>
            </p:cNvSpPr>
            <p:nvPr/>
          </p:nvSpPr>
          <p:spPr bwMode="auto">
            <a:xfrm>
              <a:off x="1550988" y="3733800"/>
              <a:ext cx="5334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930" name="Line 15">
              <a:extLst>
                <a:ext uri="{FF2B5EF4-FFF2-40B4-BE49-F238E27FC236}">
                  <a16:creationId xmlns:a16="http://schemas.microsoft.com/office/drawing/2014/main" id="{DED9EA03-37A5-797C-2AAB-2BA5F2AF8EE8}"/>
                </a:ext>
              </a:extLst>
            </p:cNvPr>
            <p:cNvSpPr>
              <a:spLocks noChangeShapeType="1"/>
            </p:cNvSpPr>
            <p:nvPr/>
          </p:nvSpPr>
          <p:spPr bwMode="auto">
            <a:xfrm>
              <a:off x="1536700" y="4143375"/>
              <a:ext cx="5334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931" name="Text Box 16">
              <a:extLst>
                <a:ext uri="{FF2B5EF4-FFF2-40B4-BE49-F238E27FC236}">
                  <a16:creationId xmlns:a16="http://schemas.microsoft.com/office/drawing/2014/main" id="{E9FA8F5C-EF9D-D11F-808C-5D41B1AAD4EE}"/>
                </a:ext>
              </a:extLst>
            </p:cNvPr>
            <p:cNvSpPr txBox="1">
              <a:spLocks noChangeArrowheads="1"/>
            </p:cNvSpPr>
            <p:nvPr/>
          </p:nvSpPr>
          <p:spPr bwMode="auto">
            <a:xfrm>
              <a:off x="2236788" y="2286000"/>
              <a:ext cx="838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CPd</a:t>
              </a:r>
              <a:endParaRPr lang="ru-RU" altLang="en-US"/>
            </a:p>
          </p:txBody>
        </p:sp>
        <p:sp>
          <p:nvSpPr>
            <p:cNvPr id="38932" name="Line 17">
              <a:extLst>
                <a:ext uri="{FF2B5EF4-FFF2-40B4-BE49-F238E27FC236}">
                  <a16:creationId xmlns:a16="http://schemas.microsoft.com/office/drawing/2014/main" id="{72773958-25B7-9458-CEAE-6C16741B06CA}"/>
                </a:ext>
              </a:extLst>
            </p:cNvPr>
            <p:cNvSpPr>
              <a:spLocks noChangeShapeType="1"/>
            </p:cNvSpPr>
            <p:nvPr/>
          </p:nvSpPr>
          <p:spPr bwMode="auto">
            <a:xfrm flipV="1">
              <a:off x="3540125" y="2190750"/>
              <a:ext cx="1662112"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933" name="Line 18">
              <a:extLst>
                <a:ext uri="{FF2B5EF4-FFF2-40B4-BE49-F238E27FC236}">
                  <a16:creationId xmlns:a16="http://schemas.microsoft.com/office/drawing/2014/main" id="{C3064991-EBD7-1AC2-3F71-ED7074AEC351}"/>
                </a:ext>
              </a:extLst>
            </p:cNvPr>
            <p:cNvSpPr>
              <a:spLocks noChangeShapeType="1"/>
            </p:cNvSpPr>
            <p:nvPr/>
          </p:nvSpPr>
          <p:spPr bwMode="auto">
            <a:xfrm>
              <a:off x="3527425" y="3128963"/>
              <a:ext cx="388937"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934" name="Oval 19">
              <a:extLst>
                <a:ext uri="{FF2B5EF4-FFF2-40B4-BE49-F238E27FC236}">
                  <a16:creationId xmlns:a16="http://schemas.microsoft.com/office/drawing/2014/main" id="{0671BE99-422B-9258-0F45-59B617D1CAB4}"/>
                </a:ext>
              </a:extLst>
            </p:cNvPr>
            <p:cNvSpPr>
              <a:spLocks noChangeArrowheads="1"/>
            </p:cNvSpPr>
            <p:nvPr/>
          </p:nvSpPr>
          <p:spPr bwMode="auto">
            <a:xfrm>
              <a:off x="3532188" y="3571875"/>
              <a:ext cx="158750" cy="158750"/>
            </a:xfrm>
            <a:prstGeom prst="ellipse">
              <a:avLst/>
            </a:prstGeom>
            <a:solidFill>
              <a:schemeClr val="accent1"/>
            </a:solidFill>
            <a:ln w="22225">
              <a:solidFill>
                <a:schemeClr val="tx1"/>
              </a:solidFill>
              <a:round/>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38935" name="Line 20">
              <a:extLst>
                <a:ext uri="{FF2B5EF4-FFF2-40B4-BE49-F238E27FC236}">
                  <a16:creationId xmlns:a16="http://schemas.microsoft.com/office/drawing/2014/main" id="{9DF7D5C3-25E0-24CE-4B68-130476F4DA02}"/>
                </a:ext>
              </a:extLst>
            </p:cNvPr>
            <p:cNvSpPr>
              <a:spLocks noChangeShapeType="1"/>
            </p:cNvSpPr>
            <p:nvPr/>
          </p:nvSpPr>
          <p:spPr bwMode="auto">
            <a:xfrm>
              <a:off x="3684588" y="3648075"/>
              <a:ext cx="352425"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936" name="Oval 21">
              <a:extLst>
                <a:ext uri="{FF2B5EF4-FFF2-40B4-BE49-F238E27FC236}">
                  <a16:creationId xmlns:a16="http://schemas.microsoft.com/office/drawing/2014/main" id="{ABEE238E-3DDD-2ADB-A90B-BCDE4C85D755}"/>
                </a:ext>
              </a:extLst>
            </p:cNvPr>
            <p:cNvSpPr>
              <a:spLocks noChangeArrowheads="1"/>
            </p:cNvSpPr>
            <p:nvPr/>
          </p:nvSpPr>
          <p:spPr bwMode="auto">
            <a:xfrm>
              <a:off x="3541713" y="3919538"/>
              <a:ext cx="158750" cy="158750"/>
            </a:xfrm>
            <a:prstGeom prst="ellipse">
              <a:avLst/>
            </a:prstGeom>
            <a:solidFill>
              <a:schemeClr val="accent1"/>
            </a:solidFill>
            <a:ln w="22225">
              <a:solidFill>
                <a:schemeClr val="tx1"/>
              </a:solidFill>
              <a:round/>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38937" name="Line 22">
              <a:extLst>
                <a:ext uri="{FF2B5EF4-FFF2-40B4-BE49-F238E27FC236}">
                  <a16:creationId xmlns:a16="http://schemas.microsoft.com/office/drawing/2014/main" id="{F8EE0082-C22B-8E3B-A9B9-8E2E14641AE2}"/>
                </a:ext>
              </a:extLst>
            </p:cNvPr>
            <p:cNvSpPr>
              <a:spLocks noChangeShapeType="1"/>
            </p:cNvSpPr>
            <p:nvPr/>
          </p:nvSpPr>
          <p:spPr bwMode="auto">
            <a:xfrm>
              <a:off x="3694113" y="3995738"/>
              <a:ext cx="352425"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938" name="Text Box 23">
              <a:extLst>
                <a:ext uri="{FF2B5EF4-FFF2-40B4-BE49-F238E27FC236}">
                  <a16:creationId xmlns:a16="http://schemas.microsoft.com/office/drawing/2014/main" id="{2DE388BF-2718-23A3-27D5-811917AA73FF}"/>
                </a:ext>
              </a:extLst>
            </p:cNvPr>
            <p:cNvSpPr txBox="1">
              <a:spLocks noChangeArrowheads="1"/>
            </p:cNvSpPr>
            <p:nvPr/>
          </p:nvSpPr>
          <p:spPr bwMode="auto">
            <a:xfrm>
              <a:off x="2160588" y="2590800"/>
              <a:ext cx="838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Load</a:t>
              </a:r>
              <a:endParaRPr lang="ru-RU" altLang="en-US"/>
            </a:p>
          </p:txBody>
        </p:sp>
        <p:sp>
          <p:nvSpPr>
            <p:cNvPr id="38939" name="Text Box 24">
              <a:extLst>
                <a:ext uri="{FF2B5EF4-FFF2-40B4-BE49-F238E27FC236}">
                  <a16:creationId xmlns:a16="http://schemas.microsoft.com/office/drawing/2014/main" id="{687E9786-A522-CD27-7E4B-920C71DB1232}"/>
                </a:ext>
              </a:extLst>
            </p:cNvPr>
            <p:cNvSpPr txBox="1">
              <a:spLocks noChangeArrowheads="1"/>
            </p:cNvSpPr>
            <p:nvPr/>
          </p:nvSpPr>
          <p:spPr bwMode="auto">
            <a:xfrm>
              <a:off x="2146300" y="2867025"/>
              <a:ext cx="595312"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D</a:t>
              </a:r>
              <a:r>
                <a:rPr lang="en-US" altLang="en-US" baseline="-25000"/>
                <a:t>0</a:t>
              </a:r>
              <a:endParaRPr lang="ru-RU" altLang="en-US"/>
            </a:p>
          </p:txBody>
        </p:sp>
        <p:sp>
          <p:nvSpPr>
            <p:cNvPr id="38940" name="Text Box 25">
              <a:extLst>
                <a:ext uri="{FF2B5EF4-FFF2-40B4-BE49-F238E27FC236}">
                  <a16:creationId xmlns:a16="http://schemas.microsoft.com/office/drawing/2014/main" id="{2931C197-5044-AC36-24CF-BF16B3AE190B}"/>
                </a:ext>
              </a:extLst>
            </p:cNvPr>
            <p:cNvSpPr txBox="1">
              <a:spLocks noChangeArrowheads="1"/>
            </p:cNvSpPr>
            <p:nvPr/>
          </p:nvSpPr>
          <p:spPr bwMode="auto">
            <a:xfrm>
              <a:off x="2146300" y="3095625"/>
              <a:ext cx="595312"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D</a:t>
              </a:r>
              <a:r>
                <a:rPr lang="en-US" altLang="en-US" baseline="-25000"/>
                <a:t>1</a:t>
              </a:r>
              <a:endParaRPr lang="ru-RU" altLang="en-US"/>
            </a:p>
          </p:txBody>
        </p:sp>
        <p:sp>
          <p:nvSpPr>
            <p:cNvPr id="38941" name="Text Box 26">
              <a:extLst>
                <a:ext uri="{FF2B5EF4-FFF2-40B4-BE49-F238E27FC236}">
                  <a16:creationId xmlns:a16="http://schemas.microsoft.com/office/drawing/2014/main" id="{5A71713B-BE8A-D376-031C-BC3E70B22DDF}"/>
                </a:ext>
              </a:extLst>
            </p:cNvPr>
            <p:cNvSpPr txBox="1">
              <a:spLocks noChangeArrowheads="1"/>
            </p:cNvSpPr>
            <p:nvPr/>
          </p:nvSpPr>
          <p:spPr bwMode="auto">
            <a:xfrm>
              <a:off x="2155825" y="3324225"/>
              <a:ext cx="595312"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D</a:t>
              </a:r>
              <a:r>
                <a:rPr lang="en-US" altLang="en-US" baseline="-25000"/>
                <a:t>2</a:t>
              </a:r>
              <a:endParaRPr lang="ru-RU" altLang="en-US"/>
            </a:p>
          </p:txBody>
        </p:sp>
        <p:sp>
          <p:nvSpPr>
            <p:cNvPr id="38942" name="Text Box 27">
              <a:extLst>
                <a:ext uri="{FF2B5EF4-FFF2-40B4-BE49-F238E27FC236}">
                  <a16:creationId xmlns:a16="http://schemas.microsoft.com/office/drawing/2014/main" id="{FE447391-2704-CD6E-862B-1E85E71681B0}"/>
                </a:ext>
              </a:extLst>
            </p:cNvPr>
            <p:cNvSpPr txBox="1">
              <a:spLocks noChangeArrowheads="1"/>
            </p:cNvSpPr>
            <p:nvPr/>
          </p:nvSpPr>
          <p:spPr bwMode="auto">
            <a:xfrm>
              <a:off x="2160588" y="3552825"/>
              <a:ext cx="595312"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D</a:t>
              </a:r>
              <a:r>
                <a:rPr lang="en-US" altLang="en-US" baseline="-25000"/>
                <a:t>3</a:t>
              </a:r>
              <a:endParaRPr lang="ru-RU" altLang="en-US"/>
            </a:p>
          </p:txBody>
        </p:sp>
        <p:sp>
          <p:nvSpPr>
            <p:cNvPr id="38943" name="Text Box 28">
              <a:extLst>
                <a:ext uri="{FF2B5EF4-FFF2-40B4-BE49-F238E27FC236}">
                  <a16:creationId xmlns:a16="http://schemas.microsoft.com/office/drawing/2014/main" id="{87DB19FD-38B8-0A67-E679-D4F007D7C2C7}"/>
                </a:ext>
              </a:extLst>
            </p:cNvPr>
            <p:cNvSpPr txBox="1">
              <a:spLocks noChangeArrowheads="1"/>
            </p:cNvSpPr>
            <p:nvPr/>
          </p:nvSpPr>
          <p:spPr bwMode="auto">
            <a:xfrm>
              <a:off x="2160588" y="3962400"/>
              <a:ext cx="914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Reset</a:t>
              </a:r>
              <a:endParaRPr lang="ru-RU" altLang="en-US"/>
            </a:p>
          </p:txBody>
        </p:sp>
        <p:sp>
          <p:nvSpPr>
            <p:cNvPr id="38944" name="Text Box 29">
              <a:extLst>
                <a:ext uri="{FF2B5EF4-FFF2-40B4-BE49-F238E27FC236}">
                  <a16:creationId xmlns:a16="http://schemas.microsoft.com/office/drawing/2014/main" id="{ED638210-424E-E445-13EB-0F90D85C3179}"/>
                </a:ext>
              </a:extLst>
            </p:cNvPr>
            <p:cNvSpPr txBox="1">
              <a:spLocks noChangeArrowheads="1"/>
            </p:cNvSpPr>
            <p:nvPr/>
          </p:nvSpPr>
          <p:spPr bwMode="auto">
            <a:xfrm>
              <a:off x="3070225" y="1995488"/>
              <a:ext cx="595312"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Q</a:t>
              </a:r>
              <a:r>
                <a:rPr lang="en-US" altLang="en-US" baseline="-25000"/>
                <a:t>0</a:t>
              </a:r>
              <a:endParaRPr lang="ru-RU" altLang="en-US"/>
            </a:p>
          </p:txBody>
        </p:sp>
        <p:sp>
          <p:nvSpPr>
            <p:cNvPr id="38945" name="Text Box 30">
              <a:extLst>
                <a:ext uri="{FF2B5EF4-FFF2-40B4-BE49-F238E27FC236}">
                  <a16:creationId xmlns:a16="http://schemas.microsoft.com/office/drawing/2014/main" id="{CACFEB60-F017-F72E-120C-267E251674A2}"/>
                </a:ext>
              </a:extLst>
            </p:cNvPr>
            <p:cNvSpPr txBox="1">
              <a:spLocks noChangeArrowheads="1"/>
            </p:cNvSpPr>
            <p:nvPr/>
          </p:nvSpPr>
          <p:spPr bwMode="auto">
            <a:xfrm>
              <a:off x="3065463" y="2295525"/>
              <a:ext cx="595312"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Q</a:t>
              </a:r>
              <a:r>
                <a:rPr lang="en-US" altLang="en-US" baseline="-25000"/>
                <a:t>1</a:t>
              </a:r>
              <a:endParaRPr lang="ru-RU" altLang="en-US"/>
            </a:p>
          </p:txBody>
        </p:sp>
        <p:sp>
          <p:nvSpPr>
            <p:cNvPr id="38946" name="Text Box 31">
              <a:extLst>
                <a:ext uri="{FF2B5EF4-FFF2-40B4-BE49-F238E27FC236}">
                  <a16:creationId xmlns:a16="http://schemas.microsoft.com/office/drawing/2014/main" id="{F2121B51-BDEA-CCF5-45C4-206583BCE0AF}"/>
                </a:ext>
              </a:extLst>
            </p:cNvPr>
            <p:cNvSpPr txBox="1">
              <a:spLocks noChangeArrowheads="1"/>
            </p:cNvSpPr>
            <p:nvPr/>
          </p:nvSpPr>
          <p:spPr bwMode="auto">
            <a:xfrm>
              <a:off x="3070225" y="2595563"/>
              <a:ext cx="595312"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Q</a:t>
              </a:r>
              <a:r>
                <a:rPr lang="en-US" altLang="en-US" baseline="-25000"/>
                <a:t>2</a:t>
              </a:r>
              <a:endParaRPr lang="ru-RU" altLang="en-US"/>
            </a:p>
          </p:txBody>
        </p:sp>
        <p:sp>
          <p:nvSpPr>
            <p:cNvPr id="38947" name="Text Box 32">
              <a:extLst>
                <a:ext uri="{FF2B5EF4-FFF2-40B4-BE49-F238E27FC236}">
                  <a16:creationId xmlns:a16="http://schemas.microsoft.com/office/drawing/2014/main" id="{09395129-A4AB-67BF-D1BC-2F2672AB59F3}"/>
                </a:ext>
              </a:extLst>
            </p:cNvPr>
            <p:cNvSpPr txBox="1">
              <a:spLocks noChangeArrowheads="1"/>
            </p:cNvSpPr>
            <p:nvPr/>
          </p:nvSpPr>
          <p:spPr bwMode="auto">
            <a:xfrm>
              <a:off x="3055938" y="2886075"/>
              <a:ext cx="595312"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Q</a:t>
              </a:r>
              <a:r>
                <a:rPr lang="en-US" altLang="en-US" baseline="-25000"/>
                <a:t>3</a:t>
              </a:r>
              <a:endParaRPr lang="ru-RU" altLang="en-US"/>
            </a:p>
          </p:txBody>
        </p:sp>
        <p:sp>
          <p:nvSpPr>
            <p:cNvPr id="38948" name="Text Box 33">
              <a:extLst>
                <a:ext uri="{FF2B5EF4-FFF2-40B4-BE49-F238E27FC236}">
                  <a16:creationId xmlns:a16="http://schemas.microsoft.com/office/drawing/2014/main" id="{8593F4FA-BC14-C71D-EBC4-B39B4F405998}"/>
                </a:ext>
              </a:extLst>
            </p:cNvPr>
            <p:cNvSpPr txBox="1">
              <a:spLocks noChangeArrowheads="1"/>
            </p:cNvSpPr>
            <p:nvPr/>
          </p:nvSpPr>
          <p:spPr bwMode="auto">
            <a:xfrm>
              <a:off x="2160588" y="1905000"/>
              <a:ext cx="838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CPu</a:t>
              </a:r>
              <a:endParaRPr lang="ru-RU" altLang="en-US"/>
            </a:p>
          </p:txBody>
        </p:sp>
        <p:sp>
          <p:nvSpPr>
            <p:cNvPr id="38949" name="Text Box 34">
              <a:extLst>
                <a:ext uri="{FF2B5EF4-FFF2-40B4-BE49-F238E27FC236}">
                  <a16:creationId xmlns:a16="http://schemas.microsoft.com/office/drawing/2014/main" id="{0B3AD09A-F4C7-AB74-AD30-5021C923539C}"/>
                </a:ext>
              </a:extLst>
            </p:cNvPr>
            <p:cNvSpPr txBox="1">
              <a:spLocks noChangeArrowheads="1"/>
            </p:cNvSpPr>
            <p:nvPr/>
          </p:nvSpPr>
          <p:spPr bwMode="auto">
            <a:xfrm>
              <a:off x="2903538" y="3429000"/>
              <a:ext cx="747712"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TCu</a:t>
              </a:r>
              <a:endParaRPr lang="ru-RU" altLang="en-US"/>
            </a:p>
          </p:txBody>
        </p:sp>
        <p:sp>
          <p:nvSpPr>
            <p:cNvPr id="38950" name="Text Box 35">
              <a:extLst>
                <a:ext uri="{FF2B5EF4-FFF2-40B4-BE49-F238E27FC236}">
                  <a16:creationId xmlns:a16="http://schemas.microsoft.com/office/drawing/2014/main" id="{CB308472-8BDB-EA99-C9FC-12E095E2FAD1}"/>
                </a:ext>
              </a:extLst>
            </p:cNvPr>
            <p:cNvSpPr txBox="1">
              <a:spLocks noChangeArrowheads="1"/>
            </p:cNvSpPr>
            <p:nvPr/>
          </p:nvSpPr>
          <p:spPr bwMode="auto">
            <a:xfrm>
              <a:off x="2922588" y="3810000"/>
              <a:ext cx="747712"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TCd</a:t>
              </a:r>
              <a:endParaRPr lang="ru-RU" altLang="en-US"/>
            </a:p>
          </p:txBody>
        </p:sp>
        <p:sp>
          <p:nvSpPr>
            <p:cNvPr id="109" name="Rectangle 5">
              <a:extLst>
                <a:ext uri="{FF2B5EF4-FFF2-40B4-BE49-F238E27FC236}">
                  <a16:creationId xmlns:a16="http://schemas.microsoft.com/office/drawing/2014/main" id="{FB7030CF-0C0F-4686-8452-A85CEA85E6EF}"/>
                </a:ext>
              </a:extLst>
            </p:cNvPr>
            <p:cNvSpPr>
              <a:spLocks noChangeArrowheads="1"/>
            </p:cNvSpPr>
            <p:nvPr/>
          </p:nvSpPr>
          <p:spPr bwMode="auto">
            <a:xfrm>
              <a:off x="5218112" y="1738296"/>
              <a:ext cx="1368425" cy="2790052"/>
            </a:xfrm>
            <a:prstGeom prst="rect">
              <a:avLst/>
            </a:prstGeom>
            <a:solidFill>
              <a:schemeClr val="accent1">
                <a:lumMod val="60000"/>
                <a:lumOff val="40000"/>
              </a:schemeClr>
            </a:solidFill>
            <a:ln w="22225">
              <a:solidFill>
                <a:schemeClr val="tx1"/>
              </a:solidFill>
              <a:miter lim="800000"/>
              <a:headEnd/>
              <a:tailEnd/>
            </a:ln>
          </p:spPr>
          <p:txBody>
            <a:bodyPr wrap="none"/>
            <a:lstStyle/>
            <a:p>
              <a:pPr eaLnBrk="1" hangingPunct="1">
                <a:defRPr/>
              </a:pPr>
              <a:endParaRPr lang="en-US" sz="1600" dirty="0"/>
            </a:p>
            <a:p>
              <a:pPr rtl="1" eaLnBrk="1" hangingPunct="1">
                <a:defRPr/>
              </a:pPr>
              <a:r>
                <a:rPr lang="en-US" sz="2000" dirty="0"/>
                <a:t>2</a:t>
              </a:r>
              <a:r>
                <a:rPr lang="en-US" sz="2000" baseline="30000" dirty="0"/>
                <a:t>0  </a:t>
              </a:r>
              <a:r>
                <a:rPr lang="en-US" sz="2000" dirty="0"/>
                <a:t>    Y0</a:t>
              </a:r>
            </a:p>
            <a:p>
              <a:pPr rtl="1" eaLnBrk="1" hangingPunct="1">
                <a:defRPr/>
              </a:pPr>
              <a:r>
                <a:rPr lang="en-US" sz="2000" dirty="0"/>
                <a:t>2</a:t>
              </a:r>
              <a:r>
                <a:rPr lang="en-US" sz="2000" baseline="30000" dirty="0"/>
                <a:t>1 </a:t>
              </a:r>
              <a:r>
                <a:rPr lang="en-US" sz="2000" dirty="0"/>
                <a:t>     Y1</a:t>
              </a:r>
            </a:p>
            <a:p>
              <a:pPr rtl="1" eaLnBrk="1" hangingPunct="1">
                <a:defRPr/>
              </a:pPr>
              <a:r>
                <a:rPr lang="en-US" sz="2000" dirty="0"/>
                <a:t>2</a:t>
              </a:r>
              <a:r>
                <a:rPr lang="en-US" sz="2000" baseline="30000" dirty="0"/>
                <a:t>2    </a:t>
              </a:r>
              <a:r>
                <a:rPr lang="en-US" sz="2000" dirty="0"/>
                <a:t>   Y2</a:t>
              </a:r>
            </a:p>
            <a:p>
              <a:pPr eaLnBrk="1" hangingPunct="1">
                <a:defRPr/>
              </a:pPr>
              <a:r>
                <a:rPr lang="en-US" sz="2000" dirty="0"/>
                <a:t>         Y3</a:t>
              </a:r>
            </a:p>
            <a:p>
              <a:pPr eaLnBrk="1" hangingPunct="1">
                <a:defRPr/>
              </a:pPr>
              <a:r>
                <a:rPr lang="en-US" sz="2000" dirty="0"/>
                <a:t>         Y4</a:t>
              </a:r>
            </a:p>
            <a:p>
              <a:pPr eaLnBrk="1" hangingPunct="1">
                <a:defRPr/>
              </a:pPr>
              <a:r>
                <a:rPr lang="en-US" sz="2000" dirty="0"/>
                <a:t>         Y5</a:t>
              </a:r>
            </a:p>
            <a:p>
              <a:pPr eaLnBrk="1" hangingPunct="1">
                <a:defRPr/>
              </a:pPr>
              <a:r>
                <a:rPr lang="en-US" sz="2000" dirty="0"/>
                <a:t>         Y6</a:t>
              </a:r>
            </a:p>
            <a:p>
              <a:pPr eaLnBrk="1" hangingPunct="1">
                <a:defRPr/>
              </a:pPr>
              <a:r>
                <a:rPr lang="en-US" sz="2000" dirty="0"/>
                <a:t>         Y7      </a:t>
              </a:r>
              <a:endParaRPr lang="ru-RU" sz="2000" dirty="0"/>
            </a:p>
          </p:txBody>
        </p:sp>
        <p:sp>
          <p:nvSpPr>
            <p:cNvPr id="110" name="Oval 6">
              <a:extLst>
                <a:ext uri="{FF2B5EF4-FFF2-40B4-BE49-F238E27FC236}">
                  <a16:creationId xmlns:a16="http://schemas.microsoft.com/office/drawing/2014/main" id="{F1E329A9-D606-4780-BFF3-5AD734B242BA}"/>
                </a:ext>
              </a:extLst>
            </p:cNvPr>
            <p:cNvSpPr>
              <a:spLocks noChangeArrowheads="1"/>
            </p:cNvSpPr>
            <p:nvPr/>
          </p:nvSpPr>
          <p:spPr bwMode="auto">
            <a:xfrm>
              <a:off x="6591300" y="2123951"/>
              <a:ext cx="144462" cy="144423"/>
            </a:xfrm>
            <a:prstGeom prst="ellipse">
              <a:avLst/>
            </a:prstGeom>
            <a:solidFill>
              <a:schemeClr val="accent1">
                <a:lumMod val="60000"/>
                <a:lumOff val="40000"/>
              </a:schemeClr>
            </a:solidFill>
            <a:ln w="22225">
              <a:solidFill>
                <a:schemeClr val="tx1"/>
              </a:solidFill>
              <a:round/>
              <a:headEnd/>
              <a:tailEnd/>
            </a:ln>
          </p:spPr>
          <p:txBody>
            <a:bodyPr wrap="none" anchor="ctr"/>
            <a:lstStyle/>
            <a:p>
              <a:pPr eaLnBrk="1" hangingPunct="1">
                <a:defRPr/>
              </a:pPr>
              <a:endParaRPr lang="ru-RU" sz="1600" baseline="-25000"/>
            </a:p>
          </p:txBody>
        </p:sp>
        <p:sp>
          <p:nvSpPr>
            <p:cNvPr id="38953" name="Line 7">
              <a:extLst>
                <a:ext uri="{FF2B5EF4-FFF2-40B4-BE49-F238E27FC236}">
                  <a16:creationId xmlns:a16="http://schemas.microsoft.com/office/drawing/2014/main" id="{FB04F639-5C73-AD15-D578-0F1BD550284D}"/>
                </a:ext>
              </a:extLst>
            </p:cNvPr>
            <p:cNvSpPr>
              <a:spLocks noChangeShapeType="1"/>
            </p:cNvSpPr>
            <p:nvPr/>
          </p:nvSpPr>
          <p:spPr bwMode="auto">
            <a:xfrm>
              <a:off x="6731000" y="2195513"/>
              <a:ext cx="4318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2" name="Oval 8">
              <a:extLst>
                <a:ext uri="{FF2B5EF4-FFF2-40B4-BE49-F238E27FC236}">
                  <a16:creationId xmlns:a16="http://schemas.microsoft.com/office/drawing/2014/main" id="{97BF7389-87AF-4659-98B6-62697794BB0A}"/>
                </a:ext>
              </a:extLst>
            </p:cNvPr>
            <p:cNvSpPr>
              <a:spLocks noChangeArrowheads="1"/>
            </p:cNvSpPr>
            <p:nvPr/>
          </p:nvSpPr>
          <p:spPr bwMode="auto">
            <a:xfrm>
              <a:off x="6591300" y="2403274"/>
              <a:ext cx="144462" cy="144423"/>
            </a:xfrm>
            <a:prstGeom prst="ellipse">
              <a:avLst/>
            </a:prstGeom>
            <a:solidFill>
              <a:schemeClr val="accent1">
                <a:lumMod val="60000"/>
                <a:lumOff val="40000"/>
              </a:schemeClr>
            </a:solidFill>
            <a:ln w="22225">
              <a:solidFill>
                <a:schemeClr val="tx1"/>
              </a:solidFill>
              <a:round/>
              <a:headEnd/>
              <a:tailEnd/>
            </a:ln>
          </p:spPr>
          <p:txBody>
            <a:bodyPr wrap="none" anchor="ctr"/>
            <a:lstStyle/>
            <a:p>
              <a:pPr eaLnBrk="1" hangingPunct="1">
                <a:defRPr/>
              </a:pPr>
              <a:endParaRPr lang="ru-RU" sz="1600" baseline="-25000"/>
            </a:p>
          </p:txBody>
        </p:sp>
        <p:sp>
          <p:nvSpPr>
            <p:cNvPr id="38955" name="Line 9">
              <a:extLst>
                <a:ext uri="{FF2B5EF4-FFF2-40B4-BE49-F238E27FC236}">
                  <a16:creationId xmlns:a16="http://schemas.microsoft.com/office/drawing/2014/main" id="{CCD5DA36-D55E-744D-B12A-4824DEB97E29}"/>
                </a:ext>
              </a:extLst>
            </p:cNvPr>
            <p:cNvSpPr>
              <a:spLocks noChangeShapeType="1"/>
            </p:cNvSpPr>
            <p:nvPr/>
          </p:nvSpPr>
          <p:spPr bwMode="auto">
            <a:xfrm>
              <a:off x="6731000" y="2474913"/>
              <a:ext cx="4318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4" name="Oval 10">
              <a:extLst>
                <a:ext uri="{FF2B5EF4-FFF2-40B4-BE49-F238E27FC236}">
                  <a16:creationId xmlns:a16="http://schemas.microsoft.com/office/drawing/2014/main" id="{9BA8372D-F508-4783-84FA-407F63605B17}"/>
                </a:ext>
              </a:extLst>
            </p:cNvPr>
            <p:cNvSpPr>
              <a:spLocks noChangeArrowheads="1"/>
            </p:cNvSpPr>
            <p:nvPr/>
          </p:nvSpPr>
          <p:spPr bwMode="auto">
            <a:xfrm>
              <a:off x="6578600" y="2720686"/>
              <a:ext cx="144462" cy="144423"/>
            </a:xfrm>
            <a:prstGeom prst="ellipse">
              <a:avLst/>
            </a:prstGeom>
            <a:solidFill>
              <a:schemeClr val="accent1">
                <a:lumMod val="60000"/>
                <a:lumOff val="40000"/>
              </a:schemeClr>
            </a:solidFill>
            <a:ln w="22225">
              <a:solidFill>
                <a:schemeClr val="tx1"/>
              </a:solidFill>
              <a:round/>
              <a:headEnd/>
              <a:tailEnd/>
            </a:ln>
          </p:spPr>
          <p:txBody>
            <a:bodyPr wrap="none" anchor="ctr"/>
            <a:lstStyle/>
            <a:p>
              <a:pPr eaLnBrk="1" hangingPunct="1">
                <a:defRPr/>
              </a:pPr>
              <a:endParaRPr lang="ru-RU" sz="1600" baseline="-25000"/>
            </a:p>
          </p:txBody>
        </p:sp>
        <p:sp>
          <p:nvSpPr>
            <p:cNvPr id="38957" name="Line 11">
              <a:extLst>
                <a:ext uri="{FF2B5EF4-FFF2-40B4-BE49-F238E27FC236}">
                  <a16:creationId xmlns:a16="http://schemas.microsoft.com/office/drawing/2014/main" id="{499F4760-5714-0B76-FC5F-1F12A676A94C}"/>
                </a:ext>
              </a:extLst>
            </p:cNvPr>
            <p:cNvSpPr>
              <a:spLocks noChangeShapeType="1"/>
            </p:cNvSpPr>
            <p:nvPr/>
          </p:nvSpPr>
          <p:spPr bwMode="auto">
            <a:xfrm>
              <a:off x="6718300" y="2792413"/>
              <a:ext cx="4318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6" name="Oval 12">
              <a:extLst>
                <a:ext uri="{FF2B5EF4-FFF2-40B4-BE49-F238E27FC236}">
                  <a16:creationId xmlns:a16="http://schemas.microsoft.com/office/drawing/2014/main" id="{A4EB30E9-D495-4224-AFD2-BEF41D5A3B6E}"/>
                </a:ext>
              </a:extLst>
            </p:cNvPr>
            <p:cNvSpPr>
              <a:spLocks noChangeArrowheads="1"/>
            </p:cNvSpPr>
            <p:nvPr/>
          </p:nvSpPr>
          <p:spPr bwMode="auto">
            <a:xfrm>
              <a:off x="6578600" y="3025401"/>
              <a:ext cx="144462" cy="144423"/>
            </a:xfrm>
            <a:prstGeom prst="ellipse">
              <a:avLst/>
            </a:prstGeom>
            <a:solidFill>
              <a:schemeClr val="accent1">
                <a:lumMod val="60000"/>
                <a:lumOff val="40000"/>
              </a:schemeClr>
            </a:solidFill>
            <a:ln w="22225">
              <a:solidFill>
                <a:schemeClr val="tx1"/>
              </a:solidFill>
              <a:round/>
              <a:headEnd/>
              <a:tailEnd/>
            </a:ln>
          </p:spPr>
          <p:txBody>
            <a:bodyPr wrap="none" anchor="ctr"/>
            <a:lstStyle/>
            <a:p>
              <a:pPr eaLnBrk="1" hangingPunct="1">
                <a:defRPr/>
              </a:pPr>
              <a:endParaRPr lang="ru-RU" sz="1600" baseline="-25000"/>
            </a:p>
          </p:txBody>
        </p:sp>
        <p:sp>
          <p:nvSpPr>
            <p:cNvPr id="38959" name="Line 13">
              <a:extLst>
                <a:ext uri="{FF2B5EF4-FFF2-40B4-BE49-F238E27FC236}">
                  <a16:creationId xmlns:a16="http://schemas.microsoft.com/office/drawing/2014/main" id="{668F11B3-9C52-2D5A-6251-2087F19F0B9F}"/>
                </a:ext>
              </a:extLst>
            </p:cNvPr>
            <p:cNvSpPr>
              <a:spLocks noChangeShapeType="1"/>
            </p:cNvSpPr>
            <p:nvPr/>
          </p:nvSpPr>
          <p:spPr bwMode="auto">
            <a:xfrm>
              <a:off x="6718300" y="3097213"/>
              <a:ext cx="4318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8" name="Oval 14">
              <a:extLst>
                <a:ext uri="{FF2B5EF4-FFF2-40B4-BE49-F238E27FC236}">
                  <a16:creationId xmlns:a16="http://schemas.microsoft.com/office/drawing/2014/main" id="{9C7E895A-0BE9-415B-86ED-F93A02F42EFC}"/>
                </a:ext>
              </a:extLst>
            </p:cNvPr>
            <p:cNvSpPr>
              <a:spLocks noChangeArrowheads="1"/>
            </p:cNvSpPr>
            <p:nvPr/>
          </p:nvSpPr>
          <p:spPr bwMode="auto">
            <a:xfrm>
              <a:off x="6578600" y="3330117"/>
              <a:ext cx="144462" cy="144423"/>
            </a:xfrm>
            <a:prstGeom prst="ellipse">
              <a:avLst/>
            </a:prstGeom>
            <a:solidFill>
              <a:schemeClr val="accent1">
                <a:lumMod val="60000"/>
                <a:lumOff val="40000"/>
              </a:schemeClr>
            </a:solidFill>
            <a:ln w="22225">
              <a:solidFill>
                <a:schemeClr val="tx1"/>
              </a:solidFill>
              <a:round/>
              <a:headEnd/>
              <a:tailEnd/>
            </a:ln>
          </p:spPr>
          <p:txBody>
            <a:bodyPr wrap="none" anchor="ctr"/>
            <a:lstStyle/>
            <a:p>
              <a:pPr eaLnBrk="1" hangingPunct="1">
                <a:defRPr/>
              </a:pPr>
              <a:endParaRPr lang="ru-RU" sz="1600" baseline="-25000"/>
            </a:p>
          </p:txBody>
        </p:sp>
        <p:sp>
          <p:nvSpPr>
            <p:cNvPr id="38961" name="Line 15">
              <a:extLst>
                <a:ext uri="{FF2B5EF4-FFF2-40B4-BE49-F238E27FC236}">
                  <a16:creationId xmlns:a16="http://schemas.microsoft.com/office/drawing/2014/main" id="{B2E69041-CD8D-438D-7693-E90F3C439674}"/>
                </a:ext>
              </a:extLst>
            </p:cNvPr>
            <p:cNvSpPr>
              <a:spLocks noChangeShapeType="1"/>
            </p:cNvSpPr>
            <p:nvPr/>
          </p:nvSpPr>
          <p:spPr bwMode="auto">
            <a:xfrm>
              <a:off x="6718300" y="3402013"/>
              <a:ext cx="4318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0" name="Oval 16">
              <a:extLst>
                <a:ext uri="{FF2B5EF4-FFF2-40B4-BE49-F238E27FC236}">
                  <a16:creationId xmlns:a16="http://schemas.microsoft.com/office/drawing/2014/main" id="{26D8BD03-EDC5-44C3-B242-8FA2F4B8862B}"/>
                </a:ext>
              </a:extLst>
            </p:cNvPr>
            <p:cNvSpPr>
              <a:spLocks noChangeArrowheads="1"/>
            </p:cNvSpPr>
            <p:nvPr/>
          </p:nvSpPr>
          <p:spPr bwMode="auto">
            <a:xfrm>
              <a:off x="6591300" y="3647529"/>
              <a:ext cx="144462" cy="144423"/>
            </a:xfrm>
            <a:prstGeom prst="ellipse">
              <a:avLst/>
            </a:prstGeom>
            <a:solidFill>
              <a:schemeClr val="accent1">
                <a:lumMod val="60000"/>
                <a:lumOff val="40000"/>
              </a:schemeClr>
            </a:solidFill>
            <a:ln w="22225">
              <a:solidFill>
                <a:schemeClr val="tx1"/>
              </a:solidFill>
              <a:round/>
              <a:headEnd/>
              <a:tailEnd/>
            </a:ln>
          </p:spPr>
          <p:txBody>
            <a:bodyPr wrap="none" anchor="ctr"/>
            <a:lstStyle/>
            <a:p>
              <a:pPr eaLnBrk="1" hangingPunct="1">
                <a:defRPr/>
              </a:pPr>
              <a:endParaRPr lang="ru-RU" sz="1600" baseline="-25000"/>
            </a:p>
          </p:txBody>
        </p:sp>
        <p:sp>
          <p:nvSpPr>
            <p:cNvPr id="38963" name="Line 17">
              <a:extLst>
                <a:ext uri="{FF2B5EF4-FFF2-40B4-BE49-F238E27FC236}">
                  <a16:creationId xmlns:a16="http://schemas.microsoft.com/office/drawing/2014/main" id="{9B00017B-D699-D212-1AAB-E294F074E05A}"/>
                </a:ext>
              </a:extLst>
            </p:cNvPr>
            <p:cNvSpPr>
              <a:spLocks noChangeShapeType="1"/>
            </p:cNvSpPr>
            <p:nvPr/>
          </p:nvSpPr>
          <p:spPr bwMode="auto">
            <a:xfrm>
              <a:off x="6731000" y="3719513"/>
              <a:ext cx="4318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2" name="Oval 18">
              <a:extLst>
                <a:ext uri="{FF2B5EF4-FFF2-40B4-BE49-F238E27FC236}">
                  <a16:creationId xmlns:a16="http://schemas.microsoft.com/office/drawing/2014/main" id="{80F47C4E-9B48-4C5A-97D0-CC83FA8DC986}"/>
                </a:ext>
              </a:extLst>
            </p:cNvPr>
            <p:cNvSpPr>
              <a:spLocks noChangeArrowheads="1"/>
            </p:cNvSpPr>
            <p:nvPr/>
          </p:nvSpPr>
          <p:spPr bwMode="auto">
            <a:xfrm>
              <a:off x="6578600" y="3939548"/>
              <a:ext cx="144462" cy="144423"/>
            </a:xfrm>
            <a:prstGeom prst="ellipse">
              <a:avLst/>
            </a:prstGeom>
            <a:solidFill>
              <a:schemeClr val="accent1">
                <a:lumMod val="60000"/>
                <a:lumOff val="40000"/>
              </a:schemeClr>
            </a:solidFill>
            <a:ln w="22225">
              <a:solidFill>
                <a:schemeClr val="tx1"/>
              </a:solidFill>
              <a:round/>
              <a:headEnd/>
              <a:tailEnd/>
            </a:ln>
          </p:spPr>
          <p:txBody>
            <a:bodyPr wrap="none" anchor="ctr"/>
            <a:lstStyle/>
            <a:p>
              <a:pPr eaLnBrk="1" hangingPunct="1">
                <a:defRPr/>
              </a:pPr>
              <a:endParaRPr lang="ru-RU" sz="1600" baseline="-25000"/>
            </a:p>
          </p:txBody>
        </p:sp>
        <p:sp>
          <p:nvSpPr>
            <p:cNvPr id="38965" name="Line 19">
              <a:extLst>
                <a:ext uri="{FF2B5EF4-FFF2-40B4-BE49-F238E27FC236}">
                  <a16:creationId xmlns:a16="http://schemas.microsoft.com/office/drawing/2014/main" id="{AD7047D7-1A00-B4E7-410B-5A2286EF23A4}"/>
                </a:ext>
              </a:extLst>
            </p:cNvPr>
            <p:cNvSpPr>
              <a:spLocks noChangeShapeType="1"/>
            </p:cNvSpPr>
            <p:nvPr/>
          </p:nvSpPr>
          <p:spPr bwMode="auto">
            <a:xfrm>
              <a:off x="6718300" y="4011613"/>
              <a:ext cx="4318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4" name="Oval 20">
              <a:extLst>
                <a:ext uri="{FF2B5EF4-FFF2-40B4-BE49-F238E27FC236}">
                  <a16:creationId xmlns:a16="http://schemas.microsoft.com/office/drawing/2014/main" id="{59ECC0FC-52A9-4C49-A439-E89D96DE30CB}"/>
                </a:ext>
              </a:extLst>
            </p:cNvPr>
            <p:cNvSpPr>
              <a:spLocks noChangeArrowheads="1"/>
            </p:cNvSpPr>
            <p:nvPr/>
          </p:nvSpPr>
          <p:spPr bwMode="auto">
            <a:xfrm>
              <a:off x="6578600" y="4244263"/>
              <a:ext cx="144462" cy="144423"/>
            </a:xfrm>
            <a:prstGeom prst="ellipse">
              <a:avLst/>
            </a:prstGeom>
            <a:solidFill>
              <a:schemeClr val="accent1">
                <a:lumMod val="60000"/>
                <a:lumOff val="40000"/>
              </a:schemeClr>
            </a:solidFill>
            <a:ln w="22225">
              <a:solidFill>
                <a:schemeClr val="tx1"/>
              </a:solidFill>
              <a:round/>
              <a:headEnd/>
              <a:tailEnd/>
            </a:ln>
          </p:spPr>
          <p:txBody>
            <a:bodyPr wrap="none" anchor="ctr"/>
            <a:lstStyle/>
            <a:p>
              <a:pPr eaLnBrk="1" hangingPunct="1">
                <a:defRPr/>
              </a:pPr>
              <a:endParaRPr lang="ru-RU" sz="1600" baseline="-25000"/>
            </a:p>
          </p:txBody>
        </p:sp>
        <p:sp>
          <p:nvSpPr>
            <p:cNvPr id="38967" name="Line 21">
              <a:extLst>
                <a:ext uri="{FF2B5EF4-FFF2-40B4-BE49-F238E27FC236}">
                  <a16:creationId xmlns:a16="http://schemas.microsoft.com/office/drawing/2014/main" id="{A56905E8-7218-2CCF-574C-F1D45D526E44}"/>
                </a:ext>
              </a:extLst>
            </p:cNvPr>
            <p:cNvSpPr>
              <a:spLocks noChangeShapeType="1"/>
            </p:cNvSpPr>
            <p:nvPr/>
          </p:nvSpPr>
          <p:spPr bwMode="auto">
            <a:xfrm>
              <a:off x="6718300" y="4316413"/>
              <a:ext cx="4318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968" name="Line 25">
              <a:extLst>
                <a:ext uri="{FF2B5EF4-FFF2-40B4-BE49-F238E27FC236}">
                  <a16:creationId xmlns:a16="http://schemas.microsoft.com/office/drawing/2014/main" id="{308A308E-4311-F5FF-1330-CA1B82F83D9E}"/>
                </a:ext>
              </a:extLst>
            </p:cNvPr>
            <p:cNvSpPr>
              <a:spLocks noChangeShapeType="1"/>
            </p:cNvSpPr>
            <p:nvPr/>
          </p:nvSpPr>
          <p:spPr bwMode="auto">
            <a:xfrm>
              <a:off x="4778375" y="3551238"/>
              <a:ext cx="287337"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969" name="Line 26">
              <a:extLst>
                <a:ext uri="{FF2B5EF4-FFF2-40B4-BE49-F238E27FC236}">
                  <a16:creationId xmlns:a16="http://schemas.microsoft.com/office/drawing/2014/main" id="{305FBDF8-997F-4EAF-0484-B825E6BC0CEE}"/>
                </a:ext>
              </a:extLst>
            </p:cNvPr>
            <p:cNvSpPr>
              <a:spLocks noChangeShapeType="1"/>
            </p:cNvSpPr>
            <p:nvPr/>
          </p:nvSpPr>
          <p:spPr bwMode="auto">
            <a:xfrm>
              <a:off x="4764088" y="3843338"/>
              <a:ext cx="287337" cy="0"/>
            </a:xfrm>
            <a:prstGeom prst="line">
              <a:avLst/>
            </a:prstGeom>
            <a:noFill/>
            <a:ln w="22225">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38970" name="Line 27">
              <a:extLst>
                <a:ext uri="{FF2B5EF4-FFF2-40B4-BE49-F238E27FC236}">
                  <a16:creationId xmlns:a16="http://schemas.microsoft.com/office/drawing/2014/main" id="{10FF539A-80AF-BAF0-FB95-3E3DA5A809B9}"/>
                </a:ext>
              </a:extLst>
            </p:cNvPr>
            <p:cNvSpPr>
              <a:spLocks noChangeShapeType="1"/>
            </p:cNvSpPr>
            <p:nvPr/>
          </p:nvSpPr>
          <p:spPr bwMode="auto">
            <a:xfrm flipV="1">
              <a:off x="4371975" y="4148138"/>
              <a:ext cx="823912" cy="11113"/>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9" name="Oval 29">
              <a:extLst>
                <a:ext uri="{FF2B5EF4-FFF2-40B4-BE49-F238E27FC236}">
                  <a16:creationId xmlns:a16="http://schemas.microsoft.com/office/drawing/2014/main" id="{04F638CF-7A67-40B3-9719-E876C6547F69}"/>
                </a:ext>
              </a:extLst>
            </p:cNvPr>
            <p:cNvSpPr>
              <a:spLocks noChangeArrowheads="1"/>
            </p:cNvSpPr>
            <p:nvPr/>
          </p:nvSpPr>
          <p:spPr bwMode="auto">
            <a:xfrm>
              <a:off x="5072062" y="3479300"/>
              <a:ext cx="144463" cy="144423"/>
            </a:xfrm>
            <a:prstGeom prst="ellipse">
              <a:avLst/>
            </a:prstGeom>
            <a:solidFill>
              <a:schemeClr val="accent1">
                <a:lumMod val="60000"/>
                <a:lumOff val="40000"/>
              </a:schemeClr>
            </a:solidFill>
            <a:ln w="22225">
              <a:solidFill>
                <a:schemeClr val="tx1"/>
              </a:solidFill>
              <a:round/>
              <a:headEnd/>
              <a:tailEnd/>
            </a:ln>
          </p:spPr>
          <p:txBody>
            <a:bodyPr wrap="none" anchor="ctr"/>
            <a:lstStyle/>
            <a:p>
              <a:pPr eaLnBrk="1" hangingPunct="1">
                <a:defRPr/>
              </a:pPr>
              <a:endParaRPr lang="ru-RU" sz="1600" baseline="-25000"/>
            </a:p>
          </p:txBody>
        </p:sp>
        <p:sp>
          <p:nvSpPr>
            <p:cNvPr id="130" name="Oval 32">
              <a:extLst>
                <a:ext uri="{FF2B5EF4-FFF2-40B4-BE49-F238E27FC236}">
                  <a16:creationId xmlns:a16="http://schemas.microsoft.com/office/drawing/2014/main" id="{E3F6EB6C-B94F-41F6-B8CD-490F0240A94E}"/>
                </a:ext>
              </a:extLst>
            </p:cNvPr>
            <p:cNvSpPr>
              <a:spLocks noChangeArrowheads="1"/>
            </p:cNvSpPr>
            <p:nvPr/>
          </p:nvSpPr>
          <p:spPr bwMode="auto">
            <a:xfrm>
              <a:off x="5072062" y="3771319"/>
              <a:ext cx="144463" cy="144423"/>
            </a:xfrm>
            <a:prstGeom prst="ellipse">
              <a:avLst/>
            </a:prstGeom>
            <a:solidFill>
              <a:schemeClr val="accent1">
                <a:lumMod val="60000"/>
                <a:lumOff val="40000"/>
              </a:schemeClr>
            </a:solidFill>
            <a:ln w="22225">
              <a:solidFill>
                <a:schemeClr val="tx1"/>
              </a:solidFill>
              <a:round/>
              <a:headEnd/>
              <a:tailEnd/>
            </a:ln>
          </p:spPr>
          <p:txBody>
            <a:bodyPr wrap="none" anchor="ctr"/>
            <a:lstStyle/>
            <a:p>
              <a:pPr eaLnBrk="1" hangingPunct="1">
                <a:defRPr/>
              </a:pPr>
              <a:endParaRPr lang="ru-RU" sz="1600" baseline="-25000"/>
            </a:p>
          </p:txBody>
        </p:sp>
        <p:sp>
          <p:nvSpPr>
            <p:cNvPr id="38973" name="Text Box 60">
              <a:extLst>
                <a:ext uri="{FF2B5EF4-FFF2-40B4-BE49-F238E27FC236}">
                  <a16:creationId xmlns:a16="http://schemas.microsoft.com/office/drawing/2014/main" id="{F2BB2D8F-128D-5C6F-BA3D-582B30644F84}"/>
                </a:ext>
              </a:extLst>
            </p:cNvPr>
            <p:cNvSpPr txBox="1">
              <a:spLocks noChangeArrowheads="1"/>
            </p:cNvSpPr>
            <p:nvPr/>
          </p:nvSpPr>
          <p:spPr bwMode="auto">
            <a:xfrm>
              <a:off x="1055688" y="2133600"/>
              <a:ext cx="609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“1”</a:t>
              </a:r>
              <a:endParaRPr lang="ru-RU" altLang="en-US"/>
            </a:p>
          </p:txBody>
        </p:sp>
        <p:sp>
          <p:nvSpPr>
            <p:cNvPr id="38974" name="Text Box 61">
              <a:extLst>
                <a:ext uri="{FF2B5EF4-FFF2-40B4-BE49-F238E27FC236}">
                  <a16:creationId xmlns:a16="http://schemas.microsoft.com/office/drawing/2014/main" id="{8D42AEAA-9C2D-FAF0-8DC9-57344DF48919}"/>
                </a:ext>
              </a:extLst>
            </p:cNvPr>
            <p:cNvSpPr txBox="1">
              <a:spLocks noChangeArrowheads="1"/>
            </p:cNvSpPr>
            <p:nvPr/>
          </p:nvSpPr>
          <p:spPr bwMode="auto">
            <a:xfrm>
              <a:off x="979488" y="1676400"/>
              <a:ext cx="914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Clock</a:t>
              </a:r>
              <a:endParaRPr lang="ru-RU" altLang="en-US"/>
            </a:p>
          </p:txBody>
        </p:sp>
        <p:sp>
          <p:nvSpPr>
            <p:cNvPr id="38975" name="Text Box 62">
              <a:extLst>
                <a:ext uri="{FF2B5EF4-FFF2-40B4-BE49-F238E27FC236}">
                  <a16:creationId xmlns:a16="http://schemas.microsoft.com/office/drawing/2014/main" id="{5F088650-04C8-1485-F9B7-AA71FABA932E}"/>
                </a:ext>
              </a:extLst>
            </p:cNvPr>
            <p:cNvSpPr txBox="1">
              <a:spLocks noChangeArrowheads="1"/>
            </p:cNvSpPr>
            <p:nvPr/>
          </p:nvSpPr>
          <p:spPr bwMode="auto">
            <a:xfrm>
              <a:off x="5207000" y="3368675"/>
              <a:ext cx="609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E0</a:t>
              </a:r>
              <a:endParaRPr lang="ru-RU" altLang="en-US"/>
            </a:p>
          </p:txBody>
        </p:sp>
        <p:sp>
          <p:nvSpPr>
            <p:cNvPr id="38976" name="Text Box 63">
              <a:extLst>
                <a:ext uri="{FF2B5EF4-FFF2-40B4-BE49-F238E27FC236}">
                  <a16:creationId xmlns:a16="http://schemas.microsoft.com/office/drawing/2014/main" id="{1815452E-7876-B5A9-A973-3E8F80481717}"/>
                </a:ext>
              </a:extLst>
            </p:cNvPr>
            <p:cNvSpPr txBox="1">
              <a:spLocks noChangeArrowheads="1"/>
            </p:cNvSpPr>
            <p:nvPr/>
          </p:nvSpPr>
          <p:spPr bwMode="auto">
            <a:xfrm>
              <a:off x="5221288" y="3614738"/>
              <a:ext cx="609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E1</a:t>
              </a:r>
              <a:endParaRPr lang="ru-RU" altLang="en-US"/>
            </a:p>
          </p:txBody>
        </p:sp>
        <p:sp>
          <p:nvSpPr>
            <p:cNvPr id="38977" name="Text Box 64">
              <a:extLst>
                <a:ext uri="{FF2B5EF4-FFF2-40B4-BE49-F238E27FC236}">
                  <a16:creationId xmlns:a16="http://schemas.microsoft.com/office/drawing/2014/main" id="{0902F4C1-7F25-DE7A-A9D0-F09C99F54BD8}"/>
                </a:ext>
              </a:extLst>
            </p:cNvPr>
            <p:cNvSpPr txBox="1">
              <a:spLocks noChangeArrowheads="1"/>
            </p:cNvSpPr>
            <p:nvPr/>
          </p:nvSpPr>
          <p:spPr bwMode="auto">
            <a:xfrm>
              <a:off x="5207000" y="3948113"/>
              <a:ext cx="609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E2</a:t>
              </a:r>
              <a:endParaRPr lang="ru-RU" altLang="en-US"/>
            </a:p>
          </p:txBody>
        </p:sp>
        <p:sp>
          <p:nvSpPr>
            <p:cNvPr id="38978" name="Text Box 65">
              <a:extLst>
                <a:ext uri="{FF2B5EF4-FFF2-40B4-BE49-F238E27FC236}">
                  <a16:creationId xmlns:a16="http://schemas.microsoft.com/office/drawing/2014/main" id="{54AFA9B1-1A0D-81A2-52A3-7E091B4F4CA4}"/>
                </a:ext>
              </a:extLst>
            </p:cNvPr>
            <p:cNvSpPr txBox="1">
              <a:spLocks noChangeArrowheads="1"/>
            </p:cNvSpPr>
            <p:nvPr/>
          </p:nvSpPr>
          <p:spPr bwMode="auto">
            <a:xfrm>
              <a:off x="4191000" y="3846513"/>
              <a:ext cx="609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“1”</a:t>
              </a:r>
              <a:endParaRPr lang="ru-RU" altLang="en-US"/>
            </a:p>
          </p:txBody>
        </p:sp>
        <p:sp>
          <p:nvSpPr>
            <p:cNvPr id="38979" name="Line 66">
              <a:extLst>
                <a:ext uri="{FF2B5EF4-FFF2-40B4-BE49-F238E27FC236}">
                  <a16:creationId xmlns:a16="http://schemas.microsoft.com/office/drawing/2014/main" id="{BD14B7E4-8A4D-3A68-9C92-99A0357D3CF6}"/>
                </a:ext>
              </a:extLst>
            </p:cNvPr>
            <p:cNvSpPr>
              <a:spLocks noChangeShapeType="1"/>
            </p:cNvSpPr>
            <p:nvPr/>
          </p:nvSpPr>
          <p:spPr bwMode="auto">
            <a:xfrm>
              <a:off x="4760913" y="3548063"/>
              <a:ext cx="0" cy="885825"/>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8" name="Freeform 67">
              <a:extLst>
                <a:ext uri="{FF2B5EF4-FFF2-40B4-BE49-F238E27FC236}">
                  <a16:creationId xmlns:a16="http://schemas.microsoft.com/office/drawing/2014/main" id="{0A1C8949-7EE4-4BE0-97D7-C94CB7341647}"/>
                </a:ext>
              </a:extLst>
            </p:cNvPr>
            <p:cNvSpPr>
              <a:spLocks/>
            </p:cNvSpPr>
            <p:nvPr/>
          </p:nvSpPr>
          <p:spPr bwMode="auto">
            <a:xfrm rot="5400000">
              <a:off x="4704575" y="4386281"/>
              <a:ext cx="133313" cy="176212"/>
            </a:xfrm>
            <a:custGeom>
              <a:avLst/>
              <a:gdLst>
                <a:gd name="T0" fmla="*/ 0 w 129"/>
                <a:gd name="T1" fmla="*/ 111 h 133"/>
                <a:gd name="T2" fmla="*/ 84 w 129"/>
                <a:gd name="T3" fmla="*/ 55 h 133"/>
                <a:gd name="T4" fmla="*/ 0 w 129"/>
                <a:gd name="T5" fmla="*/ 0 h 133"/>
                <a:gd name="T6" fmla="*/ 0 60000 65536"/>
                <a:gd name="T7" fmla="*/ 0 60000 65536"/>
                <a:gd name="T8" fmla="*/ 0 60000 65536"/>
              </a:gdLst>
              <a:ahLst/>
              <a:cxnLst>
                <a:cxn ang="T6">
                  <a:pos x="T0" y="T1"/>
                </a:cxn>
                <a:cxn ang="T7">
                  <a:pos x="T2" y="T3"/>
                </a:cxn>
                <a:cxn ang="T8">
                  <a:pos x="T4" y="T5"/>
                </a:cxn>
              </a:cxnLst>
              <a:rect l="0" t="0" r="r" b="b"/>
              <a:pathLst>
                <a:path w="129" h="133">
                  <a:moveTo>
                    <a:pt x="0" y="133"/>
                  </a:moveTo>
                  <a:lnTo>
                    <a:pt x="129" y="66"/>
                  </a:lnTo>
                  <a:lnTo>
                    <a:pt x="0" y="0"/>
                  </a:lnTo>
                </a:path>
              </a:pathLst>
            </a:custGeom>
            <a:solidFill>
              <a:schemeClr val="accent1">
                <a:lumMod val="60000"/>
                <a:lumOff val="40000"/>
              </a:schemeClr>
            </a:solidFill>
            <a:ln w="15875" cap="flat">
              <a:solidFill>
                <a:schemeClr val="tx1"/>
              </a:solidFill>
              <a:prstDash val="solid"/>
              <a:miter lim="800000"/>
              <a:headEnd/>
              <a:tailEnd/>
            </a:ln>
          </p:spPr>
          <p:txBody>
            <a:bodyPr/>
            <a:lstStyle/>
            <a:p>
              <a:pPr eaLnBrk="1" hangingPunct="1">
                <a:defRPr/>
              </a:pPr>
              <a:endParaRPr lang="ru-RU"/>
            </a:p>
          </p:txBody>
        </p:sp>
        <p:sp>
          <p:nvSpPr>
            <p:cNvPr id="38981" name="Line 68">
              <a:extLst>
                <a:ext uri="{FF2B5EF4-FFF2-40B4-BE49-F238E27FC236}">
                  <a16:creationId xmlns:a16="http://schemas.microsoft.com/office/drawing/2014/main" id="{205D58F5-85BD-46FC-A80A-D39D44E4659E}"/>
                </a:ext>
              </a:extLst>
            </p:cNvPr>
            <p:cNvSpPr>
              <a:spLocks noChangeShapeType="1"/>
            </p:cNvSpPr>
            <p:nvPr/>
          </p:nvSpPr>
          <p:spPr bwMode="auto">
            <a:xfrm>
              <a:off x="4684713" y="4410075"/>
              <a:ext cx="1524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982" name="Text Box 69">
              <a:extLst>
                <a:ext uri="{FF2B5EF4-FFF2-40B4-BE49-F238E27FC236}">
                  <a16:creationId xmlns:a16="http://schemas.microsoft.com/office/drawing/2014/main" id="{977151A9-C867-C32F-C684-8485EC9FA06B}"/>
                </a:ext>
              </a:extLst>
            </p:cNvPr>
            <p:cNvSpPr txBox="1">
              <a:spLocks noChangeArrowheads="1"/>
            </p:cNvSpPr>
            <p:nvPr/>
          </p:nvSpPr>
          <p:spPr bwMode="auto">
            <a:xfrm>
              <a:off x="1041400" y="3962400"/>
              <a:ext cx="609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“0”</a:t>
              </a:r>
              <a:endParaRPr lang="ru-RU" altLang="en-US"/>
            </a:p>
          </p:txBody>
        </p:sp>
      </p:gr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76B85358-A335-0DDD-3189-BF873899E6C8}"/>
              </a:ext>
            </a:extLst>
          </p:cNvPr>
          <p:cNvSpPr>
            <a:spLocks noGrp="1" noChangeArrowheads="1"/>
          </p:cNvSpPr>
          <p:nvPr>
            <p:ph type="title"/>
          </p:nvPr>
        </p:nvSpPr>
        <p:spPr/>
        <p:txBody>
          <a:bodyPr>
            <a:normAutofit fontScale="90000"/>
          </a:bodyPr>
          <a:lstStyle/>
          <a:p>
            <a:r>
              <a:rPr lang="en-US" altLang="en-US"/>
              <a:t>A Modulo-8 Binary Counter and Decoder with Glitch-Free Outputs</a:t>
            </a:r>
            <a:endParaRPr lang="ru-RU" altLang="en-US"/>
          </a:p>
        </p:txBody>
      </p:sp>
      <p:sp>
        <p:nvSpPr>
          <p:cNvPr id="39939" name="Text Box 3">
            <a:extLst>
              <a:ext uri="{FF2B5EF4-FFF2-40B4-BE49-F238E27FC236}">
                <a16:creationId xmlns:a16="http://schemas.microsoft.com/office/drawing/2014/main" id="{967425AA-7EFB-5F24-CB67-BB220B704C7D}"/>
              </a:ext>
            </a:extLst>
          </p:cNvPr>
          <p:cNvSpPr txBox="1">
            <a:spLocks noChangeArrowheads="1"/>
          </p:cNvSpPr>
          <p:nvPr/>
        </p:nvSpPr>
        <p:spPr bwMode="auto">
          <a:xfrm>
            <a:off x="1752600" y="5013326"/>
            <a:ext cx="86868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Decoder outputs have been renamed to account for the 1-tick delay through the register</a:t>
            </a:r>
            <a:endParaRPr lang="ru-RU" altLang="en-US" sz="2000"/>
          </a:p>
        </p:txBody>
      </p:sp>
      <p:grpSp>
        <p:nvGrpSpPr>
          <p:cNvPr id="39940" name="Group 4">
            <a:extLst>
              <a:ext uri="{FF2B5EF4-FFF2-40B4-BE49-F238E27FC236}">
                <a16:creationId xmlns:a16="http://schemas.microsoft.com/office/drawing/2014/main" id="{B604B0D6-C0A3-308E-1C55-19EA3C81B5D5}"/>
              </a:ext>
            </a:extLst>
          </p:cNvPr>
          <p:cNvGrpSpPr>
            <a:grpSpLocks/>
          </p:cNvGrpSpPr>
          <p:nvPr/>
        </p:nvGrpSpPr>
        <p:grpSpPr bwMode="auto">
          <a:xfrm>
            <a:off x="2028825" y="1619250"/>
            <a:ext cx="8096250" cy="3367088"/>
            <a:chOff x="288" y="1383"/>
            <a:chExt cx="5100" cy="2121"/>
          </a:xfrm>
        </p:grpSpPr>
        <p:sp>
          <p:nvSpPr>
            <p:cNvPr id="29701" name="Rectangle 5">
              <a:extLst>
                <a:ext uri="{FF2B5EF4-FFF2-40B4-BE49-F238E27FC236}">
                  <a16:creationId xmlns:a16="http://schemas.microsoft.com/office/drawing/2014/main" id="{A80994EA-21E0-44B3-9F75-DE67121E2B98}"/>
                </a:ext>
              </a:extLst>
            </p:cNvPr>
            <p:cNvSpPr>
              <a:spLocks noChangeArrowheads="1"/>
            </p:cNvSpPr>
            <p:nvPr/>
          </p:nvSpPr>
          <p:spPr bwMode="auto">
            <a:xfrm>
              <a:off x="984" y="1623"/>
              <a:ext cx="909" cy="1680"/>
            </a:xfrm>
            <a:prstGeom prst="rect">
              <a:avLst/>
            </a:prstGeom>
            <a:solidFill>
              <a:schemeClr val="accent1">
                <a:lumMod val="60000"/>
                <a:lumOff val="40000"/>
              </a:schemeClr>
            </a:solidFill>
            <a:ln w="22225">
              <a:solidFill>
                <a:schemeClr val="tx1"/>
              </a:solidFill>
              <a:miter lim="800000"/>
              <a:headEnd/>
              <a:tailEnd/>
            </a:ln>
            <a:effectLst/>
          </p:spPr>
          <p:txBody>
            <a:bodyPr wrap="none" anchor="ctr"/>
            <a:lstStyle/>
            <a:p>
              <a:pPr eaLnBrk="1" hangingPunct="1">
                <a:defRPr/>
              </a:pPr>
              <a:endParaRPr lang="ru-RU"/>
            </a:p>
          </p:txBody>
        </p:sp>
        <p:sp>
          <p:nvSpPr>
            <p:cNvPr id="39942" name="Freeform 6">
              <a:extLst>
                <a:ext uri="{FF2B5EF4-FFF2-40B4-BE49-F238E27FC236}">
                  <a16:creationId xmlns:a16="http://schemas.microsoft.com/office/drawing/2014/main" id="{AF9F8FFB-EFEE-5CCE-2899-8564290F9ECC}"/>
                </a:ext>
              </a:extLst>
            </p:cNvPr>
            <p:cNvSpPr>
              <a:spLocks/>
            </p:cNvSpPr>
            <p:nvPr/>
          </p:nvSpPr>
          <p:spPr bwMode="auto">
            <a:xfrm>
              <a:off x="984" y="1773"/>
              <a:ext cx="84" cy="111"/>
            </a:xfrm>
            <a:custGeom>
              <a:avLst/>
              <a:gdLst>
                <a:gd name="T0" fmla="*/ 0 w 129"/>
                <a:gd name="T1" fmla="*/ 32 h 133"/>
                <a:gd name="T2" fmla="*/ 5 w 129"/>
                <a:gd name="T3" fmla="*/ 16 h 133"/>
                <a:gd name="T4" fmla="*/ 0 w 129"/>
                <a:gd name="T5" fmla="*/ 0 h 133"/>
                <a:gd name="T6" fmla="*/ 0 60000 65536"/>
                <a:gd name="T7" fmla="*/ 0 60000 65536"/>
                <a:gd name="T8" fmla="*/ 0 60000 65536"/>
                <a:gd name="T9" fmla="*/ 0 w 129"/>
                <a:gd name="T10" fmla="*/ 0 h 133"/>
                <a:gd name="T11" fmla="*/ 129 w 129"/>
                <a:gd name="T12" fmla="*/ 133 h 133"/>
              </a:gdLst>
              <a:ahLst/>
              <a:cxnLst>
                <a:cxn ang="T6">
                  <a:pos x="T0" y="T1"/>
                </a:cxn>
                <a:cxn ang="T7">
                  <a:pos x="T2" y="T3"/>
                </a:cxn>
                <a:cxn ang="T8">
                  <a:pos x="T4" y="T5"/>
                </a:cxn>
              </a:cxnLst>
              <a:rect l="T9" t="T10" r="T11" b="T12"/>
              <a:pathLst>
                <a:path w="129" h="133">
                  <a:moveTo>
                    <a:pt x="0" y="133"/>
                  </a:moveTo>
                  <a:lnTo>
                    <a:pt x="129" y="66"/>
                  </a:lnTo>
                  <a:lnTo>
                    <a:pt x="0" y="0"/>
                  </a:lnTo>
                </a:path>
              </a:pathLst>
            </a:custGeom>
            <a:noFill/>
            <a:ln w="22225" cap="flat">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9943" name="Line 7">
              <a:extLst>
                <a:ext uri="{FF2B5EF4-FFF2-40B4-BE49-F238E27FC236}">
                  <a16:creationId xmlns:a16="http://schemas.microsoft.com/office/drawing/2014/main" id="{CE098500-1C7F-13EB-E22E-12487C6D6F22}"/>
                </a:ext>
              </a:extLst>
            </p:cNvPr>
            <p:cNvSpPr>
              <a:spLocks noChangeShapeType="1"/>
            </p:cNvSpPr>
            <p:nvPr/>
          </p:nvSpPr>
          <p:spPr bwMode="auto">
            <a:xfrm flipV="1">
              <a:off x="448" y="1815"/>
              <a:ext cx="533"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9944" name="Freeform 8">
              <a:extLst>
                <a:ext uri="{FF2B5EF4-FFF2-40B4-BE49-F238E27FC236}">
                  <a16:creationId xmlns:a16="http://schemas.microsoft.com/office/drawing/2014/main" id="{917C9457-8F62-8E0B-6277-3CF76CAC9577}"/>
                </a:ext>
              </a:extLst>
            </p:cNvPr>
            <p:cNvSpPr>
              <a:spLocks/>
            </p:cNvSpPr>
            <p:nvPr/>
          </p:nvSpPr>
          <p:spPr bwMode="auto">
            <a:xfrm>
              <a:off x="984" y="2007"/>
              <a:ext cx="84" cy="111"/>
            </a:xfrm>
            <a:custGeom>
              <a:avLst/>
              <a:gdLst>
                <a:gd name="T0" fmla="*/ 0 w 129"/>
                <a:gd name="T1" fmla="*/ 32 h 133"/>
                <a:gd name="T2" fmla="*/ 5 w 129"/>
                <a:gd name="T3" fmla="*/ 16 h 133"/>
                <a:gd name="T4" fmla="*/ 0 w 129"/>
                <a:gd name="T5" fmla="*/ 0 h 133"/>
                <a:gd name="T6" fmla="*/ 0 60000 65536"/>
                <a:gd name="T7" fmla="*/ 0 60000 65536"/>
                <a:gd name="T8" fmla="*/ 0 60000 65536"/>
                <a:gd name="T9" fmla="*/ 0 w 129"/>
                <a:gd name="T10" fmla="*/ 0 h 133"/>
                <a:gd name="T11" fmla="*/ 129 w 129"/>
                <a:gd name="T12" fmla="*/ 133 h 133"/>
              </a:gdLst>
              <a:ahLst/>
              <a:cxnLst>
                <a:cxn ang="T6">
                  <a:pos x="T0" y="T1"/>
                </a:cxn>
                <a:cxn ang="T7">
                  <a:pos x="T2" y="T3"/>
                </a:cxn>
                <a:cxn ang="T8">
                  <a:pos x="T4" y="T5"/>
                </a:cxn>
              </a:cxnLst>
              <a:rect l="T9" t="T10" r="T11" b="T12"/>
              <a:pathLst>
                <a:path w="129" h="133">
                  <a:moveTo>
                    <a:pt x="0" y="133"/>
                  </a:moveTo>
                  <a:lnTo>
                    <a:pt x="129" y="66"/>
                  </a:lnTo>
                  <a:lnTo>
                    <a:pt x="0" y="0"/>
                  </a:lnTo>
                </a:path>
              </a:pathLst>
            </a:custGeom>
            <a:noFill/>
            <a:ln w="22225" cap="flat">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9945" name="Line 9">
              <a:extLst>
                <a:ext uri="{FF2B5EF4-FFF2-40B4-BE49-F238E27FC236}">
                  <a16:creationId xmlns:a16="http://schemas.microsoft.com/office/drawing/2014/main" id="{449F5C38-5CD8-781A-076D-4B7E4FF6693D}"/>
                </a:ext>
              </a:extLst>
            </p:cNvPr>
            <p:cNvSpPr>
              <a:spLocks noChangeShapeType="1"/>
            </p:cNvSpPr>
            <p:nvPr/>
          </p:nvSpPr>
          <p:spPr bwMode="auto">
            <a:xfrm>
              <a:off x="645" y="2049"/>
              <a:ext cx="336"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06" name="Oval 10">
              <a:extLst>
                <a:ext uri="{FF2B5EF4-FFF2-40B4-BE49-F238E27FC236}">
                  <a16:creationId xmlns:a16="http://schemas.microsoft.com/office/drawing/2014/main" id="{5B05C561-E866-46C8-9E50-8FED2E740560}"/>
                </a:ext>
              </a:extLst>
            </p:cNvPr>
            <p:cNvSpPr>
              <a:spLocks noChangeArrowheads="1"/>
            </p:cNvSpPr>
            <p:nvPr/>
          </p:nvSpPr>
          <p:spPr bwMode="auto">
            <a:xfrm>
              <a:off x="888" y="2199"/>
              <a:ext cx="100" cy="100"/>
            </a:xfrm>
            <a:prstGeom prst="ellipse">
              <a:avLst/>
            </a:prstGeom>
            <a:solidFill>
              <a:schemeClr val="accent1">
                <a:lumMod val="60000"/>
                <a:lumOff val="40000"/>
              </a:schemeClr>
            </a:solidFill>
            <a:ln w="22225">
              <a:solidFill>
                <a:schemeClr val="tx1"/>
              </a:solidFill>
              <a:round/>
              <a:headEnd/>
              <a:tailEnd/>
            </a:ln>
            <a:effectLst/>
          </p:spPr>
          <p:txBody>
            <a:bodyPr wrap="none" anchor="ctr"/>
            <a:lstStyle/>
            <a:p>
              <a:pPr eaLnBrk="1" hangingPunct="1">
                <a:defRPr/>
              </a:pPr>
              <a:endParaRPr lang="ru-RU"/>
            </a:p>
          </p:txBody>
        </p:sp>
        <p:sp>
          <p:nvSpPr>
            <p:cNvPr id="39947" name="Line 11">
              <a:extLst>
                <a:ext uri="{FF2B5EF4-FFF2-40B4-BE49-F238E27FC236}">
                  <a16:creationId xmlns:a16="http://schemas.microsoft.com/office/drawing/2014/main" id="{CA5777B3-E0D6-4CFE-DCB6-CAB859C25086}"/>
                </a:ext>
              </a:extLst>
            </p:cNvPr>
            <p:cNvSpPr>
              <a:spLocks noChangeShapeType="1"/>
            </p:cNvSpPr>
            <p:nvPr/>
          </p:nvSpPr>
          <p:spPr bwMode="auto">
            <a:xfrm>
              <a:off x="636" y="2247"/>
              <a:ext cx="243"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9948" name="Line 12">
              <a:extLst>
                <a:ext uri="{FF2B5EF4-FFF2-40B4-BE49-F238E27FC236}">
                  <a16:creationId xmlns:a16="http://schemas.microsoft.com/office/drawing/2014/main" id="{5B1AC0A9-880D-0733-326C-F82531497FC3}"/>
                </a:ext>
              </a:extLst>
            </p:cNvPr>
            <p:cNvSpPr>
              <a:spLocks noChangeShapeType="1"/>
            </p:cNvSpPr>
            <p:nvPr/>
          </p:nvSpPr>
          <p:spPr bwMode="auto">
            <a:xfrm>
              <a:off x="648" y="2439"/>
              <a:ext cx="336"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9949" name="Line 13">
              <a:extLst>
                <a:ext uri="{FF2B5EF4-FFF2-40B4-BE49-F238E27FC236}">
                  <a16:creationId xmlns:a16="http://schemas.microsoft.com/office/drawing/2014/main" id="{A06B9F9D-337B-3BD8-9A21-D047EC410B5E}"/>
                </a:ext>
              </a:extLst>
            </p:cNvPr>
            <p:cNvSpPr>
              <a:spLocks noChangeShapeType="1"/>
            </p:cNvSpPr>
            <p:nvPr/>
          </p:nvSpPr>
          <p:spPr bwMode="auto">
            <a:xfrm>
              <a:off x="648" y="2583"/>
              <a:ext cx="336"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9950" name="Line 14">
              <a:extLst>
                <a:ext uri="{FF2B5EF4-FFF2-40B4-BE49-F238E27FC236}">
                  <a16:creationId xmlns:a16="http://schemas.microsoft.com/office/drawing/2014/main" id="{CA362B34-62ED-4B9E-9CB0-6A71345F661E}"/>
                </a:ext>
              </a:extLst>
            </p:cNvPr>
            <p:cNvSpPr>
              <a:spLocks noChangeShapeType="1"/>
            </p:cNvSpPr>
            <p:nvPr/>
          </p:nvSpPr>
          <p:spPr bwMode="auto">
            <a:xfrm>
              <a:off x="648" y="2727"/>
              <a:ext cx="336"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9951" name="Line 15">
              <a:extLst>
                <a:ext uri="{FF2B5EF4-FFF2-40B4-BE49-F238E27FC236}">
                  <a16:creationId xmlns:a16="http://schemas.microsoft.com/office/drawing/2014/main" id="{84D57171-50AB-8EEE-CA85-E38B5743C044}"/>
                </a:ext>
              </a:extLst>
            </p:cNvPr>
            <p:cNvSpPr>
              <a:spLocks noChangeShapeType="1"/>
            </p:cNvSpPr>
            <p:nvPr/>
          </p:nvSpPr>
          <p:spPr bwMode="auto">
            <a:xfrm>
              <a:off x="648" y="2871"/>
              <a:ext cx="336"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9952" name="Line 16">
              <a:extLst>
                <a:ext uri="{FF2B5EF4-FFF2-40B4-BE49-F238E27FC236}">
                  <a16:creationId xmlns:a16="http://schemas.microsoft.com/office/drawing/2014/main" id="{7863C8B2-F27B-78E3-8753-97DEFDF77732}"/>
                </a:ext>
              </a:extLst>
            </p:cNvPr>
            <p:cNvSpPr>
              <a:spLocks noChangeShapeType="1"/>
            </p:cNvSpPr>
            <p:nvPr/>
          </p:nvSpPr>
          <p:spPr bwMode="auto">
            <a:xfrm>
              <a:off x="639" y="3129"/>
              <a:ext cx="336"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9953" name="Text Box 17">
              <a:extLst>
                <a:ext uri="{FF2B5EF4-FFF2-40B4-BE49-F238E27FC236}">
                  <a16:creationId xmlns:a16="http://schemas.microsoft.com/office/drawing/2014/main" id="{31EEE1BB-D472-75A4-B4E3-7452CADAA2AE}"/>
                </a:ext>
              </a:extLst>
            </p:cNvPr>
            <p:cNvSpPr txBox="1">
              <a:spLocks noChangeArrowheads="1"/>
            </p:cNvSpPr>
            <p:nvPr/>
          </p:nvSpPr>
          <p:spPr bwMode="auto">
            <a:xfrm>
              <a:off x="1080" y="1959"/>
              <a:ext cx="52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CPd</a:t>
              </a:r>
              <a:endParaRPr lang="ru-RU" altLang="en-US"/>
            </a:p>
          </p:txBody>
        </p:sp>
        <p:sp>
          <p:nvSpPr>
            <p:cNvPr id="39954" name="Line 18">
              <a:extLst>
                <a:ext uri="{FF2B5EF4-FFF2-40B4-BE49-F238E27FC236}">
                  <a16:creationId xmlns:a16="http://schemas.microsoft.com/office/drawing/2014/main" id="{FD057E35-B6EB-792A-31A9-8F0FCCBF73F9}"/>
                </a:ext>
              </a:extLst>
            </p:cNvPr>
            <p:cNvSpPr>
              <a:spLocks noChangeShapeType="1"/>
            </p:cNvSpPr>
            <p:nvPr/>
          </p:nvSpPr>
          <p:spPr bwMode="auto">
            <a:xfrm flipV="1">
              <a:off x="1911" y="1899"/>
              <a:ext cx="821"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9955" name="Line 19">
              <a:extLst>
                <a:ext uri="{FF2B5EF4-FFF2-40B4-BE49-F238E27FC236}">
                  <a16:creationId xmlns:a16="http://schemas.microsoft.com/office/drawing/2014/main" id="{6C3ABC9F-9F0B-D324-EF65-C7C2C63DABCB}"/>
                </a:ext>
              </a:extLst>
            </p:cNvPr>
            <p:cNvSpPr>
              <a:spLocks noChangeShapeType="1"/>
            </p:cNvSpPr>
            <p:nvPr/>
          </p:nvSpPr>
          <p:spPr bwMode="auto">
            <a:xfrm>
              <a:off x="1893" y="2490"/>
              <a:ext cx="245"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16" name="Oval 20">
              <a:extLst>
                <a:ext uri="{FF2B5EF4-FFF2-40B4-BE49-F238E27FC236}">
                  <a16:creationId xmlns:a16="http://schemas.microsoft.com/office/drawing/2014/main" id="{2665C928-BCE0-40CD-BCCD-9A4D29E79DF6}"/>
                </a:ext>
              </a:extLst>
            </p:cNvPr>
            <p:cNvSpPr>
              <a:spLocks noChangeArrowheads="1"/>
            </p:cNvSpPr>
            <p:nvPr/>
          </p:nvSpPr>
          <p:spPr bwMode="auto">
            <a:xfrm>
              <a:off x="1899" y="2769"/>
              <a:ext cx="100" cy="100"/>
            </a:xfrm>
            <a:prstGeom prst="ellipse">
              <a:avLst/>
            </a:prstGeom>
            <a:solidFill>
              <a:schemeClr val="accent1">
                <a:lumMod val="60000"/>
                <a:lumOff val="40000"/>
              </a:schemeClr>
            </a:solidFill>
            <a:ln w="22225">
              <a:solidFill>
                <a:schemeClr val="tx1"/>
              </a:solidFill>
              <a:round/>
              <a:headEnd/>
              <a:tailEnd/>
            </a:ln>
            <a:effectLst/>
          </p:spPr>
          <p:txBody>
            <a:bodyPr wrap="none" anchor="ctr"/>
            <a:lstStyle/>
            <a:p>
              <a:pPr eaLnBrk="1" hangingPunct="1">
                <a:defRPr/>
              </a:pPr>
              <a:endParaRPr lang="ru-RU"/>
            </a:p>
          </p:txBody>
        </p:sp>
        <p:sp>
          <p:nvSpPr>
            <p:cNvPr id="39957" name="Line 21">
              <a:extLst>
                <a:ext uri="{FF2B5EF4-FFF2-40B4-BE49-F238E27FC236}">
                  <a16:creationId xmlns:a16="http://schemas.microsoft.com/office/drawing/2014/main" id="{0597A7AA-BF4A-C5C6-D877-CA9087E20901}"/>
                </a:ext>
              </a:extLst>
            </p:cNvPr>
            <p:cNvSpPr>
              <a:spLocks noChangeShapeType="1"/>
            </p:cNvSpPr>
            <p:nvPr/>
          </p:nvSpPr>
          <p:spPr bwMode="auto">
            <a:xfrm>
              <a:off x="1995" y="2817"/>
              <a:ext cx="154"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18" name="Oval 22">
              <a:extLst>
                <a:ext uri="{FF2B5EF4-FFF2-40B4-BE49-F238E27FC236}">
                  <a16:creationId xmlns:a16="http://schemas.microsoft.com/office/drawing/2014/main" id="{F0221C53-D068-470B-BF49-B052BC6F26D5}"/>
                </a:ext>
              </a:extLst>
            </p:cNvPr>
            <p:cNvSpPr>
              <a:spLocks noChangeArrowheads="1"/>
            </p:cNvSpPr>
            <p:nvPr/>
          </p:nvSpPr>
          <p:spPr bwMode="auto">
            <a:xfrm>
              <a:off x="1902" y="2988"/>
              <a:ext cx="100" cy="100"/>
            </a:xfrm>
            <a:prstGeom prst="ellipse">
              <a:avLst/>
            </a:prstGeom>
            <a:solidFill>
              <a:schemeClr val="accent1">
                <a:lumMod val="60000"/>
                <a:lumOff val="40000"/>
              </a:schemeClr>
            </a:solidFill>
            <a:ln w="22225">
              <a:solidFill>
                <a:schemeClr val="tx1"/>
              </a:solidFill>
              <a:round/>
              <a:headEnd/>
              <a:tailEnd/>
            </a:ln>
            <a:effectLst/>
          </p:spPr>
          <p:txBody>
            <a:bodyPr wrap="none" anchor="ctr"/>
            <a:lstStyle/>
            <a:p>
              <a:pPr eaLnBrk="1" hangingPunct="1">
                <a:defRPr/>
              </a:pPr>
              <a:endParaRPr lang="ru-RU"/>
            </a:p>
          </p:txBody>
        </p:sp>
        <p:sp>
          <p:nvSpPr>
            <p:cNvPr id="39959" name="Line 23">
              <a:extLst>
                <a:ext uri="{FF2B5EF4-FFF2-40B4-BE49-F238E27FC236}">
                  <a16:creationId xmlns:a16="http://schemas.microsoft.com/office/drawing/2014/main" id="{D3C3532F-691A-95C2-CB20-8560CDDF0317}"/>
                </a:ext>
              </a:extLst>
            </p:cNvPr>
            <p:cNvSpPr>
              <a:spLocks noChangeShapeType="1"/>
            </p:cNvSpPr>
            <p:nvPr/>
          </p:nvSpPr>
          <p:spPr bwMode="auto">
            <a:xfrm>
              <a:off x="1998" y="3036"/>
              <a:ext cx="177"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9960" name="Text Box 24">
              <a:extLst>
                <a:ext uri="{FF2B5EF4-FFF2-40B4-BE49-F238E27FC236}">
                  <a16:creationId xmlns:a16="http://schemas.microsoft.com/office/drawing/2014/main" id="{F3D54ECA-8A25-C613-33A5-851A2F12D749}"/>
                </a:ext>
              </a:extLst>
            </p:cNvPr>
            <p:cNvSpPr txBox="1">
              <a:spLocks noChangeArrowheads="1"/>
            </p:cNvSpPr>
            <p:nvPr/>
          </p:nvSpPr>
          <p:spPr bwMode="auto">
            <a:xfrm>
              <a:off x="1032" y="2151"/>
              <a:ext cx="52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Load</a:t>
              </a:r>
              <a:endParaRPr lang="ru-RU" altLang="en-US"/>
            </a:p>
          </p:txBody>
        </p:sp>
        <p:sp>
          <p:nvSpPr>
            <p:cNvPr id="39961" name="Text Box 25">
              <a:extLst>
                <a:ext uri="{FF2B5EF4-FFF2-40B4-BE49-F238E27FC236}">
                  <a16:creationId xmlns:a16="http://schemas.microsoft.com/office/drawing/2014/main" id="{D485D310-0426-8DC7-1159-D134269EA279}"/>
                </a:ext>
              </a:extLst>
            </p:cNvPr>
            <p:cNvSpPr txBox="1">
              <a:spLocks noChangeArrowheads="1"/>
            </p:cNvSpPr>
            <p:nvPr/>
          </p:nvSpPr>
          <p:spPr bwMode="auto">
            <a:xfrm>
              <a:off x="1023" y="2325"/>
              <a:ext cx="37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D</a:t>
              </a:r>
              <a:r>
                <a:rPr lang="en-US" altLang="en-US" baseline="-25000"/>
                <a:t>0</a:t>
              </a:r>
              <a:endParaRPr lang="ru-RU" altLang="en-US"/>
            </a:p>
          </p:txBody>
        </p:sp>
        <p:sp>
          <p:nvSpPr>
            <p:cNvPr id="39962" name="Text Box 26">
              <a:extLst>
                <a:ext uri="{FF2B5EF4-FFF2-40B4-BE49-F238E27FC236}">
                  <a16:creationId xmlns:a16="http://schemas.microsoft.com/office/drawing/2014/main" id="{E1CA90F9-382E-05DC-449A-89B114C6C316}"/>
                </a:ext>
              </a:extLst>
            </p:cNvPr>
            <p:cNvSpPr txBox="1">
              <a:spLocks noChangeArrowheads="1"/>
            </p:cNvSpPr>
            <p:nvPr/>
          </p:nvSpPr>
          <p:spPr bwMode="auto">
            <a:xfrm>
              <a:off x="1023" y="2469"/>
              <a:ext cx="37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D</a:t>
              </a:r>
              <a:r>
                <a:rPr lang="en-US" altLang="en-US" baseline="-25000"/>
                <a:t>1</a:t>
              </a:r>
              <a:endParaRPr lang="ru-RU" altLang="en-US"/>
            </a:p>
          </p:txBody>
        </p:sp>
        <p:sp>
          <p:nvSpPr>
            <p:cNvPr id="39963" name="Text Box 27">
              <a:extLst>
                <a:ext uri="{FF2B5EF4-FFF2-40B4-BE49-F238E27FC236}">
                  <a16:creationId xmlns:a16="http://schemas.microsoft.com/office/drawing/2014/main" id="{CEC6CFE8-CF03-C617-B4DB-991D2B108CDE}"/>
                </a:ext>
              </a:extLst>
            </p:cNvPr>
            <p:cNvSpPr txBox="1">
              <a:spLocks noChangeArrowheads="1"/>
            </p:cNvSpPr>
            <p:nvPr/>
          </p:nvSpPr>
          <p:spPr bwMode="auto">
            <a:xfrm>
              <a:off x="1029" y="2613"/>
              <a:ext cx="37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D</a:t>
              </a:r>
              <a:r>
                <a:rPr lang="en-US" altLang="en-US" baseline="-25000"/>
                <a:t>2</a:t>
              </a:r>
              <a:endParaRPr lang="ru-RU" altLang="en-US"/>
            </a:p>
          </p:txBody>
        </p:sp>
        <p:sp>
          <p:nvSpPr>
            <p:cNvPr id="39964" name="Text Box 28">
              <a:extLst>
                <a:ext uri="{FF2B5EF4-FFF2-40B4-BE49-F238E27FC236}">
                  <a16:creationId xmlns:a16="http://schemas.microsoft.com/office/drawing/2014/main" id="{ED76D197-A0F9-6F4A-2ED9-9423AFF40FA2}"/>
                </a:ext>
              </a:extLst>
            </p:cNvPr>
            <p:cNvSpPr txBox="1">
              <a:spLocks noChangeArrowheads="1"/>
            </p:cNvSpPr>
            <p:nvPr/>
          </p:nvSpPr>
          <p:spPr bwMode="auto">
            <a:xfrm>
              <a:off x="1032" y="2757"/>
              <a:ext cx="37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D</a:t>
              </a:r>
              <a:r>
                <a:rPr lang="en-US" altLang="en-US" baseline="-25000"/>
                <a:t>3</a:t>
              </a:r>
              <a:endParaRPr lang="ru-RU" altLang="en-US"/>
            </a:p>
          </p:txBody>
        </p:sp>
        <p:sp>
          <p:nvSpPr>
            <p:cNvPr id="39965" name="Text Box 29">
              <a:extLst>
                <a:ext uri="{FF2B5EF4-FFF2-40B4-BE49-F238E27FC236}">
                  <a16:creationId xmlns:a16="http://schemas.microsoft.com/office/drawing/2014/main" id="{3C0D1734-2EFF-FC03-A3FE-B977C1484D0C}"/>
                </a:ext>
              </a:extLst>
            </p:cNvPr>
            <p:cNvSpPr txBox="1">
              <a:spLocks noChangeArrowheads="1"/>
            </p:cNvSpPr>
            <p:nvPr/>
          </p:nvSpPr>
          <p:spPr bwMode="auto">
            <a:xfrm>
              <a:off x="1032" y="3015"/>
              <a:ext cx="57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Reset</a:t>
              </a:r>
              <a:endParaRPr lang="ru-RU" altLang="en-US"/>
            </a:p>
          </p:txBody>
        </p:sp>
        <p:sp>
          <p:nvSpPr>
            <p:cNvPr id="39966" name="Text Box 30">
              <a:extLst>
                <a:ext uri="{FF2B5EF4-FFF2-40B4-BE49-F238E27FC236}">
                  <a16:creationId xmlns:a16="http://schemas.microsoft.com/office/drawing/2014/main" id="{E6C6ECD5-0592-BC50-6E95-AEA7758326E6}"/>
                </a:ext>
              </a:extLst>
            </p:cNvPr>
            <p:cNvSpPr txBox="1">
              <a:spLocks noChangeArrowheads="1"/>
            </p:cNvSpPr>
            <p:nvPr/>
          </p:nvSpPr>
          <p:spPr bwMode="auto">
            <a:xfrm>
              <a:off x="1605" y="1776"/>
              <a:ext cx="37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Q</a:t>
              </a:r>
              <a:r>
                <a:rPr lang="en-US" altLang="en-US" baseline="-25000"/>
                <a:t>0</a:t>
              </a:r>
              <a:endParaRPr lang="ru-RU" altLang="en-US"/>
            </a:p>
          </p:txBody>
        </p:sp>
        <p:sp>
          <p:nvSpPr>
            <p:cNvPr id="39967" name="Text Box 31">
              <a:extLst>
                <a:ext uri="{FF2B5EF4-FFF2-40B4-BE49-F238E27FC236}">
                  <a16:creationId xmlns:a16="http://schemas.microsoft.com/office/drawing/2014/main" id="{F18EB857-0D34-63D1-2C23-3ECC3713F5D9}"/>
                </a:ext>
              </a:extLst>
            </p:cNvPr>
            <p:cNvSpPr txBox="1">
              <a:spLocks noChangeArrowheads="1"/>
            </p:cNvSpPr>
            <p:nvPr/>
          </p:nvSpPr>
          <p:spPr bwMode="auto">
            <a:xfrm>
              <a:off x="1602" y="1965"/>
              <a:ext cx="37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Q</a:t>
              </a:r>
              <a:r>
                <a:rPr lang="en-US" altLang="en-US" baseline="-25000"/>
                <a:t>1</a:t>
              </a:r>
              <a:endParaRPr lang="ru-RU" altLang="en-US"/>
            </a:p>
          </p:txBody>
        </p:sp>
        <p:sp>
          <p:nvSpPr>
            <p:cNvPr id="39968" name="Text Box 32">
              <a:extLst>
                <a:ext uri="{FF2B5EF4-FFF2-40B4-BE49-F238E27FC236}">
                  <a16:creationId xmlns:a16="http://schemas.microsoft.com/office/drawing/2014/main" id="{3FF6F8A7-7C46-7E33-8AF8-1017EA17470C}"/>
                </a:ext>
              </a:extLst>
            </p:cNvPr>
            <p:cNvSpPr txBox="1">
              <a:spLocks noChangeArrowheads="1"/>
            </p:cNvSpPr>
            <p:nvPr/>
          </p:nvSpPr>
          <p:spPr bwMode="auto">
            <a:xfrm>
              <a:off x="1605" y="2154"/>
              <a:ext cx="37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Q</a:t>
              </a:r>
              <a:r>
                <a:rPr lang="en-US" altLang="en-US" baseline="-25000"/>
                <a:t>2</a:t>
              </a:r>
              <a:endParaRPr lang="ru-RU" altLang="en-US"/>
            </a:p>
          </p:txBody>
        </p:sp>
        <p:sp>
          <p:nvSpPr>
            <p:cNvPr id="39969" name="Text Box 33">
              <a:extLst>
                <a:ext uri="{FF2B5EF4-FFF2-40B4-BE49-F238E27FC236}">
                  <a16:creationId xmlns:a16="http://schemas.microsoft.com/office/drawing/2014/main" id="{0DA65759-F08F-48E4-5014-0A7217EB1F68}"/>
                </a:ext>
              </a:extLst>
            </p:cNvPr>
            <p:cNvSpPr txBox="1">
              <a:spLocks noChangeArrowheads="1"/>
            </p:cNvSpPr>
            <p:nvPr/>
          </p:nvSpPr>
          <p:spPr bwMode="auto">
            <a:xfrm>
              <a:off x="1596" y="2337"/>
              <a:ext cx="37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Q</a:t>
              </a:r>
              <a:r>
                <a:rPr lang="en-US" altLang="en-US" baseline="-25000"/>
                <a:t>3</a:t>
              </a:r>
              <a:endParaRPr lang="ru-RU" altLang="en-US"/>
            </a:p>
          </p:txBody>
        </p:sp>
        <p:sp>
          <p:nvSpPr>
            <p:cNvPr id="39970" name="Text Box 34">
              <a:extLst>
                <a:ext uri="{FF2B5EF4-FFF2-40B4-BE49-F238E27FC236}">
                  <a16:creationId xmlns:a16="http://schemas.microsoft.com/office/drawing/2014/main" id="{DFB4A3B6-3D6D-782E-62AD-B00FFC9F75AD}"/>
                </a:ext>
              </a:extLst>
            </p:cNvPr>
            <p:cNvSpPr txBox="1">
              <a:spLocks noChangeArrowheads="1"/>
            </p:cNvSpPr>
            <p:nvPr/>
          </p:nvSpPr>
          <p:spPr bwMode="auto">
            <a:xfrm>
              <a:off x="1032" y="1719"/>
              <a:ext cx="52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CPu</a:t>
              </a:r>
              <a:endParaRPr lang="ru-RU" altLang="en-US"/>
            </a:p>
          </p:txBody>
        </p:sp>
        <p:sp>
          <p:nvSpPr>
            <p:cNvPr id="39971" name="Text Box 35">
              <a:extLst>
                <a:ext uri="{FF2B5EF4-FFF2-40B4-BE49-F238E27FC236}">
                  <a16:creationId xmlns:a16="http://schemas.microsoft.com/office/drawing/2014/main" id="{6A7618EB-97FD-F317-3B00-E319B889953D}"/>
                </a:ext>
              </a:extLst>
            </p:cNvPr>
            <p:cNvSpPr txBox="1">
              <a:spLocks noChangeArrowheads="1"/>
            </p:cNvSpPr>
            <p:nvPr/>
          </p:nvSpPr>
          <p:spPr bwMode="auto">
            <a:xfrm>
              <a:off x="1500" y="2679"/>
              <a:ext cx="471"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TCu</a:t>
              </a:r>
              <a:endParaRPr lang="ru-RU" altLang="en-US"/>
            </a:p>
          </p:txBody>
        </p:sp>
        <p:sp>
          <p:nvSpPr>
            <p:cNvPr id="39972" name="Text Box 36">
              <a:extLst>
                <a:ext uri="{FF2B5EF4-FFF2-40B4-BE49-F238E27FC236}">
                  <a16:creationId xmlns:a16="http://schemas.microsoft.com/office/drawing/2014/main" id="{165F00AE-867D-31E9-54E8-9B6ABEDD4F94}"/>
                </a:ext>
              </a:extLst>
            </p:cNvPr>
            <p:cNvSpPr txBox="1">
              <a:spLocks noChangeArrowheads="1"/>
            </p:cNvSpPr>
            <p:nvPr/>
          </p:nvSpPr>
          <p:spPr bwMode="auto">
            <a:xfrm>
              <a:off x="1512" y="2919"/>
              <a:ext cx="471"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TCd</a:t>
              </a:r>
              <a:endParaRPr lang="ru-RU" altLang="en-US"/>
            </a:p>
          </p:txBody>
        </p:sp>
        <p:sp>
          <p:nvSpPr>
            <p:cNvPr id="30757" name="Rectangle 5">
              <a:extLst>
                <a:ext uri="{FF2B5EF4-FFF2-40B4-BE49-F238E27FC236}">
                  <a16:creationId xmlns:a16="http://schemas.microsoft.com/office/drawing/2014/main" id="{E1C27CAE-6146-4A75-9725-C2B3106190CF}"/>
                </a:ext>
              </a:extLst>
            </p:cNvPr>
            <p:cNvSpPr>
              <a:spLocks noChangeArrowheads="1"/>
            </p:cNvSpPr>
            <p:nvPr/>
          </p:nvSpPr>
          <p:spPr bwMode="auto">
            <a:xfrm>
              <a:off x="2742" y="1614"/>
              <a:ext cx="862" cy="1758"/>
            </a:xfrm>
            <a:prstGeom prst="rect">
              <a:avLst/>
            </a:prstGeom>
            <a:solidFill>
              <a:schemeClr val="accent1">
                <a:lumMod val="60000"/>
                <a:lumOff val="40000"/>
              </a:schemeClr>
            </a:solidFill>
            <a:ln w="22225">
              <a:solidFill>
                <a:schemeClr val="tx1"/>
              </a:solidFill>
              <a:miter lim="800000"/>
              <a:headEnd/>
              <a:tailEnd/>
            </a:ln>
          </p:spPr>
          <p:txBody>
            <a:bodyPr wrap="none"/>
            <a:lstStyle/>
            <a:p>
              <a:pPr eaLnBrk="1" hangingPunct="1">
                <a:defRPr/>
              </a:pPr>
              <a:endParaRPr lang="en-US" sz="1600" dirty="0"/>
            </a:p>
            <a:p>
              <a:pPr rtl="1" eaLnBrk="1" hangingPunct="1">
                <a:defRPr/>
              </a:pPr>
              <a:r>
                <a:rPr lang="en-US" sz="2000" dirty="0"/>
                <a:t>2</a:t>
              </a:r>
              <a:r>
                <a:rPr lang="en-US" sz="2000" baseline="30000" dirty="0"/>
                <a:t>0  </a:t>
              </a:r>
              <a:r>
                <a:rPr lang="en-US" sz="2000" dirty="0"/>
                <a:t>    Y0</a:t>
              </a:r>
            </a:p>
            <a:p>
              <a:pPr rtl="1" eaLnBrk="1" hangingPunct="1">
                <a:defRPr/>
              </a:pPr>
              <a:r>
                <a:rPr lang="en-US" sz="2000" dirty="0"/>
                <a:t>2</a:t>
              </a:r>
              <a:r>
                <a:rPr lang="en-US" sz="2000" baseline="30000" dirty="0"/>
                <a:t>1 </a:t>
              </a:r>
              <a:r>
                <a:rPr lang="en-US" sz="2000" dirty="0"/>
                <a:t>     Y1</a:t>
              </a:r>
            </a:p>
            <a:p>
              <a:pPr rtl="1" eaLnBrk="1" hangingPunct="1">
                <a:defRPr/>
              </a:pPr>
              <a:r>
                <a:rPr lang="en-US" sz="2000" dirty="0"/>
                <a:t>2</a:t>
              </a:r>
              <a:r>
                <a:rPr lang="en-US" sz="2000" baseline="30000" dirty="0"/>
                <a:t>2    </a:t>
              </a:r>
              <a:r>
                <a:rPr lang="en-US" sz="2000" dirty="0"/>
                <a:t>   Y2</a:t>
              </a:r>
            </a:p>
            <a:p>
              <a:pPr eaLnBrk="1" hangingPunct="1">
                <a:defRPr/>
              </a:pPr>
              <a:r>
                <a:rPr lang="en-US" sz="2000" dirty="0"/>
                <a:t>         Y3</a:t>
              </a:r>
            </a:p>
            <a:p>
              <a:pPr eaLnBrk="1" hangingPunct="1">
                <a:defRPr/>
              </a:pPr>
              <a:r>
                <a:rPr lang="en-US" sz="2000" dirty="0"/>
                <a:t>         Y4</a:t>
              </a:r>
            </a:p>
            <a:p>
              <a:pPr eaLnBrk="1" hangingPunct="1">
                <a:defRPr/>
              </a:pPr>
              <a:r>
                <a:rPr lang="en-US" sz="2000" dirty="0"/>
                <a:t>         Y5</a:t>
              </a:r>
            </a:p>
            <a:p>
              <a:pPr eaLnBrk="1" hangingPunct="1">
                <a:defRPr/>
              </a:pPr>
              <a:r>
                <a:rPr lang="en-US" sz="2000" dirty="0"/>
                <a:t>         Y6</a:t>
              </a:r>
            </a:p>
            <a:p>
              <a:pPr eaLnBrk="1" hangingPunct="1">
                <a:defRPr/>
              </a:pPr>
              <a:r>
                <a:rPr lang="en-US" sz="2000" dirty="0"/>
                <a:t>         Y7      </a:t>
              </a:r>
              <a:endParaRPr lang="ru-RU" sz="2000" dirty="0"/>
            </a:p>
          </p:txBody>
        </p:sp>
        <p:sp>
          <p:nvSpPr>
            <p:cNvPr id="39974" name="Oval 6">
              <a:extLst>
                <a:ext uri="{FF2B5EF4-FFF2-40B4-BE49-F238E27FC236}">
                  <a16:creationId xmlns:a16="http://schemas.microsoft.com/office/drawing/2014/main" id="{4EB6D868-7B7A-F899-1EA7-FC0883969FD9}"/>
                </a:ext>
              </a:extLst>
            </p:cNvPr>
            <p:cNvSpPr>
              <a:spLocks noChangeArrowheads="1"/>
            </p:cNvSpPr>
            <p:nvPr/>
          </p:nvSpPr>
          <p:spPr bwMode="auto">
            <a:xfrm>
              <a:off x="3607" y="1857"/>
              <a:ext cx="91" cy="91"/>
            </a:xfrm>
            <a:prstGeom prst="ellipse">
              <a:avLst/>
            </a:prstGeom>
            <a:solidFill>
              <a:schemeClr val="accent1"/>
            </a:solidFill>
            <a:ln w="22225">
              <a:solidFill>
                <a:schemeClr val="tx1"/>
              </a:solidFill>
              <a:round/>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sz="1600" baseline="-25000"/>
            </a:p>
          </p:txBody>
        </p:sp>
        <p:sp>
          <p:nvSpPr>
            <p:cNvPr id="39975" name="Line 7">
              <a:extLst>
                <a:ext uri="{FF2B5EF4-FFF2-40B4-BE49-F238E27FC236}">
                  <a16:creationId xmlns:a16="http://schemas.microsoft.com/office/drawing/2014/main" id="{D1BD44CA-6032-85EB-2721-9538715410E8}"/>
                </a:ext>
              </a:extLst>
            </p:cNvPr>
            <p:cNvSpPr>
              <a:spLocks noChangeShapeType="1"/>
            </p:cNvSpPr>
            <p:nvPr/>
          </p:nvSpPr>
          <p:spPr bwMode="auto">
            <a:xfrm>
              <a:off x="3695" y="1902"/>
              <a:ext cx="451"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9976" name="Oval 8">
              <a:extLst>
                <a:ext uri="{FF2B5EF4-FFF2-40B4-BE49-F238E27FC236}">
                  <a16:creationId xmlns:a16="http://schemas.microsoft.com/office/drawing/2014/main" id="{EDB78AA0-AAF3-7004-1A30-3E55D4D9562F}"/>
                </a:ext>
              </a:extLst>
            </p:cNvPr>
            <p:cNvSpPr>
              <a:spLocks noChangeArrowheads="1"/>
            </p:cNvSpPr>
            <p:nvPr/>
          </p:nvSpPr>
          <p:spPr bwMode="auto">
            <a:xfrm>
              <a:off x="3607" y="2033"/>
              <a:ext cx="91" cy="91"/>
            </a:xfrm>
            <a:prstGeom prst="ellipse">
              <a:avLst/>
            </a:prstGeom>
            <a:solidFill>
              <a:schemeClr val="accent1"/>
            </a:solidFill>
            <a:ln w="22225">
              <a:solidFill>
                <a:schemeClr val="tx1"/>
              </a:solidFill>
              <a:round/>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sz="1600" baseline="-25000"/>
            </a:p>
          </p:txBody>
        </p:sp>
        <p:sp>
          <p:nvSpPr>
            <p:cNvPr id="39977" name="Line 9">
              <a:extLst>
                <a:ext uri="{FF2B5EF4-FFF2-40B4-BE49-F238E27FC236}">
                  <a16:creationId xmlns:a16="http://schemas.microsoft.com/office/drawing/2014/main" id="{0995AD3B-EB5E-9DB8-FDB3-889E4D476050}"/>
                </a:ext>
              </a:extLst>
            </p:cNvPr>
            <p:cNvSpPr>
              <a:spLocks noChangeShapeType="1"/>
            </p:cNvSpPr>
            <p:nvPr/>
          </p:nvSpPr>
          <p:spPr bwMode="auto">
            <a:xfrm>
              <a:off x="3695" y="2078"/>
              <a:ext cx="451"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9978" name="Oval 10">
              <a:extLst>
                <a:ext uri="{FF2B5EF4-FFF2-40B4-BE49-F238E27FC236}">
                  <a16:creationId xmlns:a16="http://schemas.microsoft.com/office/drawing/2014/main" id="{023FF1C0-FBB3-2848-FBF4-C727511CA509}"/>
                </a:ext>
              </a:extLst>
            </p:cNvPr>
            <p:cNvSpPr>
              <a:spLocks noChangeArrowheads="1"/>
            </p:cNvSpPr>
            <p:nvPr/>
          </p:nvSpPr>
          <p:spPr bwMode="auto">
            <a:xfrm>
              <a:off x="3599" y="2233"/>
              <a:ext cx="91" cy="91"/>
            </a:xfrm>
            <a:prstGeom prst="ellipse">
              <a:avLst/>
            </a:prstGeom>
            <a:solidFill>
              <a:schemeClr val="accent1"/>
            </a:solidFill>
            <a:ln w="22225">
              <a:solidFill>
                <a:schemeClr val="tx1"/>
              </a:solidFill>
              <a:round/>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sz="1600" baseline="-25000"/>
            </a:p>
          </p:txBody>
        </p:sp>
        <p:sp>
          <p:nvSpPr>
            <p:cNvPr id="39979" name="Line 11">
              <a:extLst>
                <a:ext uri="{FF2B5EF4-FFF2-40B4-BE49-F238E27FC236}">
                  <a16:creationId xmlns:a16="http://schemas.microsoft.com/office/drawing/2014/main" id="{86C4097B-9AAD-8D6A-BEDB-E572A03D86AA}"/>
                </a:ext>
              </a:extLst>
            </p:cNvPr>
            <p:cNvSpPr>
              <a:spLocks noChangeShapeType="1"/>
            </p:cNvSpPr>
            <p:nvPr/>
          </p:nvSpPr>
          <p:spPr bwMode="auto">
            <a:xfrm>
              <a:off x="3687" y="2278"/>
              <a:ext cx="451"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9980" name="Oval 12">
              <a:extLst>
                <a:ext uri="{FF2B5EF4-FFF2-40B4-BE49-F238E27FC236}">
                  <a16:creationId xmlns:a16="http://schemas.microsoft.com/office/drawing/2014/main" id="{69CB42E9-D620-F78E-BAF4-E99617712D85}"/>
                </a:ext>
              </a:extLst>
            </p:cNvPr>
            <p:cNvSpPr>
              <a:spLocks noChangeArrowheads="1"/>
            </p:cNvSpPr>
            <p:nvPr/>
          </p:nvSpPr>
          <p:spPr bwMode="auto">
            <a:xfrm>
              <a:off x="3599" y="2425"/>
              <a:ext cx="91" cy="91"/>
            </a:xfrm>
            <a:prstGeom prst="ellipse">
              <a:avLst/>
            </a:prstGeom>
            <a:solidFill>
              <a:schemeClr val="accent1"/>
            </a:solidFill>
            <a:ln w="22225">
              <a:solidFill>
                <a:schemeClr val="tx1"/>
              </a:solidFill>
              <a:round/>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sz="1600" baseline="-25000"/>
            </a:p>
          </p:txBody>
        </p:sp>
        <p:sp>
          <p:nvSpPr>
            <p:cNvPr id="39981" name="Line 13">
              <a:extLst>
                <a:ext uri="{FF2B5EF4-FFF2-40B4-BE49-F238E27FC236}">
                  <a16:creationId xmlns:a16="http://schemas.microsoft.com/office/drawing/2014/main" id="{85A40FA9-27B1-7242-EF9C-7D18B2112E8B}"/>
                </a:ext>
              </a:extLst>
            </p:cNvPr>
            <p:cNvSpPr>
              <a:spLocks noChangeShapeType="1"/>
            </p:cNvSpPr>
            <p:nvPr/>
          </p:nvSpPr>
          <p:spPr bwMode="auto">
            <a:xfrm>
              <a:off x="3687" y="2470"/>
              <a:ext cx="451"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9982" name="Oval 14">
              <a:extLst>
                <a:ext uri="{FF2B5EF4-FFF2-40B4-BE49-F238E27FC236}">
                  <a16:creationId xmlns:a16="http://schemas.microsoft.com/office/drawing/2014/main" id="{BF505C46-E01A-4073-660F-0C44E647824B}"/>
                </a:ext>
              </a:extLst>
            </p:cNvPr>
            <p:cNvSpPr>
              <a:spLocks noChangeArrowheads="1"/>
            </p:cNvSpPr>
            <p:nvPr/>
          </p:nvSpPr>
          <p:spPr bwMode="auto">
            <a:xfrm>
              <a:off x="3599" y="2617"/>
              <a:ext cx="91" cy="91"/>
            </a:xfrm>
            <a:prstGeom prst="ellipse">
              <a:avLst/>
            </a:prstGeom>
            <a:solidFill>
              <a:schemeClr val="accent1"/>
            </a:solidFill>
            <a:ln w="22225">
              <a:solidFill>
                <a:schemeClr val="tx1"/>
              </a:solidFill>
              <a:round/>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sz="1600" baseline="-25000"/>
            </a:p>
          </p:txBody>
        </p:sp>
        <p:sp>
          <p:nvSpPr>
            <p:cNvPr id="39983" name="Line 15">
              <a:extLst>
                <a:ext uri="{FF2B5EF4-FFF2-40B4-BE49-F238E27FC236}">
                  <a16:creationId xmlns:a16="http://schemas.microsoft.com/office/drawing/2014/main" id="{8C9BAE4F-F2E4-8DB1-A0ED-8A8F81ED12F1}"/>
                </a:ext>
              </a:extLst>
            </p:cNvPr>
            <p:cNvSpPr>
              <a:spLocks noChangeShapeType="1"/>
            </p:cNvSpPr>
            <p:nvPr/>
          </p:nvSpPr>
          <p:spPr bwMode="auto">
            <a:xfrm>
              <a:off x="3687" y="2662"/>
              <a:ext cx="451"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9984" name="Oval 16">
              <a:extLst>
                <a:ext uri="{FF2B5EF4-FFF2-40B4-BE49-F238E27FC236}">
                  <a16:creationId xmlns:a16="http://schemas.microsoft.com/office/drawing/2014/main" id="{A855FA00-F5B9-CD43-CE8B-A27D666AB65E}"/>
                </a:ext>
              </a:extLst>
            </p:cNvPr>
            <p:cNvSpPr>
              <a:spLocks noChangeArrowheads="1"/>
            </p:cNvSpPr>
            <p:nvPr/>
          </p:nvSpPr>
          <p:spPr bwMode="auto">
            <a:xfrm>
              <a:off x="3607" y="2817"/>
              <a:ext cx="91" cy="91"/>
            </a:xfrm>
            <a:prstGeom prst="ellipse">
              <a:avLst/>
            </a:prstGeom>
            <a:solidFill>
              <a:schemeClr val="accent1"/>
            </a:solidFill>
            <a:ln w="22225">
              <a:solidFill>
                <a:schemeClr val="tx1"/>
              </a:solidFill>
              <a:round/>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sz="1600" baseline="-25000"/>
            </a:p>
          </p:txBody>
        </p:sp>
        <p:sp>
          <p:nvSpPr>
            <p:cNvPr id="39985" name="Line 17">
              <a:extLst>
                <a:ext uri="{FF2B5EF4-FFF2-40B4-BE49-F238E27FC236}">
                  <a16:creationId xmlns:a16="http://schemas.microsoft.com/office/drawing/2014/main" id="{6210F97B-2F91-0DD3-45B7-FAD3D42F8833}"/>
                </a:ext>
              </a:extLst>
            </p:cNvPr>
            <p:cNvSpPr>
              <a:spLocks noChangeShapeType="1"/>
            </p:cNvSpPr>
            <p:nvPr/>
          </p:nvSpPr>
          <p:spPr bwMode="auto">
            <a:xfrm>
              <a:off x="3695" y="2862"/>
              <a:ext cx="451"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9986" name="Oval 18">
              <a:extLst>
                <a:ext uri="{FF2B5EF4-FFF2-40B4-BE49-F238E27FC236}">
                  <a16:creationId xmlns:a16="http://schemas.microsoft.com/office/drawing/2014/main" id="{DCBC0522-6B29-0958-7E14-E908EA366496}"/>
                </a:ext>
              </a:extLst>
            </p:cNvPr>
            <p:cNvSpPr>
              <a:spLocks noChangeArrowheads="1"/>
            </p:cNvSpPr>
            <p:nvPr/>
          </p:nvSpPr>
          <p:spPr bwMode="auto">
            <a:xfrm>
              <a:off x="3599" y="3001"/>
              <a:ext cx="91" cy="91"/>
            </a:xfrm>
            <a:prstGeom prst="ellipse">
              <a:avLst/>
            </a:prstGeom>
            <a:solidFill>
              <a:schemeClr val="accent1"/>
            </a:solidFill>
            <a:ln w="22225">
              <a:solidFill>
                <a:schemeClr val="tx1"/>
              </a:solidFill>
              <a:round/>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sz="1600" baseline="-25000"/>
            </a:p>
          </p:txBody>
        </p:sp>
        <p:sp>
          <p:nvSpPr>
            <p:cNvPr id="39987" name="Line 19">
              <a:extLst>
                <a:ext uri="{FF2B5EF4-FFF2-40B4-BE49-F238E27FC236}">
                  <a16:creationId xmlns:a16="http://schemas.microsoft.com/office/drawing/2014/main" id="{C5074480-ECFF-5035-6942-FAA3FB79C4E4}"/>
                </a:ext>
              </a:extLst>
            </p:cNvPr>
            <p:cNvSpPr>
              <a:spLocks noChangeShapeType="1"/>
            </p:cNvSpPr>
            <p:nvPr/>
          </p:nvSpPr>
          <p:spPr bwMode="auto">
            <a:xfrm>
              <a:off x="3687" y="3046"/>
              <a:ext cx="451"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9988" name="Oval 20">
              <a:extLst>
                <a:ext uri="{FF2B5EF4-FFF2-40B4-BE49-F238E27FC236}">
                  <a16:creationId xmlns:a16="http://schemas.microsoft.com/office/drawing/2014/main" id="{07F4CA3F-9FE2-8DF5-1F1E-463608EBCF08}"/>
                </a:ext>
              </a:extLst>
            </p:cNvPr>
            <p:cNvSpPr>
              <a:spLocks noChangeArrowheads="1"/>
            </p:cNvSpPr>
            <p:nvPr/>
          </p:nvSpPr>
          <p:spPr bwMode="auto">
            <a:xfrm>
              <a:off x="3599" y="3193"/>
              <a:ext cx="91" cy="91"/>
            </a:xfrm>
            <a:prstGeom prst="ellipse">
              <a:avLst/>
            </a:prstGeom>
            <a:solidFill>
              <a:schemeClr val="accent1"/>
            </a:solidFill>
            <a:ln w="22225">
              <a:solidFill>
                <a:schemeClr val="tx1"/>
              </a:solidFill>
              <a:round/>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sz="1600" baseline="-25000"/>
            </a:p>
          </p:txBody>
        </p:sp>
        <p:sp>
          <p:nvSpPr>
            <p:cNvPr id="39989" name="Line 21">
              <a:extLst>
                <a:ext uri="{FF2B5EF4-FFF2-40B4-BE49-F238E27FC236}">
                  <a16:creationId xmlns:a16="http://schemas.microsoft.com/office/drawing/2014/main" id="{6C079C42-8BC4-05BF-F116-E1BC757A10E6}"/>
                </a:ext>
              </a:extLst>
            </p:cNvPr>
            <p:cNvSpPr>
              <a:spLocks noChangeShapeType="1"/>
            </p:cNvSpPr>
            <p:nvPr/>
          </p:nvSpPr>
          <p:spPr bwMode="auto">
            <a:xfrm>
              <a:off x="3687" y="3238"/>
              <a:ext cx="451"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9990" name="Line 23">
              <a:extLst>
                <a:ext uri="{FF2B5EF4-FFF2-40B4-BE49-F238E27FC236}">
                  <a16:creationId xmlns:a16="http://schemas.microsoft.com/office/drawing/2014/main" id="{34CDA65E-2830-3FBE-89E3-C4D7A4937099}"/>
                </a:ext>
              </a:extLst>
            </p:cNvPr>
            <p:cNvSpPr>
              <a:spLocks noChangeShapeType="1"/>
            </p:cNvSpPr>
            <p:nvPr/>
          </p:nvSpPr>
          <p:spPr bwMode="auto">
            <a:xfrm>
              <a:off x="1881" y="2094"/>
              <a:ext cx="855"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9991" name="Line 24">
              <a:extLst>
                <a:ext uri="{FF2B5EF4-FFF2-40B4-BE49-F238E27FC236}">
                  <a16:creationId xmlns:a16="http://schemas.microsoft.com/office/drawing/2014/main" id="{19C024AC-B374-36F2-5508-5E4395A767B4}"/>
                </a:ext>
              </a:extLst>
            </p:cNvPr>
            <p:cNvSpPr>
              <a:spLocks noChangeShapeType="1"/>
            </p:cNvSpPr>
            <p:nvPr/>
          </p:nvSpPr>
          <p:spPr bwMode="auto">
            <a:xfrm flipV="1">
              <a:off x="1881" y="2280"/>
              <a:ext cx="855"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9992" name="Line 25">
              <a:extLst>
                <a:ext uri="{FF2B5EF4-FFF2-40B4-BE49-F238E27FC236}">
                  <a16:creationId xmlns:a16="http://schemas.microsoft.com/office/drawing/2014/main" id="{8CF2E1CF-90E2-FE22-610D-4CFD345BDE5D}"/>
                </a:ext>
              </a:extLst>
            </p:cNvPr>
            <p:cNvSpPr>
              <a:spLocks noChangeShapeType="1"/>
            </p:cNvSpPr>
            <p:nvPr/>
          </p:nvSpPr>
          <p:spPr bwMode="auto">
            <a:xfrm>
              <a:off x="2510" y="2756"/>
              <a:ext cx="136"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9993" name="Line 26">
              <a:extLst>
                <a:ext uri="{FF2B5EF4-FFF2-40B4-BE49-F238E27FC236}">
                  <a16:creationId xmlns:a16="http://schemas.microsoft.com/office/drawing/2014/main" id="{4801C763-E3FB-EB9D-3245-0D4FF18F0363}"/>
                </a:ext>
              </a:extLst>
            </p:cNvPr>
            <p:cNvSpPr>
              <a:spLocks noChangeShapeType="1"/>
            </p:cNvSpPr>
            <p:nvPr/>
          </p:nvSpPr>
          <p:spPr bwMode="auto">
            <a:xfrm>
              <a:off x="2510" y="2940"/>
              <a:ext cx="136" cy="0"/>
            </a:xfrm>
            <a:prstGeom prst="line">
              <a:avLst/>
            </a:prstGeom>
            <a:noFill/>
            <a:ln w="22225">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39994" name="Line 27">
              <a:extLst>
                <a:ext uri="{FF2B5EF4-FFF2-40B4-BE49-F238E27FC236}">
                  <a16:creationId xmlns:a16="http://schemas.microsoft.com/office/drawing/2014/main" id="{D0B04575-E5AD-2C4D-3C01-95DDD4B70485}"/>
                </a:ext>
              </a:extLst>
            </p:cNvPr>
            <p:cNvSpPr>
              <a:spLocks noChangeShapeType="1"/>
            </p:cNvSpPr>
            <p:nvPr/>
          </p:nvSpPr>
          <p:spPr bwMode="auto">
            <a:xfrm flipV="1">
              <a:off x="2281" y="3132"/>
              <a:ext cx="451" cy="7"/>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9995" name="Oval 29">
              <a:extLst>
                <a:ext uri="{FF2B5EF4-FFF2-40B4-BE49-F238E27FC236}">
                  <a16:creationId xmlns:a16="http://schemas.microsoft.com/office/drawing/2014/main" id="{E6DC114A-B121-69E5-5BEA-7D1FB45C6A2F}"/>
                </a:ext>
              </a:extLst>
            </p:cNvPr>
            <p:cNvSpPr>
              <a:spLocks noChangeArrowheads="1"/>
            </p:cNvSpPr>
            <p:nvPr/>
          </p:nvSpPr>
          <p:spPr bwMode="auto">
            <a:xfrm>
              <a:off x="2650" y="2711"/>
              <a:ext cx="91" cy="91"/>
            </a:xfrm>
            <a:prstGeom prst="ellipse">
              <a:avLst/>
            </a:prstGeom>
            <a:solidFill>
              <a:schemeClr val="accent1"/>
            </a:solidFill>
            <a:ln w="22225">
              <a:solidFill>
                <a:schemeClr val="tx1"/>
              </a:solidFill>
              <a:round/>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sz="1600" baseline="-25000"/>
            </a:p>
          </p:txBody>
        </p:sp>
        <p:sp>
          <p:nvSpPr>
            <p:cNvPr id="39996" name="Oval 32">
              <a:extLst>
                <a:ext uri="{FF2B5EF4-FFF2-40B4-BE49-F238E27FC236}">
                  <a16:creationId xmlns:a16="http://schemas.microsoft.com/office/drawing/2014/main" id="{9756FE32-6E97-D4BF-A58E-5C4170B0AC23}"/>
                </a:ext>
              </a:extLst>
            </p:cNvPr>
            <p:cNvSpPr>
              <a:spLocks noChangeArrowheads="1"/>
            </p:cNvSpPr>
            <p:nvPr/>
          </p:nvSpPr>
          <p:spPr bwMode="auto">
            <a:xfrm>
              <a:off x="2641" y="2895"/>
              <a:ext cx="91" cy="91"/>
            </a:xfrm>
            <a:prstGeom prst="ellipse">
              <a:avLst/>
            </a:prstGeom>
            <a:solidFill>
              <a:schemeClr val="accent1"/>
            </a:solidFill>
            <a:ln w="22225">
              <a:solidFill>
                <a:schemeClr val="tx1"/>
              </a:solidFill>
              <a:round/>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sz="1600" baseline="-25000"/>
            </a:p>
          </p:txBody>
        </p:sp>
        <p:sp>
          <p:nvSpPr>
            <p:cNvPr id="39997" name="Text Box 61">
              <a:extLst>
                <a:ext uri="{FF2B5EF4-FFF2-40B4-BE49-F238E27FC236}">
                  <a16:creationId xmlns:a16="http://schemas.microsoft.com/office/drawing/2014/main" id="{63FAB8DF-9E90-5BF4-6CF8-2CF60FA3523D}"/>
                </a:ext>
              </a:extLst>
            </p:cNvPr>
            <p:cNvSpPr txBox="1">
              <a:spLocks noChangeArrowheads="1"/>
            </p:cNvSpPr>
            <p:nvPr/>
          </p:nvSpPr>
          <p:spPr bwMode="auto">
            <a:xfrm>
              <a:off x="336" y="1863"/>
              <a:ext cx="38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“1”</a:t>
              </a:r>
              <a:endParaRPr lang="ru-RU" altLang="en-US"/>
            </a:p>
          </p:txBody>
        </p:sp>
        <p:sp>
          <p:nvSpPr>
            <p:cNvPr id="39998" name="Text Box 62">
              <a:extLst>
                <a:ext uri="{FF2B5EF4-FFF2-40B4-BE49-F238E27FC236}">
                  <a16:creationId xmlns:a16="http://schemas.microsoft.com/office/drawing/2014/main" id="{116F5D30-A3B6-D7AE-078A-356828377023}"/>
                </a:ext>
              </a:extLst>
            </p:cNvPr>
            <p:cNvSpPr txBox="1">
              <a:spLocks noChangeArrowheads="1"/>
            </p:cNvSpPr>
            <p:nvPr/>
          </p:nvSpPr>
          <p:spPr bwMode="auto">
            <a:xfrm>
              <a:off x="288" y="1575"/>
              <a:ext cx="57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Clock</a:t>
              </a:r>
              <a:endParaRPr lang="ru-RU" altLang="en-US"/>
            </a:p>
          </p:txBody>
        </p:sp>
        <p:sp>
          <p:nvSpPr>
            <p:cNvPr id="39999" name="Text Box 63">
              <a:extLst>
                <a:ext uri="{FF2B5EF4-FFF2-40B4-BE49-F238E27FC236}">
                  <a16:creationId xmlns:a16="http://schemas.microsoft.com/office/drawing/2014/main" id="{AD6C706E-3756-85FE-D59C-70CFD1B33172}"/>
                </a:ext>
              </a:extLst>
            </p:cNvPr>
            <p:cNvSpPr txBox="1">
              <a:spLocks noChangeArrowheads="1"/>
            </p:cNvSpPr>
            <p:nvPr/>
          </p:nvSpPr>
          <p:spPr bwMode="auto">
            <a:xfrm>
              <a:off x="2751" y="2631"/>
              <a:ext cx="38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E0</a:t>
              </a:r>
              <a:endParaRPr lang="ru-RU" altLang="en-US"/>
            </a:p>
          </p:txBody>
        </p:sp>
        <p:sp>
          <p:nvSpPr>
            <p:cNvPr id="40000" name="Text Box 64">
              <a:extLst>
                <a:ext uri="{FF2B5EF4-FFF2-40B4-BE49-F238E27FC236}">
                  <a16:creationId xmlns:a16="http://schemas.microsoft.com/office/drawing/2014/main" id="{69AF9476-AF17-E209-D8FA-D2F588B5E9A1}"/>
                </a:ext>
              </a:extLst>
            </p:cNvPr>
            <p:cNvSpPr txBox="1">
              <a:spLocks noChangeArrowheads="1"/>
            </p:cNvSpPr>
            <p:nvPr/>
          </p:nvSpPr>
          <p:spPr bwMode="auto">
            <a:xfrm>
              <a:off x="2772" y="2823"/>
              <a:ext cx="38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E1</a:t>
              </a:r>
              <a:endParaRPr lang="ru-RU" altLang="en-US"/>
            </a:p>
          </p:txBody>
        </p:sp>
        <p:sp>
          <p:nvSpPr>
            <p:cNvPr id="40001" name="Text Box 65">
              <a:extLst>
                <a:ext uri="{FF2B5EF4-FFF2-40B4-BE49-F238E27FC236}">
                  <a16:creationId xmlns:a16="http://schemas.microsoft.com/office/drawing/2014/main" id="{9E6E1BAB-5E80-62D5-F01C-DF193A866762}"/>
                </a:ext>
              </a:extLst>
            </p:cNvPr>
            <p:cNvSpPr txBox="1">
              <a:spLocks noChangeArrowheads="1"/>
            </p:cNvSpPr>
            <p:nvPr/>
          </p:nvSpPr>
          <p:spPr bwMode="auto">
            <a:xfrm>
              <a:off x="2771" y="3006"/>
              <a:ext cx="38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E2</a:t>
              </a:r>
              <a:endParaRPr lang="ru-RU" altLang="en-US"/>
            </a:p>
          </p:txBody>
        </p:sp>
        <p:sp>
          <p:nvSpPr>
            <p:cNvPr id="40002" name="Text Box 66">
              <a:extLst>
                <a:ext uri="{FF2B5EF4-FFF2-40B4-BE49-F238E27FC236}">
                  <a16:creationId xmlns:a16="http://schemas.microsoft.com/office/drawing/2014/main" id="{E07EBA69-F5A8-C8F4-A496-B45A8E054F78}"/>
                </a:ext>
              </a:extLst>
            </p:cNvPr>
            <p:cNvSpPr txBox="1">
              <a:spLocks noChangeArrowheads="1"/>
            </p:cNvSpPr>
            <p:nvPr/>
          </p:nvSpPr>
          <p:spPr bwMode="auto">
            <a:xfrm>
              <a:off x="2194" y="2942"/>
              <a:ext cx="38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“1”</a:t>
              </a:r>
              <a:endParaRPr lang="ru-RU" altLang="en-US"/>
            </a:p>
          </p:txBody>
        </p:sp>
        <p:sp>
          <p:nvSpPr>
            <p:cNvPr id="40003" name="Line 67">
              <a:extLst>
                <a:ext uri="{FF2B5EF4-FFF2-40B4-BE49-F238E27FC236}">
                  <a16:creationId xmlns:a16="http://schemas.microsoft.com/office/drawing/2014/main" id="{05977FAF-4016-6E6D-AD80-F54CB1076AC3}"/>
                </a:ext>
              </a:extLst>
            </p:cNvPr>
            <p:cNvSpPr>
              <a:spLocks noChangeShapeType="1"/>
            </p:cNvSpPr>
            <p:nvPr/>
          </p:nvSpPr>
          <p:spPr bwMode="auto">
            <a:xfrm>
              <a:off x="2508" y="2754"/>
              <a:ext cx="0" cy="558"/>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0004" name="Freeform 68">
              <a:extLst>
                <a:ext uri="{FF2B5EF4-FFF2-40B4-BE49-F238E27FC236}">
                  <a16:creationId xmlns:a16="http://schemas.microsoft.com/office/drawing/2014/main" id="{8A6A08ED-DAC8-91F8-6AA1-F33EB9AA3A31}"/>
                </a:ext>
              </a:extLst>
            </p:cNvPr>
            <p:cNvSpPr>
              <a:spLocks/>
            </p:cNvSpPr>
            <p:nvPr/>
          </p:nvSpPr>
          <p:spPr bwMode="auto">
            <a:xfrm rot="5400000">
              <a:off x="2472" y="3282"/>
              <a:ext cx="84" cy="111"/>
            </a:xfrm>
            <a:custGeom>
              <a:avLst/>
              <a:gdLst>
                <a:gd name="T0" fmla="*/ 0 w 129"/>
                <a:gd name="T1" fmla="*/ 32 h 133"/>
                <a:gd name="T2" fmla="*/ 5 w 129"/>
                <a:gd name="T3" fmla="*/ 16 h 133"/>
                <a:gd name="T4" fmla="*/ 0 w 129"/>
                <a:gd name="T5" fmla="*/ 0 h 133"/>
                <a:gd name="T6" fmla="*/ 0 60000 65536"/>
                <a:gd name="T7" fmla="*/ 0 60000 65536"/>
                <a:gd name="T8" fmla="*/ 0 60000 65536"/>
                <a:gd name="T9" fmla="*/ 0 w 129"/>
                <a:gd name="T10" fmla="*/ 0 h 133"/>
                <a:gd name="T11" fmla="*/ 129 w 129"/>
                <a:gd name="T12" fmla="*/ 133 h 133"/>
              </a:gdLst>
              <a:ahLst/>
              <a:cxnLst>
                <a:cxn ang="T6">
                  <a:pos x="T0" y="T1"/>
                </a:cxn>
                <a:cxn ang="T7">
                  <a:pos x="T2" y="T3"/>
                </a:cxn>
                <a:cxn ang="T8">
                  <a:pos x="T4" y="T5"/>
                </a:cxn>
              </a:cxnLst>
              <a:rect l="T9" t="T10" r="T11" b="T12"/>
              <a:pathLst>
                <a:path w="129" h="133">
                  <a:moveTo>
                    <a:pt x="0" y="133"/>
                  </a:moveTo>
                  <a:lnTo>
                    <a:pt x="129" y="66"/>
                  </a:lnTo>
                  <a:lnTo>
                    <a:pt x="0" y="0"/>
                  </a:lnTo>
                </a:path>
              </a:pathLst>
            </a:custGeom>
            <a:solidFill>
              <a:schemeClr val="accent1"/>
            </a:solidFill>
            <a:ln w="15875" cap="flat">
              <a:solidFill>
                <a:schemeClr val="tx1"/>
              </a:solidFill>
              <a:prstDash val="solid"/>
              <a:miter lim="800000"/>
              <a:headEnd/>
              <a:tailEnd/>
            </a:ln>
          </p:spPr>
          <p:txBody>
            <a:bodyPr/>
            <a:lstStyle/>
            <a:p>
              <a:endParaRPr lang="en-US"/>
            </a:p>
          </p:txBody>
        </p:sp>
        <p:sp>
          <p:nvSpPr>
            <p:cNvPr id="40005" name="Line 69">
              <a:extLst>
                <a:ext uri="{FF2B5EF4-FFF2-40B4-BE49-F238E27FC236}">
                  <a16:creationId xmlns:a16="http://schemas.microsoft.com/office/drawing/2014/main" id="{62FBFA8D-2D57-58DE-2020-2254696E5BE3}"/>
                </a:ext>
              </a:extLst>
            </p:cNvPr>
            <p:cNvSpPr>
              <a:spLocks noChangeShapeType="1"/>
            </p:cNvSpPr>
            <p:nvPr/>
          </p:nvSpPr>
          <p:spPr bwMode="auto">
            <a:xfrm>
              <a:off x="2460" y="3297"/>
              <a:ext cx="96"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0006" name="Text Box 70">
              <a:extLst>
                <a:ext uri="{FF2B5EF4-FFF2-40B4-BE49-F238E27FC236}">
                  <a16:creationId xmlns:a16="http://schemas.microsoft.com/office/drawing/2014/main" id="{17370200-7629-DCB1-C349-170C048BCB37}"/>
                </a:ext>
              </a:extLst>
            </p:cNvPr>
            <p:cNvSpPr txBox="1">
              <a:spLocks noChangeArrowheads="1"/>
            </p:cNvSpPr>
            <p:nvPr/>
          </p:nvSpPr>
          <p:spPr bwMode="auto">
            <a:xfrm>
              <a:off x="327" y="3015"/>
              <a:ext cx="38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“0”</a:t>
              </a:r>
              <a:endParaRPr lang="ru-RU" altLang="en-US"/>
            </a:p>
          </p:txBody>
        </p:sp>
        <p:sp>
          <p:nvSpPr>
            <p:cNvPr id="29767" name="Rectangle 5">
              <a:extLst>
                <a:ext uri="{FF2B5EF4-FFF2-40B4-BE49-F238E27FC236}">
                  <a16:creationId xmlns:a16="http://schemas.microsoft.com/office/drawing/2014/main" id="{9679761F-D944-4EEC-8E01-197F5C036739}"/>
                </a:ext>
              </a:extLst>
            </p:cNvPr>
            <p:cNvSpPr>
              <a:spLocks noChangeArrowheads="1"/>
            </p:cNvSpPr>
            <p:nvPr/>
          </p:nvSpPr>
          <p:spPr bwMode="auto">
            <a:xfrm>
              <a:off x="4143" y="1392"/>
              <a:ext cx="862" cy="2112"/>
            </a:xfrm>
            <a:prstGeom prst="rect">
              <a:avLst/>
            </a:prstGeom>
            <a:solidFill>
              <a:schemeClr val="bg1">
                <a:lumMod val="65000"/>
              </a:schemeClr>
            </a:solidFill>
            <a:ln w="22225">
              <a:solidFill>
                <a:schemeClr val="tx1"/>
              </a:solidFill>
              <a:miter lim="800000"/>
              <a:headEnd/>
              <a:tailEnd/>
            </a:ln>
          </p:spPr>
          <p:txBody>
            <a:bodyPr wrap="none"/>
            <a:lstStyle/>
            <a:p>
              <a:pPr eaLnBrk="1" hangingPunct="1">
                <a:defRPr/>
              </a:pPr>
              <a:r>
                <a:rPr lang="en-US" sz="2000" dirty="0"/>
                <a:t> </a:t>
              </a:r>
              <a:r>
                <a:rPr lang="en-US" sz="2000" dirty="0" err="1"/>
                <a:t>Clk</a:t>
              </a:r>
              <a:endParaRPr lang="en-US" sz="2000" dirty="0"/>
            </a:p>
            <a:p>
              <a:pPr eaLnBrk="1" hangingPunct="1">
                <a:defRPr/>
              </a:pPr>
              <a:r>
                <a:rPr lang="en-US" sz="2000" dirty="0"/>
                <a:t> OE</a:t>
              </a:r>
            </a:p>
            <a:p>
              <a:pPr eaLnBrk="1" hangingPunct="1">
                <a:defRPr/>
              </a:pPr>
              <a:r>
                <a:rPr lang="en-US" sz="2000" dirty="0"/>
                <a:t>D0</a:t>
              </a:r>
              <a:r>
                <a:rPr lang="en-US" sz="2000" baseline="30000" dirty="0"/>
                <a:t> </a:t>
              </a:r>
              <a:r>
                <a:rPr lang="en-US" sz="2000" dirty="0"/>
                <a:t>      Q0</a:t>
              </a:r>
            </a:p>
            <a:p>
              <a:pPr rtl="1" eaLnBrk="1" hangingPunct="1">
                <a:defRPr/>
              </a:pPr>
              <a:r>
                <a:rPr lang="en-US" sz="2000" dirty="0"/>
                <a:t>D1       Q1</a:t>
              </a:r>
            </a:p>
            <a:p>
              <a:pPr rtl="1" eaLnBrk="1" hangingPunct="1">
                <a:defRPr/>
              </a:pPr>
              <a:r>
                <a:rPr lang="en-US" sz="2000" dirty="0"/>
                <a:t>D2</a:t>
              </a:r>
              <a:r>
                <a:rPr lang="en-US" sz="2000" baseline="30000" dirty="0"/>
                <a:t>   </a:t>
              </a:r>
              <a:r>
                <a:rPr lang="en-US" sz="2000" dirty="0"/>
                <a:t>     Q2</a:t>
              </a:r>
            </a:p>
            <a:p>
              <a:pPr rtl="1" eaLnBrk="1" hangingPunct="1">
                <a:defRPr/>
              </a:pPr>
              <a:r>
                <a:rPr lang="en-US" sz="2000" dirty="0"/>
                <a:t>D3       Q3</a:t>
              </a:r>
            </a:p>
            <a:p>
              <a:pPr rtl="1" eaLnBrk="1" hangingPunct="1">
                <a:defRPr/>
              </a:pPr>
              <a:r>
                <a:rPr lang="en-US" sz="2000" dirty="0"/>
                <a:t>D4       Q4</a:t>
              </a:r>
            </a:p>
            <a:p>
              <a:pPr rtl="1" eaLnBrk="1" hangingPunct="1">
                <a:defRPr/>
              </a:pPr>
              <a:r>
                <a:rPr lang="en-US" sz="2000" dirty="0"/>
                <a:t>D5       Q5</a:t>
              </a:r>
            </a:p>
            <a:p>
              <a:pPr rtl="1" eaLnBrk="1" hangingPunct="1">
                <a:defRPr/>
              </a:pPr>
              <a:r>
                <a:rPr lang="en-US" sz="2000" dirty="0"/>
                <a:t>D6       Q6</a:t>
              </a:r>
            </a:p>
            <a:p>
              <a:pPr rtl="1" eaLnBrk="1" hangingPunct="1">
                <a:defRPr/>
              </a:pPr>
              <a:r>
                <a:rPr lang="en-US" sz="2000" dirty="0"/>
                <a:t>D7       Q7      </a:t>
              </a:r>
              <a:endParaRPr lang="ru-RU" sz="2000" dirty="0"/>
            </a:p>
          </p:txBody>
        </p:sp>
        <p:sp>
          <p:nvSpPr>
            <p:cNvPr id="40008" name="Line 7">
              <a:extLst>
                <a:ext uri="{FF2B5EF4-FFF2-40B4-BE49-F238E27FC236}">
                  <a16:creationId xmlns:a16="http://schemas.microsoft.com/office/drawing/2014/main" id="{6A1DE599-ED14-7CC2-CC02-C7744665E62D}"/>
                </a:ext>
              </a:extLst>
            </p:cNvPr>
            <p:cNvSpPr>
              <a:spLocks noChangeShapeType="1"/>
            </p:cNvSpPr>
            <p:nvPr/>
          </p:nvSpPr>
          <p:spPr bwMode="auto">
            <a:xfrm>
              <a:off x="5006" y="1881"/>
              <a:ext cx="272"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0009" name="Line 9">
              <a:extLst>
                <a:ext uri="{FF2B5EF4-FFF2-40B4-BE49-F238E27FC236}">
                  <a16:creationId xmlns:a16="http://schemas.microsoft.com/office/drawing/2014/main" id="{2EEA5FB4-B0B9-101F-3668-35B24AACDF57}"/>
                </a:ext>
              </a:extLst>
            </p:cNvPr>
            <p:cNvSpPr>
              <a:spLocks noChangeShapeType="1"/>
            </p:cNvSpPr>
            <p:nvPr/>
          </p:nvSpPr>
          <p:spPr bwMode="auto">
            <a:xfrm>
              <a:off x="5006" y="2057"/>
              <a:ext cx="272"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0010" name="Line 11">
              <a:extLst>
                <a:ext uri="{FF2B5EF4-FFF2-40B4-BE49-F238E27FC236}">
                  <a16:creationId xmlns:a16="http://schemas.microsoft.com/office/drawing/2014/main" id="{B2A471E8-B33E-2912-3C6C-0D3913CEB607}"/>
                </a:ext>
              </a:extLst>
            </p:cNvPr>
            <p:cNvSpPr>
              <a:spLocks noChangeShapeType="1"/>
            </p:cNvSpPr>
            <p:nvPr/>
          </p:nvSpPr>
          <p:spPr bwMode="auto">
            <a:xfrm>
              <a:off x="4998" y="2257"/>
              <a:ext cx="272"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0011" name="Line 13">
              <a:extLst>
                <a:ext uri="{FF2B5EF4-FFF2-40B4-BE49-F238E27FC236}">
                  <a16:creationId xmlns:a16="http://schemas.microsoft.com/office/drawing/2014/main" id="{D69DEDB5-8B84-FA1A-204B-FC509F213D21}"/>
                </a:ext>
              </a:extLst>
            </p:cNvPr>
            <p:cNvSpPr>
              <a:spLocks noChangeShapeType="1"/>
            </p:cNvSpPr>
            <p:nvPr/>
          </p:nvSpPr>
          <p:spPr bwMode="auto">
            <a:xfrm>
              <a:off x="4998" y="2449"/>
              <a:ext cx="272"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0012" name="Line 15">
              <a:extLst>
                <a:ext uri="{FF2B5EF4-FFF2-40B4-BE49-F238E27FC236}">
                  <a16:creationId xmlns:a16="http://schemas.microsoft.com/office/drawing/2014/main" id="{4440B36A-37C9-CE5A-67A4-650822562273}"/>
                </a:ext>
              </a:extLst>
            </p:cNvPr>
            <p:cNvSpPr>
              <a:spLocks noChangeShapeType="1"/>
            </p:cNvSpPr>
            <p:nvPr/>
          </p:nvSpPr>
          <p:spPr bwMode="auto">
            <a:xfrm>
              <a:off x="4998" y="2641"/>
              <a:ext cx="272"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0013" name="Line 17">
              <a:extLst>
                <a:ext uri="{FF2B5EF4-FFF2-40B4-BE49-F238E27FC236}">
                  <a16:creationId xmlns:a16="http://schemas.microsoft.com/office/drawing/2014/main" id="{747E72C3-E98B-3AF3-FD83-DAF27166CC12}"/>
                </a:ext>
              </a:extLst>
            </p:cNvPr>
            <p:cNvSpPr>
              <a:spLocks noChangeShapeType="1"/>
            </p:cNvSpPr>
            <p:nvPr/>
          </p:nvSpPr>
          <p:spPr bwMode="auto">
            <a:xfrm>
              <a:off x="5006" y="2841"/>
              <a:ext cx="272"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0014" name="Line 19">
              <a:extLst>
                <a:ext uri="{FF2B5EF4-FFF2-40B4-BE49-F238E27FC236}">
                  <a16:creationId xmlns:a16="http://schemas.microsoft.com/office/drawing/2014/main" id="{798ACD32-17E2-669A-0CBD-AAF03E0100C9}"/>
                </a:ext>
              </a:extLst>
            </p:cNvPr>
            <p:cNvSpPr>
              <a:spLocks noChangeShapeType="1"/>
            </p:cNvSpPr>
            <p:nvPr/>
          </p:nvSpPr>
          <p:spPr bwMode="auto">
            <a:xfrm>
              <a:off x="4998" y="3025"/>
              <a:ext cx="272"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0015" name="Line 21">
              <a:extLst>
                <a:ext uri="{FF2B5EF4-FFF2-40B4-BE49-F238E27FC236}">
                  <a16:creationId xmlns:a16="http://schemas.microsoft.com/office/drawing/2014/main" id="{97ADE2A0-BFEC-3A5A-67FA-D47EFEBEC66E}"/>
                </a:ext>
              </a:extLst>
            </p:cNvPr>
            <p:cNvSpPr>
              <a:spLocks noChangeShapeType="1"/>
            </p:cNvSpPr>
            <p:nvPr/>
          </p:nvSpPr>
          <p:spPr bwMode="auto">
            <a:xfrm>
              <a:off x="4998" y="3217"/>
              <a:ext cx="272"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0016" name="Line 80">
              <a:extLst>
                <a:ext uri="{FF2B5EF4-FFF2-40B4-BE49-F238E27FC236}">
                  <a16:creationId xmlns:a16="http://schemas.microsoft.com/office/drawing/2014/main" id="{10C8B0B7-79E6-1CD0-93D8-2D5883FE7E55}"/>
                </a:ext>
              </a:extLst>
            </p:cNvPr>
            <p:cNvSpPr>
              <a:spLocks noChangeShapeType="1"/>
            </p:cNvSpPr>
            <p:nvPr/>
          </p:nvSpPr>
          <p:spPr bwMode="auto">
            <a:xfrm flipV="1">
              <a:off x="837" y="1383"/>
              <a:ext cx="0" cy="432"/>
            </a:xfrm>
            <a:prstGeom prst="line">
              <a:avLst/>
            </a:prstGeom>
            <a:noFill/>
            <a:ln w="22225">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40017" name="Line 81">
              <a:extLst>
                <a:ext uri="{FF2B5EF4-FFF2-40B4-BE49-F238E27FC236}">
                  <a16:creationId xmlns:a16="http://schemas.microsoft.com/office/drawing/2014/main" id="{11882A0A-DC29-CFBB-7726-761128DA7108}"/>
                </a:ext>
              </a:extLst>
            </p:cNvPr>
            <p:cNvSpPr>
              <a:spLocks noChangeShapeType="1"/>
            </p:cNvSpPr>
            <p:nvPr/>
          </p:nvSpPr>
          <p:spPr bwMode="auto">
            <a:xfrm>
              <a:off x="837" y="1383"/>
              <a:ext cx="3072"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0018" name="Line 82">
              <a:extLst>
                <a:ext uri="{FF2B5EF4-FFF2-40B4-BE49-F238E27FC236}">
                  <a16:creationId xmlns:a16="http://schemas.microsoft.com/office/drawing/2014/main" id="{5A034EE0-54D2-5276-4E5B-32AD3BE41465}"/>
                </a:ext>
              </a:extLst>
            </p:cNvPr>
            <p:cNvSpPr>
              <a:spLocks noChangeShapeType="1"/>
            </p:cNvSpPr>
            <p:nvPr/>
          </p:nvSpPr>
          <p:spPr bwMode="auto">
            <a:xfrm>
              <a:off x="3909" y="1383"/>
              <a:ext cx="0" cy="144"/>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0019" name="Line 83">
              <a:extLst>
                <a:ext uri="{FF2B5EF4-FFF2-40B4-BE49-F238E27FC236}">
                  <a16:creationId xmlns:a16="http://schemas.microsoft.com/office/drawing/2014/main" id="{4767C05E-0EC5-EB20-3075-FBD9616FFCB5}"/>
                </a:ext>
              </a:extLst>
            </p:cNvPr>
            <p:cNvSpPr>
              <a:spLocks noChangeShapeType="1"/>
            </p:cNvSpPr>
            <p:nvPr/>
          </p:nvSpPr>
          <p:spPr bwMode="auto">
            <a:xfrm>
              <a:off x="3909" y="1527"/>
              <a:ext cx="215"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0020" name="Line 84">
              <a:extLst>
                <a:ext uri="{FF2B5EF4-FFF2-40B4-BE49-F238E27FC236}">
                  <a16:creationId xmlns:a16="http://schemas.microsoft.com/office/drawing/2014/main" id="{D1852F28-6094-BD52-845E-2EA3E91A997D}"/>
                </a:ext>
              </a:extLst>
            </p:cNvPr>
            <p:cNvSpPr>
              <a:spLocks noChangeShapeType="1"/>
            </p:cNvSpPr>
            <p:nvPr/>
          </p:nvSpPr>
          <p:spPr bwMode="auto">
            <a:xfrm>
              <a:off x="3990" y="1671"/>
              <a:ext cx="15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0021" name="Line 85">
              <a:extLst>
                <a:ext uri="{FF2B5EF4-FFF2-40B4-BE49-F238E27FC236}">
                  <a16:creationId xmlns:a16="http://schemas.microsoft.com/office/drawing/2014/main" id="{B3ABD157-8D57-F169-C34D-0CD67E17555E}"/>
                </a:ext>
              </a:extLst>
            </p:cNvPr>
            <p:cNvSpPr>
              <a:spLocks noChangeShapeType="1"/>
            </p:cNvSpPr>
            <p:nvPr/>
          </p:nvSpPr>
          <p:spPr bwMode="auto">
            <a:xfrm>
              <a:off x="3999" y="1671"/>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0022" name="Freeform 86">
              <a:extLst>
                <a:ext uri="{FF2B5EF4-FFF2-40B4-BE49-F238E27FC236}">
                  <a16:creationId xmlns:a16="http://schemas.microsoft.com/office/drawing/2014/main" id="{AC28ECD3-414B-8FEC-3FEF-CE9C02CBB9AA}"/>
                </a:ext>
              </a:extLst>
            </p:cNvPr>
            <p:cNvSpPr>
              <a:spLocks/>
            </p:cNvSpPr>
            <p:nvPr/>
          </p:nvSpPr>
          <p:spPr bwMode="auto">
            <a:xfrm rot="5400000">
              <a:off x="3963" y="1752"/>
              <a:ext cx="84" cy="111"/>
            </a:xfrm>
            <a:custGeom>
              <a:avLst/>
              <a:gdLst>
                <a:gd name="T0" fmla="*/ 0 w 129"/>
                <a:gd name="T1" fmla="*/ 32 h 133"/>
                <a:gd name="T2" fmla="*/ 5 w 129"/>
                <a:gd name="T3" fmla="*/ 16 h 133"/>
                <a:gd name="T4" fmla="*/ 0 w 129"/>
                <a:gd name="T5" fmla="*/ 0 h 133"/>
                <a:gd name="T6" fmla="*/ 0 60000 65536"/>
                <a:gd name="T7" fmla="*/ 0 60000 65536"/>
                <a:gd name="T8" fmla="*/ 0 60000 65536"/>
                <a:gd name="T9" fmla="*/ 0 w 129"/>
                <a:gd name="T10" fmla="*/ 0 h 133"/>
                <a:gd name="T11" fmla="*/ 129 w 129"/>
                <a:gd name="T12" fmla="*/ 133 h 133"/>
              </a:gdLst>
              <a:ahLst/>
              <a:cxnLst>
                <a:cxn ang="T6">
                  <a:pos x="T0" y="T1"/>
                </a:cxn>
                <a:cxn ang="T7">
                  <a:pos x="T2" y="T3"/>
                </a:cxn>
                <a:cxn ang="T8">
                  <a:pos x="T4" y="T5"/>
                </a:cxn>
              </a:cxnLst>
              <a:rect l="T9" t="T10" r="T11" b="T12"/>
              <a:pathLst>
                <a:path w="129" h="133">
                  <a:moveTo>
                    <a:pt x="0" y="133"/>
                  </a:moveTo>
                  <a:lnTo>
                    <a:pt x="129" y="66"/>
                  </a:lnTo>
                  <a:lnTo>
                    <a:pt x="0" y="0"/>
                  </a:lnTo>
                </a:path>
              </a:pathLst>
            </a:custGeom>
            <a:noFill/>
            <a:ln w="15875" cap="flat">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0023" name="Line 87">
              <a:extLst>
                <a:ext uri="{FF2B5EF4-FFF2-40B4-BE49-F238E27FC236}">
                  <a16:creationId xmlns:a16="http://schemas.microsoft.com/office/drawing/2014/main" id="{09581D51-FEDB-E862-EDB3-234F430C78DC}"/>
                </a:ext>
              </a:extLst>
            </p:cNvPr>
            <p:cNvSpPr>
              <a:spLocks noChangeShapeType="1"/>
            </p:cNvSpPr>
            <p:nvPr/>
          </p:nvSpPr>
          <p:spPr bwMode="auto">
            <a:xfrm>
              <a:off x="3951" y="1767"/>
              <a:ext cx="96"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84" name="Freeform 88">
              <a:extLst>
                <a:ext uri="{FF2B5EF4-FFF2-40B4-BE49-F238E27FC236}">
                  <a16:creationId xmlns:a16="http://schemas.microsoft.com/office/drawing/2014/main" id="{53755859-1550-41D6-AB4E-3B684CD70365}"/>
                </a:ext>
              </a:extLst>
            </p:cNvPr>
            <p:cNvSpPr>
              <a:spLocks/>
            </p:cNvSpPr>
            <p:nvPr/>
          </p:nvSpPr>
          <p:spPr bwMode="auto">
            <a:xfrm>
              <a:off x="4146" y="1467"/>
              <a:ext cx="84" cy="111"/>
            </a:xfrm>
            <a:custGeom>
              <a:avLst/>
              <a:gdLst>
                <a:gd name="T0" fmla="*/ 0 w 129"/>
                <a:gd name="T1" fmla="*/ 111 h 133"/>
                <a:gd name="T2" fmla="*/ 84 w 129"/>
                <a:gd name="T3" fmla="*/ 55 h 133"/>
                <a:gd name="T4" fmla="*/ 0 w 129"/>
                <a:gd name="T5" fmla="*/ 0 h 133"/>
                <a:gd name="T6" fmla="*/ 0 60000 65536"/>
                <a:gd name="T7" fmla="*/ 0 60000 65536"/>
                <a:gd name="T8" fmla="*/ 0 60000 65536"/>
              </a:gdLst>
              <a:ahLst/>
              <a:cxnLst>
                <a:cxn ang="T6">
                  <a:pos x="T0" y="T1"/>
                </a:cxn>
                <a:cxn ang="T7">
                  <a:pos x="T2" y="T3"/>
                </a:cxn>
                <a:cxn ang="T8">
                  <a:pos x="T4" y="T5"/>
                </a:cxn>
              </a:cxnLst>
              <a:rect l="0" t="0" r="r" b="b"/>
              <a:pathLst>
                <a:path w="129" h="133">
                  <a:moveTo>
                    <a:pt x="0" y="133"/>
                  </a:moveTo>
                  <a:lnTo>
                    <a:pt x="129" y="66"/>
                  </a:lnTo>
                  <a:lnTo>
                    <a:pt x="0" y="0"/>
                  </a:lnTo>
                </a:path>
              </a:pathLst>
            </a:custGeom>
            <a:solidFill>
              <a:schemeClr val="bg1">
                <a:lumMod val="65000"/>
              </a:schemeClr>
            </a:solidFill>
            <a:ln w="25400" cap="flat">
              <a:solidFill>
                <a:schemeClr val="tx1"/>
              </a:solidFill>
              <a:prstDash val="solid"/>
              <a:miter lim="800000"/>
              <a:headEnd/>
              <a:tailEnd/>
            </a:ln>
          </p:spPr>
          <p:txBody>
            <a:bodyPr/>
            <a:lstStyle/>
            <a:p>
              <a:pPr eaLnBrk="1" hangingPunct="1">
                <a:defRPr/>
              </a:pPr>
              <a:endParaRPr lang="ru-RU"/>
            </a:p>
          </p:txBody>
        </p:sp>
        <p:sp>
          <p:nvSpPr>
            <p:cNvPr id="40025" name="Text Box 89">
              <a:extLst>
                <a:ext uri="{FF2B5EF4-FFF2-40B4-BE49-F238E27FC236}">
                  <a16:creationId xmlns:a16="http://schemas.microsoft.com/office/drawing/2014/main" id="{413F3C6D-9A3E-85E1-D5F6-BBBAAF74DD79}"/>
                </a:ext>
              </a:extLst>
            </p:cNvPr>
            <p:cNvSpPr txBox="1">
              <a:spLocks noChangeArrowheads="1"/>
            </p:cNvSpPr>
            <p:nvPr/>
          </p:nvSpPr>
          <p:spPr bwMode="auto">
            <a:xfrm>
              <a:off x="3654" y="1668"/>
              <a:ext cx="3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S0</a:t>
              </a:r>
              <a:endParaRPr lang="ru-RU" altLang="en-US"/>
            </a:p>
          </p:txBody>
        </p:sp>
        <p:sp>
          <p:nvSpPr>
            <p:cNvPr id="40026" name="Text Box 90">
              <a:extLst>
                <a:ext uri="{FF2B5EF4-FFF2-40B4-BE49-F238E27FC236}">
                  <a16:creationId xmlns:a16="http://schemas.microsoft.com/office/drawing/2014/main" id="{690FDFD6-28D6-DEC3-C5FA-7B5BAF13AEA0}"/>
                </a:ext>
              </a:extLst>
            </p:cNvPr>
            <p:cNvSpPr txBox="1">
              <a:spLocks noChangeArrowheads="1"/>
            </p:cNvSpPr>
            <p:nvPr/>
          </p:nvSpPr>
          <p:spPr bwMode="auto">
            <a:xfrm>
              <a:off x="3666" y="1884"/>
              <a:ext cx="3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S1</a:t>
              </a:r>
              <a:endParaRPr lang="ru-RU" altLang="en-US"/>
            </a:p>
          </p:txBody>
        </p:sp>
        <p:sp>
          <p:nvSpPr>
            <p:cNvPr id="40027" name="Text Box 91">
              <a:extLst>
                <a:ext uri="{FF2B5EF4-FFF2-40B4-BE49-F238E27FC236}">
                  <a16:creationId xmlns:a16="http://schemas.microsoft.com/office/drawing/2014/main" id="{81B3701B-E4CA-3EDE-8D54-8DB1E475D99A}"/>
                </a:ext>
              </a:extLst>
            </p:cNvPr>
            <p:cNvSpPr txBox="1">
              <a:spLocks noChangeArrowheads="1"/>
            </p:cNvSpPr>
            <p:nvPr/>
          </p:nvSpPr>
          <p:spPr bwMode="auto">
            <a:xfrm>
              <a:off x="3678" y="2076"/>
              <a:ext cx="3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S2</a:t>
              </a:r>
              <a:endParaRPr lang="ru-RU" altLang="en-US"/>
            </a:p>
          </p:txBody>
        </p:sp>
        <p:sp>
          <p:nvSpPr>
            <p:cNvPr id="40028" name="Text Box 92">
              <a:extLst>
                <a:ext uri="{FF2B5EF4-FFF2-40B4-BE49-F238E27FC236}">
                  <a16:creationId xmlns:a16="http://schemas.microsoft.com/office/drawing/2014/main" id="{3738F0E7-FC7F-1827-F656-4FD3985F961F}"/>
                </a:ext>
              </a:extLst>
            </p:cNvPr>
            <p:cNvSpPr txBox="1">
              <a:spLocks noChangeArrowheads="1"/>
            </p:cNvSpPr>
            <p:nvPr/>
          </p:nvSpPr>
          <p:spPr bwMode="auto">
            <a:xfrm>
              <a:off x="3687" y="2277"/>
              <a:ext cx="3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S3</a:t>
              </a:r>
              <a:endParaRPr lang="ru-RU" altLang="en-US"/>
            </a:p>
          </p:txBody>
        </p:sp>
        <p:sp>
          <p:nvSpPr>
            <p:cNvPr id="40029" name="Text Box 93">
              <a:extLst>
                <a:ext uri="{FF2B5EF4-FFF2-40B4-BE49-F238E27FC236}">
                  <a16:creationId xmlns:a16="http://schemas.microsoft.com/office/drawing/2014/main" id="{8BA53EC9-8E2A-B00F-307D-DC18B810424E}"/>
                </a:ext>
              </a:extLst>
            </p:cNvPr>
            <p:cNvSpPr txBox="1">
              <a:spLocks noChangeArrowheads="1"/>
            </p:cNvSpPr>
            <p:nvPr/>
          </p:nvSpPr>
          <p:spPr bwMode="auto">
            <a:xfrm>
              <a:off x="3696" y="2460"/>
              <a:ext cx="3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S4</a:t>
              </a:r>
              <a:endParaRPr lang="ru-RU" altLang="en-US"/>
            </a:p>
          </p:txBody>
        </p:sp>
        <p:sp>
          <p:nvSpPr>
            <p:cNvPr id="40030" name="Text Box 94">
              <a:extLst>
                <a:ext uri="{FF2B5EF4-FFF2-40B4-BE49-F238E27FC236}">
                  <a16:creationId xmlns:a16="http://schemas.microsoft.com/office/drawing/2014/main" id="{E8D78E89-CDD3-237B-C484-08CB98291CE6}"/>
                </a:ext>
              </a:extLst>
            </p:cNvPr>
            <p:cNvSpPr txBox="1">
              <a:spLocks noChangeArrowheads="1"/>
            </p:cNvSpPr>
            <p:nvPr/>
          </p:nvSpPr>
          <p:spPr bwMode="auto">
            <a:xfrm>
              <a:off x="3696" y="2649"/>
              <a:ext cx="3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S5</a:t>
              </a:r>
              <a:endParaRPr lang="ru-RU" altLang="en-US"/>
            </a:p>
          </p:txBody>
        </p:sp>
        <p:sp>
          <p:nvSpPr>
            <p:cNvPr id="40031" name="Text Box 95">
              <a:extLst>
                <a:ext uri="{FF2B5EF4-FFF2-40B4-BE49-F238E27FC236}">
                  <a16:creationId xmlns:a16="http://schemas.microsoft.com/office/drawing/2014/main" id="{CB996665-0B2C-72DF-CE04-3706190710F6}"/>
                </a:ext>
              </a:extLst>
            </p:cNvPr>
            <p:cNvSpPr txBox="1">
              <a:spLocks noChangeArrowheads="1"/>
            </p:cNvSpPr>
            <p:nvPr/>
          </p:nvSpPr>
          <p:spPr bwMode="auto">
            <a:xfrm>
              <a:off x="3696" y="2832"/>
              <a:ext cx="3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S6</a:t>
              </a:r>
              <a:endParaRPr lang="ru-RU" altLang="en-US"/>
            </a:p>
          </p:txBody>
        </p:sp>
        <p:sp>
          <p:nvSpPr>
            <p:cNvPr id="40032" name="Text Box 96">
              <a:extLst>
                <a:ext uri="{FF2B5EF4-FFF2-40B4-BE49-F238E27FC236}">
                  <a16:creationId xmlns:a16="http://schemas.microsoft.com/office/drawing/2014/main" id="{09F37231-8CA5-5E9C-5528-5DD618344A83}"/>
                </a:ext>
              </a:extLst>
            </p:cNvPr>
            <p:cNvSpPr txBox="1">
              <a:spLocks noChangeArrowheads="1"/>
            </p:cNvSpPr>
            <p:nvPr/>
          </p:nvSpPr>
          <p:spPr bwMode="auto">
            <a:xfrm>
              <a:off x="3696" y="3036"/>
              <a:ext cx="3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S7</a:t>
              </a:r>
              <a:endParaRPr lang="ru-RU" altLang="en-US"/>
            </a:p>
          </p:txBody>
        </p:sp>
        <p:sp>
          <p:nvSpPr>
            <p:cNvPr id="40033" name="Text Box 97">
              <a:extLst>
                <a:ext uri="{FF2B5EF4-FFF2-40B4-BE49-F238E27FC236}">
                  <a16:creationId xmlns:a16="http://schemas.microsoft.com/office/drawing/2014/main" id="{64B6DBD5-B8EA-C659-7ED6-AA93BD6620F3}"/>
                </a:ext>
              </a:extLst>
            </p:cNvPr>
            <p:cNvSpPr txBox="1">
              <a:spLocks noChangeArrowheads="1"/>
            </p:cNvSpPr>
            <p:nvPr/>
          </p:nvSpPr>
          <p:spPr bwMode="auto">
            <a:xfrm>
              <a:off x="4992" y="3015"/>
              <a:ext cx="3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RS7</a:t>
              </a:r>
              <a:endParaRPr lang="ru-RU" altLang="en-US"/>
            </a:p>
          </p:txBody>
        </p:sp>
        <p:sp>
          <p:nvSpPr>
            <p:cNvPr id="40034" name="Text Box 98">
              <a:extLst>
                <a:ext uri="{FF2B5EF4-FFF2-40B4-BE49-F238E27FC236}">
                  <a16:creationId xmlns:a16="http://schemas.microsoft.com/office/drawing/2014/main" id="{009728E2-462E-5912-FF13-342F582945E0}"/>
                </a:ext>
              </a:extLst>
            </p:cNvPr>
            <p:cNvSpPr txBox="1">
              <a:spLocks noChangeArrowheads="1"/>
            </p:cNvSpPr>
            <p:nvPr/>
          </p:nvSpPr>
          <p:spPr bwMode="auto">
            <a:xfrm>
              <a:off x="4992" y="2835"/>
              <a:ext cx="3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RS6</a:t>
              </a:r>
              <a:endParaRPr lang="ru-RU" altLang="en-US"/>
            </a:p>
          </p:txBody>
        </p:sp>
        <p:sp>
          <p:nvSpPr>
            <p:cNvPr id="40035" name="Text Box 99">
              <a:extLst>
                <a:ext uri="{FF2B5EF4-FFF2-40B4-BE49-F238E27FC236}">
                  <a16:creationId xmlns:a16="http://schemas.microsoft.com/office/drawing/2014/main" id="{E47CF64D-BFC2-8A59-111D-339B46E2CB57}"/>
                </a:ext>
              </a:extLst>
            </p:cNvPr>
            <p:cNvSpPr txBox="1">
              <a:spLocks noChangeArrowheads="1"/>
            </p:cNvSpPr>
            <p:nvPr/>
          </p:nvSpPr>
          <p:spPr bwMode="auto">
            <a:xfrm>
              <a:off x="4983" y="2640"/>
              <a:ext cx="3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RS5</a:t>
              </a:r>
              <a:endParaRPr lang="ru-RU" altLang="en-US"/>
            </a:p>
          </p:txBody>
        </p:sp>
        <p:sp>
          <p:nvSpPr>
            <p:cNvPr id="40036" name="Text Box 100">
              <a:extLst>
                <a:ext uri="{FF2B5EF4-FFF2-40B4-BE49-F238E27FC236}">
                  <a16:creationId xmlns:a16="http://schemas.microsoft.com/office/drawing/2014/main" id="{8FCD4788-5AF6-2989-3D13-A0330466993B}"/>
                </a:ext>
              </a:extLst>
            </p:cNvPr>
            <p:cNvSpPr txBox="1">
              <a:spLocks noChangeArrowheads="1"/>
            </p:cNvSpPr>
            <p:nvPr/>
          </p:nvSpPr>
          <p:spPr bwMode="auto">
            <a:xfrm>
              <a:off x="4983" y="2442"/>
              <a:ext cx="3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RS4</a:t>
              </a:r>
              <a:endParaRPr lang="ru-RU" altLang="en-US"/>
            </a:p>
          </p:txBody>
        </p:sp>
        <p:sp>
          <p:nvSpPr>
            <p:cNvPr id="40037" name="Text Box 101">
              <a:extLst>
                <a:ext uri="{FF2B5EF4-FFF2-40B4-BE49-F238E27FC236}">
                  <a16:creationId xmlns:a16="http://schemas.microsoft.com/office/drawing/2014/main" id="{C31771EA-D684-9237-74D3-49381022BFB2}"/>
                </a:ext>
              </a:extLst>
            </p:cNvPr>
            <p:cNvSpPr txBox="1">
              <a:spLocks noChangeArrowheads="1"/>
            </p:cNvSpPr>
            <p:nvPr/>
          </p:nvSpPr>
          <p:spPr bwMode="auto">
            <a:xfrm>
              <a:off x="4971" y="2259"/>
              <a:ext cx="3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RS3</a:t>
              </a:r>
              <a:endParaRPr lang="ru-RU" altLang="en-US"/>
            </a:p>
          </p:txBody>
        </p:sp>
        <p:sp>
          <p:nvSpPr>
            <p:cNvPr id="40038" name="Text Box 102">
              <a:extLst>
                <a:ext uri="{FF2B5EF4-FFF2-40B4-BE49-F238E27FC236}">
                  <a16:creationId xmlns:a16="http://schemas.microsoft.com/office/drawing/2014/main" id="{16AC9F8E-D50A-B2DD-1027-9EEDA29A5C44}"/>
                </a:ext>
              </a:extLst>
            </p:cNvPr>
            <p:cNvSpPr txBox="1">
              <a:spLocks noChangeArrowheads="1"/>
            </p:cNvSpPr>
            <p:nvPr/>
          </p:nvSpPr>
          <p:spPr bwMode="auto">
            <a:xfrm>
              <a:off x="4971" y="2064"/>
              <a:ext cx="3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RS2</a:t>
              </a:r>
              <a:endParaRPr lang="ru-RU" altLang="en-US"/>
            </a:p>
          </p:txBody>
        </p:sp>
        <p:sp>
          <p:nvSpPr>
            <p:cNvPr id="40039" name="Text Box 103">
              <a:extLst>
                <a:ext uri="{FF2B5EF4-FFF2-40B4-BE49-F238E27FC236}">
                  <a16:creationId xmlns:a16="http://schemas.microsoft.com/office/drawing/2014/main" id="{94FD4F30-A2EF-F856-3A12-9652A411BF0F}"/>
                </a:ext>
              </a:extLst>
            </p:cNvPr>
            <p:cNvSpPr txBox="1">
              <a:spLocks noChangeArrowheads="1"/>
            </p:cNvSpPr>
            <p:nvPr/>
          </p:nvSpPr>
          <p:spPr bwMode="auto">
            <a:xfrm>
              <a:off x="4980" y="1875"/>
              <a:ext cx="3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RS1</a:t>
              </a:r>
              <a:endParaRPr lang="ru-RU" altLang="en-US"/>
            </a:p>
          </p:txBody>
        </p:sp>
        <p:sp>
          <p:nvSpPr>
            <p:cNvPr id="40040" name="Text Box 104">
              <a:extLst>
                <a:ext uri="{FF2B5EF4-FFF2-40B4-BE49-F238E27FC236}">
                  <a16:creationId xmlns:a16="http://schemas.microsoft.com/office/drawing/2014/main" id="{FC227E5A-BFD9-0B0F-E145-7872AD3FC62B}"/>
                </a:ext>
              </a:extLst>
            </p:cNvPr>
            <p:cNvSpPr txBox="1">
              <a:spLocks noChangeArrowheads="1"/>
            </p:cNvSpPr>
            <p:nvPr/>
          </p:nvSpPr>
          <p:spPr bwMode="auto">
            <a:xfrm>
              <a:off x="4974" y="1680"/>
              <a:ext cx="3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RS0</a:t>
              </a:r>
              <a:endParaRPr lang="ru-RU" altLang="en-US"/>
            </a:p>
          </p:txBody>
        </p:sp>
      </p:gr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962" name="Group 103">
            <a:extLst>
              <a:ext uri="{FF2B5EF4-FFF2-40B4-BE49-F238E27FC236}">
                <a16:creationId xmlns:a16="http://schemas.microsoft.com/office/drawing/2014/main" id="{AC228AF7-502E-9FCB-23DD-9F1D76ABFC8A}"/>
              </a:ext>
            </a:extLst>
          </p:cNvPr>
          <p:cNvGrpSpPr>
            <a:grpSpLocks/>
          </p:cNvGrpSpPr>
          <p:nvPr/>
        </p:nvGrpSpPr>
        <p:grpSpPr bwMode="auto">
          <a:xfrm>
            <a:off x="2133600" y="2133600"/>
            <a:ext cx="7964488" cy="1531938"/>
            <a:chOff x="240" y="1299"/>
            <a:chExt cx="5017" cy="1109"/>
          </a:xfrm>
        </p:grpSpPr>
        <p:sp>
          <p:nvSpPr>
            <p:cNvPr id="31773" name="Rectangle 6">
              <a:extLst>
                <a:ext uri="{FF2B5EF4-FFF2-40B4-BE49-F238E27FC236}">
                  <a16:creationId xmlns:a16="http://schemas.microsoft.com/office/drawing/2014/main" id="{DFBA4D2B-1DD8-49DD-BBC4-CD431B48C5B3}"/>
                </a:ext>
              </a:extLst>
            </p:cNvPr>
            <p:cNvSpPr>
              <a:spLocks noChangeArrowheads="1"/>
            </p:cNvSpPr>
            <p:nvPr/>
          </p:nvSpPr>
          <p:spPr bwMode="auto">
            <a:xfrm>
              <a:off x="1259" y="1305"/>
              <a:ext cx="451" cy="737"/>
            </a:xfrm>
            <a:prstGeom prst="rect">
              <a:avLst/>
            </a:prstGeom>
            <a:solidFill>
              <a:schemeClr val="accent1">
                <a:lumMod val="60000"/>
                <a:lumOff val="40000"/>
              </a:schemeClr>
            </a:solidFill>
            <a:ln w="25400">
              <a:solidFill>
                <a:srgbClr val="000000"/>
              </a:solidFill>
              <a:miter lim="800000"/>
              <a:headEnd/>
              <a:tailEnd/>
            </a:ln>
          </p:spPr>
          <p:txBody>
            <a:bodyPr/>
            <a:lstStyle/>
            <a:p>
              <a:pPr>
                <a:defRPr/>
              </a:pPr>
              <a:r>
                <a:rPr lang="en-US" sz="2000" dirty="0"/>
                <a:t> D</a:t>
              </a:r>
            </a:p>
            <a:p>
              <a:pPr>
                <a:defRPr/>
              </a:pPr>
              <a:endParaRPr lang="en-US" sz="2000" dirty="0"/>
            </a:p>
            <a:p>
              <a:pPr>
                <a:defRPr/>
              </a:pPr>
              <a:r>
                <a:rPr lang="en-US" sz="2000" dirty="0"/>
                <a:t> C</a:t>
              </a:r>
            </a:p>
            <a:p>
              <a:pPr>
                <a:defRPr/>
              </a:pPr>
              <a:endParaRPr lang="en-US" sz="2000" dirty="0"/>
            </a:p>
          </p:txBody>
        </p:sp>
        <p:sp>
          <p:nvSpPr>
            <p:cNvPr id="31774" name="Rectangle 7">
              <a:extLst>
                <a:ext uri="{FF2B5EF4-FFF2-40B4-BE49-F238E27FC236}">
                  <a16:creationId xmlns:a16="http://schemas.microsoft.com/office/drawing/2014/main" id="{DFB7DA22-9047-44E2-BC7C-7548F59D250B}"/>
                </a:ext>
              </a:extLst>
            </p:cNvPr>
            <p:cNvSpPr>
              <a:spLocks noChangeArrowheads="1"/>
            </p:cNvSpPr>
            <p:nvPr/>
          </p:nvSpPr>
          <p:spPr bwMode="auto">
            <a:xfrm>
              <a:off x="2135" y="1302"/>
              <a:ext cx="451" cy="732"/>
            </a:xfrm>
            <a:prstGeom prst="rect">
              <a:avLst/>
            </a:prstGeom>
            <a:solidFill>
              <a:schemeClr val="accent1">
                <a:lumMod val="60000"/>
                <a:lumOff val="40000"/>
              </a:schemeClr>
            </a:solidFill>
            <a:ln w="25400">
              <a:solidFill>
                <a:srgbClr val="000000"/>
              </a:solidFill>
              <a:miter lim="800000"/>
              <a:headEnd/>
              <a:tailEnd/>
            </a:ln>
          </p:spPr>
          <p:txBody>
            <a:bodyPr/>
            <a:lstStyle/>
            <a:p>
              <a:pPr>
                <a:defRPr/>
              </a:pPr>
              <a:r>
                <a:rPr lang="en-US" sz="2000" dirty="0"/>
                <a:t> D</a:t>
              </a:r>
            </a:p>
            <a:p>
              <a:pPr>
                <a:defRPr/>
              </a:pPr>
              <a:endParaRPr lang="en-US" sz="2000" dirty="0"/>
            </a:p>
            <a:p>
              <a:pPr>
                <a:defRPr/>
              </a:pPr>
              <a:r>
                <a:rPr lang="en-US" sz="2000" dirty="0"/>
                <a:t> C</a:t>
              </a:r>
            </a:p>
            <a:p>
              <a:pPr>
                <a:defRPr/>
              </a:pPr>
              <a:endParaRPr lang="en-US" sz="2000" dirty="0"/>
            </a:p>
          </p:txBody>
        </p:sp>
        <p:sp>
          <p:nvSpPr>
            <p:cNvPr id="31775" name="Rectangle 8">
              <a:extLst>
                <a:ext uri="{FF2B5EF4-FFF2-40B4-BE49-F238E27FC236}">
                  <a16:creationId xmlns:a16="http://schemas.microsoft.com/office/drawing/2014/main" id="{8A65AF3A-F202-47A1-9A23-13A9F113CE74}"/>
                </a:ext>
              </a:extLst>
            </p:cNvPr>
            <p:cNvSpPr>
              <a:spLocks noChangeArrowheads="1"/>
            </p:cNvSpPr>
            <p:nvPr/>
          </p:nvSpPr>
          <p:spPr bwMode="auto">
            <a:xfrm>
              <a:off x="2959" y="1299"/>
              <a:ext cx="451" cy="734"/>
            </a:xfrm>
            <a:prstGeom prst="rect">
              <a:avLst/>
            </a:prstGeom>
            <a:solidFill>
              <a:schemeClr val="accent1">
                <a:lumMod val="60000"/>
                <a:lumOff val="40000"/>
              </a:schemeClr>
            </a:solidFill>
            <a:ln w="25400">
              <a:solidFill>
                <a:srgbClr val="000000"/>
              </a:solidFill>
              <a:miter lim="800000"/>
              <a:headEnd/>
              <a:tailEnd/>
            </a:ln>
          </p:spPr>
          <p:txBody>
            <a:bodyPr/>
            <a:lstStyle/>
            <a:p>
              <a:pPr>
                <a:defRPr/>
              </a:pPr>
              <a:r>
                <a:rPr lang="en-US" sz="2000" dirty="0"/>
                <a:t> D</a:t>
              </a:r>
            </a:p>
            <a:p>
              <a:pPr>
                <a:defRPr/>
              </a:pPr>
              <a:endParaRPr lang="en-US" sz="2000" dirty="0"/>
            </a:p>
            <a:p>
              <a:pPr>
                <a:defRPr/>
              </a:pPr>
              <a:r>
                <a:rPr lang="en-US" sz="2000" dirty="0"/>
                <a:t> C</a:t>
              </a:r>
            </a:p>
            <a:p>
              <a:pPr>
                <a:defRPr/>
              </a:pPr>
              <a:endParaRPr lang="en-US" sz="2000" dirty="0"/>
            </a:p>
          </p:txBody>
        </p:sp>
        <p:sp>
          <p:nvSpPr>
            <p:cNvPr id="31776" name="Rectangle 9">
              <a:extLst>
                <a:ext uri="{FF2B5EF4-FFF2-40B4-BE49-F238E27FC236}">
                  <a16:creationId xmlns:a16="http://schemas.microsoft.com/office/drawing/2014/main" id="{129C6557-5BF2-4968-9D54-65DB2E95286A}"/>
                </a:ext>
              </a:extLst>
            </p:cNvPr>
            <p:cNvSpPr>
              <a:spLocks noChangeArrowheads="1"/>
            </p:cNvSpPr>
            <p:nvPr/>
          </p:nvSpPr>
          <p:spPr bwMode="auto">
            <a:xfrm>
              <a:off x="3815" y="1321"/>
              <a:ext cx="451" cy="734"/>
            </a:xfrm>
            <a:prstGeom prst="rect">
              <a:avLst/>
            </a:prstGeom>
            <a:solidFill>
              <a:schemeClr val="accent1">
                <a:lumMod val="60000"/>
                <a:lumOff val="40000"/>
              </a:schemeClr>
            </a:solidFill>
            <a:ln w="25400">
              <a:solidFill>
                <a:srgbClr val="000000"/>
              </a:solidFill>
              <a:miter lim="800000"/>
              <a:headEnd/>
              <a:tailEnd/>
            </a:ln>
          </p:spPr>
          <p:txBody>
            <a:bodyPr/>
            <a:lstStyle/>
            <a:p>
              <a:pPr>
                <a:defRPr/>
              </a:pPr>
              <a:r>
                <a:rPr lang="en-US" sz="2000" dirty="0"/>
                <a:t> D</a:t>
              </a:r>
            </a:p>
            <a:p>
              <a:pPr>
                <a:defRPr/>
              </a:pPr>
              <a:endParaRPr lang="en-US" sz="2000" dirty="0"/>
            </a:p>
            <a:p>
              <a:pPr>
                <a:defRPr/>
              </a:pPr>
              <a:r>
                <a:rPr lang="en-US" sz="2000" dirty="0"/>
                <a:t> C</a:t>
              </a:r>
            </a:p>
            <a:p>
              <a:pPr>
                <a:defRPr/>
              </a:pPr>
              <a:endParaRPr lang="en-US" sz="2000" dirty="0"/>
            </a:p>
          </p:txBody>
        </p:sp>
        <p:sp>
          <p:nvSpPr>
            <p:cNvPr id="41023" name="Line 10">
              <a:extLst>
                <a:ext uri="{FF2B5EF4-FFF2-40B4-BE49-F238E27FC236}">
                  <a16:creationId xmlns:a16="http://schemas.microsoft.com/office/drawing/2014/main" id="{1B85960F-99D6-7EF2-DE6A-4B00184A4C11}"/>
                </a:ext>
              </a:extLst>
            </p:cNvPr>
            <p:cNvSpPr>
              <a:spLocks noChangeShapeType="1"/>
            </p:cNvSpPr>
            <p:nvPr/>
          </p:nvSpPr>
          <p:spPr bwMode="auto">
            <a:xfrm>
              <a:off x="794" y="2218"/>
              <a:ext cx="2781" cy="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1024" name="Line 11">
              <a:extLst>
                <a:ext uri="{FF2B5EF4-FFF2-40B4-BE49-F238E27FC236}">
                  <a16:creationId xmlns:a16="http://schemas.microsoft.com/office/drawing/2014/main" id="{758FD3AA-3ACC-1673-61C1-58C7E99AA45A}"/>
                </a:ext>
              </a:extLst>
            </p:cNvPr>
            <p:cNvSpPr>
              <a:spLocks noChangeShapeType="1"/>
            </p:cNvSpPr>
            <p:nvPr/>
          </p:nvSpPr>
          <p:spPr bwMode="auto">
            <a:xfrm>
              <a:off x="3567" y="1862"/>
              <a:ext cx="247"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1025" name="Line 12">
              <a:extLst>
                <a:ext uri="{FF2B5EF4-FFF2-40B4-BE49-F238E27FC236}">
                  <a16:creationId xmlns:a16="http://schemas.microsoft.com/office/drawing/2014/main" id="{77E5E761-DB6B-1691-D6C3-15ACD988864B}"/>
                </a:ext>
              </a:extLst>
            </p:cNvPr>
            <p:cNvSpPr>
              <a:spLocks noChangeShapeType="1"/>
            </p:cNvSpPr>
            <p:nvPr/>
          </p:nvSpPr>
          <p:spPr bwMode="auto">
            <a:xfrm flipH="1">
              <a:off x="3572" y="1858"/>
              <a:ext cx="0" cy="36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1026" name="Line 13">
              <a:extLst>
                <a:ext uri="{FF2B5EF4-FFF2-40B4-BE49-F238E27FC236}">
                  <a16:creationId xmlns:a16="http://schemas.microsoft.com/office/drawing/2014/main" id="{5C6F7FAB-BB99-FE6B-52C6-1304AFE588B7}"/>
                </a:ext>
              </a:extLst>
            </p:cNvPr>
            <p:cNvSpPr>
              <a:spLocks noChangeShapeType="1"/>
            </p:cNvSpPr>
            <p:nvPr/>
          </p:nvSpPr>
          <p:spPr bwMode="auto">
            <a:xfrm>
              <a:off x="2712" y="1838"/>
              <a:ext cx="251"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1027" name="Line 14">
              <a:extLst>
                <a:ext uri="{FF2B5EF4-FFF2-40B4-BE49-F238E27FC236}">
                  <a16:creationId xmlns:a16="http://schemas.microsoft.com/office/drawing/2014/main" id="{27D691F5-8C13-E1CA-63FB-5415F45D9F35}"/>
                </a:ext>
              </a:extLst>
            </p:cNvPr>
            <p:cNvSpPr>
              <a:spLocks noChangeShapeType="1"/>
            </p:cNvSpPr>
            <p:nvPr/>
          </p:nvSpPr>
          <p:spPr bwMode="auto">
            <a:xfrm flipH="1">
              <a:off x="2712" y="1838"/>
              <a:ext cx="4" cy="385"/>
            </a:xfrm>
            <a:prstGeom prst="line">
              <a:avLst/>
            </a:prstGeom>
            <a:noFill/>
            <a:ln w="25400">
              <a:solidFill>
                <a:srgbClr val="000000"/>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31782" name="Line 15">
              <a:extLst>
                <a:ext uri="{FF2B5EF4-FFF2-40B4-BE49-F238E27FC236}">
                  <a16:creationId xmlns:a16="http://schemas.microsoft.com/office/drawing/2014/main" id="{9C63D941-7246-46AC-AE5C-94A653A2BAEC}"/>
                </a:ext>
              </a:extLst>
            </p:cNvPr>
            <p:cNvSpPr>
              <a:spLocks noChangeShapeType="1"/>
            </p:cNvSpPr>
            <p:nvPr/>
          </p:nvSpPr>
          <p:spPr bwMode="auto">
            <a:xfrm>
              <a:off x="1880" y="1825"/>
              <a:ext cx="251" cy="0"/>
            </a:xfrm>
            <a:prstGeom prst="line">
              <a:avLst/>
            </a:prstGeom>
            <a:solidFill>
              <a:schemeClr val="accent1">
                <a:lumMod val="60000"/>
                <a:lumOff val="40000"/>
              </a:schemeClr>
            </a:solidFill>
            <a:ln w="25400">
              <a:solidFill>
                <a:srgbClr val="000000"/>
              </a:solidFill>
              <a:round/>
              <a:headEnd/>
              <a:tailEnd/>
            </a:ln>
          </p:spPr>
          <p:txBody>
            <a:bodyPr/>
            <a:lstStyle/>
            <a:p>
              <a:pPr eaLnBrk="1" hangingPunct="1">
                <a:defRPr/>
              </a:pPr>
              <a:endParaRPr lang="en-GB"/>
            </a:p>
          </p:txBody>
        </p:sp>
        <p:sp>
          <p:nvSpPr>
            <p:cNvPr id="41029" name="Line 16">
              <a:extLst>
                <a:ext uri="{FF2B5EF4-FFF2-40B4-BE49-F238E27FC236}">
                  <a16:creationId xmlns:a16="http://schemas.microsoft.com/office/drawing/2014/main" id="{DE4DD79D-5B2E-5D0A-B788-83E3246346E8}"/>
                </a:ext>
              </a:extLst>
            </p:cNvPr>
            <p:cNvSpPr>
              <a:spLocks noChangeShapeType="1"/>
            </p:cNvSpPr>
            <p:nvPr/>
          </p:nvSpPr>
          <p:spPr bwMode="auto">
            <a:xfrm>
              <a:off x="1033" y="1839"/>
              <a:ext cx="229"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1030" name="Line 17">
              <a:extLst>
                <a:ext uri="{FF2B5EF4-FFF2-40B4-BE49-F238E27FC236}">
                  <a16:creationId xmlns:a16="http://schemas.microsoft.com/office/drawing/2014/main" id="{90B471A5-97A8-C41C-740A-311F342F61F5}"/>
                </a:ext>
              </a:extLst>
            </p:cNvPr>
            <p:cNvSpPr>
              <a:spLocks noChangeShapeType="1"/>
            </p:cNvSpPr>
            <p:nvPr/>
          </p:nvSpPr>
          <p:spPr bwMode="auto">
            <a:xfrm flipH="1">
              <a:off x="1031" y="1830"/>
              <a:ext cx="0" cy="385"/>
            </a:xfrm>
            <a:prstGeom prst="line">
              <a:avLst/>
            </a:prstGeom>
            <a:noFill/>
            <a:ln w="25400">
              <a:solidFill>
                <a:srgbClr val="000000"/>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41031" name="Line 18">
              <a:extLst>
                <a:ext uri="{FF2B5EF4-FFF2-40B4-BE49-F238E27FC236}">
                  <a16:creationId xmlns:a16="http://schemas.microsoft.com/office/drawing/2014/main" id="{0BD9C5EB-6F01-4F4F-B537-56EC26F280FD}"/>
                </a:ext>
              </a:extLst>
            </p:cNvPr>
            <p:cNvSpPr>
              <a:spLocks noChangeShapeType="1"/>
            </p:cNvSpPr>
            <p:nvPr/>
          </p:nvSpPr>
          <p:spPr bwMode="auto">
            <a:xfrm flipH="1">
              <a:off x="1880" y="1819"/>
              <a:ext cx="0" cy="397"/>
            </a:xfrm>
            <a:prstGeom prst="line">
              <a:avLst/>
            </a:prstGeom>
            <a:noFill/>
            <a:ln w="25400">
              <a:solidFill>
                <a:srgbClr val="000000"/>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41032" name="Line 19">
              <a:extLst>
                <a:ext uri="{FF2B5EF4-FFF2-40B4-BE49-F238E27FC236}">
                  <a16:creationId xmlns:a16="http://schemas.microsoft.com/office/drawing/2014/main" id="{CE4532A0-150A-50E7-5FE0-64864AC41FFB}"/>
                </a:ext>
              </a:extLst>
            </p:cNvPr>
            <p:cNvSpPr>
              <a:spLocks noChangeShapeType="1"/>
            </p:cNvSpPr>
            <p:nvPr/>
          </p:nvSpPr>
          <p:spPr bwMode="auto">
            <a:xfrm>
              <a:off x="803" y="1474"/>
              <a:ext cx="458"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1033" name="Line 20">
              <a:extLst>
                <a:ext uri="{FF2B5EF4-FFF2-40B4-BE49-F238E27FC236}">
                  <a16:creationId xmlns:a16="http://schemas.microsoft.com/office/drawing/2014/main" id="{8F0A7953-ACAA-8798-64B8-DD55B8B0B657}"/>
                </a:ext>
              </a:extLst>
            </p:cNvPr>
            <p:cNvSpPr>
              <a:spLocks noChangeShapeType="1"/>
            </p:cNvSpPr>
            <p:nvPr/>
          </p:nvSpPr>
          <p:spPr bwMode="auto">
            <a:xfrm>
              <a:off x="1700" y="1474"/>
              <a:ext cx="432"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1034" name="Line 21">
              <a:extLst>
                <a:ext uri="{FF2B5EF4-FFF2-40B4-BE49-F238E27FC236}">
                  <a16:creationId xmlns:a16="http://schemas.microsoft.com/office/drawing/2014/main" id="{D5A2691F-D3C5-1039-C1CD-177D0DD82E3A}"/>
                </a:ext>
              </a:extLst>
            </p:cNvPr>
            <p:cNvSpPr>
              <a:spLocks noChangeShapeType="1"/>
            </p:cNvSpPr>
            <p:nvPr/>
          </p:nvSpPr>
          <p:spPr bwMode="auto">
            <a:xfrm>
              <a:off x="2589" y="1465"/>
              <a:ext cx="36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1035" name="Line 22">
              <a:extLst>
                <a:ext uri="{FF2B5EF4-FFF2-40B4-BE49-F238E27FC236}">
                  <a16:creationId xmlns:a16="http://schemas.microsoft.com/office/drawing/2014/main" id="{9546407A-BEED-68A4-78AB-9DB25FA47BF5}"/>
                </a:ext>
              </a:extLst>
            </p:cNvPr>
            <p:cNvSpPr>
              <a:spLocks noChangeShapeType="1"/>
            </p:cNvSpPr>
            <p:nvPr/>
          </p:nvSpPr>
          <p:spPr bwMode="auto">
            <a:xfrm>
              <a:off x="3420" y="1454"/>
              <a:ext cx="38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1036" name="Text Box 23">
              <a:extLst>
                <a:ext uri="{FF2B5EF4-FFF2-40B4-BE49-F238E27FC236}">
                  <a16:creationId xmlns:a16="http://schemas.microsoft.com/office/drawing/2014/main" id="{056972E0-35A0-C04A-9B3D-CFAAB724FE66}"/>
                </a:ext>
              </a:extLst>
            </p:cNvPr>
            <p:cNvSpPr txBox="1">
              <a:spLocks noChangeArrowheads="1"/>
            </p:cNvSpPr>
            <p:nvPr/>
          </p:nvSpPr>
          <p:spPr bwMode="auto">
            <a:xfrm>
              <a:off x="240" y="1318"/>
              <a:ext cx="695" cy="4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en-US" sz="2000"/>
                <a:t>SERIN</a:t>
              </a:r>
            </a:p>
          </p:txBody>
        </p:sp>
        <p:sp>
          <p:nvSpPr>
            <p:cNvPr id="41037" name="Text Box 24">
              <a:extLst>
                <a:ext uri="{FF2B5EF4-FFF2-40B4-BE49-F238E27FC236}">
                  <a16:creationId xmlns:a16="http://schemas.microsoft.com/office/drawing/2014/main" id="{383A8A0F-FF48-3B3C-67A5-810F81F3119B}"/>
                </a:ext>
              </a:extLst>
            </p:cNvPr>
            <p:cNvSpPr txBox="1">
              <a:spLocks noChangeArrowheads="1"/>
            </p:cNvSpPr>
            <p:nvPr/>
          </p:nvSpPr>
          <p:spPr bwMode="auto">
            <a:xfrm>
              <a:off x="288" y="1942"/>
              <a:ext cx="629" cy="4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en-US" sz="2000"/>
                <a:t>Clock</a:t>
              </a:r>
              <a:endParaRPr lang="en-US" altLang="en-US" sz="2000" baseline="-25000"/>
            </a:p>
          </p:txBody>
        </p:sp>
        <p:sp>
          <p:nvSpPr>
            <p:cNvPr id="41038" name="Line 25">
              <a:extLst>
                <a:ext uri="{FF2B5EF4-FFF2-40B4-BE49-F238E27FC236}">
                  <a16:creationId xmlns:a16="http://schemas.microsoft.com/office/drawing/2014/main" id="{731879F9-FEE6-43AA-F028-B8F910890FA6}"/>
                </a:ext>
              </a:extLst>
            </p:cNvPr>
            <p:cNvSpPr>
              <a:spLocks noChangeShapeType="1"/>
            </p:cNvSpPr>
            <p:nvPr/>
          </p:nvSpPr>
          <p:spPr bwMode="auto">
            <a:xfrm>
              <a:off x="4262" y="1474"/>
              <a:ext cx="251" cy="0"/>
            </a:xfrm>
            <a:prstGeom prst="line">
              <a:avLst/>
            </a:prstGeom>
            <a:noFill/>
            <a:ln w="25400">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en-US"/>
            </a:p>
          </p:txBody>
        </p:sp>
        <p:sp>
          <p:nvSpPr>
            <p:cNvPr id="41039" name="Text Box 26">
              <a:extLst>
                <a:ext uri="{FF2B5EF4-FFF2-40B4-BE49-F238E27FC236}">
                  <a16:creationId xmlns:a16="http://schemas.microsoft.com/office/drawing/2014/main" id="{9AA8BC42-2101-E51A-DEF3-9F9CF626A37F}"/>
                </a:ext>
              </a:extLst>
            </p:cNvPr>
            <p:cNvSpPr txBox="1">
              <a:spLocks noChangeArrowheads="1"/>
            </p:cNvSpPr>
            <p:nvPr/>
          </p:nvSpPr>
          <p:spPr bwMode="auto">
            <a:xfrm>
              <a:off x="4503" y="1360"/>
              <a:ext cx="754" cy="4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en-US" sz="2000"/>
                <a:t>Output</a:t>
              </a:r>
              <a:endParaRPr lang="en-US" altLang="en-US" sz="2000" baseline="-25000"/>
            </a:p>
            <a:p>
              <a:endParaRPr lang="en-US" altLang="en-US" sz="2000"/>
            </a:p>
          </p:txBody>
        </p:sp>
        <p:sp>
          <p:nvSpPr>
            <p:cNvPr id="31794" name="Freeform 40">
              <a:extLst>
                <a:ext uri="{FF2B5EF4-FFF2-40B4-BE49-F238E27FC236}">
                  <a16:creationId xmlns:a16="http://schemas.microsoft.com/office/drawing/2014/main" id="{74B2BAD7-6D9E-416A-8863-38B7B5E8A95B}"/>
                </a:ext>
              </a:extLst>
            </p:cNvPr>
            <p:cNvSpPr>
              <a:spLocks/>
            </p:cNvSpPr>
            <p:nvPr/>
          </p:nvSpPr>
          <p:spPr bwMode="auto">
            <a:xfrm>
              <a:off x="1260" y="1789"/>
              <a:ext cx="84" cy="110"/>
            </a:xfrm>
            <a:custGeom>
              <a:avLst/>
              <a:gdLst>
                <a:gd name="T0" fmla="*/ 0 w 129"/>
                <a:gd name="T1" fmla="*/ 8 h 133"/>
                <a:gd name="T2" fmla="*/ 1 w 129"/>
                <a:gd name="T3" fmla="*/ 4 h 133"/>
                <a:gd name="T4" fmla="*/ 0 w 129"/>
                <a:gd name="T5" fmla="*/ 0 h 133"/>
                <a:gd name="T6" fmla="*/ 0 60000 65536"/>
                <a:gd name="T7" fmla="*/ 0 60000 65536"/>
                <a:gd name="T8" fmla="*/ 0 60000 65536"/>
                <a:gd name="T9" fmla="*/ 0 w 129"/>
                <a:gd name="T10" fmla="*/ 0 h 133"/>
                <a:gd name="T11" fmla="*/ 129 w 129"/>
                <a:gd name="T12" fmla="*/ 133 h 133"/>
              </a:gdLst>
              <a:ahLst/>
              <a:cxnLst>
                <a:cxn ang="T6">
                  <a:pos x="T0" y="T1"/>
                </a:cxn>
                <a:cxn ang="T7">
                  <a:pos x="T2" y="T3"/>
                </a:cxn>
                <a:cxn ang="T8">
                  <a:pos x="T4" y="T5"/>
                </a:cxn>
              </a:cxnLst>
              <a:rect l="T9" t="T10" r="T11" b="T12"/>
              <a:pathLst>
                <a:path w="129" h="133">
                  <a:moveTo>
                    <a:pt x="0" y="133"/>
                  </a:moveTo>
                  <a:lnTo>
                    <a:pt x="129" y="66"/>
                  </a:lnTo>
                  <a:lnTo>
                    <a:pt x="0" y="0"/>
                  </a:lnTo>
                </a:path>
              </a:pathLst>
            </a:custGeom>
            <a:solidFill>
              <a:schemeClr val="accent1">
                <a:lumMod val="60000"/>
                <a:lumOff val="40000"/>
              </a:schemeClr>
            </a:solidFill>
            <a:ln w="25400">
              <a:solidFill>
                <a:schemeClr val="tx1"/>
              </a:solidFill>
              <a:miter lim="800000"/>
              <a:headEnd/>
              <a:tailEnd/>
            </a:ln>
          </p:spPr>
          <p:txBody>
            <a:bodyPr/>
            <a:lstStyle/>
            <a:p>
              <a:pPr eaLnBrk="1" hangingPunct="1">
                <a:defRPr/>
              </a:pPr>
              <a:endParaRPr lang="en-GB"/>
            </a:p>
          </p:txBody>
        </p:sp>
        <p:sp>
          <p:nvSpPr>
            <p:cNvPr id="31795" name="Freeform 75">
              <a:extLst>
                <a:ext uri="{FF2B5EF4-FFF2-40B4-BE49-F238E27FC236}">
                  <a16:creationId xmlns:a16="http://schemas.microsoft.com/office/drawing/2014/main" id="{6154345C-FE9D-4915-B971-8FCB024DD0DF}"/>
                </a:ext>
              </a:extLst>
            </p:cNvPr>
            <p:cNvSpPr>
              <a:spLocks/>
            </p:cNvSpPr>
            <p:nvPr/>
          </p:nvSpPr>
          <p:spPr bwMode="auto">
            <a:xfrm>
              <a:off x="2143" y="1770"/>
              <a:ext cx="84" cy="110"/>
            </a:xfrm>
            <a:custGeom>
              <a:avLst/>
              <a:gdLst>
                <a:gd name="T0" fmla="*/ 0 w 129"/>
                <a:gd name="T1" fmla="*/ 8 h 133"/>
                <a:gd name="T2" fmla="*/ 1 w 129"/>
                <a:gd name="T3" fmla="*/ 4 h 133"/>
                <a:gd name="T4" fmla="*/ 0 w 129"/>
                <a:gd name="T5" fmla="*/ 0 h 133"/>
                <a:gd name="T6" fmla="*/ 0 60000 65536"/>
                <a:gd name="T7" fmla="*/ 0 60000 65536"/>
                <a:gd name="T8" fmla="*/ 0 60000 65536"/>
                <a:gd name="T9" fmla="*/ 0 w 129"/>
                <a:gd name="T10" fmla="*/ 0 h 133"/>
                <a:gd name="T11" fmla="*/ 129 w 129"/>
                <a:gd name="T12" fmla="*/ 133 h 133"/>
              </a:gdLst>
              <a:ahLst/>
              <a:cxnLst>
                <a:cxn ang="T6">
                  <a:pos x="T0" y="T1"/>
                </a:cxn>
                <a:cxn ang="T7">
                  <a:pos x="T2" y="T3"/>
                </a:cxn>
                <a:cxn ang="T8">
                  <a:pos x="T4" y="T5"/>
                </a:cxn>
              </a:cxnLst>
              <a:rect l="T9" t="T10" r="T11" b="T12"/>
              <a:pathLst>
                <a:path w="129" h="133">
                  <a:moveTo>
                    <a:pt x="0" y="133"/>
                  </a:moveTo>
                  <a:lnTo>
                    <a:pt x="129" y="66"/>
                  </a:lnTo>
                  <a:lnTo>
                    <a:pt x="0" y="0"/>
                  </a:lnTo>
                </a:path>
              </a:pathLst>
            </a:custGeom>
            <a:solidFill>
              <a:schemeClr val="accent1">
                <a:lumMod val="60000"/>
                <a:lumOff val="40000"/>
              </a:schemeClr>
            </a:solidFill>
            <a:ln w="25400">
              <a:solidFill>
                <a:schemeClr val="tx1"/>
              </a:solidFill>
              <a:miter lim="800000"/>
              <a:headEnd/>
              <a:tailEnd/>
            </a:ln>
          </p:spPr>
          <p:txBody>
            <a:bodyPr/>
            <a:lstStyle/>
            <a:p>
              <a:pPr eaLnBrk="1" hangingPunct="1">
                <a:defRPr/>
              </a:pPr>
              <a:endParaRPr lang="en-GB"/>
            </a:p>
          </p:txBody>
        </p:sp>
        <p:sp>
          <p:nvSpPr>
            <p:cNvPr id="31796" name="Freeform 76">
              <a:extLst>
                <a:ext uri="{FF2B5EF4-FFF2-40B4-BE49-F238E27FC236}">
                  <a16:creationId xmlns:a16="http://schemas.microsoft.com/office/drawing/2014/main" id="{D7E325C8-9289-4BED-9839-55A64AF971CD}"/>
                </a:ext>
              </a:extLst>
            </p:cNvPr>
            <p:cNvSpPr>
              <a:spLocks/>
            </p:cNvSpPr>
            <p:nvPr/>
          </p:nvSpPr>
          <p:spPr bwMode="auto">
            <a:xfrm>
              <a:off x="2964" y="1789"/>
              <a:ext cx="84" cy="110"/>
            </a:xfrm>
            <a:custGeom>
              <a:avLst/>
              <a:gdLst>
                <a:gd name="T0" fmla="*/ 0 w 129"/>
                <a:gd name="T1" fmla="*/ 8 h 133"/>
                <a:gd name="T2" fmla="*/ 1 w 129"/>
                <a:gd name="T3" fmla="*/ 4 h 133"/>
                <a:gd name="T4" fmla="*/ 0 w 129"/>
                <a:gd name="T5" fmla="*/ 0 h 133"/>
                <a:gd name="T6" fmla="*/ 0 60000 65536"/>
                <a:gd name="T7" fmla="*/ 0 60000 65536"/>
                <a:gd name="T8" fmla="*/ 0 60000 65536"/>
                <a:gd name="T9" fmla="*/ 0 w 129"/>
                <a:gd name="T10" fmla="*/ 0 h 133"/>
                <a:gd name="T11" fmla="*/ 129 w 129"/>
                <a:gd name="T12" fmla="*/ 133 h 133"/>
              </a:gdLst>
              <a:ahLst/>
              <a:cxnLst>
                <a:cxn ang="T6">
                  <a:pos x="T0" y="T1"/>
                </a:cxn>
                <a:cxn ang="T7">
                  <a:pos x="T2" y="T3"/>
                </a:cxn>
                <a:cxn ang="T8">
                  <a:pos x="T4" y="T5"/>
                </a:cxn>
              </a:cxnLst>
              <a:rect l="T9" t="T10" r="T11" b="T12"/>
              <a:pathLst>
                <a:path w="129" h="133">
                  <a:moveTo>
                    <a:pt x="0" y="133"/>
                  </a:moveTo>
                  <a:lnTo>
                    <a:pt x="129" y="66"/>
                  </a:lnTo>
                  <a:lnTo>
                    <a:pt x="0" y="0"/>
                  </a:lnTo>
                </a:path>
              </a:pathLst>
            </a:custGeom>
            <a:solidFill>
              <a:schemeClr val="accent1">
                <a:lumMod val="60000"/>
                <a:lumOff val="40000"/>
              </a:schemeClr>
            </a:solidFill>
            <a:ln w="25400">
              <a:solidFill>
                <a:schemeClr val="tx1"/>
              </a:solidFill>
              <a:miter lim="800000"/>
              <a:headEnd/>
              <a:tailEnd/>
            </a:ln>
          </p:spPr>
          <p:txBody>
            <a:bodyPr/>
            <a:lstStyle/>
            <a:p>
              <a:pPr eaLnBrk="1" hangingPunct="1">
                <a:defRPr/>
              </a:pPr>
              <a:endParaRPr lang="en-GB"/>
            </a:p>
          </p:txBody>
        </p:sp>
        <p:sp>
          <p:nvSpPr>
            <p:cNvPr id="31797" name="Freeform 77">
              <a:extLst>
                <a:ext uri="{FF2B5EF4-FFF2-40B4-BE49-F238E27FC236}">
                  <a16:creationId xmlns:a16="http://schemas.microsoft.com/office/drawing/2014/main" id="{8B9708F5-583C-46ED-A6DC-7A0FB4A72CBF}"/>
                </a:ext>
              </a:extLst>
            </p:cNvPr>
            <p:cNvSpPr>
              <a:spLocks/>
            </p:cNvSpPr>
            <p:nvPr/>
          </p:nvSpPr>
          <p:spPr bwMode="auto">
            <a:xfrm>
              <a:off x="3821" y="1805"/>
              <a:ext cx="84" cy="111"/>
            </a:xfrm>
            <a:custGeom>
              <a:avLst/>
              <a:gdLst>
                <a:gd name="T0" fmla="*/ 0 w 129"/>
                <a:gd name="T1" fmla="*/ 8 h 133"/>
                <a:gd name="T2" fmla="*/ 1 w 129"/>
                <a:gd name="T3" fmla="*/ 4 h 133"/>
                <a:gd name="T4" fmla="*/ 0 w 129"/>
                <a:gd name="T5" fmla="*/ 0 h 133"/>
                <a:gd name="T6" fmla="*/ 0 60000 65536"/>
                <a:gd name="T7" fmla="*/ 0 60000 65536"/>
                <a:gd name="T8" fmla="*/ 0 60000 65536"/>
                <a:gd name="T9" fmla="*/ 0 w 129"/>
                <a:gd name="T10" fmla="*/ 0 h 133"/>
                <a:gd name="T11" fmla="*/ 129 w 129"/>
                <a:gd name="T12" fmla="*/ 133 h 133"/>
              </a:gdLst>
              <a:ahLst/>
              <a:cxnLst>
                <a:cxn ang="T6">
                  <a:pos x="T0" y="T1"/>
                </a:cxn>
                <a:cxn ang="T7">
                  <a:pos x="T2" y="T3"/>
                </a:cxn>
                <a:cxn ang="T8">
                  <a:pos x="T4" y="T5"/>
                </a:cxn>
              </a:cxnLst>
              <a:rect l="T9" t="T10" r="T11" b="T12"/>
              <a:pathLst>
                <a:path w="129" h="133">
                  <a:moveTo>
                    <a:pt x="0" y="133"/>
                  </a:moveTo>
                  <a:lnTo>
                    <a:pt x="129" y="66"/>
                  </a:lnTo>
                  <a:lnTo>
                    <a:pt x="0" y="0"/>
                  </a:lnTo>
                </a:path>
              </a:pathLst>
            </a:custGeom>
            <a:solidFill>
              <a:schemeClr val="accent1">
                <a:lumMod val="60000"/>
                <a:lumOff val="40000"/>
              </a:schemeClr>
            </a:solidFill>
            <a:ln w="25400">
              <a:solidFill>
                <a:schemeClr val="tx1"/>
              </a:solidFill>
              <a:miter lim="800000"/>
              <a:headEnd/>
              <a:tailEnd/>
            </a:ln>
          </p:spPr>
          <p:txBody>
            <a:bodyPr/>
            <a:lstStyle/>
            <a:p>
              <a:pPr eaLnBrk="1" hangingPunct="1">
                <a:defRPr/>
              </a:pPr>
              <a:endParaRPr lang="en-GB"/>
            </a:p>
          </p:txBody>
        </p:sp>
      </p:grpSp>
      <p:sp>
        <p:nvSpPr>
          <p:cNvPr id="40963" name="Text Box 102">
            <a:extLst>
              <a:ext uri="{FF2B5EF4-FFF2-40B4-BE49-F238E27FC236}">
                <a16:creationId xmlns:a16="http://schemas.microsoft.com/office/drawing/2014/main" id="{545DA790-59C2-E0BE-9EE8-35E38C6CAA82}"/>
              </a:ext>
            </a:extLst>
          </p:cNvPr>
          <p:cNvSpPr txBox="1">
            <a:spLocks noChangeArrowheads="1"/>
          </p:cNvSpPr>
          <p:nvPr/>
        </p:nvSpPr>
        <p:spPr bwMode="auto">
          <a:xfrm>
            <a:off x="1828800" y="3810001"/>
            <a:ext cx="1676400" cy="650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en-US"/>
              <a:t>Serial Input</a:t>
            </a:r>
          </a:p>
          <a:p>
            <a:r>
              <a:rPr lang="en-US" altLang="en-US"/>
              <a:t>SERIN = 0</a:t>
            </a:r>
            <a:endParaRPr lang="en-US" altLang="en-US" baseline="-25000"/>
          </a:p>
        </p:txBody>
      </p:sp>
      <p:sp>
        <p:nvSpPr>
          <p:cNvPr id="40964" name="Text Box 104">
            <a:extLst>
              <a:ext uri="{FF2B5EF4-FFF2-40B4-BE49-F238E27FC236}">
                <a16:creationId xmlns:a16="http://schemas.microsoft.com/office/drawing/2014/main" id="{808B8F86-028C-3132-752D-A72CC4C758C4}"/>
              </a:ext>
            </a:extLst>
          </p:cNvPr>
          <p:cNvSpPr txBox="1">
            <a:spLocks noChangeArrowheads="1"/>
          </p:cNvSpPr>
          <p:nvPr/>
        </p:nvSpPr>
        <p:spPr bwMode="auto">
          <a:xfrm>
            <a:off x="2209800" y="1219201"/>
            <a:ext cx="78486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000"/>
              <a:t>Shift register is n-bit register the content of which can be shifted into several bit. </a:t>
            </a:r>
            <a:r>
              <a:rPr lang="en-US" altLang="en-US" sz="2000">
                <a:solidFill>
                  <a:srgbClr val="0000FF"/>
                </a:solidFill>
              </a:rPr>
              <a:t>Shift right register (by one bit)</a:t>
            </a:r>
            <a:endParaRPr lang="ru-RU" altLang="en-US" sz="2000">
              <a:solidFill>
                <a:srgbClr val="0000FF"/>
              </a:solidFill>
            </a:endParaRPr>
          </a:p>
        </p:txBody>
      </p:sp>
      <p:sp>
        <p:nvSpPr>
          <p:cNvPr id="34" name="Rectangle 4">
            <a:extLst>
              <a:ext uri="{FF2B5EF4-FFF2-40B4-BE49-F238E27FC236}">
                <a16:creationId xmlns:a16="http://schemas.microsoft.com/office/drawing/2014/main" id="{23184403-A250-4368-8159-CEBDB531902C}"/>
              </a:ext>
            </a:extLst>
          </p:cNvPr>
          <p:cNvSpPr txBox="1">
            <a:spLocks noChangeArrowheads="1"/>
          </p:cNvSpPr>
          <p:nvPr/>
        </p:nvSpPr>
        <p:spPr bwMode="auto">
          <a:xfrm>
            <a:off x="1981200" y="277814"/>
            <a:ext cx="8229600" cy="1139825"/>
          </a:xfrm>
          <a:prstGeom prst="rect">
            <a:avLst/>
          </a:prstGeom>
          <a:noFill/>
          <a:ln w="9525">
            <a:noFill/>
            <a:miter lim="800000"/>
            <a:headEnd/>
            <a:tailEnd/>
          </a:ln>
        </p:spPr>
        <p:txBody>
          <a:bodyPr/>
          <a:lstStyle/>
          <a:p>
            <a:pPr>
              <a:tabLst>
                <a:tab pos="58738" algn="l"/>
              </a:tabLst>
              <a:defRPr/>
            </a:pPr>
            <a:endParaRPr lang="en-US" sz="3600" b="1" kern="0" dirty="0">
              <a:latin typeface="+mj-lt"/>
              <a:ea typeface="+mj-ea"/>
              <a:cs typeface="+mj-cs"/>
            </a:endParaRPr>
          </a:p>
        </p:txBody>
      </p:sp>
      <p:graphicFrame>
        <p:nvGraphicFramePr>
          <p:cNvPr id="2" name="Таблица 1">
            <a:extLst>
              <a:ext uri="{FF2B5EF4-FFF2-40B4-BE49-F238E27FC236}">
                <a16:creationId xmlns:a16="http://schemas.microsoft.com/office/drawing/2014/main" id="{CA6183CB-7BC9-4E48-A4DC-DB7317F05B73}"/>
              </a:ext>
            </a:extLst>
          </p:cNvPr>
          <p:cNvGraphicFramePr>
            <a:graphicFrameLocks noGrp="1"/>
          </p:cNvGraphicFramePr>
          <p:nvPr/>
        </p:nvGraphicFramePr>
        <p:xfrm>
          <a:off x="3352800" y="3657601"/>
          <a:ext cx="2362200" cy="2054226"/>
        </p:xfrm>
        <a:graphic>
          <a:graphicData uri="http://schemas.openxmlformats.org/drawingml/2006/table">
            <a:tbl>
              <a:tblPr firstRow="1" bandRow="1">
                <a:tableStyleId>{B301B821-A1FF-4177-AEE7-76D212191A09}</a:tableStyleId>
              </a:tblPr>
              <a:tblGrid>
                <a:gridCol w="838200">
                  <a:extLst>
                    <a:ext uri="{9D8B030D-6E8A-4147-A177-3AD203B41FA5}">
                      <a16:colId xmlns:a16="http://schemas.microsoft.com/office/drawing/2014/main" val="20000"/>
                    </a:ext>
                  </a:extLst>
                </a:gridCol>
                <a:gridCol w="1524000">
                  <a:extLst>
                    <a:ext uri="{9D8B030D-6E8A-4147-A177-3AD203B41FA5}">
                      <a16:colId xmlns:a16="http://schemas.microsoft.com/office/drawing/2014/main" val="20001"/>
                    </a:ext>
                  </a:extLst>
                </a:gridCol>
              </a:tblGrid>
              <a:tr h="342371">
                <a:tc>
                  <a:txBody>
                    <a:bodyPr/>
                    <a:lstStyle/>
                    <a:p>
                      <a:pPr marL="0" marR="0" lvl="0" indent="0" algn="l" defTabSz="914400" rtl="0" eaLnBrk="1" fontAlgn="base" latinLnBrk="0" hangingPunct="1">
                        <a:lnSpc>
                          <a:spcPct val="100000"/>
                        </a:lnSpc>
                        <a:spcBef>
                          <a:spcPts val="0"/>
                        </a:spcBef>
                        <a:spcAft>
                          <a:spcPct val="0"/>
                        </a:spcAft>
                        <a:buClrTx/>
                        <a:buSzTx/>
                        <a:buFontTx/>
                        <a:buNone/>
                        <a:tabLst/>
                      </a:pPr>
                      <a:r>
                        <a:rPr kumimoji="0" lang="en-US" sz="1600" u="none" strike="noStrike" cap="none" normalizeH="0" baseline="0" dirty="0">
                          <a:ln>
                            <a:noFill/>
                          </a:ln>
                          <a:effectLst/>
                        </a:rPr>
                        <a:t>Cycle</a:t>
                      </a:r>
                      <a:endParaRPr kumimoji="0" lang="ru-RU" sz="1600" b="0" i="0" u="none" strike="noStrike" cap="none" normalizeH="0" baseline="0" dirty="0">
                        <a:ln>
                          <a:noFill/>
                        </a:ln>
                        <a:solidFill>
                          <a:schemeClr val="tx1"/>
                        </a:solidFill>
                        <a:effectLst/>
                        <a:latin typeface="Arial" pitchFamily="34" charset="0"/>
                        <a:cs typeface="Arial" pitchFamily="34" charset="0"/>
                      </a:endParaRPr>
                    </a:p>
                  </a:txBody>
                  <a:tcPr marT="45745" marB="45745" horzOverflow="overflow"/>
                </a:tc>
                <a:tc>
                  <a:txBody>
                    <a:bodyPr/>
                    <a:lstStyle/>
                    <a:p>
                      <a:pPr marL="0" marR="0" lvl="0" indent="0" algn="l" defTabSz="914400" rtl="0" eaLnBrk="1" fontAlgn="base" latinLnBrk="0" hangingPunct="1">
                        <a:lnSpc>
                          <a:spcPct val="100000"/>
                        </a:lnSpc>
                        <a:spcBef>
                          <a:spcPts val="0"/>
                        </a:spcBef>
                        <a:spcAft>
                          <a:spcPct val="0"/>
                        </a:spcAft>
                        <a:buClrTx/>
                        <a:buSzTx/>
                        <a:buFontTx/>
                        <a:buNone/>
                        <a:tabLst/>
                      </a:pPr>
                      <a:r>
                        <a:rPr kumimoji="0" lang="en-US" sz="1600" u="none" strike="noStrike" cap="none" normalizeH="0" baseline="0" dirty="0">
                          <a:ln>
                            <a:noFill/>
                          </a:ln>
                          <a:effectLst/>
                        </a:rPr>
                        <a:t>q</a:t>
                      </a:r>
                      <a:r>
                        <a:rPr kumimoji="0" lang="en-US" sz="1600" u="none" strike="noStrike" cap="none" normalizeH="0" baseline="-25000" dirty="0">
                          <a:ln>
                            <a:noFill/>
                          </a:ln>
                          <a:effectLst/>
                        </a:rPr>
                        <a:t>1 </a:t>
                      </a:r>
                      <a:r>
                        <a:rPr kumimoji="0" lang="en-US" sz="1600" u="none" strike="noStrike" cap="none" normalizeH="0" baseline="0" dirty="0">
                          <a:ln>
                            <a:noFill/>
                          </a:ln>
                          <a:effectLst/>
                        </a:rPr>
                        <a:t>q</a:t>
                      </a:r>
                      <a:r>
                        <a:rPr kumimoji="0" lang="en-US" sz="1600" u="none" strike="noStrike" cap="none" normalizeH="0" baseline="-25000" dirty="0">
                          <a:ln>
                            <a:noFill/>
                          </a:ln>
                          <a:effectLst/>
                        </a:rPr>
                        <a:t>2 </a:t>
                      </a:r>
                      <a:r>
                        <a:rPr kumimoji="0" lang="en-US" sz="1600" u="none" strike="noStrike" cap="none" normalizeH="0" baseline="0" dirty="0">
                          <a:ln>
                            <a:noFill/>
                          </a:ln>
                          <a:effectLst/>
                        </a:rPr>
                        <a:t>q</a:t>
                      </a:r>
                      <a:r>
                        <a:rPr kumimoji="0" lang="en-US" sz="1600" u="none" strike="noStrike" cap="none" normalizeH="0" baseline="-25000" dirty="0">
                          <a:ln>
                            <a:noFill/>
                          </a:ln>
                          <a:effectLst/>
                        </a:rPr>
                        <a:t>3  </a:t>
                      </a:r>
                      <a:r>
                        <a:rPr kumimoji="0" lang="en-US" sz="1600" u="none" strike="noStrike" cap="none" normalizeH="0" baseline="0" dirty="0">
                          <a:ln>
                            <a:noFill/>
                          </a:ln>
                          <a:effectLst/>
                        </a:rPr>
                        <a:t>q</a:t>
                      </a:r>
                      <a:r>
                        <a:rPr kumimoji="0" lang="en-US" sz="1600" u="none" strike="noStrike" cap="none" normalizeH="0" baseline="-25000" dirty="0">
                          <a:ln>
                            <a:noFill/>
                          </a:ln>
                          <a:effectLst/>
                        </a:rPr>
                        <a:t>4</a:t>
                      </a:r>
                      <a:endParaRPr kumimoji="0" lang="ru-RU" sz="1600" b="0" i="0" u="none" strike="noStrike" cap="none" normalizeH="0" baseline="0" dirty="0">
                        <a:ln>
                          <a:noFill/>
                        </a:ln>
                        <a:solidFill>
                          <a:schemeClr val="tx1"/>
                        </a:solidFill>
                        <a:effectLst/>
                        <a:latin typeface="Arial" pitchFamily="34" charset="0"/>
                        <a:cs typeface="Arial" pitchFamily="34" charset="0"/>
                      </a:endParaRPr>
                    </a:p>
                  </a:txBody>
                  <a:tcPr marT="45745" marB="45745" horzOverflow="overflow"/>
                </a:tc>
                <a:extLst>
                  <a:ext uri="{0D108BD9-81ED-4DB2-BD59-A6C34878D82A}">
                    <a16:rowId xmlns:a16="http://schemas.microsoft.com/office/drawing/2014/main" val="10000"/>
                  </a:ext>
                </a:extLst>
              </a:tr>
              <a:tr h="342371">
                <a:tc>
                  <a:txBody>
                    <a:bodyPr/>
                    <a:lstStyle/>
                    <a:p>
                      <a:pPr marL="0" marR="0" lvl="0" indent="0" algn="l" defTabSz="914400" rtl="0" eaLnBrk="1" fontAlgn="base" latinLnBrk="0" hangingPunct="1">
                        <a:lnSpc>
                          <a:spcPct val="100000"/>
                        </a:lnSpc>
                        <a:spcBef>
                          <a:spcPts val="0"/>
                        </a:spcBef>
                        <a:spcAft>
                          <a:spcPct val="0"/>
                        </a:spcAft>
                        <a:buClrTx/>
                        <a:buSzTx/>
                        <a:buFontTx/>
                        <a:buNone/>
                        <a:tabLst/>
                      </a:pPr>
                      <a:r>
                        <a:rPr kumimoji="0" lang="en-US" sz="1600" u="none" strike="noStrike" cap="none" normalizeH="0" baseline="0" dirty="0">
                          <a:ln>
                            <a:noFill/>
                          </a:ln>
                          <a:effectLst/>
                        </a:rPr>
                        <a:t>0</a:t>
                      </a:r>
                      <a:endParaRPr kumimoji="0" lang="ru-RU" sz="1600" b="0" i="0" u="none" strike="noStrike" cap="none" normalizeH="0" baseline="0" dirty="0">
                        <a:ln>
                          <a:noFill/>
                        </a:ln>
                        <a:solidFill>
                          <a:schemeClr val="tx1"/>
                        </a:solidFill>
                        <a:effectLst/>
                        <a:latin typeface="Arial" pitchFamily="34" charset="0"/>
                        <a:cs typeface="Arial" pitchFamily="34" charset="0"/>
                      </a:endParaRPr>
                    </a:p>
                  </a:txBody>
                  <a:tcPr marT="45745" marB="45745" horzOverflow="overflow"/>
                </a:tc>
                <a:tc>
                  <a:txBody>
                    <a:bodyPr/>
                    <a:lstStyle/>
                    <a:p>
                      <a:pPr marL="0" marR="0" lvl="0" indent="0" algn="l" defTabSz="914400" rtl="0" eaLnBrk="1" fontAlgn="base" latinLnBrk="0" hangingPunct="1">
                        <a:lnSpc>
                          <a:spcPct val="100000"/>
                        </a:lnSpc>
                        <a:spcBef>
                          <a:spcPts val="0"/>
                        </a:spcBef>
                        <a:spcAft>
                          <a:spcPct val="0"/>
                        </a:spcAft>
                        <a:buClrTx/>
                        <a:buSzTx/>
                        <a:buFontTx/>
                        <a:buNone/>
                        <a:tabLst/>
                      </a:pPr>
                      <a:r>
                        <a:rPr kumimoji="0" lang="en-US" sz="1600" u="none" strike="noStrike" cap="none" normalizeH="0" baseline="0" dirty="0">
                          <a:ln>
                            <a:noFill/>
                          </a:ln>
                          <a:effectLst/>
                        </a:rPr>
                        <a:t>1  1  0  1</a:t>
                      </a:r>
                      <a:endParaRPr kumimoji="0" lang="ru-RU" sz="1600" b="0" i="0" u="none" strike="noStrike" cap="none" normalizeH="0" baseline="0" dirty="0">
                        <a:ln>
                          <a:noFill/>
                        </a:ln>
                        <a:solidFill>
                          <a:schemeClr val="tx1"/>
                        </a:solidFill>
                        <a:effectLst/>
                        <a:latin typeface="Arial" pitchFamily="34" charset="0"/>
                        <a:cs typeface="Arial" pitchFamily="34" charset="0"/>
                      </a:endParaRPr>
                    </a:p>
                  </a:txBody>
                  <a:tcPr marT="45745" marB="45745" horzOverflow="overflow"/>
                </a:tc>
                <a:extLst>
                  <a:ext uri="{0D108BD9-81ED-4DB2-BD59-A6C34878D82A}">
                    <a16:rowId xmlns:a16="http://schemas.microsoft.com/office/drawing/2014/main" val="10001"/>
                  </a:ext>
                </a:extLst>
              </a:tr>
              <a:tr h="342371">
                <a:tc>
                  <a:txBody>
                    <a:bodyPr/>
                    <a:lstStyle/>
                    <a:p>
                      <a:pPr marL="0" marR="0" lvl="0" indent="0" algn="l" defTabSz="914400" rtl="0" eaLnBrk="1" fontAlgn="base" latinLnBrk="0" hangingPunct="1">
                        <a:lnSpc>
                          <a:spcPct val="100000"/>
                        </a:lnSpc>
                        <a:spcBef>
                          <a:spcPts val="0"/>
                        </a:spcBef>
                        <a:spcAft>
                          <a:spcPct val="0"/>
                        </a:spcAft>
                        <a:buClrTx/>
                        <a:buSzTx/>
                        <a:buFontTx/>
                        <a:buNone/>
                        <a:tabLst/>
                      </a:pPr>
                      <a:r>
                        <a:rPr kumimoji="0" lang="en-US" sz="1600" u="none" strike="noStrike" cap="none" normalizeH="0" baseline="0" dirty="0">
                          <a:ln>
                            <a:noFill/>
                          </a:ln>
                          <a:effectLst/>
                        </a:rPr>
                        <a:t>1</a:t>
                      </a:r>
                      <a:endParaRPr kumimoji="0" lang="ru-RU" sz="1600" b="0" i="0" u="none" strike="noStrike" cap="none" normalizeH="0" baseline="0" dirty="0">
                        <a:ln>
                          <a:noFill/>
                        </a:ln>
                        <a:solidFill>
                          <a:schemeClr val="tx1"/>
                        </a:solidFill>
                        <a:effectLst/>
                        <a:latin typeface="Arial" pitchFamily="34" charset="0"/>
                        <a:cs typeface="Arial" pitchFamily="34" charset="0"/>
                      </a:endParaRPr>
                    </a:p>
                  </a:txBody>
                  <a:tcPr marT="45745" marB="45745" horzOverflow="overflow"/>
                </a:tc>
                <a:tc>
                  <a:txBody>
                    <a:bodyPr/>
                    <a:lstStyle/>
                    <a:p>
                      <a:pPr marL="0" marR="0" lvl="0" indent="0" algn="l" defTabSz="914400" rtl="0" eaLnBrk="1" fontAlgn="base" latinLnBrk="0" hangingPunct="1">
                        <a:lnSpc>
                          <a:spcPct val="100000"/>
                        </a:lnSpc>
                        <a:spcBef>
                          <a:spcPts val="0"/>
                        </a:spcBef>
                        <a:spcAft>
                          <a:spcPct val="0"/>
                        </a:spcAft>
                        <a:buClrTx/>
                        <a:buSzTx/>
                        <a:buFontTx/>
                        <a:buNone/>
                        <a:tabLst/>
                      </a:pPr>
                      <a:r>
                        <a:rPr kumimoji="0" lang="en-US" sz="1600" u="none" strike="noStrike" cap="none" normalizeH="0" baseline="0" dirty="0">
                          <a:ln>
                            <a:noFill/>
                          </a:ln>
                          <a:effectLst/>
                        </a:rPr>
                        <a:t>0  1  1  0</a:t>
                      </a:r>
                      <a:endParaRPr kumimoji="0" lang="ru-RU" sz="1600" b="0" i="0" u="none" strike="noStrike" cap="none" normalizeH="0" baseline="0" dirty="0">
                        <a:ln>
                          <a:noFill/>
                        </a:ln>
                        <a:solidFill>
                          <a:schemeClr val="tx1"/>
                        </a:solidFill>
                        <a:effectLst/>
                        <a:latin typeface="Arial" pitchFamily="34" charset="0"/>
                        <a:cs typeface="Arial" pitchFamily="34" charset="0"/>
                      </a:endParaRPr>
                    </a:p>
                  </a:txBody>
                  <a:tcPr marT="45745" marB="45745" horzOverflow="overflow"/>
                </a:tc>
                <a:extLst>
                  <a:ext uri="{0D108BD9-81ED-4DB2-BD59-A6C34878D82A}">
                    <a16:rowId xmlns:a16="http://schemas.microsoft.com/office/drawing/2014/main" val="10002"/>
                  </a:ext>
                </a:extLst>
              </a:tr>
              <a:tr h="342371">
                <a:tc>
                  <a:txBody>
                    <a:bodyPr/>
                    <a:lstStyle/>
                    <a:p>
                      <a:pPr marL="0" marR="0" lvl="0" indent="0" algn="l" defTabSz="914400" rtl="0" eaLnBrk="1" fontAlgn="base" latinLnBrk="0" hangingPunct="1">
                        <a:lnSpc>
                          <a:spcPct val="100000"/>
                        </a:lnSpc>
                        <a:spcBef>
                          <a:spcPts val="0"/>
                        </a:spcBef>
                        <a:spcAft>
                          <a:spcPct val="0"/>
                        </a:spcAft>
                        <a:buClrTx/>
                        <a:buSzTx/>
                        <a:buFontTx/>
                        <a:buNone/>
                        <a:tabLst/>
                      </a:pPr>
                      <a:r>
                        <a:rPr kumimoji="0" lang="en-US" sz="1600" u="none" strike="noStrike" cap="none" normalizeH="0" baseline="0" dirty="0">
                          <a:ln>
                            <a:noFill/>
                          </a:ln>
                          <a:effectLst/>
                        </a:rPr>
                        <a:t>2</a:t>
                      </a:r>
                      <a:endParaRPr kumimoji="0" lang="ru-RU" sz="1600" b="0" i="0" u="none" strike="noStrike" cap="none" normalizeH="0" baseline="0" dirty="0">
                        <a:ln>
                          <a:noFill/>
                        </a:ln>
                        <a:solidFill>
                          <a:schemeClr val="tx1"/>
                        </a:solidFill>
                        <a:effectLst/>
                        <a:latin typeface="Arial" pitchFamily="34" charset="0"/>
                        <a:cs typeface="Arial" pitchFamily="34" charset="0"/>
                      </a:endParaRPr>
                    </a:p>
                  </a:txBody>
                  <a:tcPr marT="45745" marB="45745" horzOverflow="overflow"/>
                </a:tc>
                <a:tc>
                  <a:txBody>
                    <a:bodyPr/>
                    <a:lstStyle/>
                    <a:p>
                      <a:pPr marL="0" marR="0" lvl="0" indent="0" algn="l" defTabSz="914400" rtl="0" eaLnBrk="1" fontAlgn="base" latinLnBrk="0" hangingPunct="1">
                        <a:lnSpc>
                          <a:spcPct val="100000"/>
                        </a:lnSpc>
                        <a:spcBef>
                          <a:spcPts val="0"/>
                        </a:spcBef>
                        <a:spcAft>
                          <a:spcPct val="0"/>
                        </a:spcAft>
                        <a:buClrTx/>
                        <a:buSzTx/>
                        <a:buFontTx/>
                        <a:buNone/>
                        <a:tabLst/>
                      </a:pPr>
                      <a:r>
                        <a:rPr kumimoji="0" lang="en-US" sz="1600" u="none" strike="noStrike" cap="none" normalizeH="0" baseline="0" dirty="0">
                          <a:ln>
                            <a:noFill/>
                          </a:ln>
                          <a:effectLst/>
                        </a:rPr>
                        <a:t>0  0  1  1</a:t>
                      </a:r>
                      <a:endParaRPr kumimoji="0" lang="ru-RU" sz="1600" b="0" i="0" u="none" strike="noStrike" cap="none" normalizeH="0" baseline="0" dirty="0">
                        <a:ln>
                          <a:noFill/>
                        </a:ln>
                        <a:solidFill>
                          <a:schemeClr val="tx1"/>
                        </a:solidFill>
                        <a:effectLst/>
                        <a:latin typeface="Arial" pitchFamily="34" charset="0"/>
                        <a:cs typeface="Arial" pitchFamily="34" charset="0"/>
                      </a:endParaRPr>
                    </a:p>
                  </a:txBody>
                  <a:tcPr marT="45745" marB="45745" horzOverflow="overflow"/>
                </a:tc>
                <a:extLst>
                  <a:ext uri="{0D108BD9-81ED-4DB2-BD59-A6C34878D82A}">
                    <a16:rowId xmlns:a16="http://schemas.microsoft.com/office/drawing/2014/main" val="10003"/>
                  </a:ext>
                </a:extLst>
              </a:tr>
              <a:tr h="342371">
                <a:tc>
                  <a:txBody>
                    <a:bodyPr/>
                    <a:lstStyle/>
                    <a:p>
                      <a:pPr marL="0" marR="0" lvl="0" indent="0" algn="l" defTabSz="914400" rtl="0" eaLnBrk="1" fontAlgn="base" latinLnBrk="0" hangingPunct="1">
                        <a:lnSpc>
                          <a:spcPct val="100000"/>
                        </a:lnSpc>
                        <a:spcBef>
                          <a:spcPts val="0"/>
                        </a:spcBef>
                        <a:spcAft>
                          <a:spcPct val="0"/>
                        </a:spcAft>
                        <a:buClrTx/>
                        <a:buSzTx/>
                        <a:buFontTx/>
                        <a:buNone/>
                        <a:tabLst/>
                      </a:pPr>
                      <a:r>
                        <a:rPr kumimoji="0" lang="en-US" sz="1600" u="none" strike="noStrike" cap="none" normalizeH="0" baseline="0" dirty="0">
                          <a:ln>
                            <a:noFill/>
                          </a:ln>
                          <a:effectLst/>
                        </a:rPr>
                        <a:t>3</a:t>
                      </a:r>
                      <a:endParaRPr kumimoji="0" lang="ru-RU" sz="1600" b="0" i="0" u="none" strike="noStrike" cap="none" normalizeH="0" baseline="0" dirty="0">
                        <a:ln>
                          <a:noFill/>
                        </a:ln>
                        <a:solidFill>
                          <a:schemeClr val="tx1"/>
                        </a:solidFill>
                        <a:effectLst/>
                        <a:latin typeface="Arial" pitchFamily="34" charset="0"/>
                        <a:cs typeface="Arial" pitchFamily="34" charset="0"/>
                      </a:endParaRPr>
                    </a:p>
                  </a:txBody>
                  <a:tcPr marT="45745" marB="45745" horzOverflow="overflow"/>
                </a:tc>
                <a:tc>
                  <a:txBody>
                    <a:bodyPr/>
                    <a:lstStyle/>
                    <a:p>
                      <a:pPr marL="0" marR="0" lvl="0" indent="0" algn="l" defTabSz="914400" rtl="0" eaLnBrk="1" fontAlgn="base" latinLnBrk="0" hangingPunct="1">
                        <a:lnSpc>
                          <a:spcPct val="100000"/>
                        </a:lnSpc>
                        <a:spcBef>
                          <a:spcPts val="0"/>
                        </a:spcBef>
                        <a:spcAft>
                          <a:spcPct val="0"/>
                        </a:spcAft>
                        <a:buClrTx/>
                        <a:buSzTx/>
                        <a:buFontTx/>
                        <a:buNone/>
                        <a:tabLst/>
                      </a:pPr>
                      <a:r>
                        <a:rPr kumimoji="0" lang="en-US" sz="1600" u="none" strike="noStrike" cap="none" normalizeH="0" baseline="0" dirty="0">
                          <a:ln>
                            <a:noFill/>
                          </a:ln>
                          <a:effectLst/>
                        </a:rPr>
                        <a:t>0  0  0  1</a:t>
                      </a:r>
                      <a:endParaRPr kumimoji="0" lang="ru-RU" sz="1600" b="0" i="0" u="none" strike="noStrike" cap="none" normalizeH="0" baseline="0" dirty="0">
                        <a:ln>
                          <a:noFill/>
                        </a:ln>
                        <a:solidFill>
                          <a:schemeClr val="tx1"/>
                        </a:solidFill>
                        <a:effectLst/>
                        <a:latin typeface="Arial" pitchFamily="34" charset="0"/>
                        <a:cs typeface="Arial" pitchFamily="34" charset="0"/>
                      </a:endParaRPr>
                    </a:p>
                  </a:txBody>
                  <a:tcPr marT="45745" marB="45745" horzOverflow="overflow"/>
                </a:tc>
                <a:extLst>
                  <a:ext uri="{0D108BD9-81ED-4DB2-BD59-A6C34878D82A}">
                    <a16:rowId xmlns:a16="http://schemas.microsoft.com/office/drawing/2014/main" val="10004"/>
                  </a:ext>
                </a:extLst>
              </a:tr>
              <a:tr h="342371">
                <a:tc>
                  <a:txBody>
                    <a:bodyPr/>
                    <a:lstStyle/>
                    <a:p>
                      <a:pPr marL="0" marR="0" lvl="0" indent="0" algn="l" defTabSz="914400" rtl="0" eaLnBrk="1" fontAlgn="base" latinLnBrk="0" hangingPunct="1">
                        <a:lnSpc>
                          <a:spcPct val="100000"/>
                        </a:lnSpc>
                        <a:spcBef>
                          <a:spcPts val="0"/>
                        </a:spcBef>
                        <a:spcAft>
                          <a:spcPct val="0"/>
                        </a:spcAft>
                        <a:buClrTx/>
                        <a:buSzTx/>
                        <a:buFontTx/>
                        <a:buNone/>
                        <a:tabLst/>
                      </a:pPr>
                      <a:r>
                        <a:rPr kumimoji="0" lang="en-US" sz="1600" u="none" strike="noStrike" cap="none" normalizeH="0" baseline="0" dirty="0">
                          <a:ln>
                            <a:noFill/>
                          </a:ln>
                          <a:effectLst/>
                        </a:rPr>
                        <a:t>4      </a:t>
                      </a:r>
                      <a:endParaRPr kumimoji="0" lang="ru-RU" sz="1600" b="0" i="0" u="none" strike="noStrike" cap="none" normalizeH="0" baseline="0" dirty="0">
                        <a:ln>
                          <a:noFill/>
                        </a:ln>
                        <a:solidFill>
                          <a:schemeClr val="tx1"/>
                        </a:solidFill>
                        <a:effectLst/>
                        <a:latin typeface="Arial" pitchFamily="34" charset="0"/>
                        <a:cs typeface="Arial" pitchFamily="34" charset="0"/>
                      </a:endParaRPr>
                    </a:p>
                  </a:txBody>
                  <a:tcPr marT="45745" marB="45745" horzOverflow="overflow"/>
                </a:tc>
                <a:tc>
                  <a:txBody>
                    <a:bodyPr/>
                    <a:lstStyle/>
                    <a:p>
                      <a:pPr marL="0" marR="0" lvl="0" indent="0" algn="l" defTabSz="914400" rtl="0" eaLnBrk="1" fontAlgn="base" latinLnBrk="0" hangingPunct="1">
                        <a:lnSpc>
                          <a:spcPct val="100000"/>
                        </a:lnSpc>
                        <a:spcBef>
                          <a:spcPts val="0"/>
                        </a:spcBef>
                        <a:spcAft>
                          <a:spcPct val="0"/>
                        </a:spcAft>
                        <a:buClrTx/>
                        <a:buSzTx/>
                        <a:buFontTx/>
                        <a:buNone/>
                        <a:tabLst/>
                      </a:pPr>
                      <a:r>
                        <a:rPr kumimoji="0" lang="en-US" sz="1600" u="none" strike="noStrike" cap="none" normalizeH="0" baseline="0" dirty="0">
                          <a:ln>
                            <a:noFill/>
                          </a:ln>
                          <a:effectLst/>
                        </a:rPr>
                        <a:t>0  0  0  0</a:t>
                      </a:r>
                      <a:endParaRPr kumimoji="0" lang="ru-RU" sz="1600" b="0" i="0" u="none" strike="noStrike" cap="none" normalizeH="0" baseline="0" dirty="0">
                        <a:ln>
                          <a:noFill/>
                        </a:ln>
                        <a:solidFill>
                          <a:schemeClr val="tx1"/>
                        </a:solidFill>
                        <a:effectLst/>
                        <a:latin typeface="Arial" pitchFamily="34" charset="0"/>
                        <a:cs typeface="Arial" pitchFamily="34" charset="0"/>
                      </a:endParaRPr>
                    </a:p>
                  </a:txBody>
                  <a:tcPr marT="45745" marB="45745" horzOverflow="overflow"/>
                </a:tc>
                <a:extLst>
                  <a:ext uri="{0D108BD9-81ED-4DB2-BD59-A6C34878D82A}">
                    <a16:rowId xmlns:a16="http://schemas.microsoft.com/office/drawing/2014/main" val="10005"/>
                  </a:ext>
                </a:extLst>
              </a:tr>
            </a:tbl>
          </a:graphicData>
        </a:graphic>
      </p:graphicFrame>
      <p:graphicFrame>
        <p:nvGraphicFramePr>
          <p:cNvPr id="32" name="Таблица 1">
            <a:extLst>
              <a:ext uri="{FF2B5EF4-FFF2-40B4-BE49-F238E27FC236}">
                <a16:creationId xmlns:a16="http://schemas.microsoft.com/office/drawing/2014/main" id="{C2A53154-9530-443A-B44F-A857C075AF30}"/>
              </a:ext>
            </a:extLst>
          </p:cNvPr>
          <p:cNvGraphicFramePr>
            <a:graphicFrameLocks noGrp="1"/>
          </p:cNvGraphicFramePr>
          <p:nvPr/>
        </p:nvGraphicFramePr>
        <p:xfrm>
          <a:off x="7162800" y="3660776"/>
          <a:ext cx="2819400" cy="2130426"/>
        </p:xfrm>
        <a:graphic>
          <a:graphicData uri="http://schemas.openxmlformats.org/drawingml/2006/table">
            <a:tbl>
              <a:tblPr firstRow="1" bandRow="1">
                <a:tableStyleId>{5C22544A-7EE6-4342-B048-85BDC9FD1C3A}</a:tableStyleId>
              </a:tblPr>
              <a:tblGrid>
                <a:gridCol w="76200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tblGrid>
              <a:tr h="355071">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600" u="none" strike="noStrike" cap="none" normalizeH="0" baseline="0" dirty="0">
                          <a:ln>
                            <a:noFill/>
                          </a:ln>
                          <a:effectLst/>
                        </a:rPr>
                        <a:t>Cycle</a:t>
                      </a:r>
                      <a:endParaRPr kumimoji="0" lang="ru-RU" sz="1600" b="0" i="0" u="none" strike="noStrike" cap="none" normalizeH="0" baseline="0" dirty="0">
                        <a:ln>
                          <a:noFill/>
                        </a:ln>
                        <a:solidFill>
                          <a:schemeClr val="tx1"/>
                        </a:solidFill>
                        <a:effectLst/>
                        <a:latin typeface="Arial" pitchFamily="34" charset="0"/>
                        <a:cs typeface="Arial" pitchFamily="34" charset="0"/>
                      </a:endParaRPr>
                    </a:p>
                  </a:txBody>
                  <a:tcPr marT="45745" marB="45745"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600" u="none" strike="noStrike" cap="none" normalizeH="0" baseline="0" dirty="0">
                          <a:ln>
                            <a:noFill/>
                          </a:ln>
                          <a:effectLst/>
                        </a:rPr>
                        <a:t>q</a:t>
                      </a:r>
                      <a:r>
                        <a:rPr kumimoji="0" lang="en-US" sz="1600" u="none" strike="noStrike" cap="none" normalizeH="0" baseline="-25000" dirty="0">
                          <a:ln>
                            <a:noFill/>
                          </a:ln>
                          <a:effectLst/>
                        </a:rPr>
                        <a:t>1 </a:t>
                      </a:r>
                      <a:r>
                        <a:rPr kumimoji="0" lang="en-US" sz="1600" u="none" strike="noStrike" cap="none" normalizeH="0" baseline="0" dirty="0">
                          <a:ln>
                            <a:noFill/>
                          </a:ln>
                          <a:effectLst/>
                        </a:rPr>
                        <a:t>q</a:t>
                      </a:r>
                      <a:r>
                        <a:rPr kumimoji="0" lang="en-US" sz="1600" u="none" strike="noStrike" cap="none" normalizeH="0" baseline="-25000" dirty="0">
                          <a:ln>
                            <a:noFill/>
                          </a:ln>
                          <a:effectLst/>
                        </a:rPr>
                        <a:t>2 </a:t>
                      </a:r>
                      <a:r>
                        <a:rPr kumimoji="0" lang="en-US" sz="1600" u="none" strike="noStrike" cap="none" normalizeH="0" baseline="0" dirty="0">
                          <a:ln>
                            <a:noFill/>
                          </a:ln>
                          <a:effectLst/>
                        </a:rPr>
                        <a:t>q</a:t>
                      </a:r>
                      <a:r>
                        <a:rPr kumimoji="0" lang="en-US" sz="1600" u="none" strike="noStrike" cap="none" normalizeH="0" baseline="-25000" dirty="0">
                          <a:ln>
                            <a:noFill/>
                          </a:ln>
                          <a:effectLst/>
                        </a:rPr>
                        <a:t>3  </a:t>
                      </a:r>
                      <a:r>
                        <a:rPr kumimoji="0" lang="en-US" sz="1600" u="none" strike="noStrike" cap="none" normalizeH="0" baseline="0" dirty="0">
                          <a:ln>
                            <a:noFill/>
                          </a:ln>
                          <a:effectLst/>
                        </a:rPr>
                        <a:t>q</a:t>
                      </a:r>
                      <a:r>
                        <a:rPr kumimoji="0" lang="en-US" sz="1600" u="none" strike="noStrike" cap="none" normalizeH="0" baseline="-25000" dirty="0">
                          <a:ln>
                            <a:noFill/>
                          </a:ln>
                          <a:effectLst/>
                        </a:rPr>
                        <a:t>4</a:t>
                      </a:r>
                      <a:endParaRPr kumimoji="0" lang="ru-RU" sz="1600" b="0" i="0" u="none" strike="noStrike" cap="none" normalizeH="0" baseline="0" dirty="0">
                        <a:ln>
                          <a:noFill/>
                        </a:ln>
                        <a:solidFill>
                          <a:schemeClr val="tx1"/>
                        </a:solidFill>
                        <a:effectLst/>
                        <a:latin typeface="Arial" pitchFamily="34" charset="0"/>
                        <a:cs typeface="Arial" pitchFamily="34" charset="0"/>
                      </a:endParaRPr>
                    </a:p>
                  </a:txBody>
                  <a:tcPr marT="45745" marB="45745"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defRPr/>
                      </a:pPr>
                      <a:r>
                        <a:rPr lang="en-US" sz="1600" dirty="0"/>
                        <a:t>Output</a:t>
                      </a:r>
                      <a:endParaRPr lang="en-US" sz="1600" baseline="-25000" dirty="0"/>
                    </a:p>
                  </a:txBody>
                  <a:tcPr marT="45745" marB="45745" horzOverflow="overflow"/>
                </a:tc>
                <a:extLst>
                  <a:ext uri="{0D108BD9-81ED-4DB2-BD59-A6C34878D82A}">
                    <a16:rowId xmlns:a16="http://schemas.microsoft.com/office/drawing/2014/main" val="10000"/>
                  </a:ext>
                </a:extLst>
              </a:tr>
              <a:tr h="355071">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600" u="none" strike="noStrike" cap="none" normalizeH="0" baseline="0" dirty="0">
                          <a:ln>
                            <a:noFill/>
                          </a:ln>
                          <a:effectLst/>
                        </a:rPr>
                        <a:t>0</a:t>
                      </a:r>
                      <a:endParaRPr kumimoji="0" lang="ru-RU" sz="1600" b="0" i="0" u="none" strike="noStrike" cap="none" normalizeH="0" baseline="0" dirty="0">
                        <a:ln>
                          <a:noFill/>
                        </a:ln>
                        <a:solidFill>
                          <a:schemeClr val="tx1"/>
                        </a:solidFill>
                        <a:effectLst/>
                        <a:latin typeface="Arial" pitchFamily="34" charset="0"/>
                        <a:cs typeface="Arial" pitchFamily="34" charset="0"/>
                      </a:endParaRPr>
                    </a:p>
                  </a:txBody>
                  <a:tcPr marT="45745" marB="45745"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600" u="none" strike="noStrike" cap="none" normalizeH="0" baseline="0" dirty="0">
                          <a:ln>
                            <a:noFill/>
                          </a:ln>
                          <a:effectLst/>
                        </a:rPr>
                        <a:t>1  1  0  1</a:t>
                      </a:r>
                      <a:endParaRPr kumimoji="0" lang="ru-RU" sz="1600" b="0" i="0" u="none" strike="noStrike" cap="none" normalizeH="0" baseline="0" dirty="0">
                        <a:ln>
                          <a:noFill/>
                        </a:ln>
                        <a:solidFill>
                          <a:schemeClr val="tx1"/>
                        </a:solidFill>
                        <a:effectLst/>
                        <a:latin typeface="Arial" pitchFamily="34" charset="0"/>
                        <a:cs typeface="Arial" pitchFamily="34" charset="0"/>
                      </a:endParaRPr>
                    </a:p>
                  </a:txBody>
                  <a:tcPr marT="45745" marB="45745"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ru-RU" sz="1600" b="0" i="0" u="none" strike="noStrike" cap="none" normalizeH="0" baseline="0" dirty="0">
                        <a:ln>
                          <a:noFill/>
                        </a:ln>
                        <a:solidFill>
                          <a:schemeClr val="tx1"/>
                        </a:solidFill>
                        <a:effectLst/>
                        <a:latin typeface="Arial" pitchFamily="34" charset="0"/>
                        <a:cs typeface="Arial" pitchFamily="34" charset="0"/>
                      </a:endParaRPr>
                    </a:p>
                  </a:txBody>
                  <a:tcPr marT="45745" marB="45745" horzOverflow="overflow"/>
                </a:tc>
                <a:extLst>
                  <a:ext uri="{0D108BD9-81ED-4DB2-BD59-A6C34878D82A}">
                    <a16:rowId xmlns:a16="http://schemas.microsoft.com/office/drawing/2014/main" val="10001"/>
                  </a:ext>
                </a:extLst>
              </a:tr>
              <a:tr h="355071">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600" u="none" strike="noStrike" cap="none" normalizeH="0" baseline="0" dirty="0">
                          <a:ln>
                            <a:noFill/>
                          </a:ln>
                          <a:effectLst/>
                        </a:rPr>
                        <a:t>1</a:t>
                      </a:r>
                      <a:endParaRPr kumimoji="0" lang="ru-RU" sz="1600" b="0" i="0" u="none" strike="noStrike" cap="none" normalizeH="0" baseline="0" dirty="0">
                        <a:ln>
                          <a:noFill/>
                        </a:ln>
                        <a:solidFill>
                          <a:schemeClr val="tx1"/>
                        </a:solidFill>
                        <a:effectLst/>
                        <a:latin typeface="Arial" pitchFamily="34" charset="0"/>
                        <a:cs typeface="Arial" pitchFamily="34" charset="0"/>
                      </a:endParaRPr>
                    </a:p>
                  </a:txBody>
                  <a:tcPr marT="45745" marB="45745"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600" u="none" strike="noStrike" cap="none" normalizeH="0" baseline="0" dirty="0">
                          <a:ln>
                            <a:noFill/>
                          </a:ln>
                          <a:effectLst/>
                        </a:rPr>
                        <a:t>0  1  1  0</a:t>
                      </a:r>
                      <a:endParaRPr kumimoji="0" lang="ru-RU" sz="1600" b="0" i="0" u="none" strike="noStrike" cap="none" normalizeH="0" baseline="0" dirty="0">
                        <a:ln>
                          <a:noFill/>
                        </a:ln>
                        <a:solidFill>
                          <a:schemeClr val="tx1"/>
                        </a:solidFill>
                        <a:effectLst/>
                        <a:latin typeface="Arial" pitchFamily="34" charset="0"/>
                        <a:cs typeface="Arial" pitchFamily="34" charset="0"/>
                      </a:endParaRPr>
                    </a:p>
                  </a:txBody>
                  <a:tcPr marT="45745" marB="45745"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ru-RU" sz="1600" u="none" strike="noStrike" cap="none" normalizeH="0" baseline="0" dirty="0">
                          <a:ln>
                            <a:noFill/>
                          </a:ln>
                          <a:effectLst/>
                        </a:rPr>
                        <a:t>1</a:t>
                      </a:r>
                      <a:endParaRPr kumimoji="0" lang="ru-RU" sz="1600" b="0" i="0" u="none" strike="noStrike" cap="none" normalizeH="0" baseline="0" dirty="0">
                        <a:ln>
                          <a:noFill/>
                        </a:ln>
                        <a:solidFill>
                          <a:schemeClr val="tx1"/>
                        </a:solidFill>
                        <a:effectLst/>
                        <a:latin typeface="Arial" pitchFamily="34" charset="0"/>
                        <a:cs typeface="Arial" pitchFamily="34" charset="0"/>
                      </a:endParaRPr>
                    </a:p>
                  </a:txBody>
                  <a:tcPr marT="45745" marB="45745" horzOverflow="overflow"/>
                </a:tc>
                <a:extLst>
                  <a:ext uri="{0D108BD9-81ED-4DB2-BD59-A6C34878D82A}">
                    <a16:rowId xmlns:a16="http://schemas.microsoft.com/office/drawing/2014/main" val="10002"/>
                  </a:ext>
                </a:extLst>
              </a:tr>
              <a:tr h="355071">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600" u="none" strike="noStrike" cap="none" normalizeH="0" baseline="0" dirty="0">
                          <a:ln>
                            <a:noFill/>
                          </a:ln>
                          <a:effectLst/>
                        </a:rPr>
                        <a:t>2</a:t>
                      </a:r>
                      <a:endParaRPr kumimoji="0" lang="ru-RU" sz="1600" b="0" i="0" u="none" strike="noStrike" cap="none" normalizeH="0" baseline="0" dirty="0">
                        <a:ln>
                          <a:noFill/>
                        </a:ln>
                        <a:solidFill>
                          <a:schemeClr val="tx1"/>
                        </a:solidFill>
                        <a:effectLst/>
                        <a:latin typeface="Arial" pitchFamily="34" charset="0"/>
                        <a:cs typeface="Arial" pitchFamily="34" charset="0"/>
                      </a:endParaRPr>
                    </a:p>
                  </a:txBody>
                  <a:tcPr marT="45745" marB="45745"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600" u="none" strike="noStrike" cap="none" normalizeH="0" baseline="0" dirty="0">
                          <a:ln>
                            <a:noFill/>
                          </a:ln>
                          <a:effectLst/>
                        </a:rPr>
                        <a:t>0  0  1  1</a:t>
                      </a:r>
                      <a:endParaRPr kumimoji="0" lang="ru-RU" sz="1600" b="0" i="0" u="none" strike="noStrike" cap="none" normalizeH="0" baseline="0" dirty="0">
                        <a:ln>
                          <a:noFill/>
                        </a:ln>
                        <a:solidFill>
                          <a:schemeClr val="tx1"/>
                        </a:solidFill>
                        <a:effectLst/>
                        <a:latin typeface="Arial" pitchFamily="34" charset="0"/>
                        <a:cs typeface="Arial" pitchFamily="34" charset="0"/>
                      </a:endParaRPr>
                    </a:p>
                  </a:txBody>
                  <a:tcPr marT="45745" marB="45745"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ru-RU" sz="1600" u="none" strike="noStrike" cap="none" normalizeH="0" baseline="0" dirty="0">
                          <a:ln>
                            <a:noFill/>
                          </a:ln>
                          <a:effectLst/>
                        </a:rPr>
                        <a:t>0</a:t>
                      </a:r>
                      <a:endParaRPr kumimoji="0" lang="ru-RU" sz="1600" b="0" i="0" u="none" strike="noStrike" cap="none" normalizeH="0" baseline="0" dirty="0">
                        <a:ln>
                          <a:noFill/>
                        </a:ln>
                        <a:solidFill>
                          <a:schemeClr val="tx1"/>
                        </a:solidFill>
                        <a:effectLst/>
                        <a:latin typeface="Arial" pitchFamily="34" charset="0"/>
                        <a:cs typeface="Arial" pitchFamily="34" charset="0"/>
                      </a:endParaRPr>
                    </a:p>
                  </a:txBody>
                  <a:tcPr marT="45745" marB="45745" horzOverflow="overflow"/>
                </a:tc>
                <a:extLst>
                  <a:ext uri="{0D108BD9-81ED-4DB2-BD59-A6C34878D82A}">
                    <a16:rowId xmlns:a16="http://schemas.microsoft.com/office/drawing/2014/main" val="10003"/>
                  </a:ext>
                </a:extLst>
              </a:tr>
              <a:tr h="355071">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600" u="none" strike="noStrike" cap="none" normalizeH="0" baseline="0" dirty="0">
                          <a:ln>
                            <a:noFill/>
                          </a:ln>
                          <a:effectLst/>
                        </a:rPr>
                        <a:t>3</a:t>
                      </a:r>
                      <a:endParaRPr kumimoji="0" lang="ru-RU" sz="1600" b="0" i="0" u="none" strike="noStrike" cap="none" normalizeH="0" baseline="0" dirty="0">
                        <a:ln>
                          <a:noFill/>
                        </a:ln>
                        <a:solidFill>
                          <a:schemeClr val="tx1"/>
                        </a:solidFill>
                        <a:effectLst/>
                        <a:latin typeface="Arial" pitchFamily="34" charset="0"/>
                        <a:cs typeface="Arial" pitchFamily="34" charset="0"/>
                      </a:endParaRPr>
                    </a:p>
                  </a:txBody>
                  <a:tcPr marT="45745" marB="45745"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600" u="none" strike="noStrike" cap="none" normalizeH="0" baseline="0" dirty="0">
                          <a:ln>
                            <a:noFill/>
                          </a:ln>
                          <a:effectLst/>
                        </a:rPr>
                        <a:t>0  0  0  1</a:t>
                      </a:r>
                      <a:endParaRPr kumimoji="0" lang="ru-RU" sz="1600" b="0" i="0" u="none" strike="noStrike" cap="none" normalizeH="0" baseline="0" dirty="0">
                        <a:ln>
                          <a:noFill/>
                        </a:ln>
                        <a:solidFill>
                          <a:schemeClr val="tx1"/>
                        </a:solidFill>
                        <a:effectLst/>
                        <a:latin typeface="Arial" pitchFamily="34" charset="0"/>
                        <a:cs typeface="Arial" pitchFamily="34" charset="0"/>
                      </a:endParaRPr>
                    </a:p>
                  </a:txBody>
                  <a:tcPr marT="45745" marB="45745"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ru-RU" sz="1600" u="none" strike="noStrike" cap="none" normalizeH="0" baseline="0" dirty="0">
                          <a:ln>
                            <a:noFill/>
                          </a:ln>
                          <a:effectLst/>
                        </a:rPr>
                        <a:t>1</a:t>
                      </a:r>
                      <a:endParaRPr kumimoji="0" lang="ru-RU" sz="1600" b="0" i="0" u="none" strike="noStrike" cap="none" normalizeH="0" baseline="0" dirty="0">
                        <a:ln>
                          <a:noFill/>
                        </a:ln>
                        <a:solidFill>
                          <a:schemeClr val="tx1"/>
                        </a:solidFill>
                        <a:effectLst/>
                        <a:latin typeface="Arial" pitchFamily="34" charset="0"/>
                        <a:cs typeface="Arial" pitchFamily="34" charset="0"/>
                      </a:endParaRPr>
                    </a:p>
                  </a:txBody>
                  <a:tcPr marT="45745" marB="45745" horzOverflow="overflow"/>
                </a:tc>
                <a:extLst>
                  <a:ext uri="{0D108BD9-81ED-4DB2-BD59-A6C34878D82A}">
                    <a16:rowId xmlns:a16="http://schemas.microsoft.com/office/drawing/2014/main" val="10004"/>
                  </a:ext>
                </a:extLst>
              </a:tr>
              <a:tr h="355071">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600" u="none" strike="noStrike" cap="none" normalizeH="0" baseline="0" dirty="0">
                          <a:ln>
                            <a:noFill/>
                          </a:ln>
                          <a:effectLst/>
                        </a:rPr>
                        <a:t>4      </a:t>
                      </a:r>
                      <a:endParaRPr kumimoji="0" lang="ru-RU" sz="1600" b="0" i="0" u="none" strike="noStrike" cap="none" normalizeH="0" baseline="0" dirty="0">
                        <a:ln>
                          <a:noFill/>
                        </a:ln>
                        <a:solidFill>
                          <a:schemeClr val="tx1"/>
                        </a:solidFill>
                        <a:effectLst/>
                        <a:latin typeface="Arial" pitchFamily="34" charset="0"/>
                        <a:cs typeface="Arial" pitchFamily="34" charset="0"/>
                      </a:endParaRPr>
                    </a:p>
                  </a:txBody>
                  <a:tcPr marT="45745" marB="45745"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600" u="none" strike="noStrike" cap="none" normalizeH="0" baseline="0" dirty="0">
                          <a:ln>
                            <a:noFill/>
                          </a:ln>
                          <a:effectLst/>
                        </a:rPr>
                        <a:t>0  0  0  0</a:t>
                      </a:r>
                      <a:endParaRPr kumimoji="0" lang="ru-RU" sz="1600" b="0" i="0" u="none" strike="noStrike" cap="none" normalizeH="0" baseline="0" dirty="0">
                        <a:ln>
                          <a:noFill/>
                        </a:ln>
                        <a:solidFill>
                          <a:schemeClr val="tx1"/>
                        </a:solidFill>
                        <a:effectLst/>
                        <a:latin typeface="Arial" pitchFamily="34" charset="0"/>
                        <a:cs typeface="Arial" pitchFamily="34" charset="0"/>
                      </a:endParaRPr>
                    </a:p>
                  </a:txBody>
                  <a:tcPr marT="45745" marB="45745"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ru-RU" sz="1600" u="none" strike="noStrike" cap="none" normalizeH="0" baseline="0" dirty="0">
                          <a:ln>
                            <a:noFill/>
                          </a:ln>
                          <a:effectLst/>
                        </a:rPr>
                        <a:t>1</a:t>
                      </a:r>
                      <a:endParaRPr kumimoji="0" lang="ru-RU" sz="1600" b="0" i="0" u="none" strike="noStrike" cap="none" normalizeH="0" baseline="0" dirty="0">
                        <a:ln>
                          <a:noFill/>
                        </a:ln>
                        <a:solidFill>
                          <a:schemeClr val="tx1"/>
                        </a:solidFill>
                        <a:effectLst/>
                        <a:latin typeface="Arial" pitchFamily="34" charset="0"/>
                        <a:cs typeface="Arial" pitchFamily="34" charset="0"/>
                      </a:endParaRPr>
                    </a:p>
                  </a:txBody>
                  <a:tcPr marT="45745" marB="45745" horzOverflow="overflow"/>
                </a:tc>
                <a:extLst>
                  <a:ext uri="{0D108BD9-81ED-4DB2-BD59-A6C34878D82A}">
                    <a16:rowId xmlns:a16="http://schemas.microsoft.com/office/drawing/2014/main" val="10005"/>
                  </a:ext>
                </a:extLst>
              </a:tr>
            </a:tbl>
          </a:graphicData>
        </a:graphic>
      </p:graphicFrame>
      <p:sp>
        <p:nvSpPr>
          <p:cNvPr id="41018" name="Text Box 102">
            <a:extLst>
              <a:ext uri="{FF2B5EF4-FFF2-40B4-BE49-F238E27FC236}">
                <a16:creationId xmlns:a16="http://schemas.microsoft.com/office/drawing/2014/main" id="{BE691AAD-5BAC-DEE8-3B25-7AEEA8AC1E3D}"/>
              </a:ext>
            </a:extLst>
          </p:cNvPr>
          <p:cNvSpPr txBox="1">
            <a:spLocks noChangeArrowheads="1"/>
          </p:cNvSpPr>
          <p:nvPr/>
        </p:nvSpPr>
        <p:spPr bwMode="auto">
          <a:xfrm>
            <a:off x="8875713" y="3022601"/>
            <a:ext cx="1143000" cy="650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en-US"/>
              <a:t>Serial</a:t>
            </a:r>
            <a:br>
              <a:rPr lang="ru-RU" altLang="en-US"/>
            </a:br>
            <a:r>
              <a:rPr lang="en-GB" altLang="en-US"/>
              <a:t>Out</a:t>
            </a:r>
            <a:r>
              <a:rPr lang="en-US" altLang="en-US"/>
              <a:t>put</a:t>
            </a:r>
          </a:p>
        </p:txBody>
      </p:sp>
      <p:sp>
        <p:nvSpPr>
          <p:cNvPr id="5" name="Title 4">
            <a:extLst>
              <a:ext uri="{FF2B5EF4-FFF2-40B4-BE49-F238E27FC236}">
                <a16:creationId xmlns:a16="http://schemas.microsoft.com/office/drawing/2014/main" id="{152A06BE-052C-EAF8-BAE6-0246DEAA8334}"/>
              </a:ext>
            </a:extLst>
          </p:cNvPr>
          <p:cNvSpPr>
            <a:spLocks noGrp="1"/>
          </p:cNvSpPr>
          <p:nvPr>
            <p:ph type="title"/>
          </p:nvPr>
        </p:nvSpPr>
        <p:spPr/>
        <p:txBody>
          <a:bodyPr>
            <a:normAutofit/>
          </a:bodyPr>
          <a:lstStyle/>
          <a:p>
            <a:r>
              <a:rPr lang="en-US" dirty="0"/>
              <a:t>Shift Registers</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4">
            <a:extLst>
              <a:ext uri="{FF2B5EF4-FFF2-40B4-BE49-F238E27FC236}">
                <a16:creationId xmlns:a16="http://schemas.microsoft.com/office/drawing/2014/main" id="{97D771D7-58DD-FD7C-B676-CE8FDC508499}"/>
              </a:ext>
            </a:extLst>
          </p:cNvPr>
          <p:cNvSpPr>
            <a:spLocks noGrp="1" noChangeArrowheads="1"/>
          </p:cNvSpPr>
          <p:nvPr>
            <p:ph type="title"/>
          </p:nvPr>
        </p:nvSpPr>
        <p:spPr/>
        <p:txBody>
          <a:bodyPr/>
          <a:lstStyle/>
          <a:p>
            <a:r>
              <a:rPr lang="en-US" altLang="en-US"/>
              <a:t>Shift Left Register</a:t>
            </a:r>
          </a:p>
        </p:txBody>
      </p:sp>
      <p:sp>
        <p:nvSpPr>
          <p:cNvPr id="5" name="Text Placeholder 4">
            <a:extLst>
              <a:ext uri="{FF2B5EF4-FFF2-40B4-BE49-F238E27FC236}">
                <a16:creationId xmlns:a16="http://schemas.microsoft.com/office/drawing/2014/main" id="{488DC958-E742-782D-0762-33F1A2E14F9E}"/>
              </a:ext>
            </a:extLst>
          </p:cNvPr>
          <p:cNvSpPr>
            <a:spLocks noGrp="1"/>
          </p:cNvSpPr>
          <p:nvPr>
            <p:ph type="body" sz="quarter" idx="10"/>
          </p:nvPr>
        </p:nvSpPr>
        <p:spPr/>
        <p:txBody>
          <a:bodyPr/>
          <a:lstStyle/>
          <a:p>
            <a:r>
              <a:rPr lang="en-US" altLang="en-US" sz="2400" dirty="0">
                <a:solidFill>
                  <a:srgbClr val="0000FF"/>
                </a:solidFill>
              </a:rPr>
              <a:t>Shift Left Register ( by one bit)</a:t>
            </a:r>
            <a:endParaRPr lang="ru-RU" altLang="en-US" sz="2400" dirty="0">
              <a:solidFill>
                <a:srgbClr val="0000FF"/>
              </a:solidFill>
            </a:endParaRPr>
          </a:p>
          <a:p>
            <a:endParaRPr lang="en-US" dirty="0"/>
          </a:p>
        </p:txBody>
      </p:sp>
      <p:sp>
        <p:nvSpPr>
          <p:cNvPr id="41987" name="Text Box 55">
            <a:extLst>
              <a:ext uri="{FF2B5EF4-FFF2-40B4-BE49-F238E27FC236}">
                <a16:creationId xmlns:a16="http://schemas.microsoft.com/office/drawing/2014/main" id="{66ABCA41-7930-2E14-67CB-46C354641FEA}"/>
              </a:ext>
            </a:extLst>
          </p:cNvPr>
          <p:cNvSpPr txBox="1">
            <a:spLocks noChangeArrowheads="1"/>
          </p:cNvSpPr>
          <p:nvPr/>
        </p:nvSpPr>
        <p:spPr bwMode="auto">
          <a:xfrm>
            <a:off x="4495800" y="3886201"/>
            <a:ext cx="14478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Serial input  DL=1</a:t>
            </a:r>
          </a:p>
        </p:txBody>
      </p:sp>
      <p:grpSp>
        <p:nvGrpSpPr>
          <p:cNvPr id="41988" name="Group 72">
            <a:extLst>
              <a:ext uri="{FF2B5EF4-FFF2-40B4-BE49-F238E27FC236}">
                <a16:creationId xmlns:a16="http://schemas.microsoft.com/office/drawing/2014/main" id="{12EC3707-9526-85DD-6641-10562FA58585}"/>
              </a:ext>
            </a:extLst>
          </p:cNvPr>
          <p:cNvGrpSpPr>
            <a:grpSpLocks/>
          </p:cNvGrpSpPr>
          <p:nvPr/>
        </p:nvGrpSpPr>
        <p:grpSpPr bwMode="auto">
          <a:xfrm>
            <a:off x="2205038" y="1820863"/>
            <a:ext cx="8045450" cy="1879600"/>
            <a:chOff x="429" y="1147"/>
            <a:chExt cx="5068" cy="1184"/>
          </a:xfrm>
        </p:grpSpPr>
        <p:sp>
          <p:nvSpPr>
            <p:cNvPr id="42013" name="Text Box 25">
              <a:extLst>
                <a:ext uri="{FF2B5EF4-FFF2-40B4-BE49-F238E27FC236}">
                  <a16:creationId xmlns:a16="http://schemas.microsoft.com/office/drawing/2014/main" id="{BFC2F089-2064-A4A3-EDCE-6D308003933B}"/>
                </a:ext>
              </a:extLst>
            </p:cNvPr>
            <p:cNvSpPr txBox="1">
              <a:spLocks noChangeArrowheads="1"/>
            </p:cNvSpPr>
            <p:nvPr/>
          </p:nvSpPr>
          <p:spPr bwMode="auto">
            <a:xfrm>
              <a:off x="576" y="2003"/>
              <a:ext cx="635" cy="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en-US"/>
                <a:t>Clock</a:t>
              </a:r>
              <a:endParaRPr lang="en-US" altLang="en-US" baseline="-25000"/>
            </a:p>
          </p:txBody>
        </p:sp>
        <p:sp>
          <p:nvSpPr>
            <p:cNvPr id="42014" name="Text Box 6">
              <a:extLst>
                <a:ext uri="{FF2B5EF4-FFF2-40B4-BE49-F238E27FC236}">
                  <a16:creationId xmlns:a16="http://schemas.microsoft.com/office/drawing/2014/main" id="{FB79633A-7603-D096-C231-2EFA06C62057}"/>
                </a:ext>
              </a:extLst>
            </p:cNvPr>
            <p:cNvSpPr txBox="1">
              <a:spLocks noChangeArrowheads="1"/>
            </p:cNvSpPr>
            <p:nvPr/>
          </p:nvSpPr>
          <p:spPr bwMode="auto">
            <a:xfrm>
              <a:off x="4862" y="1157"/>
              <a:ext cx="635" cy="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en-US"/>
                <a:t>DL</a:t>
              </a:r>
              <a:endParaRPr lang="en-US" altLang="en-US" baseline="-25000"/>
            </a:p>
            <a:p>
              <a:r>
                <a:rPr lang="en-US" altLang="en-US"/>
                <a:t>Input</a:t>
              </a:r>
            </a:p>
            <a:p>
              <a:endParaRPr lang="en-US" altLang="en-US"/>
            </a:p>
          </p:txBody>
        </p:sp>
        <p:sp>
          <p:nvSpPr>
            <p:cNvPr id="32799" name="Rectangle 8">
              <a:extLst>
                <a:ext uri="{FF2B5EF4-FFF2-40B4-BE49-F238E27FC236}">
                  <a16:creationId xmlns:a16="http://schemas.microsoft.com/office/drawing/2014/main" id="{43B2A7E5-17B1-495F-88B9-773DA95F948F}"/>
                </a:ext>
              </a:extLst>
            </p:cNvPr>
            <p:cNvSpPr>
              <a:spLocks noChangeArrowheads="1"/>
            </p:cNvSpPr>
            <p:nvPr/>
          </p:nvSpPr>
          <p:spPr bwMode="auto">
            <a:xfrm>
              <a:off x="1548" y="1380"/>
              <a:ext cx="449" cy="588"/>
            </a:xfrm>
            <a:prstGeom prst="rect">
              <a:avLst/>
            </a:prstGeom>
            <a:solidFill>
              <a:schemeClr val="accent1">
                <a:lumMod val="60000"/>
                <a:lumOff val="40000"/>
              </a:schemeClr>
            </a:solidFill>
            <a:ln w="25400">
              <a:solidFill>
                <a:srgbClr val="000000"/>
              </a:solidFill>
              <a:miter lim="800000"/>
              <a:headEnd/>
              <a:tailEnd/>
            </a:ln>
          </p:spPr>
          <p:txBody>
            <a:bodyPr/>
            <a:lstStyle/>
            <a:p>
              <a:pPr>
                <a:defRPr/>
              </a:pPr>
              <a:r>
                <a:rPr lang="en-US" dirty="0"/>
                <a:t> D</a:t>
              </a:r>
            </a:p>
            <a:p>
              <a:pPr>
                <a:defRPr/>
              </a:pPr>
              <a:endParaRPr lang="en-US" dirty="0"/>
            </a:p>
            <a:p>
              <a:pPr>
                <a:defRPr/>
              </a:pPr>
              <a:r>
                <a:rPr lang="en-US" dirty="0"/>
                <a:t> C</a:t>
              </a:r>
            </a:p>
            <a:p>
              <a:pPr>
                <a:defRPr/>
              </a:pPr>
              <a:endParaRPr lang="en-US" dirty="0"/>
            </a:p>
          </p:txBody>
        </p:sp>
        <p:sp>
          <p:nvSpPr>
            <p:cNvPr id="32800" name="Rectangle 9">
              <a:extLst>
                <a:ext uri="{FF2B5EF4-FFF2-40B4-BE49-F238E27FC236}">
                  <a16:creationId xmlns:a16="http://schemas.microsoft.com/office/drawing/2014/main" id="{859DA787-02E9-4869-AD14-0D3D6C9B330C}"/>
                </a:ext>
              </a:extLst>
            </p:cNvPr>
            <p:cNvSpPr>
              <a:spLocks noChangeArrowheads="1"/>
            </p:cNvSpPr>
            <p:nvPr/>
          </p:nvSpPr>
          <p:spPr bwMode="auto">
            <a:xfrm>
              <a:off x="2379" y="1378"/>
              <a:ext cx="449" cy="590"/>
            </a:xfrm>
            <a:prstGeom prst="rect">
              <a:avLst/>
            </a:prstGeom>
            <a:solidFill>
              <a:schemeClr val="accent1">
                <a:lumMod val="60000"/>
                <a:lumOff val="40000"/>
              </a:schemeClr>
            </a:solidFill>
            <a:ln w="25400">
              <a:solidFill>
                <a:srgbClr val="000000"/>
              </a:solidFill>
              <a:miter lim="800000"/>
              <a:headEnd/>
              <a:tailEnd/>
            </a:ln>
          </p:spPr>
          <p:txBody>
            <a:bodyPr/>
            <a:lstStyle/>
            <a:p>
              <a:pPr>
                <a:defRPr/>
              </a:pPr>
              <a:r>
                <a:rPr lang="en-US"/>
                <a:t> D</a:t>
              </a:r>
            </a:p>
            <a:p>
              <a:pPr>
                <a:defRPr/>
              </a:pPr>
              <a:endParaRPr lang="en-US"/>
            </a:p>
            <a:p>
              <a:pPr>
                <a:defRPr/>
              </a:pPr>
              <a:r>
                <a:rPr lang="en-US"/>
                <a:t> C</a:t>
              </a:r>
            </a:p>
            <a:p>
              <a:pPr>
                <a:defRPr/>
              </a:pPr>
              <a:endParaRPr lang="en-US"/>
            </a:p>
          </p:txBody>
        </p:sp>
        <p:sp>
          <p:nvSpPr>
            <p:cNvPr id="32801" name="Rectangle 10">
              <a:extLst>
                <a:ext uri="{FF2B5EF4-FFF2-40B4-BE49-F238E27FC236}">
                  <a16:creationId xmlns:a16="http://schemas.microsoft.com/office/drawing/2014/main" id="{9B4BF6BA-E3BF-4C07-99C6-B0D74043B268}"/>
                </a:ext>
              </a:extLst>
            </p:cNvPr>
            <p:cNvSpPr>
              <a:spLocks noChangeArrowheads="1"/>
            </p:cNvSpPr>
            <p:nvPr/>
          </p:nvSpPr>
          <p:spPr bwMode="auto">
            <a:xfrm>
              <a:off x="3211" y="1375"/>
              <a:ext cx="449" cy="589"/>
            </a:xfrm>
            <a:prstGeom prst="rect">
              <a:avLst/>
            </a:prstGeom>
            <a:solidFill>
              <a:schemeClr val="accent1">
                <a:lumMod val="60000"/>
                <a:lumOff val="40000"/>
              </a:schemeClr>
            </a:solidFill>
            <a:ln w="25400">
              <a:solidFill>
                <a:srgbClr val="000000"/>
              </a:solidFill>
              <a:miter lim="800000"/>
              <a:headEnd/>
              <a:tailEnd/>
            </a:ln>
          </p:spPr>
          <p:txBody>
            <a:bodyPr/>
            <a:lstStyle/>
            <a:p>
              <a:pPr>
                <a:defRPr/>
              </a:pPr>
              <a:r>
                <a:rPr lang="en-US"/>
                <a:t> D</a:t>
              </a:r>
            </a:p>
            <a:p>
              <a:pPr>
                <a:defRPr/>
              </a:pPr>
              <a:endParaRPr lang="en-US"/>
            </a:p>
            <a:p>
              <a:pPr>
                <a:defRPr/>
              </a:pPr>
              <a:r>
                <a:rPr lang="en-US"/>
                <a:t> C</a:t>
              </a:r>
            </a:p>
            <a:p>
              <a:pPr>
                <a:defRPr/>
              </a:pPr>
              <a:endParaRPr lang="en-US"/>
            </a:p>
          </p:txBody>
        </p:sp>
        <p:sp>
          <p:nvSpPr>
            <p:cNvPr id="32802" name="Rectangle 11">
              <a:extLst>
                <a:ext uri="{FF2B5EF4-FFF2-40B4-BE49-F238E27FC236}">
                  <a16:creationId xmlns:a16="http://schemas.microsoft.com/office/drawing/2014/main" id="{7F34E030-B72C-422F-8CBA-F967D9D75645}"/>
                </a:ext>
              </a:extLst>
            </p:cNvPr>
            <p:cNvSpPr>
              <a:spLocks noChangeArrowheads="1"/>
            </p:cNvSpPr>
            <p:nvPr/>
          </p:nvSpPr>
          <p:spPr bwMode="auto">
            <a:xfrm>
              <a:off x="4077" y="1391"/>
              <a:ext cx="453" cy="589"/>
            </a:xfrm>
            <a:prstGeom prst="rect">
              <a:avLst/>
            </a:prstGeom>
            <a:solidFill>
              <a:schemeClr val="accent1">
                <a:lumMod val="60000"/>
                <a:lumOff val="40000"/>
              </a:schemeClr>
            </a:solidFill>
            <a:ln w="25400">
              <a:solidFill>
                <a:srgbClr val="000000"/>
              </a:solidFill>
              <a:miter lim="800000"/>
              <a:headEnd/>
              <a:tailEnd/>
            </a:ln>
          </p:spPr>
          <p:txBody>
            <a:bodyPr/>
            <a:lstStyle/>
            <a:p>
              <a:pPr>
                <a:defRPr/>
              </a:pPr>
              <a:r>
                <a:rPr lang="en-US" dirty="0"/>
                <a:t> D</a:t>
              </a:r>
            </a:p>
            <a:p>
              <a:pPr>
                <a:defRPr/>
              </a:pPr>
              <a:endParaRPr lang="en-US" dirty="0"/>
            </a:p>
            <a:p>
              <a:pPr>
                <a:defRPr/>
              </a:pPr>
              <a:r>
                <a:rPr lang="en-US" dirty="0"/>
                <a:t> C</a:t>
              </a:r>
            </a:p>
            <a:p>
              <a:pPr>
                <a:defRPr/>
              </a:pPr>
              <a:endParaRPr lang="en-US" dirty="0"/>
            </a:p>
          </p:txBody>
        </p:sp>
        <p:sp>
          <p:nvSpPr>
            <p:cNvPr id="29730" name="Line 12">
              <a:extLst>
                <a:ext uri="{FF2B5EF4-FFF2-40B4-BE49-F238E27FC236}">
                  <a16:creationId xmlns:a16="http://schemas.microsoft.com/office/drawing/2014/main" id="{D571AE41-E370-4AA2-97C5-D0AB76D29FFC}"/>
                </a:ext>
              </a:extLst>
            </p:cNvPr>
            <p:cNvSpPr>
              <a:spLocks noChangeShapeType="1"/>
            </p:cNvSpPr>
            <p:nvPr/>
          </p:nvSpPr>
          <p:spPr bwMode="auto">
            <a:xfrm>
              <a:off x="1111" y="2136"/>
              <a:ext cx="2762" cy="0"/>
            </a:xfrm>
            <a:prstGeom prst="line">
              <a:avLst/>
            </a:prstGeom>
            <a:noFill/>
            <a:ln w="25400">
              <a:solidFill>
                <a:srgbClr val="000000"/>
              </a:solidFill>
              <a:round/>
              <a:headEnd/>
              <a:tailEnd/>
            </a:ln>
          </p:spPr>
          <p:txBody>
            <a:bodyPr/>
            <a:lstStyle/>
            <a:p>
              <a:pPr eaLnBrk="1" hangingPunct="1">
                <a:defRPr/>
              </a:pPr>
              <a:endParaRPr lang="en-US" sz="1600" dirty="0"/>
            </a:p>
          </p:txBody>
        </p:sp>
        <p:sp>
          <p:nvSpPr>
            <p:cNvPr id="29731" name="Line 13">
              <a:extLst>
                <a:ext uri="{FF2B5EF4-FFF2-40B4-BE49-F238E27FC236}">
                  <a16:creationId xmlns:a16="http://schemas.microsoft.com/office/drawing/2014/main" id="{3106B521-E7D6-45A9-9A1F-617BEF8EAAF9}"/>
                </a:ext>
              </a:extLst>
            </p:cNvPr>
            <p:cNvSpPr>
              <a:spLocks noChangeShapeType="1"/>
            </p:cNvSpPr>
            <p:nvPr/>
          </p:nvSpPr>
          <p:spPr bwMode="auto">
            <a:xfrm>
              <a:off x="3869" y="1766"/>
              <a:ext cx="209" cy="0"/>
            </a:xfrm>
            <a:prstGeom prst="line">
              <a:avLst/>
            </a:prstGeom>
            <a:noFill/>
            <a:ln w="25400">
              <a:solidFill>
                <a:srgbClr val="000000"/>
              </a:solidFill>
              <a:round/>
              <a:headEnd/>
              <a:tailEnd/>
            </a:ln>
          </p:spPr>
          <p:txBody>
            <a:bodyPr/>
            <a:lstStyle/>
            <a:p>
              <a:pPr eaLnBrk="1" hangingPunct="1">
                <a:defRPr/>
              </a:pPr>
              <a:endParaRPr lang="en-US" sz="1600" dirty="0"/>
            </a:p>
          </p:txBody>
        </p:sp>
        <p:sp>
          <p:nvSpPr>
            <p:cNvPr id="29732" name="Line 14">
              <a:extLst>
                <a:ext uri="{FF2B5EF4-FFF2-40B4-BE49-F238E27FC236}">
                  <a16:creationId xmlns:a16="http://schemas.microsoft.com/office/drawing/2014/main" id="{29082E67-7903-4B60-8297-43BB5A7372D5}"/>
                </a:ext>
              </a:extLst>
            </p:cNvPr>
            <p:cNvSpPr>
              <a:spLocks noChangeShapeType="1"/>
            </p:cNvSpPr>
            <p:nvPr/>
          </p:nvSpPr>
          <p:spPr bwMode="auto">
            <a:xfrm flipH="1">
              <a:off x="3873" y="1768"/>
              <a:ext cx="4" cy="373"/>
            </a:xfrm>
            <a:prstGeom prst="line">
              <a:avLst/>
            </a:prstGeom>
            <a:noFill/>
            <a:ln w="25400">
              <a:solidFill>
                <a:srgbClr val="000000"/>
              </a:solidFill>
              <a:round/>
              <a:headEnd/>
              <a:tailEnd/>
            </a:ln>
          </p:spPr>
          <p:txBody>
            <a:bodyPr/>
            <a:lstStyle/>
            <a:p>
              <a:pPr eaLnBrk="1" hangingPunct="1">
                <a:defRPr/>
              </a:pPr>
              <a:endParaRPr lang="en-US" sz="1600" dirty="0"/>
            </a:p>
          </p:txBody>
        </p:sp>
        <p:sp>
          <p:nvSpPr>
            <p:cNvPr id="29733" name="Line 15">
              <a:extLst>
                <a:ext uri="{FF2B5EF4-FFF2-40B4-BE49-F238E27FC236}">
                  <a16:creationId xmlns:a16="http://schemas.microsoft.com/office/drawing/2014/main" id="{45F85053-DAB0-4B6F-882E-7C96233C43BB}"/>
                </a:ext>
              </a:extLst>
            </p:cNvPr>
            <p:cNvSpPr>
              <a:spLocks noChangeShapeType="1"/>
            </p:cNvSpPr>
            <p:nvPr/>
          </p:nvSpPr>
          <p:spPr bwMode="auto">
            <a:xfrm>
              <a:off x="3032" y="1760"/>
              <a:ext cx="165" cy="0"/>
            </a:xfrm>
            <a:prstGeom prst="line">
              <a:avLst/>
            </a:prstGeom>
            <a:noFill/>
            <a:ln w="25400">
              <a:solidFill>
                <a:srgbClr val="000000"/>
              </a:solidFill>
              <a:round/>
              <a:headEnd/>
              <a:tailEnd/>
            </a:ln>
          </p:spPr>
          <p:txBody>
            <a:bodyPr/>
            <a:lstStyle/>
            <a:p>
              <a:pPr eaLnBrk="1" hangingPunct="1">
                <a:defRPr/>
              </a:pPr>
              <a:endParaRPr lang="en-US" sz="1600" dirty="0"/>
            </a:p>
          </p:txBody>
        </p:sp>
        <p:sp>
          <p:nvSpPr>
            <p:cNvPr id="29734" name="Line 16">
              <a:extLst>
                <a:ext uri="{FF2B5EF4-FFF2-40B4-BE49-F238E27FC236}">
                  <a16:creationId xmlns:a16="http://schemas.microsoft.com/office/drawing/2014/main" id="{4F9B748A-CACB-4BC7-99D4-90E16E9188F2}"/>
                </a:ext>
              </a:extLst>
            </p:cNvPr>
            <p:cNvSpPr>
              <a:spLocks noChangeShapeType="1"/>
            </p:cNvSpPr>
            <p:nvPr/>
          </p:nvSpPr>
          <p:spPr bwMode="auto">
            <a:xfrm flipH="1">
              <a:off x="3032" y="1766"/>
              <a:ext cx="4" cy="367"/>
            </a:xfrm>
            <a:prstGeom prst="line">
              <a:avLst/>
            </a:prstGeom>
            <a:noFill/>
            <a:ln w="25400">
              <a:solidFill>
                <a:srgbClr val="000000"/>
              </a:solidFill>
              <a:round/>
              <a:headEnd/>
              <a:tailEnd type="oval" w="med" len="med"/>
            </a:ln>
          </p:spPr>
          <p:txBody>
            <a:bodyPr/>
            <a:lstStyle/>
            <a:p>
              <a:pPr eaLnBrk="1" hangingPunct="1">
                <a:defRPr/>
              </a:pPr>
              <a:endParaRPr lang="en-US" sz="1600" dirty="0"/>
            </a:p>
          </p:txBody>
        </p:sp>
        <p:sp>
          <p:nvSpPr>
            <p:cNvPr id="29735" name="Line 17">
              <a:extLst>
                <a:ext uri="{FF2B5EF4-FFF2-40B4-BE49-F238E27FC236}">
                  <a16:creationId xmlns:a16="http://schemas.microsoft.com/office/drawing/2014/main" id="{B619D2AC-1710-442B-9EC8-93BBA0CC5AF8}"/>
                </a:ext>
              </a:extLst>
            </p:cNvPr>
            <p:cNvSpPr>
              <a:spLocks noChangeShapeType="1"/>
            </p:cNvSpPr>
            <p:nvPr/>
          </p:nvSpPr>
          <p:spPr bwMode="auto">
            <a:xfrm>
              <a:off x="2165" y="1768"/>
              <a:ext cx="209" cy="0"/>
            </a:xfrm>
            <a:prstGeom prst="line">
              <a:avLst/>
            </a:prstGeom>
            <a:noFill/>
            <a:ln w="25400">
              <a:solidFill>
                <a:srgbClr val="000000"/>
              </a:solidFill>
              <a:round/>
              <a:headEnd/>
              <a:tailEnd/>
            </a:ln>
          </p:spPr>
          <p:txBody>
            <a:bodyPr/>
            <a:lstStyle/>
            <a:p>
              <a:pPr eaLnBrk="1" hangingPunct="1">
                <a:defRPr/>
              </a:pPr>
              <a:endParaRPr lang="en-US" sz="1600" dirty="0"/>
            </a:p>
          </p:txBody>
        </p:sp>
        <p:sp>
          <p:nvSpPr>
            <p:cNvPr id="29736" name="Line 18">
              <a:extLst>
                <a:ext uri="{FF2B5EF4-FFF2-40B4-BE49-F238E27FC236}">
                  <a16:creationId xmlns:a16="http://schemas.microsoft.com/office/drawing/2014/main" id="{6A0C4F0C-B90F-4DC0-80CE-FD41848FA7F0}"/>
                </a:ext>
              </a:extLst>
            </p:cNvPr>
            <p:cNvSpPr>
              <a:spLocks noChangeShapeType="1"/>
            </p:cNvSpPr>
            <p:nvPr/>
          </p:nvSpPr>
          <p:spPr bwMode="auto">
            <a:xfrm>
              <a:off x="1339" y="1774"/>
              <a:ext cx="209" cy="0"/>
            </a:xfrm>
            <a:prstGeom prst="line">
              <a:avLst/>
            </a:prstGeom>
            <a:noFill/>
            <a:ln w="25400">
              <a:solidFill>
                <a:srgbClr val="000000"/>
              </a:solidFill>
              <a:round/>
              <a:headEnd/>
              <a:tailEnd/>
            </a:ln>
          </p:spPr>
          <p:txBody>
            <a:bodyPr/>
            <a:lstStyle/>
            <a:p>
              <a:pPr eaLnBrk="1" hangingPunct="1">
                <a:defRPr/>
              </a:pPr>
              <a:endParaRPr lang="en-US" sz="1600" dirty="0"/>
            </a:p>
          </p:txBody>
        </p:sp>
        <p:sp>
          <p:nvSpPr>
            <p:cNvPr id="29737" name="Line 19">
              <a:extLst>
                <a:ext uri="{FF2B5EF4-FFF2-40B4-BE49-F238E27FC236}">
                  <a16:creationId xmlns:a16="http://schemas.microsoft.com/office/drawing/2014/main" id="{CBE323D2-F14B-4345-98E1-F821B145BD40}"/>
                </a:ext>
              </a:extLst>
            </p:cNvPr>
            <p:cNvSpPr>
              <a:spLocks noChangeShapeType="1"/>
            </p:cNvSpPr>
            <p:nvPr/>
          </p:nvSpPr>
          <p:spPr bwMode="auto">
            <a:xfrm flipH="1">
              <a:off x="1344" y="1779"/>
              <a:ext cx="0" cy="358"/>
            </a:xfrm>
            <a:prstGeom prst="line">
              <a:avLst/>
            </a:prstGeom>
            <a:noFill/>
            <a:ln w="25400">
              <a:solidFill>
                <a:srgbClr val="000000"/>
              </a:solidFill>
              <a:round/>
              <a:headEnd/>
              <a:tailEnd type="oval" w="med" len="med"/>
            </a:ln>
          </p:spPr>
          <p:txBody>
            <a:bodyPr/>
            <a:lstStyle/>
            <a:p>
              <a:pPr eaLnBrk="1" hangingPunct="1">
                <a:defRPr/>
              </a:pPr>
              <a:endParaRPr lang="en-US" sz="1600" dirty="0"/>
            </a:p>
          </p:txBody>
        </p:sp>
        <p:sp>
          <p:nvSpPr>
            <p:cNvPr id="29738" name="Line 20">
              <a:extLst>
                <a:ext uri="{FF2B5EF4-FFF2-40B4-BE49-F238E27FC236}">
                  <a16:creationId xmlns:a16="http://schemas.microsoft.com/office/drawing/2014/main" id="{3AC42929-AACF-4088-837B-C94E7AA79FF4}"/>
                </a:ext>
              </a:extLst>
            </p:cNvPr>
            <p:cNvSpPr>
              <a:spLocks noChangeShapeType="1"/>
            </p:cNvSpPr>
            <p:nvPr/>
          </p:nvSpPr>
          <p:spPr bwMode="auto">
            <a:xfrm>
              <a:off x="2170" y="1776"/>
              <a:ext cx="0" cy="358"/>
            </a:xfrm>
            <a:prstGeom prst="line">
              <a:avLst/>
            </a:prstGeom>
            <a:noFill/>
            <a:ln w="25400">
              <a:solidFill>
                <a:srgbClr val="000000"/>
              </a:solidFill>
              <a:round/>
              <a:headEnd/>
              <a:tailEnd type="oval" w="med" len="med"/>
            </a:ln>
          </p:spPr>
          <p:txBody>
            <a:bodyPr/>
            <a:lstStyle/>
            <a:p>
              <a:pPr eaLnBrk="1" hangingPunct="1">
                <a:defRPr/>
              </a:pPr>
              <a:endParaRPr lang="en-US" sz="1600" dirty="0"/>
            </a:p>
          </p:txBody>
        </p:sp>
        <p:sp>
          <p:nvSpPr>
            <p:cNvPr id="29739" name="Line 21">
              <a:extLst>
                <a:ext uri="{FF2B5EF4-FFF2-40B4-BE49-F238E27FC236}">
                  <a16:creationId xmlns:a16="http://schemas.microsoft.com/office/drawing/2014/main" id="{1636F694-5D8B-47B5-B52B-2B1953E7C10A}"/>
                </a:ext>
              </a:extLst>
            </p:cNvPr>
            <p:cNvSpPr>
              <a:spLocks noChangeShapeType="1"/>
            </p:cNvSpPr>
            <p:nvPr/>
          </p:nvSpPr>
          <p:spPr bwMode="auto">
            <a:xfrm>
              <a:off x="1396" y="1499"/>
              <a:ext cx="140" cy="0"/>
            </a:xfrm>
            <a:prstGeom prst="line">
              <a:avLst/>
            </a:prstGeom>
            <a:noFill/>
            <a:ln w="25400">
              <a:solidFill>
                <a:srgbClr val="000000"/>
              </a:solidFill>
              <a:round/>
              <a:headEnd/>
              <a:tailEnd/>
            </a:ln>
          </p:spPr>
          <p:txBody>
            <a:bodyPr/>
            <a:lstStyle/>
            <a:p>
              <a:pPr eaLnBrk="1" hangingPunct="1">
                <a:defRPr/>
              </a:pPr>
              <a:endParaRPr lang="en-US" sz="1600" dirty="0"/>
            </a:p>
          </p:txBody>
        </p:sp>
        <p:sp>
          <p:nvSpPr>
            <p:cNvPr id="29740" name="Line 22">
              <a:extLst>
                <a:ext uri="{FF2B5EF4-FFF2-40B4-BE49-F238E27FC236}">
                  <a16:creationId xmlns:a16="http://schemas.microsoft.com/office/drawing/2014/main" id="{DC79CF8D-14A4-4D88-AF4F-947E81E8B563}"/>
                </a:ext>
              </a:extLst>
            </p:cNvPr>
            <p:cNvSpPr>
              <a:spLocks noChangeShapeType="1"/>
            </p:cNvSpPr>
            <p:nvPr/>
          </p:nvSpPr>
          <p:spPr bwMode="auto">
            <a:xfrm>
              <a:off x="1991" y="1495"/>
              <a:ext cx="133" cy="0"/>
            </a:xfrm>
            <a:prstGeom prst="line">
              <a:avLst/>
            </a:prstGeom>
            <a:noFill/>
            <a:ln w="25400">
              <a:solidFill>
                <a:srgbClr val="000000"/>
              </a:solidFill>
              <a:round/>
              <a:headEnd/>
              <a:tailEnd/>
            </a:ln>
          </p:spPr>
          <p:txBody>
            <a:bodyPr/>
            <a:lstStyle/>
            <a:p>
              <a:pPr eaLnBrk="1" hangingPunct="1">
                <a:defRPr/>
              </a:pPr>
              <a:endParaRPr lang="en-US" sz="1600" dirty="0"/>
            </a:p>
          </p:txBody>
        </p:sp>
        <p:sp>
          <p:nvSpPr>
            <p:cNvPr id="29741" name="Line 23">
              <a:extLst>
                <a:ext uri="{FF2B5EF4-FFF2-40B4-BE49-F238E27FC236}">
                  <a16:creationId xmlns:a16="http://schemas.microsoft.com/office/drawing/2014/main" id="{C242AF35-8008-4E5D-B0DA-5CFB0FB6728C}"/>
                </a:ext>
              </a:extLst>
            </p:cNvPr>
            <p:cNvSpPr>
              <a:spLocks noChangeShapeType="1"/>
            </p:cNvSpPr>
            <p:nvPr/>
          </p:nvSpPr>
          <p:spPr bwMode="auto">
            <a:xfrm flipV="1">
              <a:off x="2836" y="1483"/>
              <a:ext cx="102" cy="0"/>
            </a:xfrm>
            <a:prstGeom prst="line">
              <a:avLst/>
            </a:prstGeom>
            <a:noFill/>
            <a:ln w="25400">
              <a:solidFill>
                <a:srgbClr val="000000"/>
              </a:solidFill>
              <a:round/>
              <a:headEnd/>
              <a:tailEnd/>
            </a:ln>
          </p:spPr>
          <p:txBody>
            <a:bodyPr/>
            <a:lstStyle/>
            <a:p>
              <a:pPr eaLnBrk="1" hangingPunct="1">
                <a:defRPr/>
              </a:pPr>
              <a:endParaRPr lang="en-US" sz="1600" dirty="0"/>
            </a:p>
          </p:txBody>
        </p:sp>
        <p:sp>
          <p:nvSpPr>
            <p:cNvPr id="29742" name="Line 24">
              <a:extLst>
                <a:ext uri="{FF2B5EF4-FFF2-40B4-BE49-F238E27FC236}">
                  <a16:creationId xmlns:a16="http://schemas.microsoft.com/office/drawing/2014/main" id="{50033408-A731-4133-8F10-B5AC8295350D}"/>
                </a:ext>
              </a:extLst>
            </p:cNvPr>
            <p:cNvSpPr>
              <a:spLocks noChangeShapeType="1"/>
            </p:cNvSpPr>
            <p:nvPr/>
          </p:nvSpPr>
          <p:spPr bwMode="auto">
            <a:xfrm>
              <a:off x="3658" y="1506"/>
              <a:ext cx="102" cy="0"/>
            </a:xfrm>
            <a:prstGeom prst="line">
              <a:avLst/>
            </a:prstGeom>
            <a:noFill/>
            <a:ln w="25400">
              <a:solidFill>
                <a:srgbClr val="000000"/>
              </a:solidFill>
              <a:round/>
              <a:headEnd/>
              <a:tailEnd/>
            </a:ln>
          </p:spPr>
          <p:txBody>
            <a:bodyPr/>
            <a:lstStyle/>
            <a:p>
              <a:pPr eaLnBrk="1" hangingPunct="1">
                <a:defRPr/>
              </a:pPr>
              <a:endParaRPr lang="en-US" sz="1600" dirty="0"/>
            </a:p>
          </p:txBody>
        </p:sp>
        <p:sp>
          <p:nvSpPr>
            <p:cNvPr id="29743" name="Line 26">
              <a:extLst>
                <a:ext uri="{FF2B5EF4-FFF2-40B4-BE49-F238E27FC236}">
                  <a16:creationId xmlns:a16="http://schemas.microsoft.com/office/drawing/2014/main" id="{D18A1CB3-A3A5-4ECC-AA98-73625AB925CF}"/>
                </a:ext>
              </a:extLst>
            </p:cNvPr>
            <p:cNvSpPr>
              <a:spLocks noChangeShapeType="1"/>
            </p:cNvSpPr>
            <p:nvPr/>
          </p:nvSpPr>
          <p:spPr bwMode="auto">
            <a:xfrm>
              <a:off x="4534" y="1499"/>
              <a:ext cx="122" cy="0"/>
            </a:xfrm>
            <a:prstGeom prst="line">
              <a:avLst/>
            </a:prstGeom>
            <a:noFill/>
            <a:ln w="25400">
              <a:solidFill>
                <a:srgbClr val="000000"/>
              </a:solidFill>
              <a:round/>
              <a:headEnd/>
              <a:tailEnd/>
            </a:ln>
          </p:spPr>
          <p:txBody>
            <a:bodyPr/>
            <a:lstStyle/>
            <a:p>
              <a:pPr eaLnBrk="1" hangingPunct="1">
                <a:defRPr/>
              </a:pPr>
              <a:endParaRPr lang="en-US" sz="1600" dirty="0"/>
            </a:p>
          </p:txBody>
        </p:sp>
        <p:sp>
          <p:nvSpPr>
            <p:cNvPr id="29744" name="Line 27">
              <a:extLst>
                <a:ext uri="{FF2B5EF4-FFF2-40B4-BE49-F238E27FC236}">
                  <a16:creationId xmlns:a16="http://schemas.microsoft.com/office/drawing/2014/main" id="{8D73698D-49FB-47FE-8232-1B78028EF4AC}"/>
                </a:ext>
              </a:extLst>
            </p:cNvPr>
            <p:cNvSpPr>
              <a:spLocks noChangeShapeType="1"/>
            </p:cNvSpPr>
            <p:nvPr/>
          </p:nvSpPr>
          <p:spPr bwMode="auto">
            <a:xfrm flipV="1">
              <a:off x="2136" y="1255"/>
              <a:ext cx="0" cy="245"/>
            </a:xfrm>
            <a:prstGeom prst="line">
              <a:avLst/>
            </a:prstGeom>
            <a:noFill/>
            <a:ln w="25400">
              <a:solidFill>
                <a:srgbClr val="000000"/>
              </a:solidFill>
              <a:round/>
              <a:headEnd/>
              <a:tailEnd/>
            </a:ln>
          </p:spPr>
          <p:txBody>
            <a:bodyPr/>
            <a:lstStyle/>
            <a:p>
              <a:pPr eaLnBrk="1" hangingPunct="1">
                <a:defRPr/>
              </a:pPr>
              <a:endParaRPr lang="en-US" sz="1600" dirty="0"/>
            </a:p>
          </p:txBody>
        </p:sp>
        <p:sp>
          <p:nvSpPr>
            <p:cNvPr id="29745" name="Line 28">
              <a:extLst>
                <a:ext uri="{FF2B5EF4-FFF2-40B4-BE49-F238E27FC236}">
                  <a16:creationId xmlns:a16="http://schemas.microsoft.com/office/drawing/2014/main" id="{89ED0EC5-0F43-4AEC-BD93-83245E56B0E3}"/>
                </a:ext>
              </a:extLst>
            </p:cNvPr>
            <p:cNvSpPr>
              <a:spLocks noChangeShapeType="1"/>
            </p:cNvSpPr>
            <p:nvPr/>
          </p:nvSpPr>
          <p:spPr bwMode="auto">
            <a:xfrm flipH="1">
              <a:off x="993" y="1259"/>
              <a:ext cx="1143" cy="0"/>
            </a:xfrm>
            <a:prstGeom prst="line">
              <a:avLst/>
            </a:prstGeom>
            <a:noFill/>
            <a:ln w="25400">
              <a:solidFill>
                <a:srgbClr val="000000"/>
              </a:solidFill>
              <a:round/>
              <a:headEnd/>
              <a:tailEnd type="triangle" w="sm" len="med"/>
            </a:ln>
          </p:spPr>
          <p:txBody>
            <a:bodyPr/>
            <a:lstStyle/>
            <a:p>
              <a:pPr eaLnBrk="1" hangingPunct="1">
                <a:defRPr/>
              </a:pPr>
              <a:endParaRPr lang="en-US" sz="1600" dirty="0"/>
            </a:p>
          </p:txBody>
        </p:sp>
        <p:sp>
          <p:nvSpPr>
            <p:cNvPr id="42035" name="Text Box 29">
              <a:extLst>
                <a:ext uri="{FF2B5EF4-FFF2-40B4-BE49-F238E27FC236}">
                  <a16:creationId xmlns:a16="http://schemas.microsoft.com/office/drawing/2014/main" id="{E41AC4B0-B64C-7179-B90D-C9AB678D0A47}"/>
                </a:ext>
              </a:extLst>
            </p:cNvPr>
            <p:cNvSpPr txBox="1">
              <a:spLocks noChangeArrowheads="1"/>
            </p:cNvSpPr>
            <p:nvPr/>
          </p:nvSpPr>
          <p:spPr bwMode="auto">
            <a:xfrm>
              <a:off x="429" y="1147"/>
              <a:ext cx="762" cy="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en-US"/>
                <a:t>Output</a:t>
              </a:r>
              <a:endParaRPr lang="en-US" altLang="en-US" baseline="-25000"/>
            </a:p>
            <a:p>
              <a:endParaRPr lang="en-US" altLang="en-US"/>
            </a:p>
          </p:txBody>
        </p:sp>
        <p:sp>
          <p:nvSpPr>
            <p:cNvPr id="29747" name="Line 30">
              <a:extLst>
                <a:ext uri="{FF2B5EF4-FFF2-40B4-BE49-F238E27FC236}">
                  <a16:creationId xmlns:a16="http://schemas.microsoft.com/office/drawing/2014/main" id="{F9052295-923B-4B21-9A83-D0B66BB541D6}"/>
                </a:ext>
              </a:extLst>
            </p:cNvPr>
            <p:cNvSpPr>
              <a:spLocks noChangeShapeType="1"/>
            </p:cNvSpPr>
            <p:nvPr/>
          </p:nvSpPr>
          <p:spPr bwMode="auto">
            <a:xfrm flipV="1">
              <a:off x="2943" y="1161"/>
              <a:ext cx="0" cy="325"/>
            </a:xfrm>
            <a:prstGeom prst="line">
              <a:avLst/>
            </a:prstGeom>
            <a:noFill/>
            <a:ln w="25400">
              <a:solidFill>
                <a:srgbClr val="000000"/>
              </a:solidFill>
              <a:round/>
              <a:headEnd/>
              <a:tailEnd/>
            </a:ln>
          </p:spPr>
          <p:txBody>
            <a:bodyPr/>
            <a:lstStyle/>
            <a:p>
              <a:pPr eaLnBrk="1" hangingPunct="1">
                <a:defRPr/>
              </a:pPr>
              <a:endParaRPr lang="en-US" sz="1600" dirty="0"/>
            </a:p>
          </p:txBody>
        </p:sp>
        <p:sp>
          <p:nvSpPr>
            <p:cNvPr id="29748" name="Line 31">
              <a:extLst>
                <a:ext uri="{FF2B5EF4-FFF2-40B4-BE49-F238E27FC236}">
                  <a16:creationId xmlns:a16="http://schemas.microsoft.com/office/drawing/2014/main" id="{B6BFD19F-3C97-4159-A8BA-3A841C7B528E}"/>
                </a:ext>
              </a:extLst>
            </p:cNvPr>
            <p:cNvSpPr>
              <a:spLocks noChangeShapeType="1"/>
            </p:cNvSpPr>
            <p:nvPr/>
          </p:nvSpPr>
          <p:spPr bwMode="auto">
            <a:xfrm flipV="1">
              <a:off x="1406" y="1164"/>
              <a:ext cx="0" cy="328"/>
            </a:xfrm>
            <a:prstGeom prst="line">
              <a:avLst/>
            </a:prstGeom>
            <a:noFill/>
            <a:ln w="25400">
              <a:solidFill>
                <a:srgbClr val="000000"/>
              </a:solidFill>
              <a:round/>
              <a:headEnd/>
              <a:tailEnd/>
            </a:ln>
          </p:spPr>
          <p:txBody>
            <a:bodyPr/>
            <a:lstStyle/>
            <a:p>
              <a:pPr eaLnBrk="1" hangingPunct="1">
                <a:defRPr/>
              </a:pPr>
              <a:endParaRPr lang="en-US" sz="1600" dirty="0"/>
            </a:p>
          </p:txBody>
        </p:sp>
        <p:sp>
          <p:nvSpPr>
            <p:cNvPr id="29749" name="Line 32">
              <a:extLst>
                <a:ext uri="{FF2B5EF4-FFF2-40B4-BE49-F238E27FC236}">
                  <a16:creationId xmlns:a16="http://schemas.microsoft.com/office/drawing/2014/main" id="{87641B22-10E7-4996-9D07-95949B9FC7CA}"/>
                </a:ext>
              </a:extLst>
            </p:cNvPr>
            <p:cNvSpPr>
              <a:spLocks noChangeShapeType="1"/>
            </p:cNvSpPr>
            <p:nvPr/>
          </p:nvSpPr>
          <p:spPr bwMode="auto">
            <a:xfrm>
              <a:off x="1406" y="1164"/>
              <a:ext cx="1544" cy="0"/>
            </a:xfrm>
            <a:prstGeom prst="line">
              <a:avLst/>
            </a:prstGeom>
            <a:noFill/>
            <a:ln w="25400">
              <a:solidFill>
                <a:srgbClr val="000000"/>
              </a:solidFill>
              <a:round/>
              <a:headEnd/>
              <a:tailEnd/>
            </a:ln>
          </p:spPr>
          <p:txBody>
            <a:bodyPr/>
            <a:lstStyle/>
            <a:p>
              <a:pPr eaLnBrk="1" hangingPunct="1">
                <a:defRPr/>
              </a:pPr>
              <a:endParaRPr lang="en-US" sz="1600" dirty="0"/>
            </a:p>
          </p:txBody>
        </p:sp>
        <p:sp>
          <p:nvSpPr>
            <p:cNvPr id="29750" name="Line 33">
              <a:extLst>
                <a:ext uri="{FF2B5EF4-FFF2-40B4-BE49-F238E27FC236}">
                  <a16:creationId xmlns:a16="http://schemas.microsoft.com/office/drawing/2014/main" id="{9B2FBD0A-2DD3-4230-ADC0-FB34E1AFD9FB}"/>
                </a:ext>
              </a:extLst>
            </p:cNvPr>
            <p:cNvSpPr>
              <a:spLocks noChangeShapeType="1"/>
            </p:cNvSpPr>
            <p:nvPr/>
          </p:nvSpPr>
          <p:spPr bwMode="auto">
            <a:xfrm>
              <a:off x="2225" y="1487"/>
              <a:ext cx="158" cy="0"/>
            </a:xfrm>
            <a:prstGeom prst="line">
              <a:avLst/>
            </a:prstGeom>
            <a:noFill/>
            <a:ln w="25400">
              <a:solidFill>
                <a:srgbClr val="000000"/>
              </a:solidFill>
              <a:round/>
              <a:headEnd/>
              <a:tailEnd/>
            </a:ln>
          </p:spPr>
          <p:txBody>
            <a:bodyPr/>
            <a:lstStyle/>
            <a:p>
              <a:pPr eaLnBrk="1" hangingPunct="1">
                <a:defRPr/>
              </a:pPr>
              <a:endParaRPr lang="en-US" sz="1600" dirty="0"/>
            </a:p>
          </p:txBody>
        </p:sp>
        <p:sp>
          <p:nvSpPr>
            <p:cNvPr id="29751" name="Line 34">
              <a:extLst>
                <a:ext uri="{FF2B5EF4-FFF2-40B4-BE49-F238E27FC236}">
                  <a16:creationId xmlns:a16="http://schemas.microsoft.com/office/drawing/2014/main" id="{33784EB1-A523-4589-9491-FA6EC61AEB92}"/>
                </a:ext>
              </a:extLst>
            </p:cNvPr>
            <p:cNvSpPr>
              <a:spLocks noChangeShapeType="1"/>
            </p:cNvSpPr>
            <p:nvPr/>
          </p:nvSpPr>
          <p:spPr bwMode="auto">
            <a:xfrm flipV="1">
              <a:off x="2227" y="1249"/>
              <a:ext cx="0" cy="236"/>
            </a:xfrm>
            <a:prstGeom prst="line">
              <a:avLst/>
            </a:prstGeom>
            <a:noFill/>
            <a:ln w="25400">
              <a:solidFill>
                <a:srgbClr val="000000"/>
              </a:solidFill>
              <a:round/>
              <a:headEnd/>
              <a:tailEnd/>
            </a:ln>
          </p:spPr>
          <p:txBody>
            <a:bodyPr/>
            <a:lstStyle/>
            <a:p>
              <a:pPr eaLnBrk="1" hangingPunct="1">
                <a:defRPr/>
              </a:pPr>
              <a:endParaRPr lang="en-US" sz="1600" dirty="0"/>
            </a:p>
          </p:txBody>
        </p:sp>
        <p:sp>
          <p:nvSpPr>
            <p:cNvPr id="29752" name="Line 35">
              <a:extLst>
                <a:ext uri="{FF2B5EF4-FFF2-40B4-BE49-F238E27FC236}">
                  <a16:creationId xmlns:a16="http://schemas.microsoft.com/office/drawing/2014/main" id="{1E325C8A-2BE0-400F-944D-5DCB7D9133BA}"/>
                </a:ext>
              </a:extLst>
            </p:cNvPr>
            <p:cNvSpPr>
              <a:spLocks noChangeShapeType="1"/>
            </p:cNvSpPr>
            <p:nvPr/>
          </p:nvSpPr>
          <p:spPr bwMode="auto">
            <a:xfrm>
              <a:off x="3924" y="1512"/>
              <a:ext cx="158" cy="0"/>
            </a:xfrm>
            <a:prstGeom prst="line">
              <a:avLst/>
            </a:prstGeom>
            <a:noFill/>
            <a:ln w="25400">
              <a:solidFill>
                <a:srgbClr val="000000"/>
              </a:solidFill>
              <a:round/>
              <a:headEnd/>
              <a:tailEnd/>
            </a:ln>
          </p:spPr>
          <p:txBody>
            <a:bodyPr/>
            <a:lstStyle/>
            <a:p>
              <a:pPr eaLnBrk="1" hangingPunct="1">
                <a:defRPr/>
              </a:pPr>
              <a:endParaRPr lang="en-US" sz="1600" dirty="0"/>
            </a:p>
          </p:txBody>
        </p:sp>
        <p:sp>
          <p:nvSpPr>
            <p:cNvPr id="29753" name="Line 36">
              <a:extLst>
                <a:ext uri="{FF2B5EF4-FFF2-40B4-BE49-F238E27FC236}">
                  <a16:creationId xmlns:a16="http://schemas.microsoft.com/office/drawing/2014/main" id="{5B1EE0BA-3A36-4798-8524-11C932AC9EEC}"/>
                </a:ext>
              </a:extLst>
            </p:cNvPr>
            <p:cNvSpPr>
              <a:spLocks noChangeShapeType="1"/>
            </p:cNvSpPr>
            <p:nvPr/>
          </p:nvSpPr>
          <p:spPr bwMode="auto">
            <a:xfrm flipV="1">
              <a:off x="3926" y="1305"/>
              <a:ext cx="0" cy="210"/>
            </a:xfrm>
            <a:prstGeom prst="line">
              <a:avLst/>
            </a:prstGeom>
            <a:noFill/>
            <a:ln w="25400">
              <a:solidFill>
                <a:srgbClr val="000000"/>
              </a:solidFill>
              <a:round/>
              <a:headEnd/>
              <a:tailEnd/>
            </a:ln>
          </p:spPr>
          <p:txBody>
            <a:bodyPr/>
            <a:lstStyle/>
            <a:p>
              <a:pPr eaLnBrk="1" hangingPunct="1">
                <a:defRPr/>
              </a:pPr>
              <a:endParaRPr lang="en-US" sz="1600" dirty="0"/>
            </a:p>
          </p:txBody>
        </p:sp>
        <p:sp>
          <p:nvSpPr>
            <p:cNvPr id="29754" name="Line 37">
              <a:extLst>
                <a:ext uri="{FF2B5EF4-FFF2-40B4-BE49-F238E27FC236}">
                  <a16:creationId xmlns:a16="http://schemas.microsoft.com/office/drawing/2014/main" id="{592DB180-8065-4A4D-8812-FAD848C1E166}"/>
                </a:ext>
              </a:extLst>
            </p:cNvPr>
            <p:cNvSpPr>
              <a:spLocks noChangeShapeType="1"/>
            </p:cNvSpPr>
            <p:nvPr/>
          </p:nvSpPr>
          <p:spPr bwMode="auto">
            <a:xfrm flipV="1">
              <a:off x="3937" y="1305"/>
              <a:ext cx="949" cy="2"/>
            </a:xfrm>
            <a:prstGeom prst="line">
              <a:avLst/>
            </a:prstGeom>
            <a:noFill/>
            <a:ln w="25400">
              <a:solidFill>
                <a:srgbClr val="000000"/>
              </a:solidFill>
              <a:round/>
              <a:headEnd/>
              <a:tailEnd type="triangle" w="sm" len="med"/>
            </a:ln>
          </p:spPr>
          <p:txBody>
            <a:bodyPr/>
            <a:lstStyle/>
            <a:p>
              <a:pPr eaLnBrk="1" hangingPunct="1">
                <a:defRPr/>
              </a:pPr>
              <a:endParaRPr lang="en-US" sz="1600" dirty="0"/>
            </a:p>
          </p:txBody>
        </p:sp>
        <p:sp>
          <p:nvSpPr>
            <p:cNvPr id="29755" name="Line 38">
              <a:extLst>
                <a:ext uri="{FF2B5EF4-FFF2-40B4-BE49-F238E27FC236}">
                  <a16:creationId xmlns:a16="http://schemas.microsoft.com/office/drawing/2014/main" id="{489E5A77-88D8-4AEE-94A8-37EF67C7B073}"/>
                </a:ext>
              </a:extLst>
            </p:cNvPr>
            <p:cNvSpPr>
              <a:spLocks noChangeShapeType="1"/>
            </p:cNvSpPr>
            <p:nvPr/>
          </p:nvSpPr>
          <p:spPr bwMode="auto">
            <a:xfrm flipV="1">
              <a:off x="2223" y="1259"/>
              <a:ext cx="1546" cy="0"/>
            </a:xfrm>
            <a:prstGeom prst="line">
              <a:avLst/>
            </a:prstGeom>
            <a:noFill/>
            <a:ln w="25400">
              <a:solidFill>
                <a:srgbClr val="000000"/>
              </a:solidFill>
              <a:round/>
              <a:headEnd/>
              <a:tailEnd/>
            </a:ln>
          </p:spPr>
          <p:txBody>
            <a:bodyPr/>
            <a:lstStyle/>
            <a:p>
              <a:pPr eaLnBrk="1" hangingPunct="1">
                <a:defRPr/>
              </a:pPr>
              <a:endParaRPr lang="en-US" sz="1600" dirty="0"/>
            </a:p>
          </p:txBody>
        </p:sp>
        <p:sp>
          <p:nvSpPr>
            <p:cNvPr id="29756" name="Line 39">
              <a:extLst>
                <a:ext uri="{FF2B5EF4-FFF2-40B4-BE49-F238E27FC236}">
                  <a16:creationId xmlns:a16="http://schemas.microsoft.com/office/drawing/2014/main" id="{0A156678-B161-414A-9468-52F33FBCEA45}"/>
                </a:ext>
              </a:extLst>
            </p:cNvPr>
            <p:cNvSpPr>
              <a:spLocks noChangeShapeType="1"/>
            </p:cNvSpPr>
            <p:nvPr/>
          </p:nvSpPr>
          <p:spPr bwMode="auto">
            <a:xfrm flipH="1">
              <a:off x="3762" y="1255"/>
              <a:ext cx="3" cy="254"/>
            </a:xfrm>
            <a:prstGeom prst="line">
              <a:avLst/>
            </a:prstGeom>
            <a:noFill/>
            <a:ln w="25400">
              <a:solidFill>
                <a:srgbClr val="000000"/>
              </a:solidFill>
              <a:round/>
              <a:headEnd/>
              <a:tailEnd/>
            </a:ln>
          </p:spPr>
          <p:txBody>
            <a:bodyPr/>
            <a:lstStyle/>
            <a:p>
              <a:pPr eaLnBrk="1" hangingPunct="1">
                <a:defRPr/>
              </a:pPr>
              <a:endParaRPr lang="en-US" sz="1600" dirty="0"/>
            </a:p>
          </p:txBody>
        </p:sp>
        <p:sp>
          <p:nvSpPr>
            <p:cNvPr id="29757" name="Line 40">
              <a:extLst>
                <a:ext uri="{FF2B5EF4-FFF2-40B4-BE49-F238E27FC236}">
                  <a16:creationId xmlns:a16="http://schemas.microsoft.com/office/drawing/2014/main" id="{6177FB9A-339C-45DC-91A0-1E9031B9F057}"/>
                </a:ext>
              </a:extLst>
            </p:cNvPr>
            <p:cNvSpPr>
              <a:spLocks noChangeShapeType="1"/>
            </p:cNvSpPr>
            <p:nvPr/>
          </p:nvSpPr>
          <p:spPr bwMode="auto">
            <a:xfrm>
              <a:off x="3102" y="1492"/>
              <a:ext cx="114" cy="0"/>
            </a:xfrm>
            <a:prstGeom prst="line">
              <a:avLst/>
            </a:prstGeom>
            <a:noFill/>
            <a:ln w="25400">
              <a:solidFill>
                <a:srgbClr val="000000"/>
              </a:solidFill>
              <a:round/>
              <a:headEnd/>
              <a:tailEnd/>
            </a:ln>
          </p:spPr>
          <p:txBody>
            <a:bodyPr/>
            <a:lstStyle/>
            <a:p>
              <a:pPr eaLnBrk="1" hangingPunct="1">
                <a:defRPr/>
              </a:pPr>
              <a:endParaRPr lang="en-US" sz="1600" dirty="0"/>
            </a:p>
          </p:txBody>
        </p:sp>
        <p:sp>
          <p:nvSpPr>
            <p:cNvPr id="29758" name="Line 41">
              <a:extLst>
                <a:ext uri="{FF2B5EF4-FFF2-40B4-BE49-F238E27FC236}">
                  <a16:creationId xmlns:a16="http://schemas.microsoft.com/office/drawing/2014/main" id="{040A625F-A3F3-40E0-ACC7-79243A0D1C20}"/>
                </a:ext>
              </a:extLst>
            </p:cNvPr>
            <p:cNvSpPr>
              <a:spLocks noChangeShapeType="1"/>
            </p:cNvSpPr>
            <p:nvPr/>
          </p:nvSpPr>
          <p:spPr bwMode="auto">
            <a:xfrm flipV="1">
              <a:off x="3092" y="1157"/>
              <a:ext cx="0" cy="328"/>
            </a:xfrm>
            <a:prstGeom prst="line">
              <a:avLst/>
            </a:prstGeom>
            <a:noFill/>
            <a:ln w="25400">
              <a:solidFill>
                <a:srgbClr val="000000"/>
              </a:solidFill>
              <a:round/>
              <a:headEnd/>
              <a:tailEnd/>
            </a:ln>
          </p:spPr>
          <p:txBody>
            <a:bodyPr/>
            <a:lstStyle/>
            <a:p>
              <a:pPr eaLnBrk="1" hangingPunct="1">
                <a:defRPr/>
              </a:pPr>
              <a:endParaRPr lang="en-US" sz="1600" dirty="0"/>
            </a:p>
          </p:txBody>
        </p:sp>
        <p:sp>
          <p:nvSpPr>
            <p:cNvPr id="29759" name="Line 42">
              <a:extLst>
                <a:ext uri="{FF2B5EF4-FFF2-40B4-BE49-F238E27FC236}">
                  <a16:creationId xmlns:a16="http://schemas.microsoft.com/office/drawing/2014/main" id="{B74FB5ED-79BC-4704-9374-D5F184D21EE5}"/>
                </a:ext>
              </a:extLst>
            </p:cNvPr>
            <p:cNvSpPr>
              <a:spLocks noChangeShapeType="1"/>
            </p:cNvSpPr>
            <p:nvPr/>
          </p:nvSpPr>
          <p:spPr bwMode="auto">
            <a:xfrm>
              <a:off x="3093" y="1166"/>
              <a:ext cx="1568" cy="0"/>
            </a:xfrm>
            <a:prstGeom prst="line">
              <a:avLst/>
            </a:prstGeom>
            <a:noFill/>
            <a:ln w="25400">
              <a:solidFill>
                <a:srgbClr val="000000"/>
              </a:solidFill>
              <a:round/>
              <a:headEnd/>
              <a:tailEnd/>
            </a:ln>
          </p:spPr>
          <p:txBody>
            <a:bodyPr/>
            <a:lstStyle/>
            <a:p>
              <a:pPr eaLnBrk="1" hangingPunct="1">
                <a:defRPr/>
              </a:pPr>
              <a:endParaRPr lang="en-US" sz="1600" dirty="0"/>
            </a:p>
          </p:txBody>
        </p:sp>
        <p:sp>
          <p:nvSpPr>
            <p:cNvPr id="29760" name="Line 43">
              <a:extLst>
                <a:ext uri="{FF2B5EF4-FFF2-40B4-BE49-F238E27FC236}">
                  <a16:creationId xmlns:a16="http://schemas.microsoft.com/office/drawing/2014/main" id="{93F78CE0-13A4-436F-ABF3-EFD9D3BBB565}"/>
                </a:ext>
              </a:extLst>
            </p:cNvPr>
            <p:cNvSpPr>
              <a:spLocks noChangeShapeType="1"/>
            </p:cNvSpPr>
            <p:nvPr/>
          </p:nvSpPr>
          <p:spPr bwMode="auto">
            <a:xfrm>
              <a:off x="4654" y="1166"/>
              <a:ext cx="0" cy="333"/>
            </a:xfrm>
            <a:prstGeom prst="line">
              <a:avLst/>
            </a:prstGeom>
            <a:noFill/>
            <a:ln w="25400">
              <a:solidFill>
                <a:srgbClr val="000000"/>
              </a:solidFill>
              <a:round/>
              <a:headEnd/>
              <a:tailEnd/>
            </a:ln>
          </p:spPr>
          <p:txBody>
            <a:bodyPr/>
            <a:lstStyle/>
            <a:p>
              <a:pPr eaLnBrk="1" hangingPunct="1">
                <a:defRPr/>
              </a:pPr>
              <a:endParaRPr lang="en-US" sz="1600" dirty="0"/>
            </a:p>
          </p:txBody>
        </p:sp>
        <p:sp>
          <p:nvSpPr>
            <p:cNvPr id="42050" name="Freeform 199">
              <a:extLst>
                <a:ext uri="{FF2B5EF4-FFF2-40B4-BE49-F238E27FC236}">
                  <a16:creationId xmlns:a16="http://schemas.microsoft.com/office/drawing/2014/main" id="{42EA6268-FD11-D61F-68A7-63DA131795FF}"/>
                </a:ext>
              </a:extLst>
            </p:cNvPr>
            <p:cNvSpPr>
              <a:spLocks/>
            </p:cNvSpPr>
            <p:nvPr/>
          </p:nvSpPr>
          <p:spPr bwMode="auto">
            <a:xfrm>
              <a:off x="1558" y="1727"/>
              <a:ext cx="82" cy="89"/>
            </a:xfrm>
            <a:custGeom>
              <a:avLst/>
              <a:gdLst>
                <a:gd name="T0" fmla="*/ 0 w 129"/>
                <a:gd name="T1" fmla="*/ 86344773 h 133"/>
                <a:gd name="T2" fmla="*/ 57242948 w 129"/>
                <a:gd name="T3" fmla="*/ 86344773 h 133"/>
                <a:gd name="T4" fmla="*/ 0 w 129"/>
                <a:gd name="T5" fmla="*/ 0 h 133"/>
                <a:gd name="T6" fmla="*/ 0 60000 65536"/>
                <a:gd name="T7" fmla="*/ 0 60000 65536"/>
                <a:gd name="T8" fmla="*/ 0 60000 65536"/>
                <a:gd name="T9" fmla="*/ 0 w 129"/>
                <a:gd name="T10" fmla="*/ 0 h 133"/>
                <a:gd name="T11" fmla="*/ 129 w 129"/>
                <a:gd name="T12" fmla="*/ 133 h 133"/>
              </a:gdLst>
              <a:ahLst/>
              <a:cxnLst>
                <a:cxn ang="T6">
                  <a:pos x="T0" y="T1"/>
                </a:cxn>
                <a:cxn ang="T7">
                  <a:pos x="T2" y="T3"/>
                </a:cxn>
                <a:cxn ang="T8">
                  <a:pos x="T4" y="T5"/>
                </a:cxn>
              </a:cxnLst>
              <a:rect l="T9" t="T10" r="T11" b="T12"/>
              <a:pathLst>
                <a:path w="129" h="133">
                  <a:moveTo>
                    <a:pt x="0" y="133"/>
                  </a:moveTo>
                  <a:lnTo>
                    <a:pt x="129" y="66"/>
                  </a:lnTo>
                  <a:lnTo>
                    <a:pt x="0" y="0"/>
                  </a:lnTo>
                </a:path>
              </a:pathLst>
            </a:cu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2051" name="Freeform 200">
              <a:extLst>
                <a:ext uri="{FF2B5EF4-FFF2-40B4-BE49-F238E27FC236}">
                  <a16:creationId xmlns:a16="http://schemas.microsoft.com/office/drawing/2014/main" id="{CB4C128E-BFDF-00B4-DF08-75405C9CA62B}"/>
                </a:ext>
              </a:extLst>
            </p:cNvPr>
            <p:cNvSpPr>
              <a:spLocks/>
            </p:cNvSpPr>
            <p:nvPr/>
          </p:nvSpPr>
          <p:spPr bwMode="auto">
            <a:xfrm>
              <a:off x="2381" y="1727"/>
              <a:ext cx="82" cy="89"/>
            </a:xfrm>
            <a:custGeom>
              <a:avLst/>
              <a:gdLst>
                <a:gd name="T0" fmla="*/ 0 w 129"/>
                <a:gd name="T1" fmla="*/ 86344773 h 133"/>
                <a:gd name="T2" fmla="*/ 57242948 w 129"/>
                <a:gd name="T3" fmla="*/ 86344773 h 133"/>
                <a:gd name="T4" fmla="*/ 0 w 129"/>
                <a:gd name="T5" fmla="*/ 0 h 133"/>
                <a:gd name="T6" fmla="*/ 0 60000 65536"/>
                <a:gd name="T7" fmla="*/ 0 60000 65536"/>
                <a:gd name="T8" fmla="*/ 0 60000 65536"/>
                <a:gd name="T9" fmla="*/ 0 w 129"/>
                <a:gd name="T10" fmla="*/ 0 h 133"/>
                <a:gd name="T11" fmla="*/ 129 w 129"/>
                <a:gd name="T12" fmla="*/ 133 h 133"/>
              </a:gdLst>
              <a:ahLst/>
              <a:cxnLst>
                <a:cxn ang="T6">
                  <a:pos x="T0" y="T1"/>
                </a:cxn>
                <a:cxn ang="T7">
                  <a:pos x="T2" y="T3"/>
                </a:cxn>
                <a:cxn ang="T8">
                  <a:pos x="T4" y="T5"/>
                </a:cxn>
              </a:cxnLst>
              <a:rect l="T9" t="T10" r="T11" b="T12"/>
              <a:pathLst>
                <a:path w="129" h="133">
                  <a:moveTo>
                    <a:pt x="0" y="133"/>
                  </a:moveTo>
                  <a:lnTo>
                    <a:pt x="129" y="66"/>
                  </a:lnTo>
                  <a:lnTo>
                    <a:pt x="0" y="0"/>
                  </a:lnTo>
                </a:path>
              </a:pathLst>
            </a:cu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2052" name="Freeform 201">
              <a:extLst>
                <a:ext uri="{FF2B5EF4-FFF2-40B4-BE49-F238E27FC236}">
                  <a16:creationId xmlns:a16="http://schemas.microsoft.com/office/drawing/2014/main" id="{AD642343-A3B8-00DC-FE5D-E361F7A8CDF3}"/>
                </a:ext>
              </a:extLst>
            </p:cNvPr>
            <p:cNvSpPr>
              <a:spLocks/>
            </p:cNvSpPr>
            <p:nvPr/>
          </p:nvSpPr>
          <p:spPr bwMode="auto">
            <a:xfrm>
              <a:off x="3216" y="1720"/>
              <a:ext cx="82" cy="88"/>
            </a:xfrm>
            <a:custGeom>
              <a:avLst/>
              <a:gdLst>
                <a:gd name="T0" fmla="*/ 0 w 129"/>
                <a:gd name="T1" fmla="*/ 78881932 h 133"/>
                <a:gd name="T2" fmla="*/ 57242948 w 129"/>
                <a:gd name="T3" fmla="*/ 78881932 h 133"/>
                <a:gd name="T4" fmla="*/ 0 w 129"/>
                <a:gd name="T5" fmla="*/ 0 h 133"/>
                <a:gd name="T6" fmla="*/ 0 60000 65536"/>
                <a:gd name="T7" fmla="*/ 0 60000 65536"/>
                <a:gd name="T8" fmla="*/ 0 60000 65536"/>
                <a:gd name="T9" fmla="*/ 0 w 129"/>
                <a:gd name="T10" fmla="*/ 0 h 133"/>
                <a:gd name="T11" fmla="*/ 129 w 129"/>
                <a:gd name="T12" fmla="*/ 133 h 133"/>
              </a:gdLst>
              <a:ahLst/>
              <a:cxnLst>
                <a:cxn ang="T6">
                  <a:pos x="T0" y="T1"/>
                </a:cxn>
                <a:cxn ang="T7">
                  <a:pos x="T2" y="T3"/>
                </a:cxn>
                <a:cxn ang="T8">
                  <a:pos x="T4" y="T5"/>
                </a:cxn>
              </a:cxnLst>
              <a:rect l="T9" t="T10" r="T11" b="T12"/>
              <a:pathLst>
                <a:path w="129" h="133">
                  <a:moveTo>
                    <a:pt x="0" y="133"/>
                  </a:moveTo>
                  <a:lnTo>
                    <a:pt x="129" y="66"/>
                  </a:lnTo>
                  <a:lnTo>
                    <a:pt x="0" y="0"/>
                  </a:lnTo>
                </a:path>
              </a:pathLst>
            </a:cu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2053" name="Freeform 202">
              <a:extLst>
                <a:ext uri="{FF2B5EF4-FFF2-40B4-BE49-F238E27FC236}">
                  <a16:creationId xmlns:a16="http://schemas.microsoft.com/office/drawing/2014/main" id="{CCF5A85E-F5DC-2B70-E1DF-48CFAC3EBBAE}"/>
                </a:ext>
              </a:extLst>
            </p:cNvPr>
            <p:cNvSpPr>
              <a:spLocks/>
            </p:cNvSpPr>
            <p:nvPr/>
          </p:nvSpPr>
          <p:spPr bwMode="auto">
            <a:xfrm>
              <a:off x="4077" y="1720"/>
              <a:ext cx="82" cy="88"/>
            </a:xfrm>
            <a:custGeom>
              <a:avLst/>
              <a:gdLst>
                <a:gd name="T0" fmla="*/ 0 w 129"/>
                <a:gd name="T1" fmla="*/ 78881932 h 133"/>
                <a:gd name="T2" fmla="*/ 57242948 w 129"/>
                <a:gd name="T3" fmla="*/ 78881932 h 133"/>
                <a:gd name="T4" fmla="*/ 0 w 129"/>
                <a:gd name="T5" fmla="*/ 0 h 133"/>
                <a:gd name="T6" fmla="*/ 0 60000 65536"/>
                <a:gd name="T7" fmla="*/ 0 60000 65536"/>
                <a:gd name="T8" fmla="*/ 0 60000 65536"/>
                <a:gd name="T9" fmla="*/ 0 w 129"/>
                <a:gd name="T10" fmla="*/ 0 h 133"/>
                <a:gd name="T11" fmla="*/ 129 w 129"/>
                <a:gd name="T12" fmla="*/ 133 h 133"/>
              </a:gdLst>
              <a:ahLst/>
              <a:cxnLst>
                <a:cxn ang="T6">
                  <a:pos x="T0" y="T1"/>
                </a:cxn>
                <a:cxn ang="T7">
                  <a:pos x="T2" y="T3"/>
                </a:cxn>
                <a:cxn ang="T8">
                  <a:pos x="T4" y="T5"/>
                </a:cxn>
              </a:cxnLst>
              <a:rect l="T9" t="T10" r="T11" b="T12"/>
              <a:pathLst>
                <a:path w="129" h="133">
                  <a:moveTo>
                    <a:pt x="0" y="133"/>
                  </a:moveTo>
                  <a:lnTo>
                    <a:pt x="129" y="66"/>
                  </a:lnTo>
                  <a:lnTo>
                    <a:pt x="0" y="0"/>
                  </a:lnTo>
                </a:path>
              </a:pathLst>
            </a:custGeom>
            <a:solidFill>
              <a:schemeClr val="accent1">
                <a:alpha val="76077"/>
              </a:schemeClr>
            </a:solidFill>
            <a:ln w="25400">
              <a:solidFill>
                <a:schemeClr val="tx1"/>
              </a:solidFill>
              <a:miter lim="800000"/>
              <a:headEnd/>
              <a:tailEnd/>
            </a:ln>
          </p:spPr>
          <p:txBody>
            <a:bodyPr/>
            <a:lstStyle/>
            <a:p>
              <a:endParaRPr lang="en-US"/>
            </a:p>
          </p:txBody>
        </p:sp>
      </p:grpSp>
      <p:graphicFrame>
        <p:nvGraphicFramePr>
          <p:cNvPr id="48" name="Таблица 47">
            <a:extLst>
              <a:ext uri="{FF2B5EF4-FFF2-40B4-BE49-F238E27FC236}">
                <a16:creationId xmlns:a16="http://schemas.microsoft.com/office/drawing/2014/main" id="{ECF417C2-3CE7-44E6-9688-89E1B0D39F50}"/>
              </a:ext>
            </a:extLst>
          </p:cNvPr>
          <p:cNvGraphicFramePr>
            <a:graphicFrameLocks noGrp="1"/>
          </p:cNvGraphicFramePr>
          <p:nvPr/>
        </p:nvGraphicFramePr>
        <p:xfrm>
          <a:off x="6042026" y="3467101"/>
          <a:ext cx="2716213" cy="2194368"/>
        </p:xfrm>
        <a:graphic>
          <a:graphicData uri="http://schemas.openxmlformats.org/drawingml/2006/table">
            <a:tbl>
              <a:tblPr firstRow="1" bandRow="1">
                <a:tableStyleId>{5C22544A-7EE6-4342-B048-85BDC9FD1C3A}</a:tableStyleId>
              </a:tblPr>
              <a:tblGrid>
                <a:gridCol w="1348981">
                  <a:extLst>
                    <a:ext uri="{9D8B030D-6E8A-4147-A177-3AD203B41FA5}">
                      <a16:colId xmlns:a16="http://schemas.microsoft.com/office/drawing/2014/main" val="20000"/>
                    </a:ext>
                  </a:extLst>
                </a:gridCol>
                <a:gridCol w="1367232">
                  <a:extLst>
                    <a:ext uri="{9D8B030D-6E8A-4147-A177-3AD203B41FA5}">
                      <a16:colId xmlns:a16="http://schemas.microsoft.com/office/drawing/2014/main" val="20001"/>
                    </a:ext>
                  </a:extLst>
                </a:gridCol>
              </a:tblGrid>
              <a:tr h="365654">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u="none" strike="noStrike" cap="none" normalizeH="0" baseline="0" dirty="0">
                          <a:ln>
                            <a:noFill/>
                          </a:ln>
                          <a:effectLst/>
                        </a:rPr>
                        <a:t>Cycle</a:t>
                      </a:r>
                      <a:endParaRPr kumimoji="0" lang="ru-RU" sz="1800" b="0" i="0" u="none" strike="noStrike" cap="none" normalizeH="0" baseline="0" dirty="0">
                        <a:ln>
                          <a:noFill/>
                        </a:ln>
                        <a:solidFill>
                          <a:schemeClr val="tx1"/>
                        </a:solidFill>
                        <a:effectLst/>
                        <a:latin typeface="Arial" pitchFamily="34" charset="0"/>
                        <a:cs typeface="Arial" pitchFamily="34" charset="0"/>
                      </a:endParaRPr>
                    </a:p>
                  </a:txBody>
                  <a:tcPr marL="91413" marR="91413" marT="45704" marB="45704"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u="none" strike="noStrike" cap="none" normalizeH="0" baseline="0" dirty="0">
                          <a:ln>
                            <a:noFill/>
                          </a:ln>
                          <a:effectLst/>
                        </a:rPr>
                        <a:t>q</a:t>
                      </a:r>
                      <a:r>
                        <a:rPr kumimoji="0" lang="en-US" sz="1800" u="none" strike="noStrike" cap="none" normalizeH="0" baseline="-25000" dirty="0">
                          <a:ln>
                            <a:noFill/>
                          </a:ln>
                          <a:effectLst/>
                        </a:rPr>
                        <a:t>1 </a:t>
                      </a:r>
                      <a:r>
                        <a:rPr kumimoji="0" lang="en-US" sz="1800" u="none" strike="noStrike" cap="none" normalizeH="0" baseline="0" dirty="0">
                          <a:ln>
                            <a:noFill/>
                          </a:ln>
                          <a:effectLst/>
                        </a:rPr>
                        <a:t>q</a:t>
                      </a:r>
                      <a:r>
                        <a:rPr kumimoji="0" lang="en-US" sz="1800" u="none" strike="noStrike" cap="none" normalizeH="0" baseline="-25000" dirty="0">
                          <a:ln>
                            <a:noFill/>
                          </a:ln>
                          <a:effectLst/>
                        </a:rPr>
                        <a:t>2 </a:t>
                      </a:r>
                      <a:r>
                        <a:rPr kumimoji="0" lang="en-US" sz="1800" u="none" strike="noStrike" cap="none" normalizeH="0" baseline="0" dirty="0">
                          <a:ln>
                            <a:noFill/>
                          </a:ln>
                          <a:effectLst/>
                        </a:rPr>
                        <a:t>q</a:t>
                      </a:r>
                      <a:r>
                        <a:rPr kumimoji="0" lang="en-US" sz="1800" u="none" strike="noStrike" cap="none" normalizeH="0" baseline="-25000" dirty="0">
                          <a:ln>
                            <a:noFill/>
                          </a:ln>
                          <a:effectLst/>
                        </a:rPr>
                        <a:t>3  </a:t>
                      </a:r>
                      <a:r>
                        <a:rPr kumimoji="0" lang="en-US" sz="1800" u="none" strike="noStrike" cap="none" normalizeH="0" baseline="0" dirty="0">
                          <a:ln>
                            <a:noFill/>
                          </a:ln>
                          <a:effectLst/>
                        </a:rPr>
                        <a:t>q</a:t>
                      </a:r>
                      <a:r>
                        <a:rPr kumimoji="0" lang="en-US" sz="1800" u="none" strike="noStrike" cap="none" normalizeH="0" baseline="-25000" dirty="0">
                          <a:ln>
                            <a:noFill/>
                          </a:ln>
                          <a:effectLst/>
                        </a:rPr>
                        <a:t>4</a:t>
                      </a:r>
                      <a:endParaRPr kumimoji="0" lang="ru-RU" sz="1800" b="0" i="0" u="none" strike="noStrike" cap="none" normalizeH="0" baseline="0" dirty="0">
                        <a:ln>
                          <a:noFill/>
                        </a:ln>
                        <a:solidFill>
                          <a:schemeClr val="tx1"/>
                        </a:solidFill>
                        <a:effectLst/>
                        <a:latin typeface="Arial" pitchFamily="34" charset="0"/>
                        <a:cs typeface="Arial" pitchFamily="34" charset="0"/>
                      </a:endParaRPr>
                    </a:p>
                  </a:txBody>
                  <a:tcPr marL="91413" marR="91413" marT="45704" marB="45704" horzOverflow="overflow"/>
                </a:tc>
                <a:extLst>
                  <a:ext uri="{0D108BD9-81ED-4DB2-BD59-A6C34878D82A}">
                    <a16:rowId xmlns:a16="http://schemas.microsoft.com/office/drawing/2014/main" val="10000"/>
                  </a:ext>
                </a:extLst>
              </a:tr>
              <a:tr h="365654">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u="none" strike="noStrike" cap="none" normalizeH="0" baseline="0" dirty="0">
                          <a:ln>
                            <a:noFill/>
                          </a:ln>
                          <a:effectLst/>
                        </a:rPr>
                        <a:t>0</a:t>
                      </a:r>
                      <a:endParaRPr kumimoji="0" lang="ru-RU" sz="1800" b="0" i="0" u="none" strike="noStrike" cap="none" normalizeH="0" baseline="0" dirty="0">
                        <a:ln>
                          <a:noFill/>
                        </a:ln>
                        <a:solidFill>
                          <a:schemeClr val="tx1"/>
                        </a:solidFill>
                        <a:effectLst/>
                        <a:latin typeface="Arial" pitchFamily="34" charset="0"/>
                        <a:cs typeface="Arial" pitchFamily="34" charset="0"/>
                      </a:endParaRPr>
                    </a:p>
                  </a:txBody>
                  <a:tcPr marL="91413" marR="91413" marT="45704" marB="45704"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u="none" strike="noStrike" cap="none" normalizeH="0" baseline="0" dirty="0">
                          <a:ln>
                            <a:noFill/>
                          </a:ln>
                          <a:effectLst/>
                        </a:rPr>
                        <a:t>1   0   1   0</a:t>
                      </a:r>
                      <a:endParaRPr kumimoji="0" lang="ru-RU" sz="1800" b="0" i="0" u="none" strike="noStrike" cap="none" normalizeH="0" baseline="0" dirty="0">
                        <a:ln>
                          <a:noFill/>
                        </a:ln>
                        <a:solidFill>
                          <a:schemeClr val="tx1"/>
                        </a:solidFill>
                        <a:effectLst/>
                        <a:latin typeface="Arial" pitchFamily="34" charset="0"/>
                        <a:cs typeface="Arial" pitchFamily="34" charset="0"/>
                      </a:endParaRPr>
                    </a:p>
                  </a:txBody>
                  <a:tcPr marL="91413" marR="91413" marT="45704" marB="45704" horzOverflow="overflow"/>
                </a:tc>
                <a:extLst>
                  <a:ext uri="{0D108BD9-81ED-4DB2-BD59-A6C34878D82A}">
                    <a16:rowId xmlns:a16="http://schemas.microsoft.com/office/drawing/2014/main" val="10001"/>
                  </a:ext>
                </a:extLst>
              </a:tr>
              <a:tr h="365654">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u="none" strike="noStrike" cap="none" normalizeH="0" baseline="0" dirty="0">
                          <a:ln>
                            <a:noFill/>
                          </a:ln>
                          <a:effectLst/>
                        </a:rPr>
                        <a:t>1</a:t>
                      </a:r>
                      <a:endParaRPr kumimoji="0" lang="ru-RU" sz="1800" b="0" i="0" u="none" strike="noStrike" cap="none" normalizeH="0" baseline="0" dirty="0">
                        <a:ln>
                          <a:noFill/>
                        </a:ln>
                        <a:solidFill>
                          <a:schemeClr val="tx1"/>
                        </a:solidFill>
                        <a:effectLst/>
                        <a:latin typeface="Arial" pitchFamily="34" charset="0"/>
                        <a:cs typeface="Arial" pitchFamily="34" charset="0"/>
                      </a:endParaRPr>
                    </a:p>
                  </a:txBody>
                  <a:tcPr marL="91413" marR="91413" marT="45704" marB="45704"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u="none" strike="noStrike" cap="none" normalizeH="0" baseline="0" dirty="0">
                          <a:ln>
                            <a:noFill/>
                          </a:ln>
                          <a:effectLst/>
                        </a:rPr>
                        <a:t>0   1   0   1</a:t>
                      </a:r>
                      <a:endParaRPr kumimoji="0" lang="ru-RU" sz="1800" b="0" i="0" u="none" strike="noStrike" cap="none" normalizeH="0" baseline="0" dirty="0">
                        <a:ln>
                          <a:noFill/>
                        </a:ln>
                        <a:solidFill>
                          <a:schemeClr val="tx1"/>
                        </a:solidFill>
                        <a:effectLst/>
                        <a:latin typeface="Arial" pitchFamily="34" charset="0"/>
                        <a:cs typeface="Arial" pitchFamily="34" charset="0"/>
                      </a:endParaRPr>
                    </a:p>
                  </a:txBody>
                  <a:tcPr marL="91413" marR="91413" marT="45704" marB="45704" horzOverflow="overflow"/>
                </a:tc>
                <a:extLst>
                  <a:ext uri="{0D108BD9-81ED-4DB2-BD59-A6C34878D82A}">
                    <a16:rowId xmlns:a16="http://schemas.microsoft.com/office/drawing/2014/main" val="10002"/>
                  </a:ext>
                </a:extLst>
              </a:tr>
              <a:tr h="365654">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u="none" strike="noStrike" cap="none" normalizeH="0" baseline="0" dirty="0">
                          <a:ln>
                            <a:noFill/>
                          </a:ln>
                          <a:effectLst/>
                        </a:rPr>
                        <a:t>2</a:t>
                      </a:r>
                      <a:endParaRPr kumimoji="0" lang="ru-RU" sz="1800" b="0" i="0" u="none" strike="noStrike" cap="none" normalizeH="0" baseline="0" dirty="0">
                        <a:ln>
                          <a:noFill/>
                        </a:ln>
                        <a:solidFill>
                          <a:schemeClr val="tx1"/>
                        </a:solidFill>
                        <a:effectLst/>
                        <a:latin typeface="Arial" pitchFamily="34" charset="0"/>
                        <a:cs typeface="Arial" pitchFamily="34" charset="0"/>
                      </a:endParaRPr>
                    </a:p>
                  </a:txBody>
                  <a:tcPr marL="91413" marR="91413" marT="45704" marB="45704"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u="none" strike="noStrike" cap="none" normalizeH="0" baseline="0" dirty="0">
                          <a:ln>
                            <a:noFill/>
                          </a:ln>
                          <a:effectLst/>
                        </a:rPr>
                        <a:t>1   0   1   1</a:t>
                      </a:r>
                      <a:endParaRPr kumimoji="0" lang="ru-RU" sz="1800" b="0" i="0" u="none" strike="noStrike" cap="none" normalizeH="0" baseline="0" dirty="0">
                        <a:ln>
                          <a:noFill/>
                        </a:ln>
                        <a:solidFill>
                          <a:schemeClr val="tx1"/>
                        </a:solidFill>
                        <a:effectLst/>
                        <a:latin typeface="Arial" pitchFamily="34" charset="0"/>
                        <a:cs typeface="Arial" pitchFamily="34" charset="0"/>
                      </a:endParaRPr>
                    </a:p>
                  </a:txBody>
                  <a:tcPr marL="91413" marR="91413" marT="45704" marB="45704" horzOverflow="overflow"/>
                </a:tc>
                <a:extLst>
                  <a:ext uri="{0D108BD9-81ED-4DB2-BD59-A6C34878D82A}">
                    <a16:rowId xmlns:a16="http://schemas.microsoft.com/office/drawing/2014/main" val="10003"/>
                  </a:ext>
                </a:extLst>
              </a:tr>
              <a:tr h="365654">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u="none" strike="noStrike" cap="none" normalizeH="0" baseline="0" dirty="0">
                          <a:ln>
                            <a:noFill/>
                          </a:ln>
                          <a:effectLst/>
                        </a:rPr>
                        <a:t>3</a:t>
                      </a:r>
                      <a:endParaRPr kumimoji="0" lang="ru-RU" sz="1800" b="0" i="0" u="none" strike="noStrike" cap="none" normalizeH="0" baseline="0" dirty="0">
                        <a:ln>
                          <a:noFill/>
                        </a:ln>
                        <a:solidFill>
                          <a:schemeClr val="tx1"/>
                        </a:solidFill>
                        <a:effectLst/>
                        <a:latin typeface="Arial" pitchFamily="34" charset="0"/>
                        <a:cs typeface="Arial" pitchFamily="34" charset="0"/>
                      </a:endParaRPr>
                    </a:p>
                  </a:txBody>
                  <a:tcPr marL="91413" marR="91413" marT="45704" marB="45704"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u="none" strike="noStrike" cap="none" normalizeH="0" baseline="0" dirty="0">
                          <a:ln>
                            <a:noFill/>
                          </a:ln>
                          <a:effectLst/>
                        </a:rPr>
                        <a:t>0   1   1   1</a:t>
                      </a:r>
                      <a:endParaRPr kumimoji="0" lang="ru-RU" sz="1800" b="0" i="0" u="none" strike="noStrike" cap="none" normalizeH="0" baseline="0" dirty="0">
                        <a:ln>
                          <a:noFill/>
                        </a:ln>
                        <a:solidFill>
                          <a:schemeClr val="tx1"/>
                        </a:solidFill>
                        <a:effectLst/>
                        <a:latin typeface="Arial" pitchFamily="34" charset="0"/>
                        <a:cs typeface="Arial" pitchFamily="34" charset="0"/>
                      </a:endParaRPr>
                    </a:p>
                  </a:txBody>
                  <a:tcPr marL="91413" marR="91413" marT="45704" marB="45704" horzOverflow="overflow"/>
                </a:tc>
                <a:extLst>
                  <a:ext uri="{0D108BD9-81ED-4DB2-BD59-A6C34878D82A}">
                    <a16:rowId xmlns:a16="http://schemas.microsoft.com/office/drawing/2014/main" val="10004"/>
                  </a:ext>
                </a:extLst>
              </a:tr>
              <a:tr h="365654">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u="none" strike="noStrike" cap="none" normalizeH="0" baseline="0" dirty="0">
                          <a:ln>
                            <a:noFill/>
                          </a:ln>
                          <a:effectLst/>
                        </a:rPr>
                        <a:t>4      </a:t>
                      </a:r>
                      <a:endParaRPr kumimoji="0" lang="ru-RU" sz="1800" b="0" i="0" u="none" strike="noStrike" cap="none" normalizeH="0" baseline="0" dirty="0">
                        <a:ln>
                          <a:noFill/>
                        </a:ln>
                        <a:solidFill>
                          <a:schemeClr val="tx1"/>
                        </a:solidFill>
                        <a:effectLst/>
                        <a:latin typeface="Arial" pitchFamily="34" charset="0"/>
                        <a:cs typeface="Arial" pitchFamily="34" charset="0"/>
                      </a:endParaRPr>
                    </a:p>
                  </a:txBody>
                  <a:tcPr marL="91413" marR="91413" marT="45704" marB="45704"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u="none" strike="noStrike" cap="none" normalizeH="0" baseline="0" dirty="0">
                          <a:ln>
                            <a:noFill/>
                          </a:ln>
                          <a:effectLst/>
                        </a:rPr>
                        <a:t>1   1   1   1</a:t>
                      </a:r>
                      <a:endParaRPr kumimoji="0" lang="ru-RU" sz="1800" b="0" i="0" u="none" strike="noStrike" cap="none" normalizeH="0" baseline="0" dirty="0">
                        <a:ln>
                          <a:noFill/>
                        </a:ln>
                        <a:solidFill>
                          <a:schemeClr val="tx1"/>
                        </a:solidFill>
                        <a:effectLst/>
                        <a:latin typeface="Arial" pitchFamily="34" charset="0"/>
                        <a:cs typeface="Arial" pitchFamily="34" charset="0"/>
                      </a:endParaRPr>
                    </a:p>
                  </a:txBody>
                  <a:tcPr marL="91413" marR="91413" marT="45704" marB="45704" horzOverflow="overflow"/>
                </a:tc>
                <a:extLst>
                  <a:ext uri="{0D108BD9-81ED-4DB2-BD59-A6C34878D82A}">
                    <a16:rowId xmlns:a16="http://schemas.microsoft.com/office/drawing/2014/main" val="10005"/>
                  </a:ext>
                </a:extLst>
              </a:tr>
            </a:tbl>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4">
            <a:extLst>
              <a:ext uri="{FF2B5EF4-FFF2-40B4-BE49-F238E27FC236}">
                <a16:creationId xmlns:a16="http://schemas.microsoft.com/office/drawing/2014/main" id="{38C7FA52-D4E9-659B-D1E1-F7E0BFDA61CF}"/>
              </a:ext>
            </a:extLst>
          </p:cNvPr>
          <p:cNvSpPr>
            <a:spLocks noGrp="1" noChangeArrowheads="1"/>
          </p:cNvSpPr>
          <p:nvPr>
            <p:ph type="title"/>
          </p:nvPr>
        </p:nvSpPr>
        <p:spPr/>
        <p:txBody>
          <a:bodyPr/>
          <a:lstStyle/>
          <a:p>
            <a:r>
              <a:rPr lang="en-US" altLang="en-US"/>
              <a:t>Shift Left and Shift Right Register</a:t>
            </a:r>
            <a:endParaRPr lang="ru-RU" altLang="en-US"/>
          </a:p>
        </p:txBody>
      </p:sp>
      <p:sp>
        <p:nvSpPr>
          <p:cNvPr id="32771" name="Rectangle 49">
            <a:extLst>
              <a:ext uri="{FF2B5EF4-FFF2-40B4-BE49-F238E27FC236}">
                <a16:creationId xmlns:a16="http://schemas.microsoft.com/office/drawing/2014/main" id="{803E1963-2BD8-4D08-847A-9691C4A1ADFB}"/>
              </a:ext>
            </a:extLst>
          </p:cNvPr>
          <p:cNvSpPr>
            <a:spLocks noChangeArrowheads="1"/>
          </p:cNvSpPr>
          <p:nvPr/>
        </p:nvSpPr>
        <p:spPr bwMode="auto">
          <a:xfrm>
            <a:off x="9459913" y="3065464"/>
            <a:ext cx="717550" cy="1189037"/>
          </a:xfrm>
          <a:prstGeom prst="rect">
            <a:avLst/>
          </a:prstGeom>
          <a:solidFill>
            <a:schemeClr val="accent1">
              <a:lumMod val="40000"/>
              <a:lumOff val="60000"/>
            </a:schemeClr>
          </a:solidFill>
          <a:ln w="25400">
            <a:solidFill>
              <a:schemeClr val="tx1"/>
            </a:solidFill>
            <a:miter lim="800000"/>
            <a:headEnd/>
            <a:tailEnd/>
          </a:ln>
        </p:spPr>
        <p:txBody>
          <a:bodyPr/>
          <a:lstStyle/>
          <a:p>
            <a:pPr eaLnBrk="1" hangingPunct="1">
              <a:defRPr/>
            </a:pPr>
            <a:endParaRPr lang="ru-RU" b="1"/>
          </a:p>
        </p:txBody>
      </p:sp>
      <p:sp>
        <p:nvSpPr>
          <p:cNvPr id="32772" name="Rectangle 34">
            <a:extLst>
              <a:ext uri="{FF2B5EF4-FFF2-40B4-BE49-F238E27FC236}">
                <a16:creationId xmlns:a16="http://schemas.microsoft.com/office/drawing/2014/main" id="{070187CC-DBCB-48C1-8A4E-14A16139FB3F}"/>
              </a:ext>
            </a:extLst>
          </p:cNvPr>
          <p:cNvSpPr>
            <a:spLocks noChangeArrowheads="1"/>
          </p:cNvSpPr>
          <p:nvPr/>
        </p:nvSpPr>
        <p:spPr bwMode="auto">
          <a:xfrm>
            <a:off x="6778625" y="3033714"/>
            <a:ext cx="717550" cy="1189037"/>
          </a:xfrm>
          <a:prstGeom prst="rect">
            <a:avLst/>
          </a:prstGeom>
          <a:solidFill>
            <a:schemeClr val="accent1">
              <a:lumMod val="40000"/>
              <a:lumOff val="60000"/>
            </a:schemeClr>
          </a:solidFill>
          <a:ln w="25400">
            <a:solidFill>
              <a:schemeClr val="tx1"/>
            </a:solidFill>
            <a:miter lim="800000"/>
            <a:headEnd/>
            <a:tailEnd/>
          </a:ln>
        </p:spPr>
        <p:txBody>
          <a:bodyPr/>
          <a:lstStyle/>
          <a:p>
            <a:pPr eaLnBrk="1" hangingPunct="1">
              <a:defRPr/>
            </a:pPr>
            <a:endParaRPr lang="ru-RU"/>
          </a:p>
        </p:txBody>
      </p:sp>
      <p:sp>
        <p:nvSpPr>
          <p:cNvPr id="32773" name="Rectangle 14">
            <a:extLst>
              <a:ext uri="{FF2B5EF4-FFF2-40B4-BE49-F238E27FC236}">
                <a16:creationId xmlns:a16="http://schemas.microsoft.com/office/drawing/2014/main" id="{EAE6FEA3-358B-4AF1-9840-A0DACD590BCB}"/>
              </a:ext>
            </a:extLst>
          </p:cNvPr>
          <p:cNvSpPr>
            <a:spLocks noChangeArrowheads="1"/>
          </p:cNvSpPr>
          <p:nvPr/>
        </p:nvSpPr>
        <p:spPr bwMode="auto">
          <a:xfrm>
            <a:off x="4192589" y="3043239"/>
            <a:ext cx="733425" cy="1189037"/>
          </a:xfrm>
          <a:prstGeom prst="rect">
            <a:avLst/>
          </a:prstGeom>
          <a:solidFill>
            <a:schemeClr val="accent1">
              <a:lumMod val="40000"/>
              <a:lumOff val="60000"/>
            </a:schemeClr>
          </a:solidFill>
          <a:ln w="25400">
            <a:solidFill>
              <a:schemeClr val="tx1"/>
            </a:solidFill>
            <a:miter lim="800000"/>
            <a:headEnd/>
            <a:tailEnd/>
          </a:ln>
        </p:spPr>
        <p:txBody>
          <a:bodyPr/>
          <a:lstStyle/>
          <a:p>
            <a:pPr eaLnBrk="1" hangingPunct="1">
              <a:defRPr/>
            </a:pPr>
            <a:endParaRPr lang="ru-RU" sz="2000" b="1"/>
          </a:p>
        </p:txBody>
      </p:sp>
      <p:sp>
        <p:nvSpPr>
          <p:cNvPr id="43014" name="Rectangle 11">
            <a:extLst>
              <a:ext uri="{FF2B5EF4-FFF2-40B4-BE49-F238E27FC236}">
                <a16:creationId xmlns:a16="http://schemas.microsoft.com/office/drawing/2014/main" id="{6377BEA6-3C00-19A1-FC57-5EA728D15A88}"/>
              </a:ext>
            </a:extLst>
          </p:cNvPr>
          <p:cNvSpPr>
            <a:spLocks noChangeArrowheads="1"/>
          </p:cNvSpPr>
          <p:nvPr/>
        </p:nvSpPr>
        <p:spPr bwMode="auto">
          <a:xfrm>
            <a:off x="4238625" y="3257551"/>
            <a:ext cx="129844"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b="1">
                <a:solidFill>
                  <a:srgbClr val="000000"/>
                </a:solidFill>
                <a:latin typeface="Myriad Roman"/>
              </a:rPr>
              <a:t>D</a:t>
            </a:r>
            <a:endParaRPr lang="en-US" altLang="en-US" sz="2400" b="1">
              <a:latin typeface="Times New Roman" panose="02020603050405020304" pitchFamily="18" charset="0"/>
            </a:endParaRPr>
          </a:p>
        </p:txBody>
      </p:sp>
      <p:sp>
        <p:nvSpPr>
          <p:cNvPr id="43015" name="Rectangle 12">
            <a:extLst>
              <a:ext uri="{FF2B5EF4-FFF2-40B4-BE49-F238E27FC236}">
                <a16:creationId xmlns:a16="http://schemas.microsoft.com/office/drawing/2014/main" id="{9611A379-D2C3-F083-2058-DF1244CABA54}"/>
              </a:ext>
            </a:extLst>
          </p:cNvPr>
          <p:cNvSpPr>
            <a:spLocks noChangeArrowheads="1"/>
          </p:cNvSpPr>
          <p:nvPr/>
        </p:nvSpPr>
        <p:spPr bwMode="auto">
          <a:xfrm>
            <a:off x="4953000" y="3124201"/>
            <a:ext cx="214802"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b="1">
                <a:solidFill>
                  <a:srgbClr val="000000"/>
                </a:solidFill>
                <a:latin typeface="Myriad Roman"/>
              </a:rPr>
              <a:t>q1</a:t>
            </a:r>
            <a:endParaRPr lang="en-US" altLang="en-US" sz="2400" b="1">
              <a:latin typeface="Times New Roman" panose="02020603050405020304" pitchFamily="18" charset="0"/>
            </a:endParaRPr>
          </a:p>
        </p:txBody>
      </p:sp>
      <p:sp>
        <p:nvSpPr>
          <p:cNvPr id="43016" name="Freeform 13">
            <a:extLst>
              <a:ext uri="{FF2B5EF4-FFF2-40B4-BE49-F238E27FC236}">
                <a16:creationId xmlns:a16="http://schemas.microsoft.com/office/drawing/2014/main" id="{865D8A5A-9C8A-2551-CF6B-522C898A08A0}"/>
              </a:ext>
            </a:extLst>
          </p:cNvPr>
          <p:cNvSpPr>
            <a:spLocks/>
          </p:cNvSpPr>
          <p:nvPr/>
        </p:nvSpPr>
        <p:spPr bwMode="auto">
          <a:xfrm>
            <a:off x="4200525" y="3898901"/>
            <a:ext cx="146050" cy="187325"/>
          </a:xfrm>
          <a:custGeom>
            <a:avLst/>
            <a:gdLst>
              <a:gd name="T0" fmla="*/ 0 w 129"/>
              <a:gd name="T1" fmla="*/ 2147483646 h 133"/>
              <a:gd name="T2" fmla="*/ 2147483646 w 129"/>
              <a:gd name="T3" fmla="*/ 2147483646 h 133"/>
              <a:gd name="T4" fmla="*/ 0 w 129"/>
              <a:gd name="T5" fmla="*/ 0 h 133"/>
              <a:gd name="T6" fmla="*/ 0 60000 65536"/>
              <a:gd name="T7" fmla="*/ 0 60000 65536"/>
              <a:gd name="T8" fmla="*/ 0 60000 65536"/>
              <a:gd name="T9" fmla="*/ 0 w 129"/>
              <a:gd name="T10" fmla="*/ 0 h 133"/>
              <a:gd name="T11" fmla="*/ 129 w 129"/>
              <a:gd name="T12" fmla="*/ 133 h 133"/>
            </a:gdLst>
            <a:ahLst/>
            <a:cxnLst>
              <a:cxn ang="T6">
                <a:pos x="T0" y="T1"/>
              </a:cxn>
              <a:cxn ang="T7">
                <a:pos x="T2" y="T3"/>
              </a:cxn>
              <a:cxn ang="T8">
                <a:pos x="T4" y="T5"/>
              </a:cxn>
            </a:cxnLst>
            <a:rect l="T9" t="T10" r="T11" b="T12"/>
            <a:pathLst>
              <a:path w="129" h="133">
                <a:moveTo>
                  <a:pt x="0" y="133"/>
                </a:moveTo>
                <a:lnTo>
                  <a:pt x="129" y="66"/>
                </a:lnTo>
                <a:lnTo>
                  <a:pt x="0" y="0"/>
                </a:lnTo>
              </a:path>
            </a:pathLst>
          </a:cu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3802" name="AutoShape 17">
            <a:extLst>
              <a:ext uri="{FF2B5EF4-FFF2-40B4-BE49-F238E27FC236}">
                <a16:creationId xmlns:a16="http://schemas.microsoft.com/office/drawing/2014/main" id="{21A32A50-702D-44AB-9DF0-B1D56391129B}"/>
              </a:ext>
            </a:extLst>
          </p:cNvPr>
          <p:cNvSpPr>
            <a:spLocks noChangeArrowheads="1"/>
          </p:cNvSpPr>
          <p:nvPr/>
        </p:nvSpPr>
        <p:spPr bwMode="auto">
          <a:xfrm>
            <a:off x="2933701" y="2824163"/>
            <a:ext cx="295275" cy="457200"/>
          </a:xfrm>
          <a:prstGeom prst="flowChartDelay">
            <a:avLst/>
          </a:prstGeom>
          <a:solidFill>
            <a:schemeClr val="accent1">
              <a:lumMod val="40000"/>
              <a:lumOff val="60000"/>
            </a:schemeClr>
          </a:solidFill>
          <a:ln w="25400">
            <a:solidFill>
              <a:srgbClr val="000000"/>
            </a:solidFill>
            <a:miter lim="800000"/>
            <a:headEnd/>
            <a:tailEnd/>
          </a:ln>
        </p:spPr>
        <p:txBody>
          <a:bodyPr/>
          <a:lstStyle/>
          <a:p>
            <a:pPr eaLnBrk="1" hangingPunct="1">
              <a:defRPr/>
            </a:pPr>
            <a:endParaRPr lang="ru-RU"/>
          </a:p>
        </p:txBody>
      </p:sp>
      <p:sp>
        <p:nvSpPr>
          <p:cNvPr id="33803" name="AutoShape 18">
            <a:extLst>
              <a:ext uri="{FF2B5EF4-FFF2-40B4-BE49-F238E27FC236}">
                <a16:creationId xmlns:a16="http://schemas.microsoft.com/office/drawing/2014/main" id="{9131753E-731A-4103-AB97-E6953B963616}"/>
              </a:ext>
            </a:extLst>
          </p:cNvPr>
          <p:cNvSpPr>
            <a:spLocks noChangeArrowheads="1"/>
          </p:cNvSpPr>
          <p:nvPr/>
        </p:nvSpPr>
        <p:spPr bwMode="auto">
          <a:xfrm flipH="1">
            <a:off x="3627438" y="3135313"/>
            <a:ext cx="393700" cy="565150"/>
          </a:xfrm>
          <a:prstGeom prst="moon">
            <a:avLst>
              <a:gd name="adj" fmla="val 84819"/>
            </a:avLst>
          </a:prstGeom>
          <a:solidFill>
            <a:schemeClr val="accent1">
              <a:lumMod val="40000"/>
              <a:lumOff val="60000"/>
            </a:schemeClr>
          </a:solidFill>
          <a:ln w="25400">
            <a:solidFill>
              <a:schemeClr val="tx1"/>
            </a:solidFill>
            <a:miter lim="800000"/>
            <a:headEnd/>
            <a:tailEnd/>
          </a:ln>
        </p:spPr>
        <p:txBody>
          <a:bodyPr wrap="none" anchor="ctr"/>
          <a:lstStyle/>
          <a:p>
            <a:pPr eaLnBrk="1" hangingPunct="1">
              <a:defRPr/>
            </a:pPr>
            <a:endParaRPr lang="ru-RU"/>
          </a:p>
        </p:txBody>
      </p:sp>
      <p:sp>
        <p:nvSpPr>
          <p:cNvPr id="33804" name="AutoShape 19">
            <a:extLst>
              <a:ext uri="{FF2B5EF4-FFF2-40B4-BE49-F238E27FC236}">
                <a16:creationId xmlns:a16="http://schemas.microsoft.com/office/drawing/2014/main" id="{60FA6B35-1AF9-4917-A523-29D0758D2168}"/>
              </a:ext>
            </a:extLst>
          </p:cNvPr>
          <p:cNvSpPr>
            <a:spLocks noChangeArrowheads="1"/>
          </p:cNvSpPr>
          <p:nvPr/>
        </p:nvSpPr>
        <p:spPr bwMode="auto">
          <a:xfrm>
            <a:off x="2946401" y="3559175"/>
            <a:ext cx="295275" cy="457200"/>
          </a:xfrm>
          <a:prstGeom prst="flowChartDelay">
            <a:avLst/>
          </a:prstGeom>
          <a:solidFill>
            <a:schemeClr val="accent1">
              <a:lumMod val="40000"/>
              <a:lumOff val="60000"/>
            </a:schemeClr>
          </a:solidFill>
          <a:ln w="25400">
            <a:solidFill>
              <a:srgbClr val="000000"/>
            </a:solidFill>
            <a:miter lim="800000"/>
            <a:headEnd/>
            <a:tailEnd/>
          </a:ln>
        </p:spPr>
        <p:txBody>
          <a:bodyPr/>
          <a:lstStyle/>
          <a:p>
            <a:pPr eaLnBrk="1" hangingPunct="1">
              <a:defRPr/>
            </a:pPr>
            <a:endParaRPr lang="ru-RU"/>
          </a:p>
        </p:txBody>
      </p:sp>
      <p:sp>
        <p:nvSpPr>
          <p:cNvPr id="43020" name="Line 20">
            <a:extLst>
              <a:ext uri="{FF2B5EF4-FFF2-40B4-BE49-F238E27FC236}">
                <a16:creationId xmlns:a16="http://schemas.microsoft.com/office/drawing/2014/main" id="{53CF4E23-23B4-1F49-2322-D5C2E91060FA}"/>
              </a:ext>
            </a:extLst>
          </p:cNvPr>
          <p:cNvSpPr>
            <a:spLocks noChangeShapeType="1"/>
          </p:cNvSpPr>
          <p:nvPr/>
        </p:nvSpPr>
        <p:spPr bwMode="auto">
          <a:xfrm>
            <a:off x="3236913" y="3054350"/>
            <a:ext cx="19685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021" name="Line 23">
            <a:extLst>
              <a:ext uri="{FF2B5EF4-FFF2-40B4-BE49-F238E27FC236}">
                <a16:creationId xmlns:a16="http://schemas.microsoft.com/office/drawing/2014/main" id="{F9B41DA5-2BB7-BCB7-6FD8-C6E828F0E7BD}"/>
              </a:ext>
            </a:extLst>
          </p:cNvPr>
          <p:cNvSpPr>
            <a:spLocks noChangeShapeType="1"/>
          </p:cNvSpPr>
          <p:nvPr/>
        </p:nvSpPr>
        <p:spPr bwMode="auto">
          <a:xfrm>
            <a:off x="3236913" y="3800475"/>
            <a:ext cx="19685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022" name="Line 24">
            <a:extLst>
              <a:ext uri="{FF2B5EF4-FFF2-40B4-BE49-F238E27FC236}">
                <a16:creationId xmlns:a16="http://schemas.microsoft.com/office/drawing/2014/main" id="{6B38B45C-10D7-9727-55CE-480BB28BA67D}"/>
              </a:ext>
            </a:extLst>
          </p:cNvPr>
          <p:cNvSpPr>
            <a:spLocks noChangeShapeType="1"/>
          </p:cNvSpPr>
          <p:nvPr/>
        </p:nvSpPr>
        <p:spPr bwMode="auto">
          <a:xfrm>
            <a:off x="3433763" y="3054351"/>
            <a:ext cx="0" cy="24447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023" name="Line 25">
            <a:extLst>
              <a:ext uri="{FF2B5EF4-FFF2-40B4-BE49-F238E27FC236}">
                <a16:creationId xmlns:a16="http://schemas.microsoft.com/office/drawing/2014/main" id="{243C9BEB-868E-7DEA-EE16-4920E06CAB93}"/>
              </a:ext>
            </a:extLst>
          </p:cNvPr>
          <p:cNvSpPr>
            <a:spLocks noChangeShapeType="1"/>
          </p:cNvSpPr>
          <p:nvPr/>
        </p:nvSpPr>
        <p:spPr bwMode="auto">
          <a:xfrm>
            <a:off x="3433763" y="3560763"/>
            <a:ext cx="0" cy="22701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024" name="Line 26">
            <a:extLst>
              <a:ext uri="{FF2B5EF4-FFF2-40B4-BE49-F238E27FC236}">
                <a16:creationId xmlns:a16="http://schemas.microsoft.com/office/drawing/2014/main" id="{8D6368D1-EF08-5771-E245-0D77EF8158FA}"/>
              </a:ext>
            </a:extLst>
          </p:cNvPr>
          <p:cNvSpPr>
            <a:spLocks noChangeShapeType="1"/>
          </p:cNvSpPr>
          <p:nvPr/>
        </p:nvSpPr>
        <p:spPr bwMode="auto">
          <a:xfrm>
            <a:off x="3433763" y="3295650"/>
            <a:ext cx="23336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025" name="Line 27">
            <a:extLst>
              <a:ext uri="{FF2B5EF4-FFF2-40B4-BE49-F238E27FC236}">
                <a16:creationId xmlns:a16="http://schemas.microsoft.com/office/drawing/2014/main" id="{B056A569-0D00-D314-7379-6C227476CCD6}"/>
              </a:ext>
            </a:extLst>
          </p:cNvPr>
          <p:cNvSpPr>
            <a:spLocks noChangeShapeType="1"/>
          </p:cNvSpPr>
          <p:nvPr/>
        </p:nvSpPr>
        <p:spPr bwMode="auto">
          <a:xfrm>
            <a:off x="3421064" y="3567113"/>
            <a:ext cx="23177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026" name="Line 29">
            <a:extLst>
              <a:ext uri="{FF2B5EF4-FFF2-40B4-BE49-F238E27FC236}">
                <a16:creationId xmlns:a16="http://schemas.microsoft.com/office/drawing/2014/main" id="{75BFBEF8-E4CD-53F1-3DF4-466139F10A10}"/>
              </a:ext>
            </a:extLst>
          </p:cNvPr>
          <p:cNvSpPr>
            <a:spLocks noChangeShapeType="1"/>
          </p:cNvSpPr>
          <p:nvPr/>
        </p:nvSpPr>
        <p:spPr bwMode="auto">
          <a:xfrm>
            <a:off x="4024313" y="3422650"/>
            <a:ext cx="17145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027" name="Rectangle 31">
            <a:extLst>
              <a:ext uri="{FF2B5EF4-FFF2-40B4-BE49-F238E27FC236}">
                <a16:creationId xmlns:a16="http://schemas.microsoft.com/office/drawing/2014/main" id="{5ED91F3A-184C-810D-B4EF-BB7B460C7504}"/>
              </a:ext>
            </a:extLst>
          </p:cNvPr>
          <p:cNvSpPr>
            <a:spLocks noChangeArrowheads="1"/>
          </p:cNvSpPr>
          <p:nvPr/>
        </p:nvSpPr>
        <p:spPr bwMode="auto">
          <a:xfrm>
            <a:off x="6823075" y="3243264"/>
            <a:ext cx="126638"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solidFill>
                  <a:srgbClr val="000000"/>
                </a:solidFill>
                <a:latin typeface="Myriad Roman"/>
              </a:rPr>
              <a:t>D</a:t>
            </a:r>
            <a:endParaRPr lang="en-US" altLang="en-US" sz="2400">
              <a:latin typeface="Times New Roman" panose="02020603050405020304" pitchFamily="18" charset="0"/>
            </a:endParaRPr>
          </a:p>
        </p:txBody>
      </p:sp>
      <p:sp>
        <p:nvSpPr>
          <p:cNvPr id="43028" name="Rectangle 32">
            <a:extLst>
              <a:ext uri="{FF2B5EF4-FFF2-40B4-BE49-F238E27FC236}">
                <a16:creationId xmlns:a16="http://schemas.microsoft.com/office/drawing/2014/main" id="{83D76F41-DDCD-E7DF-F47E-49DBF9D1C626}"/>
              </a:ext>
            </a:extLst>
          </p:cNvPr>
          <p:cNvSpPr>
            <a:spLocks noChangeArrowheads="1"/>
          </p:cNvSpPr>
          <p:nvPr/>
        </p:nvSpPr>
        <p:spPr bwMode="auto">
          <a:xfrm>
            <a:off x="7543800" y="3048001"/>
            <a:ext cx="214802"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b="1">
                <a:solidFill>
                  <a:srgbClr val="000000"/>
                </a:solidFill>
                <a:latin typeface="Myriad Roman"/>
              </a:rPr>
              <a:t>q2</a:t>
            </a:r>
            <a:endParaRPr lang="en-US" altLang="en-US" sz="2400" b="1">
              <a:latin typeface="Times New Roman" panose="02020603050405020304" pitchFamily="18" charset="0"/>
            </a:endParaRPr>
          </a:p>
        </p:txBody>
      </p:sp>
      <p:sp>
        <p:nvSpPr>
          <p:cNvPr id="43029" name="Freeform 33">
            <a:extLst>
              <a:ext uri="{FF2B5EF4-FFF2-40B4-BE49-F238E27FC236}">
                <a16:creationId xmlns:a16="http://schemas.microsoft.com/office/drawing/2014/main" id="{EC40CA52-E291-79FA-AD6C-450224E30332}"/>
              </a:ext>
            </a:extLst>
          </p:cNvPr>
          <p:cNvSpPr>
            <a:spLocks/>
          </p:cNvSpPr>
          <p:nvPr/>
        </p:nvSpPr>
        <p:spPr bwMode="auto">
          <a:xfrm>
            <a:off x="6783388" y="3898901"/>
            <a:ext cx="146050" cy="187325"/>
          </a:xfrm>
          <a:custGeom>
            <a:avLst/>
            <a:gdLst>
              <a:gd name="T0" fmla="*/ 0 w 129"/>
              <a:gd name="T1" fmla="*/ 2147483646 h 133"/>
              <a:gd name="T2" fmla="*/ 2147483646 w 129"/>
              <a:gd name="T3" fmla="*/ 2147483646 h 133"/>
              <a:gd name="T4" fmla="*/ 0 w 129"/>
              <a:gd name="T5" fmla="*/ 0 h 133"/>
              <a:gd name="T6" fmla="*/ 0 60000 65536"/>
              <a:gd name="T7" fmla="*/ 0 60000 65536"/>
              <a:gd name="T8" fmla="*/ 0 60000 65536"/>
              <a:gd name="T9" fmla="*/ 0 w 129"/>
              <a:gd name="T10" fmla="*/ 0 h 133"/>
              <a:gd name="T11" fmla="*/ 129 w 129"/>
              <a:gd name="T12" fmla="*/ 133 h 133"/>
            </a:gdLst>
            <a:ahLst/>
            <a:cxnLst>
              <a:cxn ang="T6">
                <a:pos x="T0" y="T1"/>
              </a:cxn>
              <a:cxn ang="T7">
                <a:pos x="T2" y="T3"/>
              </a:cxn>
              <a:cxn ang="T8">
                <a:pos x="T4" y="T5"/>
              </a:cxn>
            </a:cxnLst>
            <a:rect l="T9" t="T10" r="T11" b="T12"/>
            <a:pathLst>
              <a:path w="129" h="133">
                <a:moveTo>
                  <a:pt x="0" y="133"/>
                </a:moveTo>
                <a:lnTo>
                  <a:pt x="129" y="66"/>
                </a:lnTo>
                <a:lnTo>
                  <a:pt x="0" y="0"/>
                </a:lnTo>
              </a:path>
            </a:pathLst>
          </a:cu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3816" name="AutoShape 35">
            <a:extLst>
              <a:ext uri="{FF2B5EF4-FFF2-40B4-BE49-F238E27FC236}">
                <a16:creationId xmlns:a16="http://schemas.microsoft.com/office/drawing/2014/main" id="{B23C5170-382A-49AC-B048-E13C25AADE5F}"/>
              </a:ext>
            </a:extLst>
          </p:cNvPr>
          <p:cNvSpPr>
            <a:spLocks noChangeArrowheads="1"/>
          </p:cNvSpPr>
          <p:nvPr/>
        </p:nvSpPr>
        <p:spPr bwMode="auto">
          <a:xfrm>
            <a:off x="5518151" y="2822575"/>
            <a:ext cx="295275" cy="457200"/>
          </a:xfrm>
          <a:prstGeom prst="flowChartDelay">
            <a:avLst/>
          </a:prstGeom>
          <a:solidFill>
            <a:schemeClr val="accent1">
              <a:lumMod val="40000"/>
              <a:lumOff val="60000"/>
            </a:schemeClr>
          </a:solidFill>
          <a:ln w="25400">
            <a:solidFill>
              <a:srgbClr val="000000"/>
            </a:solidFill>
            <a:miter lim="800000"/>
            <a:headEnd/>
            <a:tailEnd/>
          </a:ln>
        </p:spPr>
        <p:txBody>
          <a:bodyPr/>
          <a:lstStyle/>
          <a:p>
            <a:pPr eaLnBrk="1" hangingPunct="1">
              <a:defRPr/>
            </a:pPr>
            <a:endParaRPr lang="ru-RU"/>
          </a:p>
        </p:txBody>
      </p:sp>
      <p:sp>
        <p:nvSpPr>
          <p:cNvPr id="33817" name="AutoShape 36">
            <a:extLst>
              <a:ext uri="{FF2B5EF4-FFF2-40B4-BE49-F238E27FC236}">
                <a16:creationId xmlns:a16="http://schemas.microsoft.com/office/drawing/2014/main" id="{6B983A20-5F12-4B3E-8FFA-91D574804C2C}"/>
              </a:ext>
            </a:extLst>
          </p:cNvPr>
          <p:cNvSpPr>
            <a:spLocks noChangeArrowheads="1"/>
          </p:cNvSpPr>
          <p:nvPr/>
        </p:nvSpPr>
        <p:spPr bwMode="auto">
          <a:xfrm flipH="1">
            <a:off x="6210300" y="3119438"/>
            <a:ext cx="393700" cy="565150"/>
          </a:xfrm>
          <a:prstGeom prst="moon">
            <a:avLst>
              <a:gd name="adj" fmla="val 84819"/>
            </a:avLst>
          </a:prstGeom>
          <a:solidFill>
            <a:schemeClr val="accent1">
              <a:lumMod val="40000"/>
              <a:lumOff val="60000"/>
            </a:schemeClr>
          </a:solidFill>
          <a:ln w="25400">
            <a:solidFill>
              <a:schemeClr val="tx1"/>
            </a:solidFill>
            <a:miter lim="800000"/>
            <a:headEnd/>
            <a:tailEnd/>
          </a:ln>
        </p:spPr>
        <p:txBody>
          <a:bodyPr wrap="none" anchor="ctr"/>
          <a:lstStyle/>
          <a:p>
            <a:pPr eaLnBrk="1" hangingPunct="1">
              <a:defRPr/>
            </a:pPr>
            <a:endParaRPr lang="ru-RU"/>
          </a:p>
        </p:txBody>
      </p:sp>
      <p:sp>
        <p:nvSpPr>
          <p:cNvPr id="33818" name="AutoShape 37">
            <a:extLst>
              <a:ext uri="{FF2B5EF4-FFF2-40B4-BE49-F238E27FC236}">
                <a16:creationId xmlns:a16="http://schemas.microsoft.com/office/drawing/2014/main" id="{337B51D8-B478-402B-8D19-08E606D9D994}"/>
              </a:ext>
            </a:extLst>
          </p:cNvPr>
          <p:cNvSpPr>
            <a:spLocks noChangeArrowheads="1"/>
          </p:cNvSpPr>
          <p:nvPr/>
        </p:nvSpPr>
        <p:spPr bwMode="auto">
          <a:xfrm>
            <a:off x="5530851" y="3543300"/>
            <a:ext cx="295275" cy="457200"/>
          </a:xfrm>
          <a:prstGeom prst="flowChartDelay">
            <a:avLst/>
          </a:prstGeom>
          <a:solidFill>
            <a:schemeClr val="accent1">
              <a:lumMod val="40000"/>
              <a:lumOff val="60000"/>
            </a:schemeClr>
          </a:solidFill>
          <a:ln w="25400">
            <a:solidFill>
              <a:srgbClr val="000000"/>
            </a:solidFill>
            <a:miter lim="800000"/>
            <a:headEnd/>
            <a:tailEnd/>
          </a:ln>
        </p:spPr>
        <p:txBody>
          <a:bodyPr/>
          <a:lstStyle/>
          <a:p>
            <a:pPr eaLnBrk="1" hangingPunct="1">
              <a:defRPr/>
            </a:pPr>
            <a:endParaRPr lang="ru-RU"/>
          </a:p>
        </p:txBody>
      </p:sp>
      <p:sp>
        <p:nvSpPr>
          <p:cNvPr id="43033" name="Line 38">
            <a:extLst>
              <a:ext uri="{FF2B5EF4-FFF2-40B4-BE49-F238E27FC236}">
                <a16:creationId xmlns:a16="http://schemas.microsoft.com/office/drawing/2014/main" id="{248FEEC8-1154-42B4-7DB0-0C07D836E920}"/>
              </a:ext>
            </a:extLst>
          </p:cNvPr>
          <p:cNvSpPr>
            <a:spLocks noChangeShapeType="1"/>
          </p:cNvSpPr>
          <p:nvPr/>
        </p:nvSpPr>
        <p:spPr bwMode="auto">
          <a:xfrm>
            <a:off x="5821363" y="3038475"/>
            <a:ext cx="19685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034" name="Line 39">
            <a:extLst>
              <a:ext uri="{FF2B5EF4-FFF2-40B4-BE49-F238E27FC236}">
                <a16:creationId xmlns:a16="http://schemas.microsoft.com/office/drawing/2014/main" id="{9B004A58-380D-6575-4602-4B22F5E48393}"/>
              </a:ext>
            </a:extLst>
          </p:cNvPr>
          <p:cNvSpPr>
            <a:spLocks noChangeShapeType="1"/>
          </p:cNvSpPr>
          <p:nvPr/>
        </p:nvSpPr>
        <p:spPr bwMode="auto">
          <a:xfrm>
            <a:off x="5821363" y="3786188"/>
            <a:ext cx="19685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035" name="Line 40">
            <a:extLst>
              <a:ext uri="{FF2B5EF4-FFF2-40B4-BE49-F238E27FC236}">
                <a16:creationId xmlns:a16="http://schemas.microsoft.com/office/drawing/2014/main" id="{CB803A84-3BCF-54F5-084D-BF3FDFA0DFE1}"/>
              </a:ext>
            </a:extLst>
          </p:cNvPr>
          <p:cNvSpPr>
            <a:spLocks noChangeShapeType="1"/>
          </p:cNvSpPr>
          <p:nvPr/>
        </p:nvSpPr>
        <p:spPr bwMode="auto">
          <a:xfrm>
            <a:off x="6018213" y="3038476"/>
            <a:ext cx="0" cy="24447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036" name="Line 41">
            <a:extLst>
              <a:ext uri="{FF2B5EF4-FFF2-40B4-BE49-F238E27FC236}">
                <a16:creationId xmlns:a16="http://schemas.microsoft.com/office/drawing/2014/main" id="{8CAEBFD4-4BB3-D149-55D8-6DA0FBE127FD}"/>
              </a:ext>
            </a:extLst>
          </p:cNvPr>
          <p:cNvSpPr>
            <a:spLocks noChangeShapeType="1"/>
          </p:cNvSpPr>
          <p:nvPr/>
        </p:nvSpPr>
        <p:spPr bwMode="auto">
          <a:xfrm>
            <a:off x="6018213" y="3573464"/>
            <a:ext cx="0" cy="20637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037" name="Line 42">
            <a:extLst>
              <a:ext uri="{FF2B5EF4-FFF2-40B4-BE49-F238E27FC236}">
                <a16:creationId xmlns:a16="http://schemas.microsoft.com/office/drawing/2014/main" id="{30C6E10B-5112-42E3-FC87-B362C51525D8}"/>
              </a:ext>
            </a:extLst>
          </p:cNvPr>
          <p:cNvSpPr>
            <a:spLocks noChangeShapeType="1"/>
          </p:cNvSpPr>
          <p:nvPr/>
        </p:nvSpPr>
        <p:spPr bwMode="auto">
          <a:xfrm>
            <a:off x="6018214" y="3281363"/>
            <a:ext cx="23177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038" name="Line 43">
            <a:extLst>
              <a:ext uri="{FF2B5EF4-FFF2-40B4-BE49-F238E27FC236}">
                <a16:creationId xmlns:a16="http://schemas.microsoft.com/office/drawing/2014/main" id="{E2E2B239-8744-ABAB-7A25-338B5CA63C79}"/>
              </a:ext>
            </a:extLst>
          </p:cNvPr>
          <p:cNvSpPr>
            <a:spLocks noChangeShapeType="1"/>
          </p:cNvSpPr>
          <p:nvPr/>
        </p:nvSpPr>
        <p:spPr bwMode="auto">
          <a:xfrm>
            <a:off x="6003926" y="3562350"/>
            <a:ext cx="23336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039" name="Line 44">
            <a:extLst>
              <a:ext uri="{FF2B5EF4-FFF2-40B4-BE49-F238E27FC236}">
                <a16:creationId xmlns:a16="http://schemas.microsoft.com/office/drawing/2014/main" id="{1D2774C7-C05B-FE07-CBDA-1215B4709801}"/>
              </a:ext>
            </a:extLst>
          </p:cNvPr>
          <p:cNvSpPr>
            <a:spLocks noChangeShapeType="1"/>
          </p:cNvSpPr>
          <p:nvPr/>
        </p:nvSpPr>
        <p:spPr bwMode="auto">
          <a:xfrm>
            <a:off x="6608763" y="3406775"/>
            <a:ext cx="17145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040" name="Rectangle 46">
            <a:extLst>
              <a:ext uri="{FF2B5EF4-FFF2-40B4-BE49-F238E27FC236}">
                <a16:creationId xmlns:a16="http://schemas.microsoft.com/office/drawing/2014/main" id="{88DE6CBF-823B-D408-915D-69370B9E583A}"/>
              </a:ext>
            </a:extLst>
          </p:cNvPr>
          <p:cNvSpPr>
            <a:spLocks noChangeArrowheads="1"/>
          </p:cNvSpPr>
          <p:nvPr/>
        </p:nvSpPr>
        <p:spPr bwMode="auto">
          <a:xfrm>
            <a:off x="9505950" y="3275014"/>
            <a:ext cx="230832"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solidFill>
                  <a:srgbClr val="000000"/>
                </a:solidFill>
                <a:latin typeface="Myriad Roman"/>
              </a:rPr>
              <a:t>D1</a:t>
            </a:r>
            <a:endParaRPr lang="en-US" altLang="en-US" sz="2400">
              <a:latin typeface="Times New Roman" panose="02020603050405020304" pitchFamily="18" charset="0"/>
            </a:endParaRPr>
          </a:p>
        </p:txBody>
      </p:sp>
      <p:sp>
        <p:nvSpPr>
          <p:cNvPr id="43041" name="Rectangle 47">
            <a:extLst>
              <a:ext uri="{FF2B5EF4-FFF2-40B4-BE49-F238E27FC236}">
                <a16:creationId xmlns:a16="http://schemas.microsoft.com/office/drawing/2014/main" id="{5946BDD9-1AD2-7679-0FA5-296B73FC92FD}"/>
              </a:ext>
            </a:extLst>
          </p:cNvPr>
          <p:cNvSpPr>
            <a:spLocks noChangeArrowheads="1"/>
          </p:cNvSpPr>
          <p:nvPr/>
        </p:nvSpPr>
        <p:spPr bwMode="auto">
          <a:xfrm>
            <a:off x="9872663" y="3275014"/>
            <a:ext cx="211596"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solidFill>
                  <a:srgbClr val="000000"/>
                </a:solidFill>
                <a:latin typeface="Myriad Roman"/>
              </a:rPr>
              <a:t>q3</a:t>
            </a:r>
            <a:endParaRPr lang="en-US" altLang="en-US" sz="2400">
              <a:latin typeface="Times New Roman" panose="02020603050405020304" pitchFamily="18" charset="0"/>
            </a:endParaRPr>
          </a:p>
        </p:txBody>
      </p:sp>
      <p:sp>
        <p:nvSpPr>
          <p:cNvPr id="43042" name="Freeform 48">
            <a:extLst>
              <a:ext uri="{FF2B5EF4-FFF2-40B4-BE49-F238E27FC236}">
                <a16:creationId xmlns:a16="http://schemas.microsoft.com/office/drawing/2014/main" id="{B874EFFB-C20B-9E3A-9C71-5AA96652B261}"/>
              </a:ext>
            </a:extLst>
          </p:cNvPr>
          <p:cNvSpPr>
            <a:spLocks/>
          </p:cNvSpPr>
          <p:nvPr/>
        </p:nvSpPr>
        <p:spPr bwMode="auto">
          <a:xfrm>
            <a:off x="9464675" y="3916364"/>
            <a:ext cx="147638" cy="185737"/>
          </a:xfrm>
          <a:custGeom>
            <a:avLst/>
            <a:gdLst>
              <a:gd name="T0" fmla="*/ 0 w 129"/>
              <a:gd name="T1" fmla="*/ 2147483646 h 133"/>
              <a:gd name="T2" fmla="*/ 2147483646 w 129"/>
              <a:gd name="T3" fmla="*/ 2147483646 h 133"/>
              <a:gd name="T4" fmla="*/ 0 w 129"/>
              <a:gd name="T5" fmla="*/ 0 h 133"/>
              <a:gd name="T6" fmla="*/ 0 60000 65536"/>
              <a:gd name="T7" fmla="*/ 0 60000 65536"/>
              <a:gd name="T8" fmla="*/ 0 60000 65536"/>
              <a:gd name="T9" fmla="*/ 0 w 129"/>
              <a:gd name="T10" fmla="*/ 0 h 133"/>
              <a:gd name="T11" fmla="*/ 129 w 129"/>
              <a:gd name="T12" fmla="*/ 133 h 133"/>
            </a:gdLst>
            <a:ahLst/>
            <a:cxnLst>
              <a:cxn ang="T6">
                <a:pos x="T0" y="T1"/>
              </a:cxn>
              <a:cxn ang="T7">
                <a:pos x="T2" y="T3"/>
              </a:cxn>
              <a:cxn ang="T8">
                <a:pos x="T4" y="T5"/>
              </a:cxn>
            </a:cxnLst>
            <a:rect l="T9" t="T10" r="T11" b="T12"/>
            <a:pathLst>
              <a:path w="129" h="133">
                <a:moveTo>
                  <a:pt x="0" y="133"/>
                </a:moveTo>
                <a:lnTo>
                  <a:pt x="129" y="66"/>
                </a:lnTo>
                <a:lnTo>
                  <a:pt x="0" y="0"/>
                </a:lnTo>
              </a:path>
            </a:pathLst>
          </a:cu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3830" name="AutoShape 50">
            <a:extLst>
              <a:ext uri="{FF2B5EF4-FFF2-40B4-BE49-F238E27FC236}">
                <a16:creationId xmlns:a16="http://schemas.microsoft.com/office/drawing/2014/main" id="{816CCE72-3B86-4F37-89ED-09685566BD8E}"/>
              </a:ext>
            </a:extLst>
          </p:cNvPr>
          <p:cNvSpPr>
            <a:spLocks noChangeArrowheads="1"/>
          </p:cNvSpPr>
          <p:nvPr/>
        </p:nvSpPr>
        <p:spPr bwMode="auto">
          <a:xfrm>
            <a:off x="8150226" y="2803525"/>
            <a:ext cx="295275" cy="457200"/>
          </a:xfrm>
          <a:prstGeom prst="flowChartDelay">
            <a:avLst/>
          </a:prstGeom>
          <a:solidFill>
            <a:schemeClr val="accent1">
              <a:lumMod val="40000"/>
              <a:lumOff val="60000"/>
            </a:schemeClr>
          </a:solidFill>
          <a:ln w="25400">
            <a:solidFill>
              <a:srgbClr val="000000"/>
            </a:solidFill>
            <a:miter lim="800000"/>
            <a:headEnd/>
            <a:tailEnd/>
          </a:ln>
        </p:spPr>
        <p:txBody>
          <a:bodyPr/>
          <a:lstStyle/>
          <a:p>
            <a:pPr eaLnBrk="1" hangingPunct="1">
              <a:defRPr/>
            </a:pPr>
            <a:endParaRPr lang="ru-RU"/>
          </a:p>
        </p:txBody>
      </p:sp>
      <p:sp>
        <p:nvSpPr>
          <p:cNvPr id="33831" name="AutoShape 51">
            <a:extLst>
              <a:ext uri="{FF2B5EF4-FFF2-40B4-BE49-F238E27FC236}">
                <a16:creationId xmlns:a16="http://schemas.microsoft.com/office/drawing/2014/main" id="{77477C0F-625C-422B-A3A7-F64591BF7697}"/>
              </a:ext>
            </a:extLst>
          </p:cNvPr>
          <p:cNvSpPr>
            <a:spLocks noChangeArrowheads="1"/>
          </p:cNvSpPr>
          <p:nvPr/>
        </p:nvSpPr>
        <p:spPr bwMode="auto">
          <a:xfrm flipH="1">
            <a:off x="8831263" y="3151188"/>
            <a:ext cx="393700" cy="565150"/>
          </a:xfrm>
          <a:prstGeom prst="moon">
            <a:avLst>
              <a:gd name="adj" fmla="val 84819"/>
            </a:avLst>
          </a:prstGeom>
          <a:solidFill>
            <a:schemeClr val="accent1">
              <a:lumMod val="40000"/>
              <a:lumOff val="60000"/>
            </a:schemeClr>
          </a:solidFill>
          <a:ln w="25400">
            <a:solidFill>
              <a:schemeClr val="tx1"/>
            </a:solidFill>
            <a:miter lim="800000"/>
            <a:headEnd/>
            <a:tailEnd/>
          </a:ln>
        </p:spPr>
        <p:txBody>
          <a:bodyPr wrap="none" anchor="ctr"/>
          <a:lstStyle/>
          <a:p>
            <a:pPr eaLnBrk="1" hangingPunct="1">
              <a:defRPr/>
            </a:pPr>
            <a:endParaRPr lang="ru-RU"/>
          </a:p>
        </p:txBody>
      </p:sp>
      <p:sp>
        <p:nvSpPr>
          <p:cNvPr id="33832" name="AutoShape 52">
            <a:extLst>
              <a:ext uri="{FF2B5EF4-FFF2-40B4-BE49-F238E27FC236}">
                <a16:creationId xmlns:a16="http://schemas.microsoft.com/office/drawing/2014/main" id="{84CF5B49-735A-4BF1-B7D3-CC6A6F9D3D28}"/>
              </a:ext>
            </a:extLst>
          </p:cNvPr>
          <p:cNvSpPr>
            <a:spLocks noChangeArrowheads="1"/>
          </p:cNvSpPr>
          <p:nvPr/>
        </p:nvSpPr>
        <p:spPr bwMode="auto">
          <a:xfrm>
            <a:off x="8150226" y="3575050"/>
            <a:ext cx="295275" cy="457200"/>
          </a:xfrm>
          <a:prstGeom prst="flowChartDelay">
            <a:avLst/>
          </a:prstGeom>
          <a:solidFill>
            <a:schemeClr val="accent1">
              <a:lumMod val="40000"/>
              <a:lumOff val="60000"/>
            </a:schemeClr>
          </a:solidFill>
          <a:ln w="25400">
            <a:solidFill>
              <a:srgbClr val="000000"/>
            </a:solidFill>
            <a:miter lim="800000"/>
            <a:headEnd/>
            <a:tailEnd/>
          </a:ln>
        </p:spPr>
        <p:txBody>
          <a:bodyPr/>
          <a:lstStyle/>
          <a:p>
            <a:pPr eaLnBrk="1" hangingPunct="1">
              <a:defRPr/>
            </a:pPr>
            <a:endParaRPr lang="ru-RU"/>
          </a:p>
        </p:txBody>
      </p:sp>
      <p:sp>
        <p:nvSpPr>
          <p:cNvPr id="43046" name="Line 53">
            <a:extLst>
              <a:ext uri="{FF2B5EF4-FFF2-40B4-BE49-F238E27FC236}">
                <a16:creationId xmlns:a16="http://schemas.microsoft.com/office/drawing/2014/main" id="{DC07AE86-788A-7289-655A-3617D21FFF6C}"/>
              </a:ext>
            </a:extLst>
          </p:cNvPr>
          <p:cNvSpPr>
            <a:spLocks noChangeShapeType="1"/>
          </p:cNvSpPr>
          <p:nvPr/>
        </p:nvSpPr>
        <p:spPr bwMode="auto">
          <a:xfrm>
            <a:off x="8442325" y="3070225"/>
            <a:ext cx="19685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047" name="Line 54">
            <a:extLst>
              <a:ext uri="{FF2B5EF4-FFF2-40B4-BE49-F238E27FC236}">
                <a16:creationId xmlns:a16="http://schemas.microsoft.com/office/drawing/2014/main" id="{6D0D1F58-E8FF-6C05-E01E-9D6719A1ACD5}"/>
              </a:ext>
            </a:extLst>
          </p:cNvPr>
          <p:cNvSpPr>
            <a:spLocks noChangeShapeType="1"/>
          </p:cNvSpPr>
          <p:nvPr/>
        </p:nvSpPr>
        <p:spPr bwMode="auto">
          <a:xfrm>
            <a:off x="8442325" y="3808413"/>
            <a:ext cx="19685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048" name="Line 55">
            <a:extLst>
              <a:ext uri="{FF2B5EF4-FFF2-40B4-BE49-F238E27FC236}">
                <a16:creationId xmlns:a16="http://schemas.microsoft.com/office/drawing/2014/main" id="{488F0C2B-98D7-028D-836D-8AF2B949D9ED}"/>
              </a:ext>
            </a:extLst>
          </p:cNvPr>
          <p:cNvSpPr>
            <a:spLocks noChangeShapeType="1"/>
          </p:cNvSpPr>
          <p:nvPr/>
        </p:nvSpPr>
        <p:spPr bwMode="auto">
          <a:xfrm>
            <a:off x="8639175" y="3070226"/>
            <a:ext cx="0" cy="24447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049" name="Line 56">
            <a:extLst>
              <a:ext uri="{FF2B5EF4-FFF2-40B4-BE49-F238E27FC236}">
                <a16:creationId xmlns:a16="http://schemas.microsoft.com/office/drawing/2014/main" id="{9FBA52C6-B747-2B17-6BCF-A2299B6A4A73}"/>
              </a:ext>
            </a:extLst>
          </p:cNvPr>
          <p:cNvSpPr>
            <a:spLocks noChangeShapeType="1"/>
          </p:cNvSpPr>
          <p:nvPr/>
        </p:nvSpPr>
        <p:spPr bwMode="auto">
          <a:xfrm>
            <a:off x="8639175" y="3578226"/>
            <a:ext cx="0" cy="22701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050" name="Line 57">
            <a:extLst>
              <a:ext uri="{FF2B5EF4-FFF2-40B4-BE49-F238E27FC236}">
                <a16:creationId xmlns:a16="http://schemas.microsoft.com/office/drawing/2014/main" id="{ED4F44AA-B65F-F2C7-B312-8B2265844062}"/>
              </a:ext>
            </a:extLst>
          </p:cNvPr>
          <p:cNvSpPr>
            <a:spLocks noChangeShapeType="1"/>
          </p:cNvSpPr>
          <p:nvPr/>
        </p:nvSpPr>
        <p:spPr bwMode="auto">
          <a:xfrm>
            <a:off x="8639176" y="3327400"/>
            <a:ext cx="23177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051" name="Line 58">
            <a:extLst>
              <a:ext uri="{FF2B5EF4-FFF2-40B4-BE49-F238E27FC236}">
                <a16:creationId xmlns:a16="http://schemas.microsoft.com/office/drawing/2014/main" id="{3295FEAF-1DF2-DFCA-F2F3-8984C299AC67}"/>
              </a:ext>
            </a:extLst>
          </p:cNvPr>
          <p:cNvSpPr>
            <a:spLocks noChangeShapeType="1"/>
          </p:cNvSpPr>
          <p:nvPr/>
        </p:nvSpPr>
        <p:spPr bwMode="auto">
          <a:xfrm>
            <a:off x="8639176" y="3584575"/>
            <a:ext cx="23177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052" name="Line 59">
            <a:extLst>
              <a:ext uri="{FF2B5EF4-FFF2-40B4-BE49-F238E27FC236}">
                <a16:creationId xmlns:a16="http://schemas.microsoft.com/office/drawing/2014/main" id="{7CF6C48A-33DA-AFA5-F800-529A2CCDE0CE}"/>
              </a:ext>
            </a:extLst>
          </p:cNvPr>
          <p:cNvSpPr>
            <a:spLocks noChangeShapeType="1"/>
          </p:cNvSpPr>
          <p:nvPr/>
        </p:nvSpPr>
        <p:spPr bwMode="auto">
          <a:xfrm>
            <a:off x="9229726" y="3440113"/>
            <a:ext cx="23177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053" name="Line 60">
            <a:extLst>
              <a:ext uri="{FF2B5EF4-FFF2-40B4-BE49-F238E27FC236}">
                <a16:creationId xmlns:a16="http://schemas.microsoft.com/office/drawing/2014/main" id="{9E0B8CDD-356E-C0B9-F670-EB13D0DE9B03}"/>
              </a:ext>
            </a:extLst>
          </p:cNvPr>
          <p:cNvSpPr>
            <a:spLocks noChangeShapeType="1"/>
          </p:cNvSpPr>
          <p:nvPr/>
        </p:nvSpPr>
        <p:spPr bwMode="auto">
          <a:xfrm flipV="1">
            <a:off x="2266950" y="2286000"/>
            <a:ext cx="562133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054" name="Line 61">
            <a:extLst>
              <a:ext uri="{FF2B5EF4-FFF2-40B4-BE49-F238E27FC236}">
                <a16:creationId xmlns:a16="http://schemas.microsoft.com/office/drawing/2014/main" id="{E94968AF-1784-E449-5FF4-874CB8B704A4}"/>
              </a:ext>
            </a:extLst>
          </p:cNvPr>
          <p:cNvSpPr>
            <a:spLocks noChangeShapeType="1"/>
          </p:cNvSpPr>
          <p:nvPr/>
        </p:nvSpPr>
        <p:spPr bwMode="auto">
          <a:xfrm>
            <a:off x="7889875" y="2292350"/>
            <a:ext cx="0" cy="60483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055" name="Line 62">
            <a:extLst>
              <a:ext uri="{FF2B5EF4-FFF2-40B4-BE49-F238E27FC236}">
                <a16:creationId xmlns:a16="http://schemas.microsoft.com/office/drawing/2014/main" id="{51A08A2C-7E59-A894-A108-70F99CA3D4DE}"/>
              </a:ext>
            </a:extLst>
          </p:cNvPr>
          <p:cNvSpPr>
            <a:spLocks noChangeShapeType="1"/>
          </p:cNvSpPr>
          <p:nvPr/>
        </p:nvSpPr>
        <p:spPr bwMode="auto">
          <a:xfrm>
            <a:off x="5305425" y="2293939"/>
            <a:ext cx="0" cy="604837"/>
          </a:xfrm>
          <a:prstGeom prst="line">
            <a:avLst/>
          </a:prstGeom>
          <a:noFill/>
          <a:ln w="2540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43056" name="Line 63">
            <a:extLst>
              <a:ext uri="{FF2B5EF4-FFF2-40B4-BE49-F238E27FC236}">
                <a16:creationId xmlns:a16="http://schemas.microsoft.com/office/drawing/2014/main" id="{A914F6CF-1B5A-1BFC-7735-90EEA6901997}"/>
              </a:ext>
            </a:extLst>
          </p:cNvPr>
          <p:cNvSpPr>
            <a:spLocks noChangeShapeType="1"/>
          </p:cNvSpPr>
          <p:nvPr/>
        </p:nvSpPr>
        <p:spPr bwMode="auto">
          <a:xfrm>
            <a:off x="2755900" y="2281239"/>
            <a:ext cx="0" cy="644525"/>
          </a:xfrm>
          <a:prstGeom prst="line">
            <a:avLst/>
          </a:prstGeom>
          <a:noFill/>
          <a:ln w="2540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43057" name="Line 64">
            <a:extLst>
              <a:ext uri="{FF2B5EF4-FFF2-40B4-BE49-F238E27FC236}">
                <a16:creationId xmlns:a16="http://schemas.microsoft.com/office/drawing/2014/main" id="{AE442F54-F187-CDF7-4D76-88DDF5B2DAA4}"/>
              </a:ext>
            </a:extLst>
          </p:cNvPr>
          <p:cNvSpPr>
            <a:spLocks noChangeShapeType="1"/>
          </p:cNvSpPr>
          <p:nvPr/>
        </p:nvSpPr>
        <p:spPr bwMode="auto">
          <a:xfrm>
            <a:off x="2749551" y="2927350"/>
            <a:ext cx="20161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058" name="Line 65">
            <a:extLst>
              <a:ext uri="{FF2B5EF4-FFF2-40B4-BE49-F238E27FC236}">
                <a16:creationId xmlns:a16="http://schemas.microsoft.com/office/drawing/2014/main" id="{FB76B044-EFE8-6CD2-B327-333CDE288EE1}"/>
              </a:ext>
            </a:extLst>
          </p:cNvPr>
          <p:cNvSpPr>
            <a:spLocks noChangeShapeType="1"/>
          </p:cNvSpPr>
          <p:nvPr/>
        </p:nvSpPr>
        <p:spPr bwMode="auto">
          <a:xfrm>
            <a:off x="5302251" y="2901950"/>
            <a:ext cx="20161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059" name="Line 66">
            <a:extLst>
              <a:ext uri="{FF2B5EF4-FFF2-40B4-BE49-F238E27FC236}">
                <a16:creationId xmlns:a16="http://schemas.microsoft.com/office/drawing/2014/main" id="{56558D53-0E45-6B88-857B-F0A2C1E89BF5}"/>
              </a:ext>
            </a:extLst>
          </p:cNvPr>
          <p:cNvSpPr>
            <a:spLocks noChangeShapeType="1"/>
          </p:cNvSpPr>
          <p:nvPr/>
        </p:nvSpPr>
        <p:spPr bwMode="auto">
          <a:xfrm>
            <a:off x="7872413" y="2913063"/>
            <a:ext cx="27305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060" name="Line 67">
            <a:extLst>
              <a:ext uri="{FF2B5EF4-FFF2-40B4-BE49-F238E27FC236}">
                <a16:creationId xmlns:a16="http://schemas.microsoft.com/office/drawing/2014/main" id="{A17C7687-C6EF-C460-566C-83440EEA1CC0}"/>
              </a:ext>
            </a:extLst>
          </p:cNvPr>
          <p:cNvSpPr>
            <a:spLocks noChangeShapeType="1"/>
          </p:cNvSpPr>
          <p:nvPr/>
        </p:nvSpPr>
        <p:spPr bwMode="auto">
          <a:xfrm>
            <a:off x="4910138" y="3376613"/>
            <a:ext cx="33496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061" name="Line 68">
            <a:extLst>
              <a:ext uri="{FF2B5EF4-FFF2-40B4-BE49-F238E27FC236}">
                <a16:creationId xmlns:a16="http://schemas.microsoft.com/office/drawing/2014/main" id="{83B0B47C-1793-3B53-1CCA-9CBCCF923315}"/>
              </a:ext>
            </a:extLst>
          </p:cNvPr>
          <p:cNvSpPr>
            <a:spLocks noChangeShapeType="1"/>
          </p:cNvSpPr>
          <p:nvPr/>
        </p:nvSpPr>
        <p:spPr bwMode="auto">
          <a:xfrm flipV="1">
            <a:off x="5240338" y="3165476"/>
            <a:ext cx="0" cy="2079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062" name="Line 69">
            <a:extLst>
              <a:ext uri="{FF2B5EF4-FFF2-40B4-BE49-F238E27FC236}">
                <a16:creationId xmlns:a16="http://schemas.microsoft.com/office/drawing/2014/main" id="{7DEBF0EF-3D73-A192-6055-22A96918F6EA}"/>
              </a:ext>
            </a:extLst>
          </p:cNvPr>
          <p:cNvSpPr>
            <a:spLocks noChangeShapeType="1"/>
          </p:cNvSpPr>
          <p:nvPr/>
        </p:nvSpPr>
        <p:spPr bwMode="auto">
          <a:xfrm>
            <a:off x="5240339" y="3165475"/>
            <a:ext cx="30162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063" name="Line 70">
            <a:extLst>
              <a:ext uri="{FF2B5EF4-FFF2-40B4-BE49-F238E27FC236}">
                <a16:creationId xmlns:a16="http://schemas.microsoft.com/office/drawing/2014/main" id="{B0463C9D-0FAD-FBE1-48D2-498C31F88D65}"/>
              </a:ext>
            </a:extLst>
          </p:cNvPr>
          <p:cNvSpPr>
            <a:spLocks noChangeShapeType="1"/>
          </p:cNvSpPr>
          <p:nvPr/>
        </p:nvSpPr>
        <p:spPr bwMode="auto">
          <a:xfrm>
            <a:off x="2593976" y="3165475"/>
            <a:ext cx="32861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064" name="Line 71">
            <a:extLst>
              <a:ext uri="{FF2B5EF4-FFF2-40B4-BE49-F238E27FC236}">
                <a16:creationId xmlns:a16="http://schemas.microsoft.com/office/drawing/2014/main" id="{D6F5FBA0-7A78-A19B-9FDA-9B92892BCBFF}"/>
              </a:ext>
            </a:extLst>
          </p:cNvPr>
          <p:cNvSpPr>
            <a:spLocks noChangeShapeType="1"/>
          </p:cNvSpPr>
          <p:nvPr/>
        </p:nvSpPr>
        <p:spPr bwMode="auto">
          <a:xfrm>
            <a:off x="7500939" y="3330575"/>
            <a:ext cx="371475" cy="0"/>
          </a:xfrm>
          <a:prstGeom prst="line">
            <a:avLst/>
          </a:prstGeom>
          <a:noFill/>
          <a:ln w="25400">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43065" name="Line 73">
            <a:extLst>
              <a:ext uri="{FF2B5EF4-FFF2-40B4-BE49-F238E27FC236}">
                <a16:creationId xmlns:a16="http://schemas.microsoft.com/office/drawing/2014/main" id="{F7516716-85DF-8AB5-EEC9-9EB587A88ABD}"/>
              </a:ext>
            </a:extLst>
          </p:cNvPr>
          <p:cNvSpPr>
            <a:spLocks noChangeShapeType="1"/>
          </p:cNvSpPr>
          <p:nvPr/>
        </p:nvSpPr>
        <p:spPr bwMode="auto">
          <a:xfrm flipV="1">
            <a:off x="7883525" y="3170238"/>
            <a:ext cx="0" cy="198596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066" name="Line 74">
            <a:extLst>
              <a:ext uri="{FF2B5EF4-FFF2-40B4-BE49-F238E27FC236}">
                <a16:creationId xmlns:a16="http://schemas.microsoft.com/office/drawing/2014/main" id="{8B87099A-B942-AECB-B6A6-834464DE1EC6}"/>
              </a:ext>
            </a:extLst>
          </p:cNvPr>
          <p:cNvSpPr>
            <a:spLocks noChangeShapeType="1"/>
          </p:cNvSpPr>
          <p:nvPr/>
        </p:nvSpPr>
        <p:spPr bwMode="auto">
          <a:xfrm>
            <a:off x="7874000" y="3170238"/>
            <a:ext cx="27305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067" name="Line 75">
            <a:extLst>
              <a:ext uri="{FF2B5EF4-FFF2-40B4-BE49-F238E27FC236}">
                <a16:creationId xmlns:a16="http://schemas.microsoft.com/office/drawing/2014/main" id="{532985F3-BEAE-64A7-E308-F4D80C0E6DD6}"/>
              </a:ext>
            </a:extLst>
          </p:cNvPr>
          <p:cNvSpPr>
            <a:spLocks noChangeShapeType="1"/>
          </p:cNvSpPr>
          <p:nvPr/>
        </p:nvSpPr>
        <p:spPr bwMode="auto">
          <a:xfrm>
            <a:off x="2176464" y="4902200"/>
            <a:ext cx="5519737"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068" name="Line 76">
            <a:extLst>
              <a:ext uri="{FF2B5EF4-FFF2-40B4-BE49-F238E27FC236}">
                <a16:creationId xmlns:a16="http://schemas.microsoft.com/office/drawing/2014/main" id="{6FA3BC21-05DE-FF1D-EF3F-E01FF5B59FA3}"/>
              </a:ext>
            </a:extLst>
          </p:cNvPr>
          <p:cNvSpPr>
            <a:spLocks noChangeShapeType="1"/>
          </p:cNvSpPr>
          <p:nvPr/>
        </p:nvSpPr>
        <p:spPr bwMode="auto">
          <a:xfrm flipV="1">
            <a:off x="7704138" y="3671888"/>
            <a:ext cx="0" cy="123031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069" name="Line 77">
            <a:extLst>
              <a:ext uri="{FF2B5EF4-FFF2-40B4-BE49-F238E27FC236}">
                <a16:creationId xmlns:a16="http://schemas.microsoft.com/office/drawing/2014/main" id="{4DE5A7F1-E522-F990-08BA-6DF978C19D78}"/>
              </a:ext>
            </a:extLst>
          </p:cNvPr>
          <p:cNvSpPr>
            <a:spLocks noChangeShapeType="1"/>
          </p:cNvSpPr>
          <p:nvPr/>
        </p:nvSpPr>
        <p:spPr bwMode="auto">
          <a:xfrm flipV="1">
            <a:off x="5080000" y="3657600"/>
            <a:ext cx="0" cy="1252538"/>
          </a:xfrm>
          <a:prstGeom prst="line">
            <a:avLst/>
          </a:prstGeom>
          <a:noFill/>
          <a:ln w="2540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43070" name="Line 78">
            <a:extLst>
              <a:ext uri="{FF2B5EF4-FFF2-40B4-BE49-F238E27FC236}">
                <a16:creationId xmlns:a16="http://schemas.microsoft.com/office/drawing/2014/main" id="{69317F5C-C6A6-2CA8-0783-FE17C71934A4}"/>
              </a:ext>
            </a:extLst>
          </p:cNvPr>
          <p:cNvSpPr>
            <a:spLocks noChangeShapeType="1"/>
          </p:cNvSpPr>
          <p:nvPr/>
        </p:nvSpPr>
        <p:spPr bwMode="auto">
          <a:xfrm flipV="1">
            <a:off x="2760663" y="3684588"/>
            <a:ext cx="0" cy="1212850"/>
          </a:xfrm>
          <a:prstGeom prst="line">
            <a:avLst/>
          </a:prstGeom>
          <a:noFill/>
          <a:ln w="2540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43071" name="Line 79">
            <a:extLst>
              <a:ext uri="{FF2B5EF4-FFF2-40B4-BE49-F238E27FC236}">
                <a16:creationId xmlns:a16="http://schemas.microsoft.com/office/drawing/2014/main" id="{62D702BE-53A3-0647-9C08-76060C7124C2}"/>
              </a:ext>
            </a:extLst>
          </p:cNvPr>
          <p:cNvSpPr>
            <a:spLocks noChangeShapeType="1"/>
          </p:cNvSpPr>
          <p:nvPr/>
        </p:nvSpPr>
        <p:spPr bwMode="auto">
          <a:xfrm>
            <a:off x="2778125" y="3684588"/>
            <a:ext cx="16668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072" name="Line 80">
            <a:extLst>
              <a:ext uri="{FF2B5EF4-FFF2-40B4-BE49-F238E27FC236}">
                <a16:creationId xmlns:a16="http://schemas.microsoft.com/office/drawing/2014/main" id="{7B2538ED-B047-0E54-E24B-9ED38E0F364F}"/>
              </a:ext>
            </a:extLst>
          </p:cNvPr>
          <p:cNvSpPr>
            <a:spLocks noChangeShapeType="1"/>
          </p:cNvSpPr>
          <p:nvPr/>
        </p:nvSpPr>
        <p:spPr bwMode="auto">
          <a:xfrm>
            <a:off x="5083175" y="3668713"/>
            <a:ext cx="4318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073" name="Line 81">
            <a:extLst>
              <a:ext uri="{FF2B5EF4-FFF2-40B4-BE49-F238E27FC236}">
                <a16:creationId xmlns:a16="http://schemas.microsoft.com/office/drawing/2014/main" id="{F7A4460A-DF17-99DF-B4B7-49BA3CED58A7}"/>
              </a:ext>
            </a:extLst>
          </p:cNvPr>
          <p:cNvSpPr>
            <a:spLocks noChangeShapeType="1"/>
          </p:cNvSpPr>
          <p:nvPr/>
        </p:nvSpPr>
        <p:spPr bwMode="auto">
          <a:xfrm>
            <a:off x="7713664" y="3684588"/>
            <a:ext cx="414337"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074" name="Line 82">
            <a:extLst>
              <a:ext uri="{FF2B5EF4-FFF2-40B4-BE49-F238E27FC236}">
                <a16:creationId xmlns:a16="http://schemas.microsoft.com/office/drawing/2014/main" id="{6C61386C-8BAB-FC4C-6ACE-A41D4E8018BA}"/>
              </a:ext>
            </a:extLst>
          </p:cNvPr>
          <p:cNvSpPr>
            <a:spLocks noChangeShapeType="1"/>
          </p:cNvSpPr>
          <p:nvPr/>
        </p:nvSpPr>
        <p:spPr bwMode="auto">
          <a:xfrm>
            <a:off x="10169526" y="3333750"/>
            <a:ext cx="26987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075" name="Line 83">
            <a:extLst>
              <a:ext uri="{FF2B5EF4-FFF2-40B4-BE49-F238E27FC236}">
                <a16:creationId xmlns:a16="http://schemas.microsoft.com/office/drawing/2014/main" id="{A941A8C0-2665-1610-BE0F-CBBC0751435A}"/>
              </a:ext>
            </a:extLst>
          </p:cNvPr>
          <p:cNvSpPr>
            <a:spLocks noChangeShapeType="1"/>
          </p:cNvSpPr>
          <p:nvPr/>
        </p:nvSpPr>
        <p:spPr bwMode="auto">
          <a:xfrm>
            <a:off x="10434638" y="3328988"/>
            <a:ext cx="0" cy="119856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076" name="Line 84">
            <a:extLst>
              <a:ext uri="{FF2B5EF4-FFF2-40B4-BE49-F238E27FC236}">
                <a16:creationId xmlns:a16="http://schemas.microsoft.com/office/drawing/2014/main" id="{F301AF0C-DAC2-3089-886E-3D47F754D1D8}"/>
              </a:ext>
            </a:extLst>
          </p:cNvPr>
          <p:cNvSpPr>
            <a:spLocks noChangeShapeType="1"/>
          </p:cNvSpPr>
          <p:nvPr/>
        </p:nvSpPr>
        <p:spPr bwMode="auto">
          <a:xfrm>
            <a:off x="5414963" y="4508500"/>
            <a:ext cx="501015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077" name="Line 85">
            <a:extLst>
              <a:ext uri="{FF2B5EF4-FFF2-40B4-BE49-F238E27FC236}">
                <a16:creationId xmlns:a16="http://schemas.microsoft.com/office/drawing/2014/main" id="{587C3928-5AE6-AEC9-A09C-BB5224D401F5}"/>
              </a:ext>
            </a:extLst>
          </p:cNvPr>
          <p:cNvSpPr>
            <a:spLocks noChangeShapeType="1"/>
          </p:cNvSpPr>
          <p:nvPr/>
        </p:nvSpPr>
        <p:spPr bwMode="auto">
          <a:xfrm flipV="1">
            <a:off x="5414963" y="3862388"/>
            <a:ext cx="0" cy="64611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078" name="Line 86">
            <a:extLst>
              <a:ext uri="{FF2B5EF4-FFF2-40B4-BE49-F238E27FC236}">
                <a16:creationId xmlns:a16="http://schemas.microsoft.com/office/drawing/2014/main" id="{DBF2FADE-B7D9-A753-46A6-55B88CA53F01}"/>
              </a:ext>
            </a:extLst>
          </p:cNvPr>
          <p:cNvSpPr>
            <a:spLocks noChangeShapeType="1"/>
          </p:cNvSpPr>
          <p:nvPr/>
        </p:nvSpPr>
        <p:spPr bwMode="auto">
          <a:xfrm>
            <a:off x="5414963" y="3862388"/>
            <a:ext cx="1270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079" name="Line 88">
            <a:extLst>
              <a:ext uri="{FF2B5EF4-FFF2-40B4-BE49-F238E27FC236}">
                <a16:creationId xmlns:a16="http://schemas.microsoft.com/office/drawing/2014/main" id="{2B08303C-1BD7-C5E1-E8A5-12F9F201A3EA}"/>
              </a:ext>
            </a:extLst>
          </p:cNvPr>
          <p:cNvSpPr>
            <a:spLocks noChangeShapeType="1"/>
          </p:cNvSpPr>
          <p:nvPr/>
        </p:nvSpPr>
        <p:spPr bwMode="auto">
          <a:xfrm flipH="1">
            <a:off x="2540000" y="5164138"/>
            <a:ext cx="535463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080" name="Line 90">
            <a:extLst>
              <a:ext uri="{FF2B5EF4-FFF2-40B4-BE49-F238E27FC236}">
                <a16:creationId xmlns:a16="http://schemas.microsoft.com/office/drawing/2014/main" id="{1E14944E-205C-1F98-C118-FCD8E8C7EC80}"/>
              </a:ext>
            </a:extLst>
          </p:cNvPr>
          <p:cNvSpPr>
            <a:spLocks noChangeShapeType="1"/>
          </p:cNvSpPr>
          <p:nvPr/>
        </p:nvSpPr>
        <p:spPr bwMode="auto">
          <a:xfrm>
            <a:off x="2287588" y="4691063"/>
            <a:ext cx="693896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081" name="Line 91">
            <a:extLst>
              <a:ext uri="{FF2B5EF4-FFF2-40B4-BE49-F238E27FC236}">
                <a16:creationId xmlns:a16="http://schemas.microsoft.com/office/drawing/2014/main" id="{60EE2707-33A4-1676-9415-42E60B2BBB90}"/>
              </a:ext>
            </a:extLst>
          </p:cNvPr>
          <p:cNvSpPr>
            <a:spLocks noChangeShapeType="1"/>
          </p:cNvSpPr>
          <p:nvPr/>
        </p:nvSpPr>
        <p:spPr bwMode="auto">
          <a:xfrm>
            <a:off x="3987800" y="4003676"/>
            <a:ext cx="0" cy="676275"/>
          </a:xfrm>
          <a:prstGeom prst="line">
            <a:avLst/>
          </a:prstGeom>
          <a:noFill/>
          <a:ln w="25400">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43082" name="Line 92">
            <a:extLst>
              <a:ext uri="{FF2B5EF4-FFF2-40B4-BE49-F238E27FC236}">
                <a16:creationId xmlns:a16="http://schemas.microsoft.com/office/drawing/2014/main" id="{4D4BD328-33C7-595F-5B85-A7F663C8B8EB}"/>
              </a:ext>
            </a:extLst>
          </p:cNvPr>
          <p:cNvSpPr>
            <a:spLocks noChangeShapeType="1"/>
          </p:cNvSpPr>
          <p:nvPr/>
        </p:nvSpPr>
        <p:spPr bwMode="auto">
          <a:xfrm>
            <a:off x="3987801" y="3992563"/>
            <a:ext cx="20161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083" name="Line 93">
            <a:extLst>
              <a:ext uri="{FF2B5EF4-FFF2-40B4-BE49-F238E27FC236}">
                <a16:creationId xmlns:a16="http://schemas.microsoft.com/office/drawing/2014/main" id="{0088C332-2AF1-C63A-64B8-1641A8CCCF7C}"/>
              </a:ext>
            </a:extLst>
          </p:cNvPr>
          <p:cNvSpPr>
            <a:spLocks noChangeShapeType="1"/>
          </p:cNvSpPr>
          <p:nvPr/>
        </p:nvSpPr>
        <p:spPr bwMode="auto">
          <a:xfrm>
            <a:off x="6553200" y="3989389"/>
            <a:ext cx="0" cy="695325"/>
          </a:xfrm>
          <a:prstGeom prst="line">
            <a:avLst/>
          </a:prstGeom>
          <a:noFill/>
          <a:ln w="25400">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43084" name="Line 94">
            <a:extLst>
              <a:ext uri="{FF2B5EF4-FFF2-40B4-BE49-F238E27FC236}">
                <a16:creationId xmlns:a16="http://schemas.microsoft.com/office/drawing/2014/main" id="{5E229D04-E993-0A5C-7FE8-912AC28A97F2}"/>
              </a:ext>
            </a:extLst>
          </p:cNvPr>
          <p:cNvSpPr>
            <a:spLocks noChangeShapeType="1"/>
          </p:cNvSpPr>
          <p:nvPr/>
        </p:nvSpPr>
        <p:spPr bwMode="auto">
          <a:xfrm>
            <a:off x="6565901" y="3992563"/>
            <a:ext cx="20161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085" name="Line 93">
            <a:extLst>
              <a:ext uri="{FF2B5EF4-FFF2-40B4-BE49-F238E27FC236}">
                <a16:creationId xmlns:a16="http://schemas.microsoft.com/office/drawing/2014/main" id="{5253F942-D2BD-1689-9FC8-A4562AF3FC57}"/>
              </a:ext>
            </a:extLst>
          </p:cNvPr>
          <p:cNvSpPr>
            <a:spLocks noChangeShapeType="1"/>
          </p:cNvSpPr>
          <p:nvPr/>
        </p:nvSpPr>
        <p:spPr bwMode="auto">
          <a:xfrm>
            <a:off x="9224963" y="4017964"/>
            <a:ext cx="0" cy="67627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086" name="Line 85">
            <a:extLst>
              <a:ext uri="{FF2B5EF4-FFF2-40B4-BE49-F238E27FC236}">
                <a16:creationId xmlns:a16="http://schemas.microsoft.com/office/drawing/2014/main" id="{B331E010-C83F-C0EA-5BE4-7B539F3753B5}"/>
              </a:ext>
            </a:extLst>
          </p:cNvPr>
          <p:cNvSpPr>
            <a:spLocks noChangeShapeType="1"/>
          </p:cNvSpPr>
          <p:nvPr/>
        </p:nvSpPr>
        <p:spPr bwMode="auto">
          <a:xfrm>
            <a:off x="9221788" y="4010025"/>
            <a:ext cx="2286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087" name="Line 86">
            <a:extLst>
              <a:ext uri="{FF2B5EF4-FFF2-40B4-BE49-F238E27FC236}">
                <a16:creationId xmlns:a16="http://schemas.microsoft.com/office/drawing/2014/main" id="{C1E8695C-72CE-DE31-412B-B5221892BF4E}"/>
              </a:ext>
            </a:extLst>
          </p:cNvPr>
          <p:cNvSpPr>
            <a:spLocks noChangeShapeType="1"/>
          </p:cNvSpPr>
          <p:nvPr/>
        </p:nvSpPr>
        <p:spPr bwMode="auto">
          <a:xfrm flipH="1">
            <a:off x="2544763" y="3933825"/>
            <a:ext cx="0" cy="122713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088" name="Line 87">
            <a:extLst>
              <a:ext uri="{FF2B5EF4-FFF2-40B4-BE49-F238E27FC236}">
                <a16:creationId xmlns:a16="http://schemas.microsoft.com/office/drawing/2014/main" id="{002B09C1-8DDA-08C9-946E-F1BFD769133A}"/>
              </a:ext>
            </a:extLst>
          </p:cNvPr>
          <p:cNvSpPr>
            <a:spLocks noChangeShapeType="1"/>
          </p:cNvSpPr>
          <p:nvPr/>
        </p:nvSpPr>
        <p:spPr bwMode="auto">
          <a:xfrm>
            <a:off x="2544763" y="3933825"/>
            <a:ext cx="3810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089" name="Line 88">
            <a:extLst>
              <a:ext uri="{FF2B5EF4-FFF2-40B4-BE49-F238E27FC236}">
                <a16:creationId xmlns:a16="http://schemas.microsoft.com/office/drawing/2014/main" id="{C896AAB9-34B8-58E6-51A8-C7B619BE9A8A}"/>
              </a:ext>
            </a:extLst>
          </p:cNvPr>
          <p:cNvSpPr>
            <a:spLocks noChangeShapeType="1"/>
          </p:cNvSpPr>
          <p:nvPr/>
        </p:nvSpPr>
        <p:spPr bwMode="auto">
          <a:xfrm>
            <a:off x="7940676" y="3919538"/>
            <a:ext cx="19367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090" name="Text Box 89">
            <a:extLst>
              <a:ext uri="{FF2B5EF4-FFF2-40B4-BE49-F238E27FC236}">
                <a16:creationId xmlns:a16="http://schemas.microsoft.com/office/drawing/2014/main" id="{3DF9678D-746B-6C7D-1455-9820CB8F6D0A}"/>
              </a:ext>
            </a:extLst>
          </p:cNvPr>
          <p:cNvSpPr txBox="1">
            <a:spLocks noChangeArrowheads="1"/>
          </p:cNvSpPr>
          <p:nvPr/>
        </p:nvSpPr>
        <p:spPr bwMode="auto">
          <a:xfrm>
            <a:off x="2006600" y="1792289"/>
            <a:ext cx="1905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Shift Right</a:t>
            </a:r>
            <a:endParaRPr lang="ru-RU" altLang="en-US" sz="2000"/>
          </a:p>
        </p:txBody>
      </p:sp>
      <p:sp>
        <p:nvSpPr>
          <p:cNvPr id="43091" name="Text Box 90">
            <a:extLst>
              <a:ext uri="{FF2B5EF4-FFF2-40B4-BE49-F238E27FC236}">
                <a16:creationId xmlns:a16="http://schemas.microsoft.com/office/drawing/2014/main" id="{E28354D0-2E30-A0BA-61BF-565E73AF8616}"/>
              </a:ext>
            </a:extLst>
          </p:cNvPr>
          <p:cNvSpPr txBox="1">
            <a:spLocks noChangeArrowheads="1"/>
          </p:cNvSpPr>
          <p:nvPr/>
        </p:nvSpPr>
        <p:spPr bwMode="auto">
          <a:xfrm>
            <a:off x="2159000" y="5232401"/>
            <a:ext cx="1905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Shift Left</a:t>
            </a:r>
            <a:endParaRPr lang="ru-RU" altLang="en-US" sz="2000"/>
          </a:p>
        </p:txBody>
      </p:sp>
      <p:sp>
        <p:nvSpPr>
          <p:cNvPr id="43092" name="Text Box 91">
            <a:extLst>
              <a:ext uri="{FF2B5EF4-FFF2-40B4-BE49-F238E27FC236}">
                <a16:creationId xmlns:a16="http://schemas.microsoft.com/office/drawing/2014/main" id="{03AC702D-70F2-6B37-D7B6-DD701EB5C6ED}"/>
              </a:ext>
            </a:extLst>
          </p:cNvPr>
          <p:cNvSpPr txBox="1">
            <a:spLocks noChangeArrowheads="1"/>
          </p:cNvSpPr>
          <p:nvPr/>
        </p:nvSpPr>
        <p:spPr bwMode="auto">
          <a:xfrm>
            <a:off x="1963738" y="4267201"/>
            <a:ext cx="1066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Clk</a:t>
            </a:r>
            <a:endParaRPr lang="ru-RU" altLang="en-US" sz="2000"/>
          </a:p>
        </p:txBody>
      </p:sp>
      <p:sp>
        <p:nvSpPr>
          <p:cNvPr id="43093" name="Line 92">
            <a:extLst>
              <a:ext uri="{FF2B5EF4-FFF2-40B4-BE49-F238E27FC236}">
                <a16:creationId xmlns:a16="http://schemas.microsoft.com/office/drawing/2014/main" id="{1CDE4569-BA21-094C-67F0-425A245E8DE8}"/>
              </a:ext>
            </a:extLst>
          </p:cNvPr>
          <p:cNvSpPr>
            <a:spLocks noChangeShapeType="1"/>
          </p:cNvSpPr>
          <p:nvPr/>
        </p:nvSpPr>
        <p:spPr bwMode="auto">
          <a:xfrm>
            <a:off x="2311400" y="4876800"/>
            <a:ext cx="7620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094" name="Text Box 94">
            <a:extLst>
              <a:ext uri="{FF2B5EF4-FFF2-40B4-BE49-F238E27FC236}">
                <a16:creationId xmlns:a16="http://schemas.microsoft.com/office/drawing/2014/main" id="{28DB47B3-430C-4D0F-DE88-25CE5966F2BB}"/>
              </a:ext>
            </a:extLst>
          </p:cNvPr>
          <p:cNvSpPr txBox="1">
            <a:spLocks noChangeArrowheads="1"/>
          </p:cNvSpPr>
          <p:nvPr/>
        </p:nvSpPr>
        <p:spPr bwMode="auto">
          <a:xfrm>
            <a:off x="2033588" y="2944814"/>
            <a:ext cx="6207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Rin</a:t>
            </a:r>
            <a:endParaRPr lang="ru-RU" altLang="en-US" sz="2000"/>
          </a:p>
        </p:txBody>
      </p:sp>
      <p:sp>
        <p:nvSpPr>
          <p:cNvPr id="43095" name="Text Box 95">
            <a:extLst>
              <a:ext uri="{FF2B5EF4-FFF2-40B4-BE49-F238E27FC236}">
                <a16:creationId xmlns:a16="http://schemas.microsoft.com/office/drawing/2014/main" id="{6AC55DCF-15EE-9B0E-7381-D85F9BE3C9CB}"/>
              </a:ext>
            </a:extLst>
          </p:cNvPr>
          <p:cNvSpPr txBox="1">
            <a:spLocks noChangeArrowheads="1"/>
          </p:cNvSpPr>
          <p:nvPr/>
        </p:nvSpPr>
        <p:spPr bwMode="auto">
          <a:xfrm>
            <a:off x="7835901" y="3960814"/>
            <a:ext cx="6207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Lin</a:t>
            </a:r>
            <a:endParaRPr lang="ru-RU" altLang="en-US" sz="2000"/>
          </a:p>
        </p:txBody>
      </p:sp>
      <p:sp>
        <p:nvSpPr>
          <p:cNvPr id="43096" name="Rectangle 32">
            <a:extLst>
              <a:ext uri="{FF2B5EF4-FFF2-40B4-BE49-F238E27FC236}">
                <a16:creationId xmlns:a16="http://schemas.microsoft.com/office/drawing/2014/main" id="{AF73C9E5-03CF-8A08-581B-D3F1E88F7C87}"/>
              </a:ext>
            </a:extLst>
          </p:cNvPr>
          <p:cNvSpPr>
            <a:spLocks noChangeArrowheads="1"/>
          </p:cNvSpPr>
          <p:nvPr/>
        </p:nvSpPr>
        <p:spPr bwMode="auto">
          <a:xfrm>
            <a:off x="10210800" y="3048001"/>
            <a:ext cx="214802"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b="1">
                <a:solidFill>
                  <a:srgbClr val="000000"/>
                </a:solidFill>
                <a:latin typeface="Myriad Roman"/>
              </a:rPr>
              <a:t>q3</a:t>
            </a:r>
            <a:endParaRPr lang="en-US" altLang="en-US" sz="2400" b="1">
              <a:latin typeface="Times New Roman" panose="02020603050405020304" pitchFamily="18" charset="0"/>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4">
            <a:extLst>
              <a:ext uri="{FF2B5EF4-FFF2-40B4-BE49-F238E27FC236}">
                <a16:creationId xmlns:a16="http://schemas.microsoft.com/office/drawing/2014/main" id="{59290946-9F35-2610-7444-845061B9E95B}"/>
              </a:ext>
            </a:extLst>
          </p:cNvPr>
          <p:cNvSpPr>
            <a:spLocks noGrp="1" noChangeArrowheads="1"/>
          </p:cNvSpPr>
          <p:nvPr>
            <p:ph type="title"/>
          </p:nvPr>
        </p:nvSpPr>
        <p:spPr/>
        <p:txBody>
          <a:bodyPr/>
          <a:lstStyle/>
          <a:p>
            <a:r>
              <a:rPr lang="en-US" altLang="en-US"/>
              <a:t>4-bit Universal Shift Register (74x194) </a:t>
            </a:r>
            <a:endParaRPr lang="ru-RU" altLang="en-US"/>
          </a:p>
        </p:txBody>
      </p:sp>
      <p:grpSp>
        <p:nvGrpSpPr>
          <p:cNvPr id="44035" name="Group 35">
            <a:extLst>
              <a:ext uri="{FF2B5EF4-FFF2-40B4-BE49-F238E27FC236}">
                <a16:creationId xmlns:a16="http://schemas.microsoft.com/office/drawing/2014/main" id="{7301443F-119F-7C10-9809-ACDDAC32FCEC}"/>
              </a:ext>
            </a:extLst>
          </p:cNvPr>
          <p:cNvGrpSpPr>
            <a:grpSpLocks/>
          </p:cNvGrpSpPr>
          <p:nvPr/>
        </p:nvGrpSpPr>
        <p:grpSpPr bwMode="auto">
          <a:xfrm>
            <a:off x="1981200" y="2743200"/>
            <a:ext cx="1752600" cy="2895600"/>
            <a:chOff x="228600" y="1676400"/>
            <a:chExt cx="1752600" cy="2895600"/>
          </a:xfrm>
        </p:grpSpPr>
        <p:sp>
          <p:nvSpPr>
            <p:cNvPr id="44063" name="Line 6">
              <a:extLst>
                <a:ext uri="{FF2B5EF4-FFF2-40B4-BE49-F238E27FC236}">
                  <a16:creationId xmlns:a16="http://schemas.microsoft.com/office/drawing/2014/main" id="{4596FC97-04B8-D464-C82C-F49B39BD0EE8}"/>
                </a:ext>
              </a:extLst>
            </p:cNvPr>
            <p:cNvSpPr>
              <a:spLocks noChangeShapeType="1"/>
            </p:cNvSpPr>
            <p:nvPr/>
          </p:nvSpPr>
          <p:spPr bwMode="auto">
            <a:xfrm>
              <a:off x="252413" y="1905000"/>
              <a:ext cx="35242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4064" name="Line 7">
              <a:extLst>
                <a:ext uri="{FF2B5EF4-FFF2-40B4-BE49-F238E27FC236}">
                  <a16:creationId xmlns:a16="http://schemas.microsoft.com/office/drawing/2014/main" id="{C7A29DF1-031E-D05F-468B-A91ABE9F1590}"/>
                </a:ext>
              </a:extLst>
            </p:cNvPr>
            <p:cNvSpPr>
              <a:spLocks noChangeShapeType="1"/>
            </p:cNvSpPr>
            <p:nvPr/>
          </p:nvSpPr>
          <p:spPr bwMode="auto">
            <a:xfrm>
              <a:off x="252413" y="2209800"/>
              <a:ext cx="35242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4065" name="Line 8">
              <a:extLst>
                <a:ext uri="{FF2B5EF4-FFF2-40B4-BE49-F238E27FC236}">
                  <a16:creationId xmlns:a16="http://schemas.microsoft.com/office/drawing/2014/main" id="{C0131D69-246C-F941-AC4C-6180F8AC1211}"/>
                </a:ext>
              </a:extLst>
            </p:cNvPr>
            <p:cNvSpPr>
              <a:spLocks noChangeShapeType="1"/>
            </p:cNvSpPr>
            <p:nvPr/>
          </p:nvSpPr>
          <p:spPr bwMode="auto">
            <a:xfrm>
              <a:off x="252413" y="2514600"/>
              <a:ext cx="35242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4066" name="Line 9">
              <a:extLst>
                <a:ext uri="{FF2B5EF4-FFF2-40B4-BE49-F238E27FC236}">
                  <a16:creationId xmlns:a16="http://schemas.microsoft.com/office/drawing/2014/main" id="{4999CC52-649B-0118-030A-118972D2F899}"/>
                </a:ext>
              </a:extLst>
            </p:cNvPr>
            <p:cNvSpPr>
              <a:spLocks noChangeShapeType="1"/>
            </p:cNvSpPr>
            <p:nvPr/>
          </p:nvSpPr>
          <p:spPr bwMode="auto">
            <a:xfrm>
              <a:off x="252413" y="2819400"/>
              <a:ext cx="35242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4067" name="Line 10">
              <a:extLst>
                <a:ext uri="{FF2B5EF4-FFF2-40B4-BE49-F238E27FC236}">
                  <a16:creationId xmlns:a16="http://schemas.microsoft.com/office/drawing/2014/main" id="{16D36A49-0F5C-AC03-45E2-03FA91189F64}"/>
                </a:ext>
              </a:extLst>
            </p:cNvPr>
            <p:cNvSpPr>
              <a:spLocks noChangeShapeType="1"/>
            </p:cNvSpPr>
            <p:nvPr/>
          </p:nvSpPr>
          <p:spPr bwMode="auto">
            <a:xfrm>
              <a:off x="252413" y="3048000"/>
              <a:ext cx="35242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4068" name="Line 11">
              <a:extLst>
                <a:ext uri="{FF2B5EF4-FFF2-40B4-BE49-F238E27FC236}">
                  <a16:creationId xmlns:a16="http://schemas.microsoft.com/office/drawing/2014/main" id="{F52D905A-91A9-F6FE-20FC-F9255A373B8D}"/>
                </a:ext>
              </a:extLst>
            </p:cNvPr>
            <p:cNvSpPr>
              <a:spLocks noChangeShapeType="1"/>
            </p:cNvSpPr>
            <p:nvPr/>
          </p:nvSpPr>
          <p:spPr bwMode="auto">
            <a:xfrm>
              <a:off x="252413" y="3276600"/>
              <a:ext cx="35242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4069" name="Line 12">
              <a:extLst>
                <a:ext uri="{FF2B5EF4-FFF2-40B4-BE49-F238E27FC236}">
                  <a16:creationId xmlns:a16="http://schemas.microsoft.com/office/drawing/2014/main" id="{7A2123B6-B117-6DAA-BD15-106677A90067}"/>
                </a:ext>
              </a:extLst>
            </p:cNvPr>
            <p:cNvSpPr>
              <a:spLocks noChangeShapeType="1"/>
            </p:cNvSpPr>
            <p:nvPr/>
          </p:nvSpPr>
          <p:spPr bwMode="auto">
            <a:xfrm>
              <a:off x="252413" y="3505200"/>
              <a:ext cx="35242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54" name="Rectangle 13">
              <a:extLst>
                <a:ext uri="{FF2B5EF4-FFF2-40B4-BE49-F238E27FC236}">
                  <a16:creationId xmlns:a16="http://schemas.microsoft.com/office/drawing/2014/main" id="{BB31FD0F-B82E-4499-A271-51A61B5F4799}"/>
                </a:ext>
              </a:extLst>
            </p:cNvPr>
            <p:cNvSpPr>
              <a:spLocks noChangeArrowheads="1"/>
            </p:cNvSpPr>
            <p:nvPr/>
          </p:nvSpPr>
          <p:spPr bwMode="auto">
            <a:xfrm>
              <a:off x="620713" y="1676400"/>
              <a:ext cx="1101725" cy="2895600"/>
            </a:xfrm>
            <a:prstGeom prst="rect">
              <a:avLst/>
            </a:prstGeom>
            <a:solidFill>
              <a:schemeClr val="accent1">
                <a:lumMod val="40000"/>
                <a:lumOff val="60000"/>
              </a:schemeClr>
            </a:solidFill>
            <a:ln w="25400">
              <a:solidFill>
                <a:schemeClr val="tx1"/>
              </a:solidFill>
              <a:miter lim="800000"/>
              <a:headEnd/>
              <a:tailEnd/>
            </a:ln>
          </p:spPr>
          <p:txBody>
            <a:bodyPr wrap="none" anchor="ctr"/>
            <a:lstStyle/>
            <a:p>
              <a:pPr eaLnBrk="1" hangingPunct="1">
                <a:defRPr/>
              </a:pPr>
              <a:endParaRPr lang="ru-RU"/>
            </a:p>
          </p:txBody>
        </p:sp>
        <p:sp>
          <p:nvSpPr>
            <p:cNvPr id="44071" name="Line 15">
              <a:extLst>
                <a:ext uri="{FF2B5EF4-FFF2-40B4-BE49-F238E27FC236}">
                  <a16:creationId xmlns:a16="http://schemas.microsoft.com/office/drawing/2014/main" id="{DD12E2FF-DBA4-B1BD-0C1D-57F5225E95C0}"/>
                </a:ext>
              </a:extLst>
            </p:cNvPr>
            <p:cNvSpPr>
              <a:spLocks noChangeShapeType="1"/>
            </p:cNvSpPr>
            <p:nvPr/>
          </p:nvSpPr>
          <p:spPr bwMode="auto">
            <a:xfrm>
              <a:off x="252413" y="3833813"/>
              <a:ext cx="35242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4072" name="Line 16">
              <a:extLst>
                <a:ext uri="{FF2B5EF4-FFF2-40B4-BE49-F238E27FC236}">
                  <a16:creationId xmlns:a16="http://schemas.microsoft.com/office/drawing/2014/main" id="{22F4520B-04C2-0AC7-F885-D44A30D8AEAC}"/>
                </a:ext>
              </a:extLst>
            </p:cNvPr>
            <p:cNvSpPr>
              <a:spLocks noChangeShapeType="1"/>
            </p:cNvSpPr>
            <p:nvPr/>
          </p:nvSpPr>
          <p:spPr bwMode="auto">
            <a:xfrm>
              <a:off x="252413" y="4090988"/>
              <a:ext cx="35242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4073" name="Text Box 17">
              <a:extLst>
                <a:ext uri="{FF2B5EF4-FFF2-40B4-BE49-F238E27FC236}">
                  <a16:creationId xmlns:a16="http://schemas.microsoft.com/office/drawing/2014/main" id="{FB85D19A-62AE-BCDF-4849-2C3ECAD4BBC6}"/>
                </a:ext>
              </a:extLst>
            </p:cNvPr>
            <p:cNvSpPr txBox="1">
              <a:spLocks noChangeArrowheads="1"/>
            </p:cNvSpPr>
            <p:nvPr/>
          </p:nvSpPr>
          <p:spPr bwMode="auto">
            <a:xfrm>
              <a:off x="685800" y="1752600"/>
              <a:ext cx="582613"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S1</a:t>
              </a:r>
              <a:endParaRPr lang="ru-RU" altLang="en-US"/>
            </a:p>
          </p:txBody>
        </p:sp>
        <p:sp>
          <p:nvSpPr>
            <p:cNvPr id="44074" name="Text Box 18">
              <a:extLst>
                <a:ext uri="{FF2B5EF4-FFF2-40B4-BE49-F238E27FC236}">
                  <a16:creationId xmlns:a16="http://schemas.microsoft.com/office/drawing/2014/main" id="{9BEC6DA6-A4CC-4D11-321C-BBF5DAC69F77}"/>
                </a:ext>
              </a:extLst>
            </p:cNvPr>
            <p:cNvSpPr txBox="1">
              <a:spLocks noChangeArrowheads="1"/>
            </p:cNvSpPr>
            <p:nvPr/>
          </p:nvSpPr>
          <p:spPr bwMode="auto">
            <a:xfrm>
              <a:off x="682625" y="2057400"/>
              <a:ext cx="582613"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S0</a:t>
              </a:r>
              <a:endParaRPr lang="ru-RU" altLang="en-US"/>
            </a:p>
          </p:txBody>
        </p:sp>
        <p:sp>
          <p:nvSpPr>
            <p:cNvPr id="44075" name="Text Box 19">
              <a:extLst>
                <a:ext uri="{FF2B5EF4-FFF2-40B4-BE49-F238E27FC236}">
                  <a16:creationId xmlns:a16="http://schemas.microsoft.com/office/drawing/2014/main" id="{0DB9AC44-7782-4617-B941-A2E343F5E049}"/>
                </a:ext>
              </a:extLst>
            </p:cNvPr>
            <p:cNvSpPr txBox="1">
              <a:spLocks noChangeArrowheads="1"/>
            </p:cNvSpPr>
            <p:nvPr/>
          </p:nvSpPr>
          <p:spPr bwMode="auto">
            <a:xfrm>
              <a:off x="673100" y="2362200"/>
              <a:ext cx="584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RIN</a:t>
              </a:r>
              <a:endParaRPr lang="ru-RU" altLang="en-US"/>
            </a:p>
          </p:txBody>
        </p:sp>
        <p:sp>
          <p:nvSpPr>
            <p:cNvPr id="44076" name="Text Box 20">
              <a:extLst>
                <a:ext uri="{FF2B5EF4-FFF2-40B4-BE49-F238E27FC236}">
                  <a16:creationId xmlns:a16="http://schemas.microsoft.com/office/drawing/2014/main" id="{1D70413D-7780-E58C-A4C0-4AB2773FEDE4}"/>
                </a:ext>
              </a:extLst>
            </p:cNvPr>
            <p:cNvSpPr txBox="1">
              <a:spLocks noChangeArrowheads="1"/>
            </p:cNvSpPr>
            <p:nvPr/>
          </p:nvSpPr>
          <p:spPr bwMode="auto">
            <a:xfrm>
              <a:off x="685800" y="2667000"/>
              <a:ext cx="582613"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D0</a:t>
              </a:r>
              <a:endParaRPr lang="ru-RU" altLang="en-US"/>
            </a:p>
          </p:txBody>
        </p:sp>
        <p:sp>
          <p:nvSpPr>
            <p:cNvPr id="44077" name="Text Box 21">
              <a:extLst>
                <a:ext uri="{FF2B5EF4-FFF2-40B4-BE49-F238E27FC236}">
                  <a16:creationId xmlns:a16="http://schemas.microsoft.com/office/drawing/2014/main" id="{600299F9-56D2-6DBC-20DF-A95DBC00A20C}"/>
                </a:ext>
              </a:extLst>
            </p:cNvPr>
            <p:cNvSpPr txBox="1">
              <a:spLocks noChangeArrowheads="1"/>
            </p:cNvSpPr>
            <p:nvPr/>
          </p:nvSpPr>
          <p:spPr bwMode="auto">
            <a:xfrm>
              <a:off x="685800" y="2895600"/>
              <a:ext cx="582613"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D1</a:t>
              </a:r>
              <a:endParaRPr lang="ru-RU" altLang="en-US"/>
            </a:p>
          </p:txBody>
        </p:sp>
        <p:sp>
          <p:nvSpPr>
            <p:cNvPr id="44078" name="Text Box 22">
              <a:extLst>
                <a:ext uri="{FF2B5EF4-FFF2-40B4-BE49-F238E27FC236}">
                  <a16:creationId xmlns:a16="http://schemas.microsoft.com/office/drawing/2014/main" id="{482961FD-255C-B6BD-02DB-D365CAC0DADC}"/>
                </a:ext>
              </a:extLst>
            </p:cNvPr>
            <p:cNvSpPr txBox="1">
              <a:spLocks noChangeArrowheads="1"/>
            </p:cNvSpPr>
            <p:nvPr/>
          </p:nvSpPr>
          <p:spPr bwMode="auto">
            <a:xfrm>
              <a:off x="685800" y="3124200"/>
              <a:ext cx="582613"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D2</a:t>
              </a:r>
              <a:endParaRPr lang="ru-RU" altLang="en-US"/>
            </a:p>
          </p:txBody>
        </p:sp>
        <p:sp>
          <p:nvSpPr>
            <p:cNvPr id="44079" name="Text Box 23">
              <a:extLst>
                <a:ext uri="{FF2B5EF4-FFF2-40B4-BE49-F238E27FC236}">
                  <a16:creationId xmlns:a16="http://schemas.microsoft.com/office/drawing/2014/main" id="{FCFA7B78-6A13-E11E-8BA4-D6B4517D9340}"/>
                </a:ext>
              </a:extLst>
            </p:cNvPr>
            <p:cNvSpPr txBox="1">
              <a:spLocks noChangeArrowheads="1"/>
            </p:cNvSpPr>
            <p:nvPr/>
          </p:nvSpPr>
          <p:spPr bwMode="auto">
            <a:xfrm>
              <a:off x="685800" y="3352800"/>
              <a:ext cx="582613"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D3</a:t>
              </a:r>
              <a:endParaRPr lang="ru-RU" altLang="en-US"/>
            </a:p>
          </p:txBody>
        </p:sp>
        <p:sp>
          <p:nvSpPr>
            <p:cNvPr id="44080" name="Text Box 24">
              <a:extLst>
                <a:ext uri="{FF2B5EF4-FFF2-40B4-BE49-F238E27FC236}">
                  <a16:creationId xmlns:a16="http://schemas.microsoft.com/office/drawing/2014/main" id="{5E6671E8-41D1-DD10-827A-5C5A3D21B3CB}"/>
                </a:ext>
              </a:extLst>
            </p:cNvPr>
            <p:cNvSpPr txBox="1">
              <a:spLocks noChangeArrowheads="1"/>
            </p:cNvSpPr>
            <p:nvPr/>
          </p:nvSpPr>
          <p:spPr bwMode="auto">
            <a:xfrm>
              <a:off x="685800" y="3638550"/>
              <a:ext cx="582613"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LIN</a:t>
              </a:r>
              <a:endParaRPr lang="ru-RU" altLang="en-US"/>
            </a:p>
          </p:txBody>
        </p:sp>
        <p:sp>
          <p:nvSpPr>
            <p:cNvPr id="44081" name="Text Box 25">
              <a:extLst>
                <a:ext uri="{FF2B5EF4-FFF2-40B4-BE49-F238E27FC236}">
                  <a16:creationId xmlns:a16="http://schemas.microsoft.com/office/drawing/2014/main" id="{7CF57A1E-A413-9FD0-1C75-6AE9C5D9465A}"/>
                </a:ext>
              </a:extLst>
            </p:cNvPr>
            <p:cNvSpPr txBox="1">
              <a:spLocks noChangeArrowheads="1"/>
            </p:cNvSpPr>
            <p:nvPr/>
          </p:nvSpPr>
          <p:spPr bwMode="auto">
            <a:xfrm>
              <a:off x="685800" y="3886200"/>
              <a:ext cx="582613"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CL</a:t>
              </a:r>
              <a:endParaRPr lang="ru-RU" altLang="en-US"/>
            </a:p>
          </p:txBody>
        </p:sp>
        <p:sp>
          <p:nvSpPr>
            <p:cNvPr id="44082" name="Text Box 26">
              <a:extLst>
                <a:ext uri="{FF2B5EF4-FFF2-40B4-BE49-F238E27FC236}">
                  <a16:creationId xmlns:a16="http://schemas.microsoft.com/office/drawing/2014/main" id="{DE210C85-8E5E-3591-F4E2-A967C7B36C9B}"/>
                </a:ext>
              </a:extLst>
            </p:cNvPr>
            <p:cNvSpPr txBox="1">
              <a:spLocks noChangeArrowheads="1"/>
            </p:cNvSpPr>
            <p:nvPr/>
          </p:nvSpPr>
          <p:spPr bwMode="auto">
            <a:xfrm>
              <a:off x="685800" y="4191000"/>
              <a:ext cx="582613"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R</a:t>
              </a:r>
              <a:endParaRPr lang="ru-RU" altLang="en-US"/>
            </a:p>
          </p:txBody>
        </p:sp>
        <p:sp>
          <p:nvSpPr>
            <p:cNvPr id="44083" name="Line 27">
              <a:extLst>
                <a:ext uri="{FF2B5EF4-FFF2-40B4-BE49-F238E27FC236}">
                  <a16:creationId xmlns:a16="http://schemas.microsoft.com/office/drawing/2014/main" id="{0FB34E0C-BDDC-1CC0-FBFA-DDE6FC2D686B}"/>
                </a:ext>
              </a:extLst>
            </p:cNvPr>
            <p:cNvSpPr>
              <a:spLocks noChangeShapeType="1"/>
            </p:cNvSpPr>
            <p:nvPr/>
          </p:nvSpPr>
          <p:spPr bwMode="auto">
            <a:xfrm>
              <a:off x="228600" y="4343400"/>
              <a:ext cx="25876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4084" name="Line 28">
              <a:extLst>
                <a:ext uri="{FF2B5EF4-FFF2-40B4-BE49-F238E27FC236}">
                  <a16:creationId xmlns:a16="http://schemas.microsoft.com/office/drawing/2014/main" id="{F0644BD4-0BF7-2629-3C6D-102671AB3C21}"/>
                </a:ext>
              </a:extLst>
            </p:cNvPr>
            <p:cNvSpPr>
              <a:spLocks noChangeShapeType="1"/>
            </p:cNvSpPr>
            <p:nvPr/>
          </p:nvSpPr>
          <p:spPr bwMode="auto">
            <a:xfrm>
              <a:off x="1722438" y="2667000"/>
              <a:ext cx="25876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4085" name="Line 29">
              <a:extLst>
                <a:ext uri="{FF2B5EF4-FFF2-40B4-BE49-F238E27FC236}">
                  <a16:creationId xmlns:a16="http://schemas.microsoft.com/office/drawing/2014/main" id="{BAAA9329-C8E3-73A8-2C6D-8BE1B37F8794}"/>
                </a:ext>
              </a:extLst>
            </p:cNvPr>
            <p:cNvSpPr>
              <a:spLocks noChangeShapeType="1"/>
            </p:cNvSpPr>
            <p:nvPr/>
          </p:nvSpPr>
          <p:spPr bwMode="auto">
            <a:xfrm>
              <a:off x="1722438" y="2971800"/>
              <a:ext cx="25876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4086" name="Line 30">
              <a:extLst>
                <a:ext uri="{FF2B5EF4-FFF2-40B4-BE49-F238E27FC236}">
                  <a16:creationId xmlns:a16="http://schemas.microsoft.com/office/drawing/2014/main" id="{D8424E67-67E0-631D-F87E-8E23FCB11E6A}"/>
                </a:ext>
              </a:extLst>
            </p:cNvPr>
            <p:cNvSpPr>
              <a:spLocks noChangeShapeType="1"/>
            </p:cNvSpPr>
            <p:nvPr/>
          </p:nvSpPr>
          <p:spPr bwMode="auto">
            <a:xfrm>
              <a:off x="1722438" y="3276600"/>
              <a:ext cx="25876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4087" name="Line 31">
              <a:extLst>
                <a:ext uri="{FF2B5EF4-FFF2-40B4-BE49-F238E27FC236}">
                  <a16:creationId xmlns:a16="http://schemas.microsoft.com/office/drawing/2014/main" id="{6BDDCAC7-EA22-441D-3E94-B9613469CAA9}"/>
                </a:ext>
              </a:extLst>
            </p:cNvPr>
            <p:cNvSpPr>
              <a:spLocks noChangeShapeType="1"/>
            </p:cNvSpPr>
            <p:nvPr/>
          </p:nvSpPr>
          <p:spPr bwMode="auto">
            <a:xfrm>
              <a:off x="1722438" y="3581400"/>
              <a:ext cx="25876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4088" name="Text Box 32">
              <a:extLst>
                <a:ext uri="{FF2B5EF4-FFF2-40B4-BE49-F238E27FC236}">
                  <a16:creationId xmlns:a16="http://schemas.microsoft.com/office/drawing/2014/main" id="{CAE2CED9-F237-26EA-F5FA-0B71A0708E3F}"/>
                </a:ext>
              </a:extLst>
            </p:cNvPr>
            <p:cNvSpPr txBox="1">
              <a:spLocks noChangeArrowheads="1"/>
            </p:cNvSpPr>
            <p:nvPr/>
          </p:nvSpPr>
          <p:spPr bwMode="auto">
            <a:xfrm>
              <a:off x="1233488" y="2471738"/>
              <a:ext cx="582612"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Q0</a:t>
              </a:r>
              <a:endParaRPr lang="ru-RU" altLang="en-US"/>
            </a:p>
          </p:txBody>
        </p:sp>
        <p:sp>
          <p:nvSpPr>
            <p:cNvPr id="44089" name="Text Box 33">
              <a:extLst>
                <a:ext uri="{FF2B5EF4-FFF2-40B4-BE49-F238E27FC236}">
                  <a16:creationId xmlns:a16="http://schemas.microsoft.com/office/drawing/2014/main" id="{EA00A44F-2A3A-0CDA-4874-AF58B65265B9}"/>
                </a:ext>
              </a:extLst>
            </p:cNvPr>
            <p:cNvSpPr txBox="1">
              <a:spLocks noChangeArrowheads="1"/>
            </p:cNvSpPr>
            <p:nvPr/>
          </p:nvSpPr>
          <p:spPr bwMode="auto">
            <a:xfrm>
              <a:off x="1225550" y="2786063"/>
              <a:ext cx="582613"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Q1</a:t>
              </a:r>
              <a:endParaRPr lang="ru-RU" altLang="en-US"/>
            </a:p>
          </p:txBody>
        </p:sp>
        <p:sp>
          <p:nvSpPr>
            <p:cNvPr id="44090" name="Text Box 34">
              <a:extLst>
                <a:ext uri="{FF2B5EF4-FFF2-40B4-BE49-F238E27FC236}">
                  <a16:creationId xmlns:a16="http://schemas.microsoft.com/office/drawing/2014/main" id="{B811BD71-2409-781D-94B1-1CD2E028EA00}"/>
                </a:ext>
              </a:extLst>
            </p:cNvPr>
            <p:cNvSpPr txBox="1">
              <a:spLocks noChangeArrowheads="1"/>
            </p:cNvSpPr>
            <p:nvPr/>
          </p:nvSpPr>
          <p:spPr bwMode="auto">
            <a:xfrm>
              <a:off x="1219200" y="3095625"/>
              <a:ext cx="582613"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Q2</a:t>
              </a:r>
              <a:endParaRPr lang="ru-RU" altLang="en-US"/>
            </a:p>
          </p:txBody>
        </p:sp>
        <p:sp>
          <p:nvSpPr>
            <p:cNvPr id="44091" name="Text Box 35">
              <a:extLst>
                <a:ext uri="{FF2B5EF4-FFF2-40B4-BE49-F238E27FC236}">
                  <a16:creationId xmlns:a16="http://schemas.microsoft.com/office/drawing/2014/main" id="{C536CAF8-82B7-B1F7-5A49-CB9F0D8F1AF0}"/>
                </a:ext>
              </a:extLst>
            </p:cNvPr>
            <p:cNvSpPr txBox="1">
              <a:spLocks noChangeArrowheads="1"/>
            </p:cNvSpPr>
            <p:nvPr/>
          </p:nvSpPr>
          <p:spPr bwMode="auto">
            <a:xfrm>
              <a:off x="1219200" y="3409950"/>
              <a:ext cx="582613"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Q3</a:t>
              </a:r>
              <a:endParaRPr lang="ru-RU" altLang="en-US"/>
            </a:p>
          </p:txBody>
        </p:sp>
        <p:sp>
          <p:nvSpPr>
            <p:cNvPr id="44092" name="Oval 37">
              <a:extLst>
                <a:ext uri="{FF2B5EF4-FFF2-40B4-BE49-F238E27FC236}">
                  <a16:creationId xmlns:a16="http://schemas.microsoft.com/office/drawing/2014/main" id="{12823599-5759-0C3D-311F-C3737B872691}"/>
                </a:ext>
              </a:extLst>
            </p:cNvPr>
            <p:cNvSpPr>
              <a:spLocks noChangeArrowheads="1"/>
            </p:cNvSpPr>
            <p:nvPr/>
          </p:nvSpPr>
          <p:spPr bwMode="auto">
            <a:xfrm>
              <a:off x="492125" y="4267200"/>
              <a:ext cx="134938" cy="158750"/>
            </a:xfrm>
            <a:prstGeom prst="ellipse">
              <a:avLst/>
            </a:prstGeom>
            <a:solidFill>
              <a:schemeClr val="accent1"/>
            </a:solidFill>
            <a:ln w="9525">
              <a:solidFill>
                <a:schemeClr val="tx1"/>
              </a:solidFill>
              <a:round/>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grpSp>
      <p:sp>
        <p:nvSpPr>
          <p:cNvPr id="44036" name="Text Box 115">
            <a:extLst>
              <a:ext uri="{FF2B5EF4-FFF2-40B4-BE49-F238E27FC236}">
                <a16:creationId xmlns:a16="http://schemas.microsoft.com/office/drawing/2014/main" id="{389C1642-5504-24B8-F8D1-91F4894D1608}"/>
              </a:ext>
            </a:extLst>
          </p:cNvPr>
          <p:cNvSpPr txBox="1">
            <a:spLocks noChangeArrowheads="1"/>
          </p:cNvSpPr>
          <p:nvPr/>
        </p:nvSpPr>
        <p:spPr bwMode="auto">
          <a:xfrm>
            <a:off x="4572000" y="2057401"/>
            <a:ext cx="5410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pPr>
            <a:r>
              <a:rPr lang="en-US" altLang="en-US" sz="2000"/>
              <a:t>Truth Table</a:t>
            </a:r>
            <a:endParaRPr lang="ru-RU" altLang="en-US" sz="2000"/>
          </a:p>
        </p:txBody>
      </p:sp>
      <p:graphicFrame>
        <p:nvGraphicFramePr>
          <p:cNvPr id="34891" name="Group 75">
            <a:extLst>
              <a:ext uri="{FF2B5EF4-FFF2-40B4-BE49-F238E27FC236}">
                <a16:creationId xmlns:a16="http://schemas.microsoft.com/office/drawing/2014/main" id="{9054A978-8CD6-4C58-94F3-E71E5D145D1B}"/>
              </a:ext>
            </a:extLst>
          </p:cNvPr>
          <p:cNvGraphicFramePr>
            <a:graphicFrameLocks noGrp="1"/>
          </p:cNvGraphicFramePr>
          <p:nvPr>
            <p:extLst>
              <p:ext uri="{D42A27DB-BD31-4B8C-83A1-F6EECF244321}">
                <p14:modId xmlns:p14="http://schemas.microsoft.com/office/powerpoint/2010/main" val="620312890"/>
              </p:ext>
            </p:extLst>
          </p:nvPr>
        </p:nvGraphicFramePr>
        <p:xfrm>
          <a:off x="3886200" y="2590800"/>
          <a:ext cx="6400800" cy="2713038"/>
        </p:xfrm>
        <a:graphic>
          <a:graphicData uri="http://schemas.openxmlformats.org/drawingml/2006/table">
            <a:tbl>
              <a:tblPr/>
              <a:tblGrid>
                <a:gridCol w="457200">
                  <a:extLst>
                    <a:ext uri="{9D8B030D-6E8A-4147-A177-3AD203B41FA5}">
                      <a16:colId xmlns:a16="http://schemas.microsoft.com/office/drawing/2014/main" val="20000"/>
                    </a:ext>
                  </a:extLst>
                </a:gridCol>
                <a:gridCol w="762000">
                  <a:extLst>
                    <a:ext uri="{9D8B030D-6E8A-4147-A177-3AD203B41FA5}">
                      <a16:colId xmlns:a16="http://schemas.microsoft.com/office/drawing/2014/main" val="20001"/>
                    </a:ext>
                  </a:extLst>
                </a:gridCol>
                <a:gridCol w="685800">
                  <a:extLst>
                    <a:ext uri="{9D8B030D-6E8A-4147-A177-3AD203B41FA5}">
                      <a16:colId xmlns:a16="http://schemas.microsoft.com/office/drawing/2014/main" val="20002"/>
                    </a:ext>
                  </a:extLst>
                </a:gridCol>
                <a:gridCol w="1524000">
                  <a:extLst>
                    <a:ext uri="{9D8B030D-6E8A-4147-A177-3AD203B41FA5}">
                      <a16:colId xmlns:a16="http://schemas.microsoft.com/office/drawing/2014/main" val="20003"/>
                    </a:ext>
                  </a:extLst>
                </a:gridCol>
                <a:gridCol w="609600">
                  <a:extLst>
                    <a:ext uri="{9D8B030D-6E8A-4147-A177-3AD203B41FA5}">
                      <a16:colId xmlns:a16="http://schemas.microsoft.com/office/drawing/2014/main" val="20004"/>
                    </a:ext>
                  </a:extLst>
                </a:gridCol>
                <a:gridCol w="762000">
                  <a:extLst>
                    <a:ext uri="{9D8B030D-6E8A-4147-A177-3AD203B41FA5}">
                      <a16:colId xmlns:a16="http://schemas.microsoft.com/office/drawing/2014/main" val="20005"/>
                    </a:ext>
                  </a:extLst>
                </a:gridCol>
                <a:gridCol w="1600200">
                  <a:extLst>
                    <a:ext uri="{9D8B030D-6E8A-4147-A177-3AD203B41FA5}">
                      <a16:colId xmlns:a16="http://schemas.microsoft.com/office/drawing/2014/main" val="20006"/>
                    </a:ext>
                  </a:extLst>
                </a:gridCol>
              </a:tblGrid>
              <a:tr h="371571">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bg2"/>
                          </a:solidFill>
                          <a:effectLst/>
                          <a:latin typeface="Arial" pitchFamily="34" charset="0"/>
                          <a:cs typeface="Arial" pitchFamily="34" charset="0"/>
                        </a:rPr>
                        <a:t>R</a:t>
                      </a:r>
                      <a:endParaRPr kumimoji="0" lang="ru-RU" sz="1800" b="0" i="0" u="none" strike="noStrike" cap="none" normalizeH="0" baseline="0" dirty="0">
                        <a:ln>
                          <a:noFill/>
                        </a:ln>
                        <a:solidFill>
                          <a:schemeClr val="bg2"/>
                        </a:solidFill>
                        <a:effectLst/>
                        <a:latin typeface="Arial" pitchFamily="34" charset="0"/>
                        <a:cs typeface="Arial" pitchFamily="34" charset="0"/>
                      </a:endParaRPr>
                    </a:p>
                  </a:txBody>
                  <a:tcPr marT="45732" marB="4573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bg2"/>
                          </a:solidFill>
                          <a:effectLst/>
                          <a:latin typeface="Arial" pitchFamily="34" charset="0"/>
                          <a:cs typeface="Arial" pitchFamily="34" charset="0"/>
                        </a:rPr>
                        <a:t>S1S0</a:t>
                      </a:r>
                      <a:endParaRPr kumimoji="0" lang="ru-RU" sz="1800" b="0" i="0" u="none" strike="noStrike" cap="none" normalizeH="0" baseline="0" dirty="0">
                        <a:ln>
                          <a:noFill/>
                        </a:ln>
                        <a:solidFill>
                          <a:schemeClr val="bg2"/>
                        </a:solidFill>
                        <a:effectLst/>
                        <a:latin typeface="Arial" pitchFamily="34" charset="0"/>
                        <a:cs typeface="Arial" pitchFamily="34" charset="0"/>
                      </a:endParaRPr>
                    </a:p>
                  </a:txBody>
                  <a:tcPr marT="45732" marB="4573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bg2"/>
                          </a:solidFill>
                          <a:effectLst/>
                          <a:latin typeface="Arial" pitchFamily="34" charset="0"/>
                          <a:cs typeface="Arial" pitchFamily="34" charset="0"/>
                        </a:rPr>
                        <a:t>RIN</a:t>
                      </a:r>
                      <a:endParaRPr kumimoji="0" lang="ru-RU" sz="1800" b="0" i="0" u="none" strike="noStrike" cap="none" normalizeH="0" baseline="0" dirty="0">
                        <a:ln>
                          <a:noFill/>
                        </a:ln>
                        <a:solidFill>
                          <a:schemeClr val="bg2"/>
                        </a:solidFill>
                        <a:effectLst/>
                        <a:latin typeface="Arial" pitchFamily="34" charset="0"/>
                        <a:cs typeface="Arial" pitchFamily="34" charset="0"/>
                      </a:endParaRPr>
                    </a:p>
                  </a:txBody>
                  <a:tcPr marT="45732" marB="4573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bg2"/>
                          </a:solidFill>
                          <a:effectLst/>
                          <a:latin typeface="Arial" pitchFamily="34" charset="0"/>
                          <a:cs typeface="Arial" pitchFamily="34" charset="0"/>
                        </a:rPr>
                        <a:t>D3D2D1D0</a:t>
                      </a:r>
                      <a:endParaRPr kumimoji="0" lang="ru-RU" sz="1800" b="0" i="0" u="none" strike="noStrike" cap="none" normalizeH="0" baseline="0">
                        <a:ln>
                          <a:noFill/>
                        </a:ln>
                        <a:solidFill>
                          <a:schemeClr val="bg2"/>
                        </a:solidFill>
                        <a:effectLst/>
                        <a:latin typeface="Arial" pitchFamily="34" charset="0"/>
                        <a:cs typeface="Arial" pitchFamily="34" charset="0"/>
                      </a:endParaRPr>
                    </a:p>
                  </a:txBody>
                  <a:tcPr marT="45732" marB="4573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bg2"/>
                          </a:solidFill>
                          <a:effectLst/>
                          <a:latin typeface="Arial" pitchFamily="34" charset="0"/>
                          <a:cs typeface="Arial" pitchFamily="34" charset="0"/>
                        </a:rPr>
                        <a:t>LIN</a:t>
                      </a:r>
                      <a:endParaRPr kumimoji="0" lang="ru-RU" sz="1800" b="0" i="0" u="none" strike="noStrike" cap="none" normalizeH="0" baseline="0">
                        <a:ln>
                          <a:noFill/>
                        </a:ln>
                        <a:solidFill>
                          <a:schemeClr val="bg2"/>
                        </a:solidFill>
                        <a:effectLst/>
                        <a:latin typeface="Arial" pitchFamily="34" charset="0"/>
                        <a:cs typeface="Arial" pitchFamily="34" charset="0"/>
                      </a:endParaRPr>
                    </a:p>
                  </a:txBody>
                  <a:tcPr marT="45732" marB="4573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bg2"/>
                          </a:solidFill>
                          <a:effectLst/>
                          <a:latin typeface="Arial" pitchFamily="34" charset="0"/>
                          <a:cs typeface="Arial" pitchFamily="34" charset="0"/>
                        </a:rPr>
                        <a:t>CLK</a:t>
                      </a:r>
                      <a:endParaRPr kumimoji="0" lang="ru-RU" sz="1800" b="0" i="0" u="none" strike="noStrike" cap="none" normalizeH="0" baseline="0">
                        <a:ln>
                          <a:noFill/>
                        </a:ln>
                        <a:solidFill>
                          <a:schemeClr val="bg2"/>
                        </a:solidFill>
                        <a:effectLst/>
                        <a:latin typeface="Arial" pitchFamily="34" charset="0"/>
                        <a:cs typeface="Arial" pitchFamily="34" charset="0"/>
                      </a:endParaRPr>
                    </a:p>
                  </a:txBody>
                  <a:tcPr marT="45732" marB="4573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bg2"/>
                          </a:solidFill>
                          <a:effectLst/>
                          <a:latin typeface="Arial" pitchFamily="34" charset="0"/>
                          <a:cs typeface="Arial" pitchFamily="34" charset="0"/>
                        </a:rPr>
                        <a:t>Q3Q2Q1Q0</a:t>
                      </a:r>
                      <a:endParaRPr kumimoji="0" lang="ru-RU" sz="1800" b="0" i="0" u="none" strike="noStrike" cap="none" normalizeH="0" baseline="0" dirty="0">
                        <a:ln>
                          <a:noFill/>
                        </a:ln>
                        <a:solidFill>
                          <a:schemeClr val="bg2"/>
                        </a:solidFill>
                        <a:effectLst/>
                        <a:latin typeface="Arial" pitchFamily="34" charset="0"/>
                        <a:cs typeface="Arial" pitchFamily="34" charset="0"/>
                      </a:endParaRPr>
                    </a:p>
                  </a:txBody>
                  <a:tcPr marT="45732" marB="4573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2341467">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Arial" pitchFamily="34" charset="0"/>
                          <a:cs typeface="Arial" pitchFamily="34" charset="0"/>
                        </a:rPr>
                        <a:t>0</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Arial" pitchFamily="34" charset="0"/>
                          <a:cs typeface="Arial" pitchFamily="34" charset="0"/>
                        </a:rPr>
                        <a:t>1</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Arial" pitchFamily="34" charset="0"/>
                          <a:cs typeface="Arial" pitchFamily="34" charset="0"/>
                        </a:rPr>
                        <a:t>1</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Arial" pitchFamily="34" charset="0"/>
                          <a:cs typeface="Arial" pitchFamily="34" charset="0"/>
                        </a:rPr>
                        <a:t>1</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Arial" pitchFamily="34" charset="0"/>
                          <a:cs typeface="Arial" pitchFamily="34" charset="0"/>
                        </a:rPr>
                        <a:t>1</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Arial" pitchFamily="34" charset="0"/>
                          <a:cs typeface="Arial" pitchFamily="34" charset="0"/>
                        </a:rPr>
                        <a:t>1</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Arial" pitchFamily="34" charset="0"/>
                          <a:cs typeface="Arial" pitchFamily="34" charset="0"/>
                        </a:rPr>
                        <a:t>1</a:t>
                      </a:r>
                      <a:endParaRPr kumimoji="0" lang="ru-RU" sz="1800" b="0" i="0" u="none" strike="noStrike" cap="none" normalizeH="0" baseline="0" dirty="0">
                        <a:ln>
                          <a:noFill/>
                        </a:ln>
                        <a:solidFill>
                          <a:schemeClr val="tx1"/>
                        </a:solidFill>
                        <a:effectLst/>
                        <a:latin typeface="Arial" pitchFamily="34" charset="0"/>
                        <a:cs typeface="Arial" pitchFamily="34" charset="0"/>
                      </a:endParaRPr>
                    </a:p>
                  </a:txBody>
                  <a:tcPr marT="45732" marB="4573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Arial" pitchFamily="34" charset="0"/>
                          <a:cs typeface="Arial" pitchFamily="34" charset="0"/>
                        </a:rPr>
                        <a:t>x   </a:t>
                      </a:r>
                      <a:r>
                        <a:rPr kumimoji="0" lang="en-US" sz="1800" b="0" i="0" u="none" strike="noStrike" cap="none" normalizeH="0" baseline="0" dirty="0" err="1">
                          <a:ln>
                            <a:noFill/>
                          </a:ln>
                          <a:solidFill>
                            <a:schemeClr val="tx1"/>
                          </a:solidFill>
                          <a:effectLst/>
                          <a:latin typeface="Arial" pitchFamily="34" charset="0"/>
                          <a:cs typeface="Arial" pitchFamily="34" charset="0"/>
                        </a:rPr>
                        <a:t>x</a:t>
                      </a:r>
                      <a:endParaRPr kumimoji="0" lang="en-US" sz="1800" b="0" i="0" u="none" strike="noStrike" cap="none" normalizeH="0" baseline="0" dirty="0">
                        <a:ln>
                          <a:noFill/>
                        </a:ln>
                        <a:solidFill>
                          <a:schemeClr val="tx1"/>
                        </a:solidFill>
                        <a:effectLst/>
                        <a:latin typeface="Arial" pitchFamily="34" charset="0"/>
                        <a:cs typeface="Arial" pitchFamily="34" charset="0"/>
                      </a:endParaRP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Arial" pitchFamily="34" charset="0"/>
                          <a:cs typeface="Arial" pitchFamily="34" charset="0"/>
                        </a:rPr>
                        <a:t>0   0</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Arial" pitchFamily="34" charset="0"/>
                          <a:cs typeface="Arial" pitchFamily="34" charset="0"/>
                        </a:rPr>
                        <a:t>0   1</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Arial" pitchFamily="34" charset="0"/>
                          <a:cs typeface="Arial" pitchFamily="34" charset="0"/>
                        </a:rPr>
                        <a:t>0   1</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Arial" pitchFamily="34" charset="0"/>
                          <a:cs typeface="Arial" pitchFamily="34" charset="0"/>
                        </a:rPr>
                        <a:t>1   0</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Arial" pitchFamily="34" charset="0"/>
                          <a:cs typeface="Arial" pitchFamily="34" charset="0"/>
                        </a:rPr>
                        <a:t>1   0</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Arial" pitchFamily="34" charset="0"/>
                          <a:cs typeface="Arial" pitchFamily="34" charset="0"/>
                        </a:rPr>
                        <a:t>1   1</a:t>
                      </a:r>
                      <a:endParaRPr kumimoji="0" lang="ru-RU" sz="1800" b="0" i="0" u="none" strike="noStrike" cap="none" normalizeH="0" baseline="0" dirty="0">
                        <a:ln>
                          <a:noFill/>
                        </a:ln>
                        <a:solidFill>
                          <a:schemeClr val="tx1"/>
                        </a:solidFill>
                        <a:effectLst/>
                        <a:latin typeface="Arial" pitchFamily="34" charset="0"/>
                        <a:cs typeface="Arial" pitchFamily="34" charset="0"/>
                      </a:endParaRPr>
                    </a:p>
                  </a:txBody>
                  <a:tcPr marT="45732" marB="4573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Arial" pitchFamily="34" charset="0"/>
                          <a:cs typeface="Arial" pitchFamily="34" charset="0"/>
                        </a:rPr>
                        <a:t> x</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Arial" pitchFamily="34" charset="0"/>
                          <a:cs typeface="Arial" pitchFamily="34" charset="0"/>
                        </a:rPr>
                        <a:t> x</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Arial" pitchFamily="34" charset="0"/>
                          <a:cs typeface="Arial" pitchFamily="34" charset="0"/>
                        </a:rPr>
                        <a:t>0</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Arial" pitchFamily="34" charset="0"/>
                          <a:cs typeface="Arial" pitchFamily="34" charset="0"/>
                        </a:rPr>
                        <a:t>1</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Arial" pitchFamily="34" charset="0"/>
                          <a:cs typeface="Arial" pitchFamily="34" charset="0"/>
                        </a:rPr>
                        <a:t>x</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Arial" pitchFamily="34" charset="0"/>
                          <a:cs typeface="Arial" pitchFamily="34" charset="0"/>
                        </a:rPr>
                        <a:t>x</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Arial" pitchFamily="34" charset="0"/>
                          <a:cs typeface="Arial" pitchFamily="34" charset="0"/>
                        </a:rPr>
                        <a:t>x</a:t>
                      </a:r>
                      <a:endParaRPr kumimoji="0" lang="ru-RU" sz="1800" b="0" i="0" u="none" strike="noStrike" cap="none" normalizeH="0" baseline="0" dirty="0">
                        <a:ln>
                          <a:noFill/>
                        </a:ln>
                        <a:solidFill>
                          <a:schemeClr val="tx1"/>
                        </a:solidFill>
                        <a:effectLst/>
                        <a:latin typeface="Arial" pitchFamily="34" charset="0"/>
                        <a:cs typeface="Arial" pitchFamily="34" charset="0"/>
                      </a:endParaRPr>
                    </a:p>
                  </a:txBody>
                  <a:tcPr marT="45732" marB="4573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pitchFamily="34" charset="0"/>
                          <a:cs typeface="Arial" pitchFamily="34" charset="0"/>
                        </a:rPr>
                        <a:t>x x  x   x</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pitchFamily="34" charset="0"/>
                          <a:cs typeface="Arial" pitchFamily="34" charset="0"/>
                        </a:rPr>
                        <a:t>x  x  x  x</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pitchFamily="34" charset="0"/>
                          <a:cs typeface="Arial" pitchFamily="34" charset="0"/>
                        </a:rPr>
                        <a:t>x  x  x  x</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pitchFamily="34" charset="0"/>
                          <a:cs typeface="Arial" pitchFamily="34" charset="0"/>
                        </a:rPr>
                        <a:t>x  x  x  x</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pitchFamily="34" charset="0"/>
                          <a:cs typeface="Arial" pitchFamily="34" charset="0"/>
                        </a:rPr>
                        <a:t>x  x  x  x</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pitchFamily="34" charset="0"/>
                          <a:cs typeface="Arial" pitchFamily="34" charset="0"/>
                        </a:rPr>
                        <a:t>x  x  x  x</a:t>
                      </a:r>
                      <a:endParaRPr kumimoji="0" lang="ru-RU" sz="1800" b="0" i="0" u="none" strike="noStrike" cap="none" normalizeH="0" baseline="0">
                        <a:ln>
                          <a:noFill/>
                        </a:ln>
                        <a:solidFill>
                          <a:schemeClr val="tx1"/>
                        </a:solidFill>
                        <a:effectLst/>
                        <a:latin typeface="Arial" pitchFamily="34" charset="0"/>
                        <a:cs typeface="Arial" pitchFamily="34" charset="0"/>
                      </a:endParaRP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pitchFamily="34" charset="0"/>
                          <a:cs typeface="Arial" pitchFamily="34" charset="0"/>
                        </a:rPr>
                        <a:t>D3D2D1D0</a:t>
                      </a:r>
                      <a:endParaRPr kumimoji="0" lang="ru-RU" sz="1800" b="0" i="0" u="none" strike="noStrike" cap="none" normalizeH="0" baseline="0">
                        <a:ln>
                          <a:noFill/>
                        </a:ln>
                        <a:solidFill>
                          <a:schemeClr val="tx1"/>
                        </a:solidFill>
                        <a:effectLst/>
                        <a:latin typeface="Arial" pitchFamily="34" charset="0"/>
                        <a:cs typeface="Arial" pitchFamily="34" charset="0"/>
                      </a:endParaRPr>
                    </a:p>
                  </a:txBody>
                  <a:tcPr marT="45732" marB="4573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Arial" pitchFamily="34" charset="0"/>
                          <a:cs typeface="Arial" pitchFamily="34" charset="0"/>
                        </a:rPr>
                        <a:t>x </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Arial" pitchFamily="34" charset="0"/>
                          <a:cs typeface="Arial" pitchFamily="34" charset="0"/>
                        </a:rPr>
                        <a:t>x</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Arial" pitchFamily="34" charset="0"/>
                          <a:cs typeface="Arial" pitchFamily="34" charset="0"/>
                        </a:rPr>
                        <a:t>x</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Arial" pitchFamily="34" charset="0"/>
                          <a:cs typeface="Arial" pitchFamily="34" charset="0"/>
                        </a:rPr>
                        <a:t>x </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Arial" pitchFamily="34" charset="0"/>
                          <a:cs typeface="Arial" pitchFamily="34" charset="0"/>
                        </a:rPr>
                        <a:t>0</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Arial" pitchFamily="34" charset="0"/>
                          <a:cs typeface="Arial" pitchFamily="34" charset="0"/>
                        </a:rPr>
                        <a:t>1</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Arial" pitchFamily="34" charset="0"/>
                          <a:cs typeface="Arial" pitchFamily="34" charset="0"/>
                        </a:rPr>
                        <a:t>x</a:t>
                      </a:r>
                      <a:endParaRPr kumimoji="0" lang="ru-RU" sz="1800" b="0" i="0" u="none" strike="noStrike" cap="none" normalizeH="0" baseline="0" dirty="0">
                        <a:ln>
                          <a:noFill/>
                        </a:ln>
                        <a:solidFill>
                          <a:schemeClr val="tx1"/>
                        </a:solidFill>
                        <a:effectLst/>
                        <a:latin typeface="Arial" pitchFamily="34" charset="0"/>
                        <a:cs typeface="Arial" pitchFamily="34" charset="0"/>
                      </a:endParaRPr>
                    </a:p>
                  </a:txBody>
                  <a:tcPr marT="45732" marB="4573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pitchFamily="34" charset="0"/>
                          <a:cs typeface="Arial" pitchFamily="34" charset="0"/>
                        </a:rPr>
                        <a:t> x</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pitchFamily="34" charset="0"/>
                          <a:cs typeface="Arial" pitchFamily="34" charset="0"/>
                          <a:sym typeface="Symbol" pitchFamily="18" charset="2"/>
                        </a:rPr>
                        <a:t> </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pitchFamily="34" charset="0"/>
                          <a:cs typeface="Arial" pitchFamily="34" charset="0"/>
                          <a:sym typeface="Symbol" pitchFamily="18" charset="2"/>
                        </a:rPr>
                        <a:t>  </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pitchFamily="34" charset="0"/>
                          <a:cs typeface="Arial" pitchFamily="34" charset="0"/>
                          <a:sym typeface="Symbol" pitchFamily="18" charset="2"/>
                        </a:rPr>
                        <a:t> </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pitchFamily="34" charset="0"/>
                          <a:cs typeface="Arial" pitchFamily="34" charset="0"/>
                          <a:sym typeface="Symbol" pitchFamily="18" charset="2"/>
                        </a:rPr>
                        <a:t>  </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pitchFamily="34" charset="0"/>
                          <a:cs typeface="Arial" pitchFamily="34" charset="0"/>
                          <a:sym typeface="Symbol" pitchFamily="18" charset="2"/>
                        </a:rPr>
                        <a:t> </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pitchFamily="34" charset="0"/>
                          <a:cs typeface="Arial" pitchFamily="34" charset="0"/>
                          <a:sym typeface="Symbol" pitchFamily="18" charset="2"/>
                        </a:rPr>
                        <a:t> </a:t>
                      </a:r>
                    </a:p>
                  </a:txBody>
                  <a:tcPr marT="45732" marB="4573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Arial" pitchFamily="34" charset="0"/>
                          <a:cs typeface="Arial" pitchFamily="34" charset="0"/>
                        </a:rPr>
                        <a:t>0  0  0  0</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err="1">
                          <a:ln>
                            <a:noFill/>
                          </a:ln>
                          <a:solidFill>
                            <a:schemeClr val="tx1"/>
                          </a:solidFill>
                          <a:effectLst/>
                          <a:latin typeface="Arial" pitchFamily="34" charset="0"/>
                          <a:cs typeface="Arial" pitchFamily="34" charset="0"/>
                        </a:rPr>
                        <a:t>Qlast</a:t>
                      </a:r>
                      <a:endParaRPr kumimoji="0" lang="en-US" sz="1800" b="0" i="0" u="none" strike="noStrike" cap="none" normalizeH="0" baseline="0" dirty="0">
                        <a:ln>
                          <a:noFill/>
                        </a:ln>
                        <a:solidFill>
                          <a:schemeClr val="tx1"/>
                        </a:solidFill>
                        <a:effectLst/>
                        <a:latin typeface="Arial" pitchFamily="34" charset="0"/>
                        <a:cs typeface="Arial" pitchFamily="34" charset="0"/>
                      </a:endParaRP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Arial" pitchFamily="34" charset="0"/>
                          <a:cs typeface="Arial" pitchFamily="34" charset="0"/>
                        </a:rPr>
                        <a:t>0 Q3Q2Q1</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Arial" pitchFamily="34" charset="0"/>
                          <a:cs typeface="Arial" pitchFamily="34" charset="0"/>
                        </a:rPr>
                        <a:t>1Q3Q2Q1</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Arial" pitchFamily="34" charset="0"/>
                          <a:cs typeface="Arial" pitchFamily="34" charset="0"/>
                        </a:rPr>
                        <a:t>Q2Q1Q0 0</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Arial" pitchFamily="34" charset="0"/>
                          <a:cs typeface="Arial" pitchFamily="34" charset="0"/>
                        </a:rPr>
                        <a:t>Q2Q1Q0 1</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Arial" pitchFamily="34" charset="0"/>
                          <a:cs typeface="Arial" pitchFamily="34" charset="0"/>
                        </a:rPr>
                        <a:t>D3D2D1D0</a:t>
                      </a:r>
                      <a:endParaRPr kumimoji="0" lang="ru-RU" sz="1800" b="0" i="0" u="none" strike="noStrike" cap="none" normalizeH="0" baseline="0" dirty="0">
                        <a:ln>
                          <a:noFill/>
                        </a:ln>
                        <a:solidFill>
                          <a:schemeClr val="tx1"/>
                        </a:solidFill>
                        <a:effectLst/>
                        <a:latin typeface="Arial" pitchFamily="34" charset="0"/>
                        <a:cs typeface="Arial" pitchFamily="34" charset="0"/>
                      </a:endParaRPr>
                    </a:p>
                  </a:txBody>
                  <a:tcPr marT="45732" marB="4573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1"/>
                  </a:ext>
                </a:extLst>
              </a:tr>
            </a:tbl>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Заголовок 2">
            <a:extLst>
              <a:ext uri="{FF2B5EF4-FFF2-40B4-BE49-F238E27FC236}">
                <a16:creationId xmlns:a16="http://schemas.microsoft.com/office/drawing/2014/main" id="{92CC4521-9C8A-2E8D-9C97-3557081D36AE}"/>
              </a:ext>
            </a:extLst>
          </p:cNvPr>
          <p:cNvSpPr>
            <a:spLocks noGrp="1" noChangeArrowheads="1"/>
          </p:cNvSpPr>
          <p:nvPr>
            <p:ph type="title"/>
          </p:nvPr>
        </p:nvSpPr>
        <p:spPr/>
        <p:txBody>
          <a:bodyPr>
            <a:normAutofit/>
          </a:bodyPr>
          <a:lstStyle/>
          <a:p>
            <a:r>
              <a:rPr lang="en-US" altLang="en-US" dirty="0"/>
              <a:t>Verilog Description</a:t>
            </a:r>
            <a:endParaRPr lang="ru-RU" altLang="en-US" dirty="0"/>
          </a:p>
        </p:txBody>
      </p:sp>
      <p:sp>
        <p:nvSpPr>
          <p:cNvPr id="5" name="Text Placeholder 4">
            <a:extLst>
              <a:ext uri="{FF2B5EF4-FFF2-40B4-BE49-F238E27FC236}">
                <a16:creationId xmlns:a16="http://schemas.microsoft.com/office/drawing/2014/main" id="{B1EC3943-6421-7F36-2434-A30184281F8F}"/>
              </a:ext>
            </a:extLst>
          </p:cNvPr>
          <p:cNvSpPr>
            <a:spLocks noGrp="1"/>
          </p:cNvSpPr>
          <p:nvPr>
            <p:ph type="body" sz="quarter" idx="13"/>
          </p:nvPr>
        </p:nvSpPr>
        <p:spPr/>
        <p:txBody>
          <a:bodyPr/>
          <a:lstStyle/>
          <a:p>
            <a:pPr marL="0" indent="0" eaLnBrk="1" hangingPunct="1">
              <a:buNone/>
            </a:pPr>
            <a:r>
              <a:rPr lang="en-US" altLang="en-US" sz="1800" dirty="0">
                <a:solidFill>
                  <a:srgbClr val="0000FF"/>
                </a:solidFill>
              </a:rPr>
              <a:t>module</a:t>
            </a:r>
            <a:r>
              <a:rPr lang="en-US" altLang="en-US" sz="1800" dirty="0"/>
              <a:t> </a:t>
            </a:r>
            <a:r>
              <a:rPr lang="en-US" altLang="en-US" sz="1800" dirty="0" err="1"/>
              <a:t>shift_reg</a:t>
            </a:r>
            <a:r>
              <a:rPr lang="en-US" altLang="en-US" sz="1800" dirty="0"/>
              <a:t>(</a:t>
            </a:r>
            <a:r>
              <a:rPr lang="en-US" altLang="en-US" sz="1800" dirty="0" err="1"/>
              <a:t>data,rin</a:t>
            </a:r>
            <a:r>
              <a:rPr lang="en-US" altLang="en-US" sz="1800" dirty="0"/>
              <a:t>, </a:t>
            </a:r>
            <a:r>
              <a:rPr lang="en-US" altLang="en-US" sz="1800" dirty="0" err="1"/>
              <a:t>lin</a:t>
            </a:r>
            <a:r>
              <a:rPr lang="en-US" altLang="en-US" sz="1800" dirty="0"/>
              <a:t>, </a:t>
            </a:r>
            <a:r>
              <a:rPr lang="en-US" altLang="en-US" sz="1800" dirty="0" err="1"/>
              <a:t>s,q,clock</a:t>
            </a:r>
            <a:r>
              <a:rPr lang="en-US" altLang="en-US" sz="1800" dirty="0"/>
              <a:t>, reset);</a:t>
            </a:r>
          </a:p>
          <a:p>
            <a:pPr marL="0" indent="0" eaLnBrk="1" hangingPunct="1">
              <a:buNone/>
            </a:pPr>
            <a:r>
              <a:rPr lang="en-US" altLang="en-US" sz="1800" dirty="0">
                <a:solidFill>
                  <a:srgbClr val="0000FF"/>
                </a:solidFill>
              </a:rPr>
              <a:t>input</a:t>
            </a:r>
            <a:r>
              <a:rPr lang="en-US" altLang="en-US" sz="1800" dirty="0"/>
              <a:t> </a:t>
            </a:r>
            <a:r>
              <a:rPr lang="en-US" altLang="en-US" sz="1800" dirty="0" err="1"/>
              <a:t>clock,reset</a:t>
            </a:r>
            <a:r>
              <a:rPr lang="en-US" altLang="en-US" sz="1800" dirty="0"/>
              <a:t>, </a:t>
            </a:r>
            <a:r>
              <a:rPr lang="en-US" altLang="en-US" sz="1800" dirty="0" err="1"/>
              <a:t>rin</a:t>
            </a:r>
            <a:r>
              <a:rPr lang="en-US" altLang="en-US" sz="1800" dirty="0"/>
              <a:t>, </a:t>
            </a:r>
            <a:r>
              <a:rPr lang="en-US" altLang="en-US" sz="1800" dirty="0" err="1"/>
              <a:t>lin</a:t>
            </a:r>
            <a:r>
              <a:rPr lang="en-US" altLang="en-US" sz="1800" dirty="0"/>
              <a:t>;</a:t>
            </a:r>
          </a:p>
          <a:p>
            <a:pPr marL="0" indent="0" eaLnBrk="1" hangingPunct="1">
              <a:buNone/>
            </a:pPr>
            <a:r>
              <a:rPr lang="en-US" altLang="en-US" sz="1800" dirty="0">
                <a:solidFill>
                  <a:srgbClr val="0000FF"/>
                </a:solidFill>
              </a:rPr>
              <a:t>input</a:t>
            </a:r>
            <a:r>
              <a:rPr lang="en-US" altLang="en-US" sz="1800" dirty="0"/>
              <a:t> [1:0] s;</a:t>
            </a:r>
          </a:p>
          <a:p>
            <a:pPr marL="0" indent="0" eaLnBrk="1" hangingPunct="1">
              <a:buNone/>
            </a:pPr>
            <a:r>
              <a:rPr lang="en-US" altLang="en-US" sz="1800" dirty="0">
                <a:solidFill>
                  <a:srgbClr val="0000FF"/>
                </a:solidFill>
              </a:rPr>
              <a:t>input</a:t>
            </a:r>
            <a:r>
              <a:rPr lang="en-US" altLang="en-US" sz="1800" dirty="0"/>
              <a:t> [3:0] data;</a:t>
            </a:r>
          </a:p>
          <a:p>
            <a:pPr marL="0" indent="0" eaLnBrk="1" hangingPunct="1">
              <a:buNone/>
            </a:pPr>
            <a:r>
              <a:rPr lang="en-US" altLang="en-US" sz="1800" dirty="0">
                <a:solidFill>
                  <a:srgbClr val="0000FF"/>
                </a:solidFill>
              </a:rPr>
              <a:t>output</a:t>
            </a:r>
            <a:r>
              <a:rPr lang="en-US" altLang="en-US" sz="1800" dirty="0"/>
              <a:t> [3:0] q;</a:t>
            </a:r>
          </a:p>
          <a:p>
            <a:pPr marL="0" indent="0" eaLnBrk="1" hangingPunct="1">
              <a:buNone/>
            </a:pPr>
            <a:r>
              <a:rPr lang="en-US" altLang="en-US" sz="1800" dirty="0">
                <a:solidFill>
                  <a:srgbClr val="0000FF"/>
                </a:solidFill>
              </a:rPr>
              <a:t>reg</a:t>
            </a:r>
            <a:r>
              <a:rPr lang="en-US" altLang="en-US" sz="1800" dirty="0"/>
              <a:t> [3:0</a:t>
            </a:r>
            <a:r>
              <a:rPr lang="ru-RU" altLang="en-US" sz="1800" dirty="0"/>
              <a:t>]</a:t>
            </a:r>
            <a:r>
              <a:rPr lang="en-US" altLang="en-US" sz="1800" dirty="0"/>
              <a:t> q;</a:t>
            </a:r>
          </a:p>
          <a:p>
            <a:pPr marL="0" indent="0" eaLnBrk="1" hangingPunct="1">
              <a:buNone/>
            </a:pPr>
            <a:r>
              <a:rPr lang="en-US" altLang="en-US" sz="1800" dirty="0">
                <a:solidFill>
                  <a:srgbClr val="0000FF"/>
                </a:solidFill>
              </a:rPr>
              <a:t>always</a:t>
            </a:r>
            <a:r>
              <a:rPr lang="en-US" altLang="en-US" sz="1800" dirty="0"/>
              <a:t> @(posedge clock or </a:t>
            </a:r>
            <a:r>
              <a:rPr lang="en-US" altLang="en-US" sz="1800" dirty="0" err="1"/>
              <a:t>negedge</a:t>
            </a:r>
            <a:r>
              <a:rPr lang="en-US" altLang="en-US" sz="1800" dirty="0"/>
              <a:t> reset)</a:t>
            </a:r>
          </a:p>
          <a:p>
            <a:pPr marL="0" indent="0" eaLnBrk="1" hangingPunct="1">
              <a:buNone/>
            </a:pPr>
            <a:r>
              <a:rPr lang="en-US" altLang="en-US" sz="1800" dirty="0">
                <a:solidFill>
                  <a:srgbClr val="0000FF"/>
                </a:solidFill>
              </a:rPr>
              <a:t>begin</a:t>
            </a:r>
            <a:r>
              <a:rPr lang="en-US" altLang="en-US" sz="1800" dirty="0"/>
              <a:t> </a:t>
            </a:r>
          </a:p>
          <a:p>
            <a:pPr marL="0" indent="0" eaLnBrk="1" hangingPunct="1">
              <a:buNone/>
            </a:pPr>
            <a:r>
              <a:rPr lang="en-US" altLang="en-US" sz="1800" dirty="0">
                <a:solidFill>
                  <a:srgbClr val="0000FF"/>
                </a:solidFill>
              </a:rPr>
              <a:t>if</a:t>
            </a:r>
            <a:r>
              <a:rPr lang="en-US" altLang="en-US" sz="1800" dirty="0"/>
              <a:t> (!reset) q&lt;=4’b0;</a:t>
            </a:r>
          </a:p>
          <a:p>
            <a:pPr marL="0" indent="0" eaLnBrk="1" hangingPunct="1">
              <a:buNone/>
            </a:pPr>
            <a:r>
              <a:rPr lang="en-US" altLang="en-US" sz="1800" dirty="0">
                <a:solidFill>
                  <a:srgbClr val="0000FF"/>
                </a:solidFill>
              </a:rPr>
              <a:t>else</a:t>
            </a:r>
            <a:r>
              <a:rPr lang="en-US" altLang="en-US" sz="1800" dirty="0"/>
              <a:t> </a:t>
            </a:r>
          </a:p>
          <a:p>
            <a:pPr eaLnBrk="1" hangingPunct="1"/>
            <a:endParaRPr lang="ru-RU" altLang="en-US" sz="1800" dirty="0"/>
          </a:p>
          <a:p>
            <a:pPr eaLnBrk="1" hangingPunct="1"/>
            <a:endParaRPr lang="ru-RU" altLang="en-US" sz="1800" dirty="0"/>
          </a:p>
          <a:p>
            <a:endParaRPr lang="en-US" sz="1800" dirty="0"/>
          </a:p>
        </p:txBody>
      </p:sp>
      <p:sp>
        <p:nvSpPr>
          <p:cNvPr id="6" name="Text Placeholder 5">
            <a:extLst>
              <a:ext uri="{FF2B5EF4-FFF2-40B4-BE49-F238E27FC236}">
                <a16:creationId xmlns:a16="http://schemas.microsoft.com/office/drawing/2014/main" id="{ED1533C1-F3E4-7ADF-2BED-E7B8F3773F90}"/>
              </a:ext>
            </a:extLst>
          </p:cNvPr>
          <p:cNvSpPr>
            <a:spLocks noGrp="1"/>
          </p:cNvSpPr>
          <p:nvPr>
            <p:ph type="body" sz="quarter" idx="14"/>
          </p:nvPr>
        </p:nvSpPr>
        <p:spPr/>
        <p:txBody>
          <a:bodyPr/>
          <a:lstStyle/>
          <a:p>
            <a:pPr marL="0" indent="0" eaLnBrk="1" hangingPunct="1">
              <a:buNone/>
            </a:pPr>
            <a:r>
              <a:rPr lang="en-US" altLang="en-US" sz="1800" dirty="0">
                <a:solidFill>
                  <a:srgbClr val="0000FF"/>
                </a:solidFill>
              </a:rPr>
              <a:t>case(s</a:t>
            </a:r>
            <a:r>
              <a:rPr lang="en-US" altLang="en-US" sz="1800" dirty="0"/>
              <a:t>)</a:t>
            </a:r>
          </a:p>
          <a:p>
            <a:pPr marL="0" indent="0" eaLnBrk="1" hangingPunct="1">
              <a:buNone/>
            </a:pPr>
            <a:r>
              <a:rPr lang="en-US" altLang="en-US" sz="1800" dirty="0"/>
              <a:t>2’b00: q&lt;=q;</a:t>
            </a:r>
          </a:p>
          <a:p>
            <a:pPr marL="0" indent="0" eaLnBrk="1" hangingPunct="1">
              <a:buNone/>
            </a:pPr>
            <a:r>
              <a:rPr lang="en-US" altLang="en-US" sz="1800" dirty="0"/>
              <a:t>2’b01: q&lt;={</a:t>
            </a:r>
            <a:r>
              <a:rPr lang="en-US" altLang="en-US" sz="1800" dirty="0" err="1"/>
              <a:t>rin,q</a:t>
            </a:r>
            <a:r>
              <a:rPr lang="en-US" altLang="en-US" sz="1800" dirty="0"/>
              <a:t>[3:1]};</a:t>
            </a:r>
          </a:p>
          <a:p>
            <a:pPr marL="0" indent="0" eaLnBrk="1" hangingPunct="1">
              <a:buNone/>
            </a:pPr>
            <a:r>
              <a:rPr lang="en-US" altLang="en-US" sz="1800" dirty="0"/>
              <a:t>2’b10:  q&lt;={q[2:0,lin};</a:t>
            </a:r>
          </a:p>
          <a:p>
            <a:pPr marL="0" indent="0" eaLnBrk="1" hangingPunct="1">
              <a:buNone/>
            </a:pPr>
            <a:r>
              <a:rPr lang="en-US" altLang="en-US" sz="1800" dirty="0"/>
              <a:t>2’b11: q&lt;=data;</a:t>
            </a:r>
          </a:p>
          <a:p>
            <a:pPr marL="0" indent="0" eaLnBrk="1" hangingPunct="1">
              <a:buNone/>
            </a:pPr>
            <a:r>
              <a:rPr lang="en-US" altLang="en-US" sz="1800" dirty="0">
                <a:solidFill>
                  <a:srgbClr val="0000FF"/>
                </a:solidFill>
              </a:rPr>
              <a:t>default</a:t>
            </a:r>
            <a:r>
              <a:rPr lang="en-US" altLang="en-US" sz="1800" dirty="0"/>
              <a:t>: q&lt;=4’b0;</a:t>
            </a:r>
          </a:p>
          <a:p>
            <a:pPr marL="0" indent="0" eaLnBrk="1" hangingPunct="1">
              <a:buNone/>
            </a:pPr>
            <a:r>
              <a:rPr lang="en-US" altLang="en-US" sz="1800" dirty="0" err="1">
                <a:solidFill>
                  <a:srgbClr val="0000FF"/>
                </a:solidFill>
              </a:rPr>
              <a:t>endcase</a:t>
            </a:r>
            <a:endParaRPr lang="en-US" altLang="en-US" sz="1800" dirty="0">
              <a:solidFill>
                <a:srgbClr val="0000FF"/>
              </a:solidFill>
            </a:endParaRPr>
          </a:p>
          <a:p>
            <a:pPr marL="0" indent="0" eaLnBrk="1" hangingPunct="1">
              <a:buNone/>
            </a:pPr>
            <a:r>
              <a:rPr lang="en-US" altLang="en-US" sz="1800" dirty="0">
                <a:solidFill>
                  <a:srgbClr val="0000FF"/>
                </a:solidFill>
              </a:rPr>
              <a:t>end</a:t>
            </a:r>
          </a:p>
          <a:p>
            <a:pPr marL="0" indent="0" eaLnBrk="1" hangingPunct="1">
              <a:buNone/>
            </a:pPr>
            <a:r>
              <a:rPr lang="en-US" altLang="en-US" sz="1800" dirty="0" err="1">
                <a:solidFill>
                  <a:srgbClr val="0000FF"/>
                </a:solidFill>
              </a:rPr>
              <a:t>endmodule</a:t>
            </a:r>
            <a:endParaRPr lang="ru-RU" altLang="en-US" sz="1800" dirty="0">
              <a:solidFill>
                <a:srgbClr val="0000FF"/>
              </a:solidFill>
            </a:endParaRPr>
          </a:p>
          <a:p>
            <a:pPr marL="0" indent="0" eaLnBrk="1" hangingPunct="1">
              <a:buNone/>
            </a:pPr>
            <a:endParaRPr lang="ru-RU" altLang="en-US" sz="1800" dirty="0"/>
          </a:p>
          <a:p>
            <a:pPr marL="0" indent="0">
              <a:buNone/>
            </a:pPr>
            <a:endParaRPr lang="en-US" sz="1800" dirty="0"/>
          </a:p>
        </p:txBody>
      </p:sp>
      <p:sp>
        <p:nvSpPr>
          <p:cNvPr id="45059" name="Rectangle 5">
            <a:extLst>
              <a:ext uri="{FF2B5EF4-FFF2-40B4-BE49-F238E27FC236}">
                <a16:creationId xmlns:a16="http://schemas.microsoft.com/office/drawing/2014/main" id="{02E5A285-E876-F1BA-0E63-5E1385F30203}"/>
              </a:ext>
            </a:extLst>
          </p:cNvPr>
          <p:cNvSpPr>
            <a:spLocks noChangeArrowheads="1"/>
          </p:cNvSpPr>
          <p:nvPr/>
        </p:nvSpPr>
        <p:spPr bwMode="auto">
          <a:xfrm>
            <a:off x="7404100" y="1384300"/>
            <a:ext cx="2819400"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sz="2000" dirty="0"/>
          </a:p>
        </p:txBody>
      </p:sp>
      <p:sp>
        <p:nvSpPr>
          <p:cNvPr id="45060" name="Rectangle 6">
            <a:extLst>
              <a:ext uri="{FF2B5EF4-FFF2-40B4-BE49-F238E27FC236}">
                <a16:creationId xmlns:a16="http://schemas.microsoft.com/office/drawing/2014/main" id="{5DD0F2EF-3E49-CC13-279E-DF397AE0B6A4}"/>
              </a:ext>
            </a:extLst>
          </p:cNvPr>
          <p:cNvSpPr>
            <a:spLocks noChangeArrowheads="1"/>
          </p:cNvSpPr>
          <p:nvPr/>
        </p:nvSpPr>
        <p:spPr bwMode="auto">
          <a:xfrm>
            <a:off x="1866900" y="1371600"/>
            <a:ext cx="5181600"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sz="2000" dirty="0"/>
          </a:p>
        </p:txBody>
      </p:sp>
      <p:cxnSp>
        <p:nvCxnSpPr>
          <p:cNvPr id="45061" name="Straight Arrow Connector 5">
            <a:extLst>
              <a:ext uri="{FF2B5EF4-FFF2-40B4-BE49-F238E27FC236}">
                <a16:creationId xmlns:a16="http://schemas.microsoft.com/office/drawing/2014/main" id="{D2A96A76-EEC9-C581-F940-2A8284E9BB82}"/>
              </a:ext>
            </a:extLst>
          </p:cNvPr>
          <p:cNvCxnSpPr>
            <a:cxnSpLocks noChangeShapeType="1"/>
          </p:cNvCxnSpPr>
          <p:nvPr/>
        </p:nvCxnSpPr>
        <p:spPr bwMode="auto">
          <a:xfrm flipV="1">
            <a:off x="5676900" y="1926771"/>
            <a:ext cx="355600" cy="2133600"/>
          </a:xfrm>
          <a:prstGeom prst="straightConnector1">
            <a:avLst/>
          </a:prstGeom>
          <a:noFill/>
          <a:ln w="28575" algn="ctr">
            <a:solidFill>
              <a:schemeClr val="tx1"/>
            </a:solidFill>
            <a:round/>
            <a:headEnd/>
            <a:tailEnd type="arrow" w="med" len="med"/>
          </a:ln>
          <a:extLst>
            <a:ext uri="{909E8E84-426E-40DD-AFC4-6F175D3DCCD1}">
              <a14:hiddenFill xmlns:a14="http://schemas.microsoft.com/office/drawing/2010/main">
                <a:noFill/>
              </a14:hiddenFill>
            </a:ext>
          </a:extLst>
        </p:spPr>
      </p:cxn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itle 1">
            <a:extLst>
              <a:ext uri="{FF2B5EF4-FFF2-40B4-BE49-F238E27FC236}">
                <a16:creationId xmlns:a16="http://schemas.microsoft.com/office/drawing/2014/main" id="{F0041DF5-B15B-ACF1-FA89-55DA6B75F1DF}"/>
              </a:ext>
            </a:extLst>
          </p:cNvPr>
          <p:cNvSpPr>
            <a:spLocks noGrp="1" noChangeArrowheads="1"/>
          </p:cNvSpPr>
          <p:nvPr>
            <p:ph type="title"/>
          </p:nvPr>
        </p:nvSpPr>
        <p:spPr/>
        <p:txBody>
          <a:bodyPr/>
          <a:lstStyle/>
          <a:p>
            <a:r>
              <a:rPr lang="en-US" altLang="en-US"/>
              <a:t>Shift  Operations</a:t>
            </a:r>
            <a:endParaRPr lang="en-GB" altLang="en-US"/>
          </a:p>
        </p:txBody>
      </p:sp>
      <p:sp>
        <p:nvSpPr>
          <p:cNvPr id="46083" name="Rectangle 105">
            <a:extLst>
              <a:ext uri="{FF2B5EF4-FFF2-40B4-BE49-F238E27FC236}">
                <a16:creationId xmlns:a16="http://schemas.microsoft.com/office/drawing/2014/main" id="{E533A9E4-35ED-1724-2ED0-08992F625E65}"/>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grpSp>
        <p:nvGrpSpPr>
          <p:cNvPr id="46084" name="Group 88">
            <a:extLst>
              <a:ext uri="{FF2B5EF4-FFF2-40B4-BE49-F238E27FC236}">
                <a16:creationId xmlns:a16="http://schemas.microsoft.com/office/drawing/2014/main" id="{3B56AED8-F132-5ACD-C399-C3C527E2A998}"/>
              </a:ext>
            </a:extLst>
          </p:cNvPr>
          <p:cNvGrpSpPr>
            <a:grpSpLocks/>
          </p:cNvGrpSpPr>
          <p:nvPr/>
        </p:nvGrpSpPr>
        <p:grpSpPr bwMode="auto">
          <a:xfrm>
            <a:off x="2949576" y="1787525"/>
            <a:ext cx="6545263" cy="641350"/>
            <a:chOff x="2343" y="7245"/>
            <a:chExt cx="5868" cy="689"/>
          </a:xfrm>
        </p:grpSpPr>
        <p:sp>
          <p:nvSpPr>
            <p:cNvPr id="2152" name="Rectangle 104">
              <a:extLst>
                <a:ext uri="{FF2B5EF4-FFF2-40B4-BE49-F238E27FC236}">
                  <a16:creationId xmlns:a16="http://schemas.microsoft.com/office/drawing/2014/main" id="{8BF936E9-F438-483B-A6C5-4E08C799447B}"/>
                </a:ext>
              </a:extLst>
            </p:cNvPr>
            <p:cNvSpPr>
              <a:spLocks noChangeArrowheads="1"/>
            </p:cNvSpPr>
            <p:nvPr/>
          </p:nvSpPr>
          <p:spPr bwMode="auto">
            <a:xfrm>
              <a:off x="2825" y="7450"/>
              <a:ext cx="5041" cy="476"/>
            </a:xfrm>
            <a:prstGeom prst="rect">
              <a:avLst/>
            </a:prstGeom>
            <a:solidFill>
              <a:schemeClr val="accent1">
                <a:lumMod val="60000"/>
                <a:lumOff val="40000"/>
              </a:schemeClr>
            </a:solidFill>
            <a:ln w="28575">
              <a:solidFill>
                <a:srgbClr val="000000"/>
              </a:solidFill>
              <a:miter lim="800000"/>
              <a:headEnd/>
              <a:tailEnd/>
            </a:ln>
          </p:spPr>
          <p:txBody>
            <a:bodyPr/>
            <a:lstStyle/>
            <a:p>
              <a:pPr eaLnBrk="1" hangingPunct="1">
                <a:defRPr/>
              </a:pPr>
              <a:endParaRPr lang="en-GB"/>
            </a:p>
          </p:txBody>
        </p:sp>
        <p:sp>
          <p:nvSpPr>
            <p:cNvPr id="46140" name="Line 103">
              <a:extLst>
                <a:ext uri="{FF2B5EF4-FFF2-40B4-BE49-F238E27FC236}">
                  <a16:creationId xmlns:a16="http://schemas.microsoft.com/office/drawing/2014/main" id="{B8783E56-16D7-47A8-55AA-300481AB674A}"/>
                </a:ext>
              </a:extLst>
            </p:cNvPr>
            <p:cNvSpPr>
              <a:spLocks noChangeShapeType="1"/>
            </p:cNvSpPr>
            <p:nvPr/>
          </p:nvSpPr>
          <p:spPr bwMode="auto">
            <a:xfrm>
              <a:off x="3351" y="7449"/>
              <a:ext cx="0" cy="476"/>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141" name="Line 102">
              <a:extLst>
                <a:ext uri="{FF2B5EF4-FFF2-40B4-BE49-F238E27FC236}">
                  <a16:creationId xmlns:a16="http://schemas.microsoft.com/office/drawing/2014/main" id="{330479C9-7F1D-BFA3-0EA1-BD373CA7D08B}"/>
                </a:ext>
              </a:extLst>
            </p:cNvPr>
            <p:cNvSpPr>
              <a:spLocks noChangeShapeType="1"/>
            </p:cNvSpPr>
            <p:nvPr/>
          </p:nvSpPr>
          <p:spPr bwMode="auto">
            <a:xfrm>
              <a:off x="3855" y="7440"/>
              <a:ext cx="0" cy="476"/>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142" name="Line 101">
              <a:extLst>
                <a:ext uri="{FF2B5EF4-FFF2-40B4-BE49-F238E27FC236}">
                  <a16:creationId xmlns:a16="http://schemas.microsoft.com/office/drawing/2014/main" id="{88B1D7D7-2EA9-148C-B318-2E015B539B14}"/>
                </a:ext>
              </a:extLst>
            </p:cNvPr>
            <p:cNvSpPr>
              <a:spLocks noChangeShapeType="1"/>
            </p:cNvSpPr>
            <p:nvPr/>
          </p:nvSpPr>
          <p:spPr bwMode="auto">
            <a:xfrm>
              <a:off x="4359" y="7446"/>
              <a:ext cx="0" cy="476"/>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143" name="Line 100">
              <a:extLst>
                <a:ext uri="{FF2B5EF4-FFF2-40B4-BE49-F238E27FC236}">
                  <a16:creationId xmlns:a16="http://schemas.microsoft.com/office/drawing/2014/main" id="{64CA26A8-3A1B-7752-D92D-A2A880AEACEF}"/>
                </a:ext>
              </a:extLst>
            </p:cNvPr>
            <p:cNvSpPr>
              <a:spLocks noChangeShapeType="1"/>
            </p:cNvSpPr>
            <p:nvPr/>
          </p:nvSpPr>
          <p:spPr bwMode="auto">
            <a:xfrm>
              <a:off x="7368" y="7452"/>
              <a:ext cx="0" cy="476"/>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144" name="Line 99">
              <a:extLst>
                <a:ext uri="{FF2B5EF4-FFF2-40B4-BE49-F238E27FC236}">
                  <a16:creationId xmlns:a16="http://schemas.microsoft.com/office/drawing/2014/main" id="{6E69774A-B858-E9E2-1162-A82104F53E1C}"/>
                </a:ext>
              </a:extLst>
            </p:cNvPr>
            <p:cNvSpPr>
              <a:spLocks noChangeShapeType="1"/>
            </p:cNvSpPr>
            <p:nvPr/>
          </p:nvSpPr>
          <p:spPr bwMode="auto">
            <a:xfrm>
              <a:off x="6897" y="7458"/>
              <a:ext cx="0" cy="476"/>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145" name="Line 98">
              <a:extLst>
                <a:ext uri="{FF2B5EF4-FFF2-40B4-BE49-F238E27FC236}">
                  <a16:creationId xmlns:a16="http://schemas.microsoft.com/office/drawing/2014/main" id="{83A2DA53-55C2-6BD1-BE38-B75F0A8EF22A}"/>
                </a:ext>
              </a:extLst>
            </p:cNvPr>
            <p:cNvSpPr>
              <a:spLocks noChangeShapeType="1"/>
            </p:cNvSpPr>
            <p:nvPr/>
          </p:nvSpPr>
          <p:spPr bwMode="auto">
            <a:xfrm>
              <a:off x="6426" y="7449"/>
              <a:ext cx="0" cy="476"/>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146" name="Arc 97">
              <a:extLst>
                <a:ext uri="{FF2B5EF4-FFF2-40B4-BE49-F238E27FC236}">
                  <a16:creationId xmlns:a16="http://schemas.microsoft.com/office/drawing/2014/main" id="{1F73C589-CCB7-97AC-4969-B67F67515F1E}"/>
                </a:ext>
              </a:extLst>
            </p:cNvPr>
            <p:cNvSpPr>
              <a:spLocks/>
            </p:cNvSpPr>
            <p:nvPr/>
          </p:nvSpPr>
          <p:spPr bwMode="auto">
            <a:xfrm rot="-5400000">
              <a:off x="3198" y="7167"/>
              <a:ext cx="255" cy="430"/>
            </a:xfrm>
            <a:custGeom>
              <a:avLst/>
              <a:gdLst>
                <a:gd name="T0" fmla="*/ 1 w 21600"/>
                <a:gd name="T1" fmla="*/ 0 h 41539"/>
                <a:gd name="T2" fmla="*/ 1 w 21600"/>
                <a:gd name="T3" fmla="*/ 4 h 41539"/>
                <a:gd name="T4" fmla="*/ 0 w 21600"/>
                <a:gd name="T5" fmla="*/ 2 h 41539"/>
                <a:gd name="T6" fmla="*/ 0 60000 65536"/>
                <a:gd name="T7" fmla="*/ 0 60000 65536"/>
                <a:gd name="T8" fmla="*/ 0 60000 65536"/>
              </a:gdLst>
              <a:ahLst/>
              <a:cxnLst>
                <a:cxn ang="T6">
                  <a:pos x="T0" y="T1"/>
                </a:cxn>
                <a:cxn ang="T7">
                  <a:pos x="T2" y="T3"/>
                </a:cxn>
                <a:cxn ang="T8">
                  <a:pos x="T4" y="T5"/>
                </a:cxn>
              </a:cxnLst>
              <a:rect l="0" t="0" r="r" b="b"/>
              <a:pathLst>
                <a:path w="21600" h="41539" fill="none" extrusionOk="0">
                  <a:moveTo>
                    <a:pt x="6830" y="0"/>
                  </a:moveTo>
                  <a:cubicBezTo>
                    <a:pt x="15650" y="2940"/>
                    <a:pt x="21600" y="11194"/>
                    <a:pt x="21600" y="20492"/>
                  </a:cubicBezTo>
                  <a:cubicBezTo>
                    <a:pt x="21600" y="30550"/>
                    <a:pt x="14657" y="39277"/>
                    <a:pt x="4856" y="41538"/>
                  </a:cubicBezTo>
                </a:path>
                <a:path w="21600" h="41539" stroke="0" extrusionOk="0">
                  <a:moveTo>
                    <a:pt x="6830" y="0"/>
                  </a:moveTo>
                  <a:cubicBezTo>
                    <a:pt x="15650" y="2940"/>
                    <a:pt x="21600" y="11194"/>
                    <a:pt x="21600" y="20492"/>
                  </a:cubicBezTo>
                  <a:cubicBezTo>
                    <a:pt x="21600" y="30550"/>
                    <a:pt x="14657" y="39277"/>
                    <a:pt x="4856" y="41538"/>
                  </a:cubicBezTo>
                  <a:lnTo>
                    <a:pt x="0" y="20492"/>
                  </a:lnTo>
                  <a:lnTo>
                    <a:pt x="6830" y="0"/>
                  </a:lnTo>
                  <a:close/>
                </a:path>
              </a:pathLst>
            </a:custGeom>
            <a:noFill/>
            <a:ln w="28575">
              <a:solidFill>
                <a:srgbClr val="000000"/>
              </a:solidFill>
              <a:round/>
              <a:headEnd type="none" w="sm" len="lg"/>
              <a:tailEnd type="triangle" w="med" len="me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6147" name="Arc 96">
              <a:extLst>
                <a:ext uri="{FF2B5EF4-FFF2-40B4-BE49-F238E27FC236}">
                  <a16:creationId xmlns:a16="http://schemas.microsoft.com/office/drawing/2014/main" id="{06C9F8DE-24EA-3552-CED3-09D091FCA867}"/>
                </a:ext>
              </a:extLst>
            </p:cNvPr>
            <p:cNvSpPr>
              <a:spLocks/>
            </p:cNvSpPr>
            <p:nvPr/>
          </p:nvSpPr>
          <p:spPr bwMode="auto">
            <a:xfrm rot="-5400000">
              <a:off x="3717" y="7188"/>
              <a:ext cx="255" cy="430"/>
            </a:xfrm>
            <a:custGeom>
              <a:avLst/>
              <a:gdLst>
                <a:gd name="T0" fmla="*/ 1 w 21600"/>
                <a:gd name="T1" fmla="*/ 0 h 41539"/>
                <a:gd name="T2" fmla="*/ 1 w 21600"/>
                <a:gd name="T3" fmla="*/ 4 h 41539"/>
                <a:gd name="T4" fmla="*/ 0 w 21600"/>
                <a:gd name="T5" fmla="*/ 2 h 41539"/>
                <a:gd name="T6" fmla="*/ 0 60000 65536"/>
                <a:gd name="T7" fmla="*/ 0 60000 65536"/>
                <a:gd name="T8" fmla="*/ 0 60000 65536"/>
              </a:gdLst>
              <a:ahLst/>
              <a:cxnLst>
                <a:cxn ang="T6">
                  <a:pos x="T0" y="T1"/>
                </a:cxn>
                <a:cxn ang="T7">
                  <a:pos x="T2" y="T3"/>
                </a:cxn>
                <a:cxn ang="T8">
                  <a:pos x="T4" y="T5"/>
                </a:cxn>
              </a:cxnLst>
              <a:rect l="0" t="0" r="r" b="b"/>
              <a:pathLst>
                <a:path w="21600" h="41539" fill="none" extrusionOk="0">
                  <a:moveTo>
                    <a:pt x="6830" y="0"/>
                  </a:moveTo>
                  <a:cubicBezTo>
                    <a:pt x="15650" y="2940"/>
                    <a:pt x="21600" y="11194"/>
                    <a:pt x="21600" y="20492"/>
                  </a:cubicBezTo>
                  <a:cubicBezTo>
                    <a:pt x="21600" y="30550"/>
                    <a:pt x="14657" y="39277"/>
                    <a:pt x="4856" y="41538"/>
                  </a:cubicBezTo>
                </a:path>
                <a:path w="21600" h="41539" stroke="0" extrusionOk="0">
                  <a:moveTo>
                    <a:pt x="6830" y="0"/>
                  </a:moveTo>
                  <a:cubicBezTo>
                    <a:pt x="15650" y="2940"/>
                    <a:pt x="21600" y="11194"/>
                    <a:pt x="21600" y="20492"/>
                  </a:cubicBezTo>
                  <a:cubicBezTo>
                    <a:pt x="21600" y="30550"/>
                    <a:pt x="14657" y="39277"/>
                    <a:pt x="4856" y="41538"/>
                  </a:cubicBezTo>
                  <a:lnTo>
                    <a:pt x="0" y="20492"/>
                  </a:lnTo>
                  <a:lnTo>
                    <a:pt x="6830" y="0"/>
                  </a:lnTo>
                  <a:close/>
                </a:path>
              </a:pathLst>
            </a:custGeom>
            <a:noFill/>
            <a:ln w="28575">
              <a:solidFill>
                <a:srgbClr val="000000"/>
              </a:solidFill>
              <a:round/>
              <a:headEnd type="none" w="sm" len="lg"/>
              <a:tailEnd type="triangle" w="med" len="me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6148" name="Arc 95">
              <a:extLst>
                <a:ext uri="{FF2B5EF4-FFF2-40B4-BE49-F238E27FC236}">
                  <a16:creationId xmlns:a16="http://schemas.microsoft.com/office/drawing/2014/main" id="{333BB9F7-3886-59A0-AC0D-B459A21EE5E5}"/>
                </a:ext>
              </a:extLst>
            </p:cNvPr>
            <p:cNvSpPr>
              <a:spLocks/>
            </p:cNvSpPr>
            <p:nvPr/>
          </p:nvSpPr>
          <p:spPr bwMode="auto">
            <a:xfrm rot="-5400000">
              <a:off x="4236" y="7179"/>
              <a:ext cx="255" cy="430"/>
            </a:xfrm>
            <a:custGeom>
              <a:avLst/>
              <a:gdLst>
                <a:gd name="T0" fmla="*/ 1 w 21600"/>
                <a:gd name="T1" fmla="*/ 0 h 41539"/>
                <a:gd name="T2" fmla="*/ 1 w 21600"/>
                <a:gd name="T3" fmla="*/ 4 h 41539"/>
                <a:gd name="T4" fmla="*/ 0 w 21600"/>
                <a:gd name="T5" fmla="*/ 2 h 41539"/>
                <a:gd name="T6" fmla="*/ 0 60000 65536"/>
                <a:gd name="T7" fmla="*/ 0 60000 65536"/>
                <a:gd name="T8" fmla="*/ 0 60000 65536"/>
              </a:gdLst>
              <a:ahLst/>
              <a:cxnLst>
                <a:cxn ang="T6">
                  <a:pos x="T0" y="T1"/>
                </a:cxn>
                <a:cxn ang="T7">
                  <a:pos x="T2" y="T3"/>
                </a:cxn>
                <a:cxn ang="T8">
                  <a:pos x="T4" y="T5"/>
                </a:cxn>
              </a:cxnLst>
              <a:rect l="0" t="0" r="r" b="b"/>
              <a:pathLst>
                <a:path w="21600" h="41539" fill="none" extrusionOk="0">
                  <a:moveTo>
                    <a:pt x="6830" y="0"/>
                  </a:moveTo>
                  <a:cubicBezTo>
                    <a:pt x="15650" y="2940"/>
                    <a:pt x="21600" y="11194"/>
                    <a:pt x="21600" y="20492"/>
                  </a:cubicBezTo>
                  <a:cubicBezTo>
                    <a:pt x="21600" y="30550"/>
                    <a:pt x="14657" y="39277"/>
                    <a:pt x="4856" y="41538"/>
                  </a:cubicBezTo>
                </a:path>
                <a:path w="21600" h="41539" stroke="0" extrusionOk="0">
                  <a:moveTo>
                    <a:pt x="6830" y="0"/>
                  </a:moveTo>
                  <a:cubicBezTo>
                    <a:pt x="15650" y="2940"/>
                    <a:pt x="21600" y="11194"/>
                    <a:pt x="21600" y="20492"/>
                  </a:cubicBezTo>
                  <a:cubicBezTo>
                    <a:pt x="21600" y="30550"/>
                    <a:pt x="14657" y="39277"/>
                    <a:pt x="4856" y="41538"/>
                  </a:cubicBezTo>
                  <a:lnTo>
                    <a:pt x="0" y="20492"/>
                  </a:lnTo>
                  <a:lnTo>
                    <a:pt x="6830" y="0"/>
                  </a:lnTo>
                  <a:close/>
                </a:path>
              </a:pathLst>
            </a:custGeom>
            <a:noFill/>
            <a:ln w="28575">
              <a:solidFill>
                <a:srgbClr val="000000"/>
              </a:solidFill>
              <a:round/>
              <a:headEnd type="none" w="sm" len="lg"/>
              <a:tailEnd type="triangle" w="med" len="me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6149" name="Arc 94">
              <a:extLst>
                <a:ext uri="{FF2B5EF4-FFF2-40B4-BE49-F238E27FC236}">
                  <a16:creationId xmlns:a16="http://schemas.microsoft.com/office/drawing/2014/main" id="{6468F354-4EE6-123E-E1AE-B0C35D5BA8CD}"/>
                </a:ext>
              </a:extLst>
            </p:cNvPr>
            <p:cNvSpPr>
              <a:spLocks/>
            </p:cNvSpPr>
            <p:nvPr/>
          </p:nvSpPr>
          <p:spPr bwMode="auto">
            <a:xfrm rot="-5400000">
              <a:off x="6801" y="7179"/>
              <a:ext cx="255" cy="430"/>
            </a:xfrm>
            <a:custGeom>
              <a:avLst/>
              <a:gdLst>
                <a:gd name="T0" fmla="*/ 1 w 21600"/>
                <a:gd name="T1" fmla="*/ 0 h 41539"/>
                <a:gd name="T2" fmla="*/ 1 w 21600"/>
                <a:gd name="T3" fmla="*/ 4 h 41539"/>
                <a:gd name="T4" fmla="*/ 0 w 21600"/>
                <a:gd name="T5" fmla="*/ 2 h 41539"/>
                <a:gd name="T6" fmla="*/ 0 60000 65536"/>
                <a:gd name="T7" fmla="*/ 0 60000 65536"/>
                <a:gd name="T8" fmla="*/ 0 60000 65536"/>
              </a:gdLst>
              <a:ahLst/>
              <a:cxnLst>
                <a:cxn ang="T6">
                  <a:pos x="T0" y="T1"/>
                </a:cxn>
                <a:cxn ang="T7">
                  <a:pos x="T2" y="T3"/>
                </a:cxn>
                <a:cxn ang="T8">
                  <a:pos x="T4" y="T5"/>
                </a:cxn>
              </a:cxnLst>
              <a:rect l="0" t="0" r="r" b="b"/>
              <a:pathLst>
                <a:path w="21600" h="41539" fill="none" extrusionOk="0">
                  <a:moveTo>
                    <a:pt x="6830" y="0"/>
                  </a:moveTo>
                  <a:cubicBezTo>
                    <a:pt x="15650" y="2940"/>
                    <a:pt x="21600" y="11194"/>
                    <a:pt x="21600" y="20492"/>
                  </a:cubicBezTo>
                  <a:cubicBezTo>
                    <a:pt x="21600" y="30550"/>
                    <a:pt x="14657" y="39277"/>
                    <a:pt x="4856" y="41538"/>
                  </a:cubicBezTo>
                </a:path>
                <a:path w="21600" h="41539" stroke="0" extrusionOk="0">
                  <a:moveTo>
                    <a:pt x="6830" y="0"/>
                  </a:moveTo>
                  <a:cubicBezTo>
                    <a:pt x="15650" y="2940"/>
                    <a:pt x="21600" y="11194"/>
                    <a:pt x="21600" y="20492"/>
                  </a:cubicBezTo>
                  <a:cubicBezTo>
                    <a:pt x="21600" y="30550"/>
                    <a:pt x="14657" y="39277"/>
                    <a:pt x="4856" y="41538"/>
                  </a:cubicBezTo>
                  <a:lnTo>
                    <a:pt x="0" y="20492"/>
                  </a:lnTo>
                  <a:lnTo>
                    <a:pt x="6830" y="0"/>
                  </a:lnTo>
                  <a:close/>
                </a:path>
              </a:pathLst>
            </a:custGeom>
            <a:noFill/>
            <a:ln w="28575">
              <a:solidFill>
                <a:srgbClr val="000000"/>
              </a:solidFill>
              <a:round/>
              <a:headEnd type="none" w="sm" len="lg"/>
              <a:tailEnd type="triangle" w="med" len="me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6150" name="Arc 93">
              <a:extLst>
                <a:ext uri="{FF2B5EF4-FFF2-40B4-BE49-F238E27FC236}">
                  <a16:creationId xmlns:a16="http://schemas.microsoft.com/office/drawing/2014/main" id="{F898E63F-870E-DD4B-9947-319858A23006}"/>
                </a:ext>
              </a:extLst>
            </p:cNvPr>
            <p:cNvSpPr>
              <a:spLocks/>
            </p:cNvSpPr>
            <p:nvPr/>
          </p:nvSpPr>
          <p:spPr bwMode="auto">
            <a:xfrm rot="-5400000">
              <a:off x="7320" y="7170"/>
              <a:ext cx="255" cy="430"/>
            </a:xfrm>
            <a:custGeom>
              <a:avLst/>
              <a:gdLst>
                <a:gd name="T0" fmla="*/ 1 w 21600"/>
                <a:gd name="T1" fmla="*/ 0 h 41539"/>
                <a:gd name="T2" fmla="*/ 1 w 21600"/>
                <a:gd name="T3" fmla="*/ 4 h 41539"/>
                <a:gd name="T4" fmla="*/ 0 w 21600"/>
                <a:gd name="T5" fmla="*/ 2 h 41539"/>
                <a:gd name="T6" fmla="*/ 0 60000 65536"/>
                <a:gd name="T7" fmla="*/ 0 60000 65536"/>
                <a:gd name="T8" fmla="*/ 0 60000 65536"/>
              </a:gdLst>
              <a:ahLst/>
              <a:cxnLst>
                <a:cxn ang="T6">
                  <a:pos x="T0" y="T1"/>
                </a:cxn>
                <a:cxn ang="T7">
                  <a:pos x="T2" y="T3"/>
                </a:cxn>
                <a:cxn ang="T8">
                  <a:pos x="T4" y="T5"/>
                </a:cxn>
              </a:cxnLst>
              <a:rect l="0" t="0" r="r" b="b"/>
              <a:pathLst>
                <a:path w="21600" h="41539" fill="none" extrusionOk="0">
                  <a:moveTo>
                    <a:pt x="6830" y="0"/>
                  </a:moveTo>
                  <a:cubicBezTo>
                    <a:pt x="15650" y="2940"/>
                    <a:pt x="21600" y="11194"/>
                    <a:pt x="21600" y="20492"/>
                  </a:cubicBezTo>
                  <a:cubicBezTo>
                    <a:pt x="21600" y="30550"/>
                    <a:pt x="14657" y="39277"/>
                    <a:pt x="4856" y="41538"/>
                  </a:cubicBezTo>
                </a:path>
                <a:path w="21600" h="41539" stroke="0" extrusionOk="0">
                  <a:moveTo>
                    <a:pt x="6830" y="0"/>
                  </a:moveTo>
                  <a:cubicBezTo>
                    <a:pt x="15650" y="2940"/>
                    <a:pt x="21600" y="11194"/>
                    <a:pt x="21600" y="20492"/>
                  </a:cubicBezTo>
                  <a:cubicBezTo>
                    <a:pt x="21600" y="30550"/>
                    <a:pt x="14657" y="39277"/>
                    <a:pt x="4856" y="41538"/>
                  </a:cubicBezTo>
                  <a:lnTo>
                    <a:pt x="0" y="20492"/>
                  </a:lnTo>
                  <a:lnTo>
                    <a:pt x="6830" y="0"/>
                  </a:lnTo>
                  <a:close/>
                </a:path>
              </a:pathLst>
            </a:custGeom>
            <a:noFill/>
            <a:ln w="28575">
              <a:solidFill>
                <a:srgbClr val="000000"/>
              </a:solidFill>
              <a:round/>
              <a:headEnd type="none" w="sm" len="lg"/>
              <a:tailEnd type="triangle" w="med" len="me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6151" name="Arc 92">
              <a:extLst>
                <a:ext uri="{FF2B5EF4-FFF2-40B4-BE49-F238E27FC236}">
                  <a16:creationId xmlns:a16="http://schemas.microsoft.com/office/drawing/2014/main" id="{28419206-6216-BE6D-6A65-C4ABD37BE942}"/>
                </a:ext>
              </a:extLst>
            </p:cNvPr>
            <p:cNvSpPr>
              <a:spLocks/>
            </p:cNvSpPr>
            <p:nvPr/>
          </p:nvSpPr>
          <p:spPr bwMode="auto">
            <a:xfrm rot="-5400000">
              <a:off x="6300" y="7170"/>
              <a:ext cx="255" cy="430"/>
            </a:xfrm>
            <a:custGeom>
              <a:avLst/>
              <a:gdLst>
                <a:gd name="T0" fmla="*/ 1 w 21600"/>
                <a:gd name="T1" fmla="*/ 0 h 41539"/>
                <a:gd name="T2" fmla="*/ 1 w 21600"/>
                <a:gd name="T3" fmla="*/ 4 h 41539"/>
                <a:gd name="T4" fmla="*/ 0 w 21600"/>
                <a:gd name="T5" fmla="*/ 2 h 41539"/>
                <a:gd name="T6" fmla="*/ 0 60000 65536"/>
                <a:gd name="T7" fmla="*/ 0 60000 65536"/>
                <a:gd name="T8" fmla="*/ 0 60000 65536"/>
              </a:gdLst>
              <a:ahLst/>
              <a:cxnLst>
                <a:cxn ang="T6">
                  <a:pos x="T0" y="T1"/>
                </a:cxn>
                <a:cxn ang="T7">
                  <a:pos x="T2" y="T3"/>
                </a:cxn>
                <a:cxn ang="T8">
                  <a:pos x="T4" y="T5"/>
                </a:cxn>
              </a:cxnLst>
              <a:rect l="0" t="0" r="r" b="b"/>
              <a:pathLst>
                <a:path w="21600" h="41539" fill="none" extrusionOk="0">
                  <a:moveTo>
                    <a:pt x="6830" y="0"/>
                  </a:moveTo>
                  <a:cubicBezTo>
                    <a:pt x="15650" y="2940"/>
                    <a:pt x="21600" y="11194"/>
                    <a:pt x="21600" y="20492"/>
                  </a:cubicBezTo>
                  <a:cubicBezTo>
                    <a:pt x="21600" y="30550"/>
                    <a:pt x="14657" y="39277"/>
                    <a:pt x="4856" y="41538"/>
                  </a:cubicBezTo>
                </a:path>
                <a:path w="21600" h="41539" stroke="0" extrusionOk="0">
                  <a:moveTo>
                    <a:pt x="6830" y="0"/>
                  </a:moveTo>
                  <a:cubicBezTo>
                    <a:pt x="15650" y="2940"/>
                    <a:pt x="21600" y="11194"/>
                    <a:pt x="21600" y="20492"/>
                  </a:cubicBezTo>
                  <a:cubicBezTo>
                    <a:pt x="21600" y="30550"/>
                    <a:pt x="14657" y="39277"/>
                    <a:pt x="4856" y="41538"/>
                  </a:cubicBezTo>
                  <a:lnTo>
                    <a:pt x="0" y="20492"/>
                  </a:lnTo>
                  <a:lnTo>
                    <a:pt x="6830" y="0"/>
                  </a:lnTo>
                  <a:close/>
                </a:path>
              </a:pathLst>
            </a:custGeom>
            <a:noFill/>
            <a:ln w="28575">
              <a:solidFill>
                <a:srgbClr val="000000"/>
              </a:solidFill>
              <a:round/>
              <a:headEnd type="none" w="sm" len="lg"/>
              <a:tailEnd type="triangle" w="med" len="me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6152" name="Arc 91">
              <a:extLst>
                <a:ext uri="{FF2B5EF4-FFF2-40B4-BE49-F238E27FC236}">
                  <a16:creationId xmlns:a16="http://schemas.microsoft.com/office/drawing/2014/main" id="{85F53CD3-D2B5-A7D7-FF69-BD2F9D664135}"/>
                </a:ext>
              </a:extLst>
            </p:cNvPr>
            <p:cNvSpPr>
              <a:spLocks/>
            </p:cNvSpPr>
            <p:nvPr/>
          </p:nvSpPr>
          <p:spPr bwMode="auto">
            <a:xfrm rot="-5400000">
              <a:off x="7835" y="7141"/>
              <a:ext cx="264" cy="489"/>
            </a:xfrm>
            <a:custGeom>
              <a:avLst/>
              <a:gdLst>
                <a:gd name="T0" fmla="*/ 1 w 21600"/>
                <a:gd name="T1" fmla="*/ 0 h 41539"/>
                <a:gd name="T2" fmla="*/ 1 w 21600"/>
                <a:gd name="T3" fmla="*/ 6 h 41539"/>
                <a:gd name="T4" fmla="*/ 0 w 21600"/>
                <a:gd name="T5" fmla="*/ 3 h 41539"/>
                <a:gd name="T6" fmla="*/ 0 60000 65536"/>
                <a:gd name="T7" fmla="*/ 0 60000 65536"/>
                <a:gd name="T8" fmla="*/ 0 60000 65536"/>
              </a:gdLst>
              <a:ahLst/>
              <a:cxnLst>
                <a:cxn ang="T6">
                  <a:pos x="T0" y="T1"/>
                </a:cxn>
                <a:cxn ang="T7">
                  <a:pos x="T2" y="T3"/>
                </a:cxn>
                <a:cxn ang="T8">
                  <a:pos x="T4" y="T5"/>
                </a:cxn>
              </a:cxnLst>
              <a:rect l="0" t="0" r="r" b="b"/>
              <a:pathLst>
                <a:path w="21600" h="41539" fill="none" extrusionOk="0">
                  <a:moveTo>
                    <a:pt x="6830" y="0"/>
                  </a:moveTo>
                  <a:cubicBezTo>
                    <a:pt x="15650" y="2940"/>
                    <a:pt x="21600" y="11194"/>
                    <a:pt x="21600" y="20492"/>
                  </a:cubicBezTo>
                  <a:cubicBezTo>
                    <a:pt x="21600" y="30550"/>
                    <a:pt x="14657" y="39277"/>
                    <a:pt x="4856" y="41538"/>
                  </a:cubicBezTo>
                </a:path>
                <a:path w="21600" h="41539" stroke="0" extrusionOk="0">
                  <a:moveTo>
                    <a:pt x="6830" y="0"/>
                  </a:moveTo>
                  <a:cubicBezTo>
                    <a:pt x="15650" y="2940"/>
                    <a:pt x="21600" y="11194"/>
                    <a:pt x="21600" y="20492"/>
                  </a:cubicBezTo>
                  <a:cubicBezTo>
                    <a:pt x="21600" y="30550"/>
                    <a:pt x="14657" y="39277"/>
                    <a:pt x="4856" y="41538"/>
                  </a:cubicBezTo>
                  <a:lnTo>
                    <a:pt x="0" y="20492"/>
                  </a:lnTo>
                  <a:lnTo>
                    <a:pt x="6830" y="0"/>
                  </a:lnTo>
                  <a:close/>
                </a:path>
              </a:pathLst>
            </a:custGeom>
            <a:noFill/>
            <a:ln w="28575">
              <a:solidFill>
                <a:srgbClr val="000000"/>
              </a:solidFill>
              <a:round/>
              <a:headEnd type="none" w="sm" len="lg"/>
              <a:tailEnd type="triangle" w="med" len="me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6153" name="Arc 90">
              <a:extLst>
                <a:ext uri="{FF2B5EF4-FFF2-40B4-BE49-F238E27FC236}">
                  <a16:creationId xmlns:a16="http://schemas.microsoft.com/office/drawing/2014/main" id="{8349B72E-4020-B7D3-2FB0-49CBD490D565}"/>
                </a:ext>
              </a:extLst>
            </p:cNvPr>
            <p:cNvSpPr>
              <a:spLocks/>
            </p:cNvSpPr>
            <p:nvPr/>
          </p:nvSpPr>
          <p:spPr bwMode="auto">
            <a:xfrm rot="-5400000">
              <a:off x="2669" y="7132"/>
              <a:ext cx="264" cy="489"/>
            </a:xfrm>
            <a:custGeom>
              <a:avLst/>
              <a:gdLst>
                <a:gd name="T0" fmla="*/ 1 w 21600"/>
                <a:gd name="T1" fmla="*/ 0 h 41539"/>
                <a:gd name="T2" fmla="*/ 1 w 21600"/>
                <a:gd name="T3" fmla="*/ 6 h 41539"/>
                <a:gd name="T4" fmla="*/ 0 w 21600"/>
                <a:gd name="T5" fmla="*/ 3 h 41539"/>
                <a:gd name="T6" fmla="*/ 0 60000 65536"/>
                <a:gd name="T7" fmla="*/ 0 60000 65536"/>
                <a:gd name="T8" fmla="*/ 0 60000 65536"/>
              </a:gdLst>
              <a:ahLst/>
              <a:cxnLst>
                <a:cxn ang="T6">
                  <a:pos x="T0" y="T1"/>
                </a:cxn>
                <a:cxn ang="T7">
                  <a:pos x="T2" y="T3"/>
                </a:cxn>
                <a:cxn ang="T8">
                  <a:pos x="T4" y="T5"/>
                </a:cxn>
              </a:cxnLst>
              <a:rect l="0" t="0" r="r" b="b"/>
              <a:pathLst>
                <a:path w="21600" h="41539" fill="none" extrusionOk="0">
                  <a:moveTo>
                    <a:pt x="6830" y="0"/>
                  </a:moveTo>
                  <a:cubicBezTo>
                    <a:pt x="15650" y="2940"/>
                    <a:pt x="21600" y="11194"/>
                    <a:pt x="21600" y="20492"/>
                  </a:cubicBezTo>
                  <a:cubicBezTo>
                    <a:pt x="21600" y="30550"/>
                    <a:pt x="14657" y="39277"/>
                    <a:pt x="4856" y="41538"/>
                  </a:cubicBezTo>
                </a:path>
                <a:path w="21600" h="41539" stroke="0" extrusionOk="0">
                  <a:moveTo>
                    <a:pt x="6830" y="0"/>
                  </a:moveTo>
                  <a:cubicBezTo>
                    <a:pt x="15650" y="2940"/>
                    <a:pt x="21600" y="11194"/>
                    <a:pt x="21600" y="20492"/>
                  </a:cubicBezTo>
                  <a:cubicBezTo>
                    <a:pt x="21600" y="30550"/>
                    <a:pt x="14657" y="39277"/>
                    <a:pt x="4856" y="41538"/>
                  </a:cubicBezTo>
                  <a:lnTo>
                    <a:pt x="0" y="20492"/>
                  </a:lnTo>
                  <a:lnTo>
                    <a:pt x="6830" y="0"/>
                  </a:lnTo>
                  <a:close/>
                </a:path>
              </a:pathLst>
            </a:custGeom>
            <a:noFill/>
            <a:ln w="28575">
              <a:solidFill>
                <a:srgbClr val="000000"/>
              </a:solidFill>
              <a:round/>
              <a:headEnd type="none" w="sm" len="lg"/>
              <a:tailEnd type="triangle" w="med" len="me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6154" name="Text Box 89">
              <a:extLst>
                <a:ext uri="{FF2B5EF4-FFF2-40B4-BE49-F238E27FC236}">
                  <a16:creationId xmlns:a16="http://schemas.microsoft.com/office/drawing/2014/main" id="{CAE93C66-328A-2C21-80F4-3955AC9BBECD}"/>
                </a:ext>
              </a:extLst>
            </p:cNvPr>
            <p:cNvSpPr txBox="1">
              <a:spLocks noChangeArrowheads="1"/>
            </p:cNvSpPr>
            <p:nvPr/>
          </p:nvSpPr>
          <p:spPr bwMode="auto">
            <a:xfrm>
              <a:off x="2343" y="7299"/>
              <a:ext cx="540" cy="5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000">
                  <a:cs typeface="Times New Roman" panose="02020603050405020304" pitchFamily="18" charset="0"/>
                </a:rPr>
                <a:t>0</a:t>
              </a:r>
              <a:endParaRPr lang="en-US" altLang="en-US" sz="2000"/>
            </a:p>
          </p:txBody>
        </p:sp>
      </p:grpSp>
      <p:grpSp>
        <p:nvGrpSpPr>
          <p:cNvPr id="46085" name="Group 112">
            <a:extLst>
              <a:ext uri="{FF2B5EF4-FFF2-40B4-BE49-F238E27FC236}">
                <a16:creationId xmlns:a16="http://schemas.microsoft.com/office/drawing/2014/main" id="{4369CDE7-5EE3-CB20-C605-A818CFD367DE}"/>
              </a:ext>
            </a:extLst>
          </p:cNvPr>
          <p:cNvGrpSpPr>
            <a:grpSpLocks/>
          </p:cNvGrpSpPr>
          <p:nvPr/>
        </p:nvGrpSpPr>
        <p:grpSpPr bwMode="auto">
          <a:xfrm>
            <a:off x="3175000" y="2795589"/>
            <a:ext cx="6343650" cy="719137"/>
            <a:chOff x="1651283" y="2703743"/>
            <a:chExt cx="6344154" cy="719519"/>
          </a:xfrm>
        </p:grpSpPr>
        <p:sp>
          <p:nvSpPr>
            <p:cNvPr id="2135" name="Rectangle 87">
              <a:extLst>
                <a:ext uri="{FF2B5EF4-FFF2-40B4-BE49-F238E27FC236}">
                  <a16:creationId xmlns:a16="http://schemas.microsoft.com/office/drawing/2014/main" id="{CB72D4E1-4CC8-4CDA-8AB1-B9410EAC5F9F}"/>
                </a:ext>
              </a:extLst>
            </p:cNvPr>
            <p:cNvSpPr>
              <a:spLocks noChangeArrowheads="1"/>
            </p:cNvSpPr>
            <p:nvPr/>
          </p:nvSpPr>
          <p:spPr bwMode="auto">
            <a:xfrm>
              <a:off x="1952932" y="2916581"/>
              <a:ext cx="5642423" cy="497151"/>
            </a:xfrm>
            <a:prstGeom prst="rect">
              <a:avLst/>
            </a:prstGeom>
            <a:solidFill>
              <a:schemeClr val="accent1">
                <a:lumMod val="60000"/>
                <a:lumOff val="40000"/>
              </a:schemeClr>
            </a:solidFill>
            <a:ln w="28575">
              <a:solidFill>
                <a:srgbClr val="000000"/>
              </a:solidFill>
              <a:miter lim="800000"/>
              <a:headEnd/>
              <a:tailEnd/>
            </a:ln>
          </p:spPr>
          <p:txBody>
            <a:bodyPr/>
            <a:lstStyle/>
            <a:p>
              <a:pPr eaLnBrk="1" hangingPunct="1">
                <a:defRPr/>
              </a:pPr>
              <a:endParaRPr lang="en-GB"/>
            </a:p>
          </p:txBody>
        </p:sp>
        <p:sp>
          <p:nvSpPr>
            <p:cNvPr id="46125" name="Line 86">
              <a:extLst>
                <a:ext uri="{FF2B5EF4-FFF2-40B4-BE49-F238E27FC236}">
                  <a16:creationId xmlns:a16="http://schemas.microsoft.com/office/drawing/2014/main" id="{1B718D9A-5C31-1CBF-A1AE-A5F3C13E81BC}"/>
                </a:ext>
              </a:extLst>
            </p:cNvPr>
            <p:cNvSpPr>
              <a:spLocks noChangeShapeType="1"/>
            </p:cNvSpPr>
            <p:nvPr/>
          </p:nvSpPr>
          <p:spPr bwMode="auto">
            <a:xfrm>
              <a:off x="2540719" y="2917146"/>
              <a:ext cx="0" cy="496724"/>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126" name="Line 85">
              <a:extLst>
                <a:ext uri="{FF2B5EF4-FFF2-40B4-BE49-F238E27FC236}">
                  <a16:creationId xmlns:a16="http://schemas.microsoft.com/office/drawing/2014/main" id="{29BE67A8-F417-8595-1CA6-847A17074608}"/>
                </a:ext>
              </a:extLst>
            </p:cNvPr>
            <p:cNvSpPr>
              <a:spLocks noChangeShapeType="1"/>
            </p:cNvSpPr>
            <p:nvPr/>
          </p:nvSpPr>
          <p:spPr bwMode="auto">
            <a:xfrm>
              <a:off x="3104942" y="2907754"/>
              <a:ext cx="0" cy="496724"/>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127" name="Line 84">
              <a:extLst>
                <a:ext uri="{FF2B5EF4-FFF2-40B4-BE49-F238E27FC236}">
                  <a16:creationId xmlns:a16="http://schemas.microsoft.com/office/drawing/2014/main" id="{378BD0E5-CFA0-E091-16C3-5044511DE207}"/>
                </a:ext>
              </a:extLst>
            </p:cNvPr>
            <p:cNvSpPr>
              <a:spLocks noChangeShapeType="1"/>
            </p:cNvSpPr>
            <p:nvPr/>
          </p:nvSpPr>
          <p:spPr bwMode="auto">
            <a:xfrm>
              <a:off x="3669166" y="2914016"/>
              <a:ext cx="0" cy="496724"/>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128" name="Line 83">
              <a:extLst>
                <a:ext uri="{FF2B5EF4-FFF2-40B4-BE49-F238E27FC236}">
                  <a16:creationId xmlns:a16="http://schemas.microsoft.com/office/drawing/2014/main" id="{487FA5AB-5EE4-2D96-D888-96E516DFE269}"/>
                </a:ext>
              </a:extLst>
            </p:cNvPr>
            <p:cNvSpPr>
              <a:spLocks noChangeShapeType="1"/>
            </p:cNvSpPr>
            <p:nvPr/>
          </p:nvSpPr>
          <p:spPr bwMode="auto">
            <a:xfrm>
              <a:off x="7037713" y="2920277"/>
              <a:ext cx="0" cy="496724"/>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129" name="Line 82">
              <a:extLst>
                <a:ext uri="{FF2B5EF4-FFF2-40B4-BE49-F238E27FC236}">
                  <a16:creationId xmlns:a16="http://schemas.microsoft.com/office/drawing/2014/main" id="{391F213F-9EA8-4875-3000-4BCE0F3ED5CA}"/>
                </a:ext>
              </a:extLst>
            </p:cNvPr>
            <p:cNvSpPr>
              <a:spLocks noChangeShapeType="1"/>
            </p:cNvSpPr>
            <p:nvPr/>
          </p:nvSpPr>
          <p:spPr bwMode="auto">
            <a:xfrm>
              <a:off x="6510433" y="2926538"/>
              <a:ext cx="0" cy="496724"/>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130" name="Line 81">
              <a:extLst>
                <a:ext uri="{FF2B5EF4-FFF2-40B4-BE49-F238E27FC236}">
                  <a16:creationId xmlns:a16="http://schemas.microsoft.com/office/drawing/2014/main" id="{F4CF2C37-4ED2-47FC-2678-7CFC8C4CAAA7}"/>
                </a:ext>
              </a:extLst>
            </p:cNvPr>
            <p:cNvSpPr>
              <a:spLocks noChangeShapeType="1"/>
            </p:cNvSpPr>
            <p:nvPr/>
          </p:nvSpPr>
          <p:spPr bwMode="auto">
            <a:xfrm>
              <a:off x="5983153" y="2917146"/>
              <a:ext cx="0" cy="496724"/>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131" name="Arc 80">
              <a:extLst>
                <a:ext uri="{FF2B5EF4-FFF2-40B4-BE49-F238E27FC236}">
                  <a16:creationId xmlns:a16="http://schemas.microsoft.com/office/drawing/2014/main" id="{D7B8C4B3-694F-EFAD-B3F4-3C5CDA5BB86C}"/>
                </a:ext>
              </a:extLst>
            </p:cNvPr>
            <p:cNvSpPr>
              <a:spLocks/>
            </p:cNvSpPr>
            <p:nvPr/>
          </p:nvSpPr>
          <p:spPr bwMode="auto">
            <a:xfrm rot="-5400000">
              <a:off x="2379121" y="2606539"/>
              <a:ext cx="266102" cy="481381"/>
            </a:xfrm>
            <a:custGeom>
              <a:avLst/>
              <a:gdLst>
                <a:gd name="T0" fmla="*/ 1036751 w 21600"/>
                <a:gd name="T1" fmla="*/ 0 h 41539"/>
                <a:gd name="T2" fmla="*/ 737152 w 21600"/>
                <a:gd name="T3" fmla="*/ 5578557 h 41539"/>
                <a:gd name="T4" fmla="*/ 0 w 21600"/>
                <a:gd name="T5" fmla="*/ 2752015 h 41539"/>
                <a:gd name="T6" fmla="*/ 0 60000 65536"/>
                <a:gd name="T7" fmla="*/ 0 60000 65536"/>
                <a:gd name="T8" fmla="*/ 0 60000 65536"/>
              </a:gdLst>
              <a:ahLst/>
              <a:cxnLst>
                <a:cxn ang="T6">
                  <a:pos x="T0" y="T1"/>
                </a:cxn>
                <a:cxn ang="T7">
                  <a:pos x="T2" y="T3"/>
                </a:cxn>
                <a:cxn ang="T8">
                  <a:pos x="T4" y="T5"/>
                </a:cxn>
              </a:cxnLst>
              <a:rect l="0" t="0" r="r" b="b"/>
              <a:pathLst>
                <a:path w="21600" h="41539" fill="none" extrusionOk="0">
                  <a:moveTo>
                    <a:pt x="6830" y="0"/>
                  </a:moveTo>
                  <a:cubicBezTo>
                    <a:pt x="15650" y="2940"/>
                    <a:pt x="21600" y="11194"/>
                    <a:pt x="21600" y="20492"/>
                  </a:cubicBezTo>
                  <a:cubicBezTo>
                    <a:pt x="21600" y="30550"/>
                    <a:pt x="14657" y="39277"/>
                    <a:pt x="4856" y="41538"/>
                  </a:cubicBezTo>
                </a:path>
                <a:path w="21600" h="41539" stroke="0" extrusionOk="0">
                  <a:moveTo>
                    <a:pt x="6830" y="0"/>
                  </a:moveTo>
                  <a:cubicBezTo>
                    <a:pt x="15650" y="2940"/>
                    <a:pt x="21600" y="11194"/>
                    <a:pt x="21600" y="20492"/>
                  </a:cubicBezTo>
                  <a:cubicBezTo>
                    <a:pt x="21600" y="30550"/>
                    <a:pt x="14657" y="39277"/>
                    <a:pt x="4856" y="41538"/>
                  </a:cubicBezTo>
                  <a:lnTo>
                    <a:pt x="0" y="20492"/>
                  </a:lnTo>
                  <a:lnTo>
                    <a:pt x="6830" y="0"/>
                  </a:lnTo>
                  <a:close/>
                </a:path>
              </a:pathLst>
            </a:custGeom>
            <a:noFill/>
            <a:ln w="28575">
              <a:solidFill>
                <a:srgbClr val="000000"/>
              </a:solidFill>
              <a:round/>
              <a:headEnd type="triangle" w="med" len="me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6132" name="Arc 79">
              <a:extLst>
                <a:ext uri="{FF2B5EF4-FFF2-40B4-BE49-F238E27FC236}">
                  <a16:creationId xmlns:a16="http://schemas.microsoft.com/office/drawing/2014/main" id="{5191F20B-A823-1E4B-B111-1EC73C4E52A9}"/>
                </a:ext>
              </a:extLst>
            </p:cNvPr>
            <p:cNvSpPr>
              <a:spLocks/>
            </p:cNvSpPr>
            <p:nvPr/>
          </p:nvSpPr>
          <p:spPr bwMode="auto">
            <a:xfrm rot="-5400000">
              <a:off x="2960137" y="2628453"/>
              <a:ext cx="266102" cy="481381"/>
            </a:xfrm>
            <a:custGeom>
              <a:avLst/>
              <a:gdLst>
                <a:gd name="T0" fmla="*/ 1036751 w 21600"/>
                <a:gd name="T1" fmla="*/ 0 h 41539"/>
                <a:gd name="T2" fmla="*/ 737152 w 21600"/>
                <a:gd name="T3" fmla="*/ 5578557 h 41539"/>
                <a:gd name="T4" fmla="*/ 0 w 21600"/>
                <a:gd name="T5" fmla="*/ 2752015 h 41539"/>
                <a:gd name="T6" fmla="*/ 0 60000 65536"/>
                <a:gd name="T7" fmla="*/ 0 60000 65536"/>
                <a:gd name="T8" fmla="*/ 0 60000 65536"/>
              </a:gdLst>
              <a:ahLst/>
              <a:cxnLst>
                <a:cxn ang="T6">
                  <a:pos x="T0" y="T1"/>
                </a:cxn>
                <a:cxn ang="T7">
                  <a:pos x="T2" y="T3"/>
                </a:cxn>
                <a:cxn ang="T8">
                  <a:pos x="T4" y="T5"/>
                </a:cxn>
              </a:cxnLst>
              <a:rect l="0" t="0" r="r" b="b"/>
              <a:pathLst>
                <a:path w="21600" h="41539" fill="none" extrusionOk="0">
                  <a:moveTo>
                    <a:pt x="6830" y="0"/>
                  </a:moveTo>
                  <a:cubicBezTo>
                    <a:pt x="15650" y="2940"/>
                    <a:pt x="21600" y="11194"/>
                    <a:pt x="21600" y="20492"/>
                  </a:cubicBezTo>
                  <a:cubicBezTo>
                    <a:pt x="21600" y="30550"/>
                    <a:pt x="14657" y="39277"/>
                    <a:pt x="4856" y="41538"/>
                  </a:cubicBezTo>
                </a:path>
                <a:path w="21600" h="41539" stroke="0" extrusionOk="0">
                  <a:moveTo>
                    <a:pt x="6830" y="0"/>
                  </a:moveTo>
                  <a:cubicBezTo>
                    <a:pt x="15650" y="2940"/>
                    <a:pt x="21600" y="11194"/>
                    <a:pt x="21600" y="20492"/>
                  </a:cubicBezTo>
                  <a:cubicBezTo>
                    <a:pt x="21600" y="30550"/>
                    <a:pt x="14657" y="39277"/>
                    <a:pt x="4856" y="41538"/>
                  </a:cubicBezTo>
                  <a:lnTo>
                    <a:pt x="0" y="20492"/>
                  </a:lnTo>
                  <a:lnTo>
                    <a:pt x="6830" y="0"/>
                  </a:lnTo>
                  <a:close/>
                </a:path>
              </a:pathLst>
            </a:custGeom>
            <a:noFill/>
            <a:ln w="28575">
              <a:solidFill>
                <a:srgbClr val="000000"/>
              </a:solidFill>
              <a:round/>
              <a:headEnd type="triangle" w="med" len="me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6133" name="Arc 78">
              <a:extLst>
                <a:ext uri="{FF2B5EF4-FFF2-40B4-BE49-F238E27FC236}">
                  <a16:creationId xmlns:a16="http://schemas.microsoft.com/office/drawing/2014/main" id="{D91E1F7D-A80B-640B-B682-008B07C159B5}"/>
                </a:ext>
              </a:extLst>
            </p:cNvPr>
            <p:cNvSpPr>
              <a:spLocks/>
            </p:cNvSpPr>
            <p:nvPr/>
          </p:nvSpPr>
          <p:spPr bwMode="auto">
            <a:xfrm rot="-5400000">
              <a:off x="3541152" y="2615930"/>
              <a:ext cx="266102" cy="481381"/>
            </a:xfrm>
            <a:custGeom>
              <a:avLst/>
              <a:gdLst>
                <a:gd name="T0" fmla="*/ 1036751 w 21600"/>
                <a:gd name="T1" fmla="*/ 0 h 41539"/>
                <a:gd name="T2" fmla="*/ 737152 w 21600"/>
                <a:gd name="T3" fmla="*/ 5578557 h 41539"/>
                <a:gd name="T4" fmla="*/ 0 w 21600"/>
                <a:gd name="T5" fmla="*/ 2752015 h 41539"/>
                <a:gd name="T6" fmla="*/ 0 60000 65536"/>
                <a:gd name="T7" fmla="*/ 0 60000 65536"/>
                <a:gd name="T8" fmla="*/ 0 60000 65536"/>
              </a:gdLst>
              <a:ahLst/>
              <a:cxnLst>
                <a:cxn ang="T6">
                  <a:pos x="T0" y="T1"/>
                </a:cxn>
                <a:cxn ang="T7">
                  <a:pos x="T2" y="T3"/>
                </a:cxn>
                <a:cxn ang="T8">
                  <a:pos x="T4" y="T5"/>
                </a:cxn>
              </a:cxnLst>
              <a:rect l="0" t="0" r="r" b="b"/>
              <a:pathLst>
                <a:path w="21600" h="41539" fill="none" extrusionOk="0">
                  <a:moveTo>
                    <a:pt x="6830" y="0"/>
                  </a:moveTo>
                  <a:cubicBezTo>
                    <a:pt x="15650" y="2940"/>
                    <a:pt x="21600" y="11194"/>
                    <a:pt x="21600" y="20492"/>
                  </a:cubicBezTo>
                  <a:cubicBezTo>
                    <a:pt x="21600" y="30550"/>
                    <a:pt x="14657" y="39277"/>
                    <a:pt x="4856" y="41538"/>
                  </a:cubicBezTo>
                </a:path>
                <a:path w="21600" h="41539" stroke="0" extrusionOk="0">
                  <a:moveTo>
                    <a:pt x="6830" y="0"/>
                  </a:moveTo>
                  <a:cubicBezTo>
                    <a:pt x="15650" y="2940"/>
                    <a:pt x="21600" y="11194"/>
                    <a:pt x="21600" y="20492"/>
                  </a:cubicBezTo>
                  <a:cubicBezTo>
                    <a:pt x="21600" y="30550"/>
                    <a:pt x="14657" y="39277"/>
                    <a:pt x="4856" y="41538"/>
                  </a:cubicBezTo>
                  <a:lnTo>
                    <a:pt x="0" y="20492"/>
                  </a:lnTo>
                  <a:lnTo>
                    <a:pt x="6830" y="0"/>
                  </a:lnTo>
                  <a:close/>
                </a:path>
              </a:pathLst>
            </a:custGeom>
            <a:noFill/>
            <a:ln w="28575">
              <a:solidFill>
                <a:srgbClr val="000000"/>
              </a:solidFill>
              <a:round/>
              <a:headEnd type="triangle" w="med" len="me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6134" name="Arc 77">
              <a:extLst>
                <a:ext uri="{FF2B5EF4-FFF2-40B4-BE49-F238E27FC236}">
                  <a16:creationId xmlns:a16="http://schemas.microsoft.com/office/drawing/2014/main" id="{5FED362F-4538-6E98-F213-545C41799BDC}"/>
                </a:ext>
              </a:extLst>
            </p:cNvPr>
            <p:cNvSpPr>
              <a:spLocks/>
            </p:cNvSpPr>
            <p:nvPr/>
          </p:nvSpPr>
          <p:spPr bwMode="auto">
            <a:xfrm rot="-5400000">
              <a:off x="6412646" y="2615930"/>
              <a:ext cx="266102" cy="481381"/>
            </a:xfrm>
            <a:custGeom>
              <a:avLst/>
              <a:gdLst>
                <a:gd name="T0" fmla="*/ 1036751 w 21600"/>
                <a:gd name="T1" fmla="*/ 0 h 41539"/>
                <a:gd name="T2" fmla="*/ 737152 w 21600"/>
                <a:gd name="T3" fmla="*/ 5578557 h 41539"/>
                <a:gd name="T4" fmla="*/ 0 w 21600"/>
                <a:gd name="T5" fmla="*/ 2752015 h 41539"/>
                <a:gd name="T6" fmla="*/ 0 60000 65536"/>
                <a:gd name="T7" fmla="*/ 0 60000 65536"/>
                <a:gd name="T8" fmla="*/ 0 60000 65536"/>
              </a:gdLst>
              <a:ahLst/>
              <a:cxnLst>
                <a:cxn ang="T6">
                  <a:pos x="T0" y="T1"/>
                </a:cxn>
                <a:cxn ang="T7">
                  <a:pos x="T2" y="T3"/>
                </a:cxn>
                <a:cxn ang="T8">
                  <a:pos x="T4" y="T5"/>
                </a:cxn>
              </a:cxnLst>
              <a:rect l="0" t="0" r="r" b="b"/>
              <a:pathLst>
                <a:path w="21600" h="41539" fill="none" extrusionOk="0">
                  <a:moveTo>
                    <a:pt x="6830" y="0"/>
                  </a:moveTo>
                  <a:cubicBezTo>
                    <a:pt x="15650" y="2940"/>
                    <a:pt x="21600" y="11194"/>
                    <a:pt x="21600" y="20492"/>
                  </a:cubicBezTo>
                  <a:cubicBezTo>
                    <a:pt x="21600" y="30550"/>
                    <a:pt x="14657" y="39277"/>
                    <a:pt x="4856" y="41538"/>
                  </a:cubicBezTo>
                </a:path>
                <a:path w="21600" h="41539" stroke="0" extrusionOk="0">
                  <a:moveTo>
                    <a:pt x="6830" y="0"/>
                  </a:moveTo>
                  <a:cubicBezTo>
                    <a:pt x="15650" y="2940"/>
                    <a:pt x="21600" y="11194"/>
                    <a:pt x="21600" y="20492"/>
                  </a:cubicBezTo>
                  <a:cubicBezTo>
                    <a:pt x="21600" y="30550"/>
                    <a:pt x="14657" y="39277"/>
                    <a:pt x="4856" y="41538"/>
                  </a:cubicBezTo>
                  <a:lnTo>
                    <a:pt x="0" y="20492"/>
                  </a:lnTo>
                  <a:lnTo>
                    <a:pt x="6830" y="0"/>
                  </a:lnTo>
                  <a:close/>
                </a:path>
              </a:pathLst>
            </a:custGeom>
            <a:noFill/>
            <a:ln w="28575">
              <a:solidFill>
                <a:srgbClr val="000000"/>
              </a:solidFill>
              <a:round/>
              <a:headEnd type="triangle" w="med" len="me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6135" name="Arc 76">
              <a:extLst>
                <a:ext uri="{FF2B5EF4-FFF2-40B4-BE49-F238E27FC236}">
                  <a16:creationId xmlns:a16="http://schemas.microsoft.com/office/drawing/2014/main" id="{AB2471D3-9206-4CAD-381E-253F3B5E9511}"/>
                </a:ext>
              </a:extLst>
            </p:cNvPr>
            <p:cNvSpPr>
              <a:spLocks/>
            </p:cNvSpPr>
            <p:nvPr/>
          </p:nvSpPr>
          <p:spPr bwMode="auto">
            <a:xfrm rot="-5400000">
              <a:off x="6993662" y="2609669"/>
              <a:ext cx="266102" cy="481381"/>
            </a:xfrm>
            <a:custGeom>
              <a:avLst/>
              <a:gdLst>
                <a:gd name="T0" fmla="*/ 1036751 w 21600"/>
                <a:gd name="T1" fmla="*/ 0 h 41539"/>
                <a:gd name="T2" fmla="*/ 737152 w 21600"/>
                <a:gd name="T3" fmla="*/ 5578557 h 41539"/>
                <a:gd name="T4" fmla="*/ 0 w 21600"/>
                <a:gd name="T5" fmla="*/ 2752015 h 41539"/>
                <a:gd name="T6" fmla="*/ 0 60000 65536"/>
                <a:gd name="T7" fmla="*/ 0 60000 65536"/>
                <a:gd name="T8" fmla="*/ 0 60000 65536"/>
              </a:gdLst>
              <a:ahLst/>
              <a:cxnLst>
                <a:cxn ang="T6">
                  <a:pos x="T0" y="T1"/>
                </a:cxn>
                <a:cxn ang="T7">
                  <a:pos x="T2" y="T3"/>
                </a:cxn>
                <a:cxn ang="T8">
                  <a:pos x="T4" y="T5"/>
                </a:cxn>
              </a:cxnLst>
              <a:rect l="0" t="0" r="r" b="b"/>
              <a:pathLst>
                <a:path w="21600" h="41539" fill="none" extrusionOk="0">
                  <a:moveTo>
                    <a:pt x="6830" y="0"/>
                  </a:moveTo>
                  <a:cubicBezTo>
                    <a:pt x="15650" y="2940"/>
                    <a:pt x="21600" y="11194"/>
                    <a:pt x="21600" y="20492"/>
                  </a:cubicBezTo>
                  <a:cubicBezTo>
                    <a:pt x="21600" y="30550"/>
                    <a:pt x="14657" y="39277"/>
                    <a:pt x="4856" y="41538"/>
                  </a:cubicBezTo>
                </a:path>
                <a:path w="21600" h="41539" stroke="0" extrusionOk="0">
                  <a:moveTo>
                    <a:pt x="6830" y="0"/>
                  </a:moveTo>
                  <a:cubicBezTo>
                    <a:pt x="15650" y="2940"/>
                    <a:pt x="21600" y="11194"/>
                    <a:pt x="21600" y="20492"/>
                  </a:cubicBezTo>
                  <a:cubicBezTo>
                    <a:pt x="21600" y="30550"/>
                    <a:pt x="14657" y="39277"/>
                    <a:pt x="4856" y="41538"/>
                  </a:cubicBezTo>
                  <a:lnTo>
                    <a:pt x="0" y="20492"/>
                  </a:lnTo>
                  <a:lnTo>
                    <a:pt x="6830" y="0"/>
                  </a:lnTo>
                  <a:close/>
                </a:path>
              </a:pathLst>
            </a:custGeom>
            <a:noFill/>
            <a:ln w="28575">
              <a:solidFill>
                <a:srgbClr val="000000"/>
              </a:solidFill>
              <a:round/>
              <a:headEnd type="triangle" w="med" len="me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6136" name="Arc 75">
              <a:extLst>
                <a:ext uri="{FF2B5EF4-FFF2-40B4-BE49-F238E27FC236}">
                  <a16:creationId xmlns:a16="http://schemas.microsoft.com/office/drawing/2014/main" id="{2FB1D65E-BE98-4875-A344-2F9BAF4F7B6D}"/>
                </a:ext>
              </a:extLst>
            </p:cNvPr>
            <p:cNvSpPr>
              <a:spLocks/>
            </p:cNvSpPr>
            <p:nvPr/>
          </p:nvSpPr>
          <p:spPr bwMode="auto">
            <a:xfrm rot="-5400000">
              <a:off x="5851781" y="2609669"/>
              <a:ext cx="266102" cy="481381"/>
            </a:xfrm>
            <a:custGeom>
              <a:avLst/>
              <a:gdLst>
                <a:gd name="T0" fmla="*/ 1036751 w 21600"/>
                <a:gd name="T1" fmla="*/ 0 h 41539"/>
                <a:gd name="T2" fmla="*/ 737152 w 21600"/>
                <a:gd name="T3" fmla="*/ 5578557 h 41539"/>
                <a:gd name="T4" fmla="*/ 0 w 21600"/>
                <a:gd name="T5" fmla="*/ 2752015 h 41539"/>
                <a:gd name="T6" fmla="*/ 0 60000 65536"/>
                <a:gd name="T7" fmla="*/ 0 60000 65536"/>
                <a:gd name="T8" fmla="*/ 0 60000 65536"/>
              </a:gdLst>
              <a:ahLst/>
              <a:cxnLst>
                <a:cxn ang="T6">
                  <a:pos x="T0" y="T1"/>
                </a:cxn>
                <a:cxn ang="T7">
                  <a:pos x="T2" y="T3"/>
                </a:cxn>
                <a:cxn ang="T8">
                  <a:pos x="T4" y="T5"/>
                </a:cxn>
              </a:cxnLst>
              <a:rect l="0" t="0" r="r" b="b"/>
              <a:pathLst>
                <a:path w="21600" h="41539" fill="none" extrusionOk="0">
                  <a:moveTo>
                    <a:pt x="6830" y="0"/>
                  </a:moveTo>
                  <a:cubicBezTo>
                    <a:pt x="15650" y="2940"/>
                    <a:pt x="21600" y="11194"/>
                    <a:pt x="21600" y="20492"/>
                  </a:cubicBezTo>
                  <a:cubicBezTo>
                    <a:pt x="21600" y="30550"/>
                    <a:pt x="14657" y="39277"/>
                    <a:pt x="4856" y="41538"/>
                  </a:cubicBezTo>
                </a:path>
                <a:path w="21600" h="41539" stroke="0" extrusionOk="0">
                  <a:moveTo>
                    <a:pt x="6830" y="0"/>
                  </a:moveTo>
                  <a:cubicBezTo>
                    <a:pt x="15650" y="2940"/>
                    <a:pt x="21600" y="11194"/>
                    <a:pt x="21600" y="20492"/>
                  </a:cubicBezTo>
                  <a:cubicBezTo>
                    <a:pt x="21600" y="30550"/>
                    <a:pt x="14657" y="39277"/>
                    <a:pt x="4856" y="41538"/>
                  </a:cubicBezTo>
                  <a:lnTo>
                    <a:pt x="0" y="20492"/>
                  </a:lnTo>
                  <a:lnTo>
                    <a:pt x="6830" y="0"/>
                  </a:lnTo>
                  <a:close/>
                </a:path>
              </a:pathLst>
            </a:custGeom>
            <a:noFill/>
            <a:ln w="28575">
              <a:solidFill>
                <a:srgbClr val="000000"/>
              </a:solidFill>
              <a:round/>
              <a:headEnd type="triangle" w="med" len="me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6137" name="Arc 74">
              <a:extLst>
                <a:ext uri="{FF2B5EF4-FFF2-40B4-BE49-F238E27FC236}">
                  <a16:creationId xmlns:a16="http://schemas.microsoft.com/office/drawing/2014/main" id="{31945D11-DCD8-3BCD-4347-9F35F3CA053A}"/>
                </a:ext>
              </a:extLst>
            </p:cNvPr>
            <p:cNvSpPr>
              <a:spLocks/>
            </p:cNvSpPr>
            <p:nvPr/>
          </p:nvSpPr>
          <p:spPr bwMode="auto">
            <a:xfrm rot="-5400000">
              <a:off x="7583975" y="2592819"/>
              <a:ext cx="275494" cy="547431"/>
            </a:xfrm>
            <a:custGeom>
              <a:avLst/>
              <a:gdLst>
                <a:gd name="T0" fmla="*/ 1111223 w 21600"/>
                <a:gd name="T1" fmla="*/ 0 h 41539"/>
                <a:gd name="T2" fmla="*/ 790107 w 21600"/>
                <a:gd name="T3" fmla="*/ 7214442 h 41539"/>
                <a:gd name="T4" fmla="*/ 0 w 21600"/>
                <a:gd name="T5" fmla="*/ 3559020 h 41539"/>
                <a:gd name="T6" fmla="*/ 0 60000 65536"/>
                <a:gd name="T7" fmla="*/ 0 60000 65536"/>
                <a:gd name="T8" fmla="*/ 0 60000 65536"/>
              </a:gdLst>
              <a:ahLst/>
              <a:cxnLst>
                <a:cxn ang="T6">
                  <a:pos x="T0" y="T1"/>
                </a:cxn>
                <a:cxn ang="T7">
                  <a:pos x="T2" y="T3"/>
                </a:cxn>
                <a:cxn ang="T8">
                  <a:pos x="T4" y="T5"/>
                </a:cxn>
              </a:cxnLst>
              <a:rect l="0" t="0" r="r" b="b"/>
              <a:pathLst>
                <a:path w="21600" h="41539" fill="none" extrusionOk="0">
                  <a:moveTo>
                    <a:pt x="6830" y="0"/>
                  </a:moveTo>
                  <a:cubicBezTo>
                    <a:pt x="15650" y="2940"/>
                    <a:pt x="21600" y="11194"/>
                    <a:pt x="21600" y="20492"/>
                  </a:cubicBezTo>
                  <a:cubicBezTo>
                    <a:pt x="21600" y="30550"/>
                    <a:pt x="14657" y="39277"/>
                    <a:pt x="4856" y="41538"/>
                  </a:cubicBezTo>
                </a:path>
                <a:path w="21600" h="41539" stroke="0" extrusionOk="0">
                  <a:moveTo>
                    <a:pt x="6830" y="0"/>
                  </a:moveTo>
                  <a:cubicBezTo>
                    <a:pt x="15650" y="2940"/>
                    <a:pt x="21600" y="11194"/>
                    <a:pt x="21600" y="20492"/>
                  </a:cubicBezTo>
                  <a:cubicBezTo>
                    <a:pt x="21600" y="30550"/>
                    <a:pt x="14657" y="39277"/>
                    <a:pt x="4856" y="41538"/>
                  </a:cubicBezTo>
                  <a:lnTo>
                    <a:pt x="0" y="20492"/>
                  </a:lnTo>
                  <a:lnTo>
                    <a:pt x="6830" y="0"/>
                  </a:lnTo>
                  <a:close/>
                </a:path>
              </a:pathLst>
            </a:custGeom>
            <a:noFill/>
            <a:ln w="28575">
              <a:solidFill>
                <a:srgbClr val="000000"/>
              </a:solidFill>
              <a:round/>
              <a:headEnd type="triangle" w="med" len="me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6138" name="Arc 73">
              <a:extLst>
                <a:ext uri="{FF2B5EF4-FFF2-40B4-BE49-F238E27FC236}">
                  <a16:creationId xmlns:a16="http://schemas.microsoft.com/office/drawing/2014/main" id="{50D1156D-B65A-C392-8183-54579B7393CD}"/>
                </a:ext>
              </a:extLst>
            </p:cNvPr>
            <p:cNvSpPr>
              <a:spLocks/>
            </p:cNvSpPr>
            <p:nvPr/>
          </p:nvSpPr>
          <p:spPr bwMode="auto">
            <a:xfrm rot="-5400000">
              <a:off x="1787252" y="2567774"/>
              <a:ext cx="275494" cy="547431"/>
            </a:xfrm>
            <a:custGeom>
              <a:avLst/>
              <a:gdLst>
                <a:gd name="T0" fmla="*/ 1111223 w 21600"/>
                <a:gd name="T1" fmla="*/ 0 h 41539"/>
                <a:gd name="T2" fmla="*/ 790107 w 21600"/>
                <a:gd name="T3" fmla="*/ 7214442 h 41539"/>
                <a:gd name="T4" fmla="*/ 0 w 21600"/>
                <a:gd name="T5" fmla="*/ 3559020 h 41539"/>
                <a:gd name="T6" fmla="*/ 0 60000 65536"/>
                <a:gd name="T7" fmla="*/ 0 60000 65536"/>
                <a:gd name="T8" fmla="*/ 0 60000 65536"/>
              </a:gdLst>
              <a:ahLst/>
              <a:cxnLst>
                <a:cxn ang="T6">
                  <a:pos x="T0" y="T1"/>
                </a:cxn>
                <a:cxn ang="T7">
                  <a:pos x="T2" y="T3"/>
                </a:cxn>
                <a:cxn ang="T8">
                  <a:pos x="T4" y="T5"/>
                </a:cxn>
              </a:cxnLst>
              <a:rect l="0" t="0" r="r" b="b"/>
              <a:pathLst>
                <a:path w="21600" h="41539" fill="none" extrusionOk="0">
                  <a:moveTo>
                    <a:pt x="6830" y="0"/>
                  </a:moveTo>
                  <a:cubicBezTo>
                    <a:pt x="15650" y="2940"/>
                    <a:pt x="21600" y="11194"/>
                    <a:pt x="21600" y="20492"/>
                  </a:cubicBezTo>
                  <a:cubicBezTo>
                    <a:pt x="21600" y="30550"/>
                    <a:pt x="14657" y="39277"/>
                    <a:pt x="4856" y="41538"/>
                  </a:cubicBezTo>
                </a:path>
                <a:path w="21600" h="41539" stroke="0" extrusionOk="0">
                  <a:moveTo>
                    <a:pt x="6830" y="0"/>
                  </a:moveTo>
                  <a:cubicBezTo>
                    <a:pt x="15650" y="2940"/>
                    <a:pt x="21600" y="11194"/>
                    <a:pt x="21600" y="20492"/>
                  </a:cubicBezTo>
                  <a:cubicBezTo>
                    <a:pt x="21600" y="30550"/>
                    <a:pt x="14657" y="39277"/>
                    <a:pt x="4856" y="41538"/>
                  </a:cubicBezTo>
                  <a:lnTo>
                    <a:pt x="0" y="20492"/>
                  </a:lnTo>
                  <a:lnTo>
                    <a:pt x="6830" y="0"/>
                  </a:lnTo>
                  <a:close/>
                </a:path>
              </a:pathLst>
            </a:custGeom>
            <a:noFill/>
            <a:ln w="28575">
              <a:solidFill>
                <a:srgbClr val="000000"/>
              </a:solidFill>
              <a:round/>
              <a:headEnd type="triangle" w="med" len="me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46086" name="Text Box 72">
            <a:extLst>
              <a:ext uri="{FF2B5EF4-FFF2-40B4-BE49-F238E27FC236}">
                <a16:creationId xmlns:a16="http://schemas.microsoft.com/office/drawing/2014/main" id="{626CC4C2-9DAB-8DD0-9C6A-2E4ED6EB917F}"/>
              </a:ext>
            </a:extLst>
          </p:cNvPr>
          <p:cNvSpPr txBox="1">
            <a:spLocks noChangeArrowheads="1"/>
          </p:cNvSpPr>
          <p:nvPr/>
        </p:nvSpPr>
        <p:spPr bwMode="auto">
          <a:xfrm>
            <a:off x="9467850" y="2717801"/>
            <a:ext cx="604838" cy="56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000">
                <a:cs typeface="Times New Roman" panose="02020603050405020304" pitchFamily="18" charset="0"/>
              </a:rPr>
              <a:t>0</a:t>
            </a:r>
            <a:endParaRPr lang="en-US" altLang="en-US" sz="2000"/>
          </a:p>
        </p:txBody>
      </p:sp>
      <p:grpSp>
        <p:nvGrpSpPr>
          <p:cNvPr id="46087" name="Group 55">
            <a:extLst>
              <a:ext uri="{FF2B5EF4-FFF2-40B4-BE49-F238E27FC236}">
                <a16:creationId xmlns:a16="http://schemas.microsoft.com/office/drawing/2014/main" id="{CC1DC053-4CE4-793B-C186-A7ECD92445FE}"/>
              </a:ext>
            </a:extLst>
          </p:cNvPr>
          <p:cNvGrpSpPr>
            <a:grpSpLocks/>
          </p:cNvGrpSpPr>
          <p:nvPr/>
        </p:nvGrpSpPr>
        <p:grpSpPr bwMode="auto">
          <a:xfrm>
            <a:off x="3425826" y="3875089"/>
            <a:ext cx="6126163" cy="731837"/>
            <a:chOff x="3125" y="10026"/>
            <a:chExt cx="5440" cy="704"/>
          </a:xfrm>
        </p:grpSpPr>
        <p:sp>
          <p:nvSpPr>
            <p:cNvPr id="2118" name="Rectangle 70">
              <a:extLst>
                <a:ext uri="{FF2B5EF4-FFF2-40B4-BE49-F238E27FC236}">
                  <a16:creationId xmlns:a16="http://schemas.microsoft.com/office/drawing/2014/main" id="{824756C9-4B66-43DC-98D4-234DB4C7B12B}"/>
                </a:ext>
              </a:extLst>
            </p:cNvPr>
            <p:cNvSpPr>
              <a:spLocks noChangeArrowheads="1"/>
            </p:cNvSpPr>
            <p:nvPr/>
          </p:nvSpPr>
          <p:spPr bwMode="auto">
            <a:xfrm>
              <a:off x="3180" y="10244"/>
              <a:ext cx="5040" cy="475"/>
            </a:xfrm>
            <a:prstGeom prst="rect">
              <a:avLst/>
            </a:prstGeom>
            <a:solidFill>
              <a:schemeClr val="accent1">
                <a:lumMod val="60000"/>
                <a:lumOff val="40000"/>
              </a:schemeClr>
            </a:solidFill>
            <a:ln w="28575">
              <a:solidFill>
                <a:srgbClr val="000000"/>
              </a:solidFill>
              <a:miter lim="800000"/>
              <a:headEnd/>
              <a:tailEnd/>
            </a:ln>
          </p:spPr>
          <p:txBody>
            <a:bodyPr/>
            <a:lstStyle/>
            <a:p>
              <a:pPr eaLnBrk="1" hangingPunct="1">
                <a:defRPr/>
              </a:pPr>
              <a:endParaRPr lang="en-GB"/>
            </a:p>
          </p:txBody>
        </p:sp>
        <p:sp>
          <p:nvSpPr>
            <p:cNvPr id="46110" name="Line 69">
              <a:extLst>
                <a:ext uri="{FF2B5EF4-FFF2-40B4-BE49-F238E27FC236}">
                  <a16:creationId xmlns:a16="http://schemas.microsoft.com/office/drawing/2014/main" id="{6B84B6CB-0267-F0A1-C525-C2C8862BF94A}"/>
                </a:ext>
              </a:extLst>
            </p:cNvPr>
            <p:cNvSpPr>
              <a:spLocks noChangeShapeType="1"/>
            </p:cNvSpPr>
            <p:nvPr/>
          </p:nvSpPr>
          <p:spPr bwMode="auto">
            <a:xfrm>
              <a:off x="3705" y="10245"/>
              <a:ext cx="0" cy="476"/>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111" name="Line 68">
              <a:extLst>
                <a:ext uri="{FF2B5EF4-FFF2-40B4-BE49-F238E27FC236}">
                  <a16:creationId xmlns:a16="http://schemas.microsoft.com/office/drawing/2014/main" id="{9C144396-CB90-C827-4992-45C270C7D4E1}"/>
                </a:ext>
              </a:extLst>
            </p:cNvPr>
            <p:cNvSpPr>
              <a:spLocks noChangeShapeType="1"/>
            </p:cNvSpPr>
            <p:nvPr/>
          </p:nvSpPr>
          <p:spPr bwMode="auto">
            <a:xfrm>
              <a:off x="4209" y="10236"/>
              <a:ext cx="0" cy="476"/>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112" name="Line 67">
              <a:extLst>
                <a:ext uri="{FF2B5EF4-FFF2-40B4-BE49-F238E27FC236}">
                  <a16:creationId xmlns:a16="http://schemas.microsoft.com/office/drawing/2014/main" id="{752F3442-89E8-F619-3562-793CBA75A8FA}"/>
                </a:ext>
              </a:extLst>
            </p:cNvPr>
            <p:cNvSpPr>
              <a:spLocks noChangeShapeType="1"/>
            </p:cNvSpPr>
            <p:nvPr/>
          </p:nvSpPr>
          <p:spPr bwMode="auto">
            <a:xfrm>
              <a:off x="4713" y="10242"/>
              <a:ext cx="0" cy="476"/>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113" name="Line 66">
              <a:extLst>
                <a:ext uri="{FF2B5EF4-FFF2-40B4-BE49-F238E27FC236}">
                  <a16:creationId xmlns:a16="http://schemas.microsoft.com/office/drawing/2014/main" id="{D231ADF3-047C-6738-1F0C-B6557152F21C}"/>
                </a:ext>
              </a:extLst>
            </p:cNvPr>
            <p:cNvSpPr>
              <a:spLocks noChangeShapeType="1"/>
            </p:cNvSpPr>
            <p:nvPr/>
          </p:nvSpPr>
          <p:spPr bwMode="auto">
            <a:xfrm>
              <a:off x="7722" y="10248"/>
              <a:ext cx="0" cy="476"/>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114" name="Line 65">
              <a:extLst>
                <a:ext uri="{FF2B5EF4-FFF2-40B4-BE49-F238E27FC236}">
                  <a16:creationId xmlns:a16="http://schemas.microsoft.com/office/drawing/2014/main" id="{DC924442-D009-F6FB-A108-B6553A057E53}"/>
                </a:ext>
              </a:extLst>
            </p:cNvPr>
            <p:cNvSpPr>
              <a:spLocks noChangeShapeType="1"/>
            </p:cNvSpPr>
            <p:nvPr/>
          </p:nvSpPr>
          <p:spPr bwMode="auto">
            <a:xfrm>
              <a:off x="7251" y="10254"/>
              <a:ext cx="0" cy="476"/>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115" name="Line 64">
              <a:extLst>
                <a:ext uri="{FF2B5EF4-FFF2-40B4-BE49-F238E27FC236}">
                  <a16:creationId xmlns:a16="http://schemas.microsoft.com/office/drawing/2014/main" id="{CF3DED5D-C258-A674-6039-A4FC8C9A884C}"/>
                </a:ext>
              </a:extLst>
            </p:cNvPr>
            <p:cNvSpPr>
              <a:spLocks noChangeShapeType="1"/>
            </p:cNvSpPr>
            <p:nvPr/>
          </p:nvSpPr>
          <p:spPr bwMode="auto">
            <a:xfrm>
              <a:off x="6780" y="10245"/>
              <a:ext cx="0" cy="476"/>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116" name="Arc 63">
              <a:extLst>
                <a:ext uri="{FF2B5EF4-FFF2-40B4-BE49-F238E27FC236}">
                  <a16:creationId xmlns:a16="http://schemas.microsoft.com/office/drawing/2014/main" id="{AD7B2991-CAA5-1FDE-B66C-452B709D871A}"/>
                </a:ext>
              </a:extLst>
            </p:cNvPr>
            <p:cNvSpPr>
              <a:spLocks/>
            </p:cNvSpPr>
            <p:nvPr/>
          </p:nvSpPr>
          <p:spPr bwMode="auto">
            <a:xfrm rot="-5400000">
              <a:off x="3552" y="9963"/>
              <a:ext cx="255" cy="430"/>
            </a:xfrm>
            <a:custGeom>
              <a:avLst/>
              <a:gdLst>
                <a:gd name="T0" fmla="*/ 1 w 21600"/>
                <a:gd name="T1" fmla="*/ 0 h 41539"/>
                <a:gd name="T2" fmla="*/ 1 w 21600"/>
                <a:gd name="T3" fmla="*/ 4 h 41539"/>
                <a:gd name="T4" fmla="*/ 0 w 21600"/>
                <a:gd name="T5" fmla="*/ 2 h 41539"/>
                <a:gd name="T6" fmla="*/ 0 60000 65536"/>
                <a:gd name="T7" fmla="*/ 0 60000 65536"/>
                <a:gd name="T8" fmla="*/ 0 60000 65536"/>
              </a:gdLst>
              <a:ahLst/>
              <a:cxnLst>
                <a:cxn ang="T6">
                  <a:pos x="T0" y="T1"/>
                </a:cxn>
                <a:cxn ang="T7">
                  <a:pos x="T2" y="T3"/>
                </a:cxn>
                <a:cxn ang="T8">
                  <a:pos x="T4" y="T5"/>
                </a:cxn>
              </a:cxnLst>
              <a:rect l="0" t="0" r="r" b="b"/>
              <a:pathLst>
                <a:path w="21600" h="41539" fill="none" extrusionOk="0">
                  <a:moveTo>
                    <a:pt x="6830" y="0"/>
                  </a:moveTo>
                  <a:cubicBezTo>
                    <a:pt x="15650" y="2940"/>
                    <a:pt x="21600" y="11194"/>
                    <a:pt x="21600" y="20492"/>
                  </a:cubicBezTo>
                  <a:cubicBezTo>
                    <a:pt x="21600" y="30550"/>
                    <a:pt x="14657" y="39277"/>
                    <a:pt x="4856" y="41538"/>
                  </a:cubicBezTo>
                </a:path>
                <a:path w="21600" h="41539" stroke="0" extrusionOk="0">
                  <a:moveTo>
                    <a:pt x="6830" y="0"/>
                  </a:moveTo>
                  <a:cubicBezTo>
                    <a:pt x="15650" y="2940"/>
                    <a:pt x="21600" y="11194"/>
                    <a:pt x="21600" y="20492"/>
                  </a:cubicBezTo>
                  <a:cubicBezTo>
                    <a:pt x="21600" y="30550"/>
                    <a:pt x="14657" y="39277"/>
                    <a:pt x="4856" y="41538"/>
                  </a:cubicBezTo>
                  <a:lnTo>
                    <a:pt x="0" y="20492"/>
                  </a:lnTo>
                  <a:lnTo>
                    <a:pt x="6830" y="0"/>
                  </a:lnTo>
                  <a:close/>
                </a:path>
              </a:pathLst>
            </a:custGeom>
            <a:noFill/>
            <a:ln w="28575">
              <a:solidFill>
                <a:srgbClr val="000000"/>
              </a:solidFill>
              <a:round/>
              <a:headEnd type="none" w="sm" len="lg"/>
              <a:tailEnd type="triangle" w="med" len="me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6117" name="Arc 62">
              <a:extLst>
                <a:ext uri="{FF2B5EF4-FFF2-40B4-BE49-F238E27FC236}">
                  <a16:creationId xmlns:a16="http://schemas.microsoft.com/office/drawing/2014/main" id="{576D34D8-E0B7-4DF3-2499-DE22B272BE7B}"/>
                </a:ext>
              </a:extLst>
            </p:cNvPr>
            <p:cNvSpPr>
              <a:spLocks/>
            </p:cNvSpPr>
            <p:nvPr/>
          </p:nvSpPr>
          <p:spPr bwMode="auto">
            <a:xfrm rot="-5400000">
              <a:off x="4071" y="9984"/>
              <a:ext cx="255" cy="430"/>
            </a:xfrm>
            <a:custGeom>
              <a:avLst/>
              <a:gdLst>
                <a:gd name="T0" fmla="*/ 1 w 21600"/>
                <a:gd name="T1" fmla="*/ 0 h 41539"/>
                <a:gd name="T2" fmla="*/ 1 w 21600"/>
                <a:gd name="T3" fmla="*/ 4 h 41539"/>
                <a:gd name="T4" fmla="*/ 0 w 21600"/>
                <a:gd name="T5" fmla="*/ 2 h 41539"/>
                <a:gd name="T6" fmla="*/ 0 60000 65536"/>
                <a:gd name="T7" fmla="*/ 0 60000 65536"/>
                <a:gd name="T8" fmla="*/ 0 60000 65536"/>
              </a:gdLst>
              <a:ahLst/>
              <a:cxnLst>
                <a:cxn ang="T6">
                  <a:pos x="T0" y="T1"/>
                </a:cxn>
                <a:cxn ang="T7">
                  <a:pos x="T2" y="T3"/>
                </a:cxn>
                <a:cxn ang="T8">
                  <a:pos x="T4" y="T5"/>
                </a:cxn>
              </a:cxnLst>
              <a:rect l="0" t="0" r="r" b="b"/>
              <a:pathLst>
                <a:path w="21600" h="41539" fill="none" extrusionOk="0">
                  <a:moveTo>
                    <a:pt x="6830" y="0"/>
                  </a:moveTo>
                  <a:cubicBezTo>
                    <a:pt x="15650" y="2940"/>
                    <a:pt x="21600" y="11194"/>
                    <a:pt x="21600" y="20492"/>
                  </a:cubicBezTo>
                  <a:cubicBezTo>
                    <a:pt x="21600" y="30550"/>
                    <a:pt x="14657" y="39277"/>
                    <a:pt x="4856" y="41538"/>
                  </a:cubicBezTo>
                </a:path>
                <a:path w="21600" h="41539" stroke="0" extrusionOk="0">
                  <a:moveTo>
                    <a:pt x="6830" y="0"/>
                  </a:moveTo>
                  <a:cubicBezTo>
                    <a:pt x="15650" y="2940"/>
                    <a:pt x="21600" y="11194"/>
                    <a:pt x="21600" y="20492"/>
                  </a:cubicBezTo>
                  <a:cubicBezTo>
                    <a:pt x="21600" y="30550"/>
                    <a:pt x="14657" y="39277"/>
                    <a:pt x="4856" y="41538"/>
                  </a:cubicBezTo>
                  <a:lnTo>
                    <a:pt x="0" y="20492"/>
                  </a:lnTo>
                  <a:lnTo>
                    <a:pt x="6830" y="0"/>
                  </a:lnTo>
                  <a:close/>
                </a:path>
              </a:pathLst>
            </a:custGeom>
            <a:noFill/>
            <a:ln w="28575">
              <a:solidFill>
                <a:srgbClr val="000000"/>
              </a:solidFill>
              <a:round/>
              <a:headEnd type="none" w="sm" len="lg"/>
              <a:tailEnd type="triangle" w="med" len="me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6118" name="Arc 61">
              <a:extLst>
                <a:ext uri="{FF2B5EF4-FFF2-40B4-BE49-F238E27FC236}">
                  <a16:creationId xmlns:a16="http://schemas.microsoft.com/office/drawing/2014/main" id="{9D07ADDB-34C5-31CC-7F0A-C1A490C53202}"/>
                </a:ext>
              </a:extLst>
            </p:cNvPr>
            <p:cNvSpPr>
              <a:spLocks/>
            </p:cNvSpPr>
            <p:nvPr/>
          </p:nvSpPr>
          <p:spPr bwMode="auto">
            <a:xfrm rot="-5400000">
              <a:off x="4590" y="9975"/>
              <a:ext cx="255" cy="430"/>
            </a:xfrm>
            <a:custGeom>
              <a:avLst/>
              <a:gdLst>
                <a:gd name="T0" fmla="*/ 1 w 21600"/>
                <a:gd name="T1" fmla="*/ 0 h 41539"/>
                <a:gd name="T2" fmla="*/ 1 w 21600"/>
                <a:gd name="T3" fmla="*/ 4 h 41539"/>
                <a:gd name="T4" fmla="*/ 0 w 21600"/>
                <a:gd name="T5" fmla="*/ 2 h 41539"/>
                <a:gd name="T6" fmla="*/ 0 60000 65536"/>
                <a:gd name="T7" fmla="*/ 0 60000 65536"/>
                <a:gd name="T8" fmla="*/ 0 60000 65536"/>
              </a:gdLst>
              <a:ahLst/>
              <a:cxnLst>
                <a:cxn ang="T6">
                  <a:pos x="T0" y="T1"/>
                </a:cxn>
                <a:cxn ang="T7">
                  <a:pos x="T2" y="T3"/>
                </a:cxn>
                <a:cxn ang="T8">
                  <a:pos x="T4" y="T5"/>
                </a:cxn>
              </a:cxnLst>
              <a:rect l="0" t="0" r="r" b="b"/>
              <a:pathLst>
                <a:path w="21600" h="41539" fill="none" extrusionOk="0">
                  <a:moveTo>
                    <a:pt x="6830" y="0"/>
                  </a:moveTo>
                  <a:cubicBezTo>
                    <a:pt x="15650" y="2940"/>
                    <a:pt x="21600" y="11194"/>
                    <a:pt x="21600" y="20492"/>
                  </a:cubicBezTo>
                  <a:cubicBezTo>
                    <a:pt x="21600" y="30550"/>
                    <a:pt x="14657" y="39277"/>
                    <a:pt x="4856" y="41538"/>
                  </a:cubicBezTo>
                </a:path>
                <a:path w="21600" h="41539" stroke="0" extrusionOk="0">
                  <a:moveTo>
                    <a:pt x="6830" y="0"/>
                  </a:moveTo>
                  <a:cubicBezTo>
                    <a:pt x="15650" y="2940"/>
                    <a:pt x="21600" y="11194"/>
                    <a:pt x="21600" y="20492"/>
                  </a:cubicBezTo>
                  <a:cubicBezTo>
                    <a:pt x="21600" y="30550"/>
                    <a:pt x="14657" y="39277"/>
                    <a:pt x="4856" y="41538"/>
                  </a:cubicBezTo>
                  <a:lnTo>
                    <a:pt x="0" y="20492"/>
                  </a:lnTo>
                  <a:lnTo>
                    <a:pt x="6830" y="0"/>
                  </a:lnTo>
                  <a:close/>
                </a:path>
              </a:pathLst>
            </a:custGeom>
            <a:noFill/>
            <a:ln w="28575">
              <a:solidFill>
                <a:srgbClr val="000000"/>
              </a:solidFill>
              <a:round/>
              <a:headEnd type="none" w="sm" len="lg"/>
              <a:tailEnd type="triangle" w="med" len="me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6119" name="Arc 60">
              <a:extLst>
                <a:ext uri="{FF2B5EF4-FFF2-40B4-BE49-F238E27FC236}">
                  <a16:creationId xmlns:a16="http://schemas.microsoft.com/office/drawing/2014/main" id="{EC1AD535-A30E-5E0C-94D8-FCEF47641852}"/>
                </a:ext>
              </a:extLst>
            </p:cNvPr>
            <p:cNvSpPr>
              <a:spLocks/>
            </p:cNvSpPr>
            <p:nvPr/>
          </p:nvSpPr>
          <p:spPr bwMode="auto">
            <a:xfrm rot="-5400000">
              <a:off x="7155" y="9975"/>
              <a:ext cx="255" cy="430"/>
            </a:xfrm>
            <a:custGeom>
              <a:avLst/>
              <a:gdLst>
                <a:gd name="T0" fmla="*/ 1 w 21600"/>
                <a:gd name="T1" fmla="*/ 0 h 41539"/>
                <a:gd name="T2" fmla="*/ 1 w 21600"/>
                <a:gd name="T3" fmla="*/ 4 h 41539"/>
                <a:gd name="T4" fmla="*/ 0 w 21600"/>
                <a:gd name="T5" fmla="*/ 2 h 41539"/>
                <a:gd name="T6" fmla="*/ 0 60000 65536"/>
                <a:gd name="T7" fmla="*/ 0 60000 65536"/>
                <a:gd name="T8" fmla="*/ 0 60000 65536"/>
              </a:gdLst>
              <a:ahLst/>
              <a:cxnLst>
                <a:cxn ang="T6">
                  <a:pos x="T0" y="T1"/>
                </a:cxn>
                <a:cxn ang="T7">
                  <a:pos x="T2" y="T3"/>
                </a:cxn>
                <a:cxn ang="T8">
                  <a:pos x="T4" y="T5"/>
                </a:cxn>
              </a:cxnLst>
              <a:rect l="0" t="0" r="r" b="b"/>
              <a:pathLst>
                <a:path w="21600" h="41539" fill="none" extrusionOk="0">
                  <a:moveTo>
                    <a:pt x="6830" y="0"/>
                  </a:moveTo>
                  <a:cubicBezTo>
                    <a:pt x="15650" y="2940"/>
                    <a:pt x="21600" y="11194"/>
                    <a:pt x="21600" y="20492"/>
                  </a:cubicBezTo>
                  <a:cubicBezTo>
                    <a:pt x="21600" y="30550"/>
                    <a:pt x="14657" y="39277"/>
                    <a:pt x="4856" y="41538"/>
                  </a:cubicBezTo>
                </a:path>
                <a:path w="21600" h="41539" stroke="0" extrusionOk="0">
                  <a:moveTo>
                    <a:pt x="6830" y="0"/>
                  </a:moveTo>
                  <a:cubicBezTo>
                    <a:pt x="15650" y="2940"/>
                    <a:pt x="21600" y="11194"/>
                    <a:pt x="21600" y="20492"/>
                  </a:cubicBezTo>
                  <a:cubicBezTo>
                    <a:pt x="21600" y="30550"/>
                    <a:pt x="14657" y="39277"/>
                    <a:pt x="4856" y="41538"/>
                  </a:cubicBezTo>
                  <a:lnTo>
                    <a:pt x="0" y="20492"/>
                  </a:lnTo>
                  <a:lnTo>
                    <a:pt x="6830" y="0"/>
                  </a:lnTo>
                  <a:close/>
                </a:path>
              </a:pathLst>
            </a:custGeom>
            <a:noFill/>
            <a:ln w="28575">
              <a:solidFill>
                <a:srgbClr val="000000"/>
              </a:solidFill>
              <a:round/>
              <a:headEnd type="none" w="sm" len="lg"/>
              <a:tailEnd type="triangle" w="med" len="me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6120" name="Arc 59">
              <a:extLst>
                <a:ext uri="{FF2B5EF4-FFF2-40B4-BE49-F238E27FC236}">
                  <a16:creationId xmlns:a16="http://schemas.microsoft.com/office/drawing/2014/main" id="{1AC3CCFB-7E85-17CF-76EB-C41D92427DD6}"/>
                </a:ext>
              </a:extLst>
            </p:cNvPr>
            <p:cNvSpPr>
              <a:spLocks/>
            </p:cNvSpPr>
            <p:nvPr/>
          </p:nvSpPr>
          <p:spPr bwMode="auto">
            <a:xfrm rot="-5400000">
              <a:off x="7674" y="9966"/>
              <a:ext cx="255" cy="430"/>
            </a:xfrm>
            <a:custGeom>
              <a:avLst/>
              <a:gdLst>
                <a:gd name="T0" fmla="*/ 1 w 21600"/>
                <a:gd name="T1" fmla="*/ 0 h 41539"/>
                <a:gd name="T2" fmla="*/ 1 w 21600"/>
                <a:gd name="T3" fmla="*/ 4 h 41539"/>
                <a:gd name="T4" fmla="*/ 0 w 21600"/>
                <a:gd name="T5" fmla="*/ 2 h 41539"/>
                <a:gd name="T6" fmla="*/ 0 60000 65536"/>
                <a:gd name="T7" fmla="*/ 0 60000 65536"/>
                <a:gd name="T8" fmla="*/ 0 60000 65536"/>
              </a:gdLst>
              <a:ahLst/>
              <a:cxnLst>
                <a:cxn ang="T6">
                  <a:pos x="T0" y="T1"/>
                </a:cxn>
                <a:cxn ang="T7">
                  <a:pos x="T2" y="T3"/>
                </a:cxn>
                <a:cxn ang="T8">
                  <a:pos x="T4" y="T5"/>
                </a:cxn>
              </a:cxnLst>
              <a:rect l="0" t="0" r="r" b="b"/>
              <a:pathLst>
                <a:path w="21600" h="41539" fill="none" extrusionOk="0">
                  <a:moveTo>
                    <a:pt x="6830" y="0"/>
                  </a:moveTo>
                  <a:cubicBezTo>
                    <a:pt x="15650" y="2940"/>
                    <a:pt x="21600" y="11194"/>
                    <a:pt x="21600" y="20492"/>
                  </a:cubicBezTo>
                  <a:cubicBezTo>
                    <a:pt x="21600" y="30550"/>
                    <a:pt x="14657" y="39277"/>
                    <a:pt x="4856" y="41538"/>
                  </a:cubicBezTo>
                </a:path>
                <a:path w="21600" h="41539" stroke="0" extrusionOk="0">
                  <a:moveTo>
                    <a:pt x="6830" y="0"/>
                  </a:moveTo>
                  <a:cubicBezTo>
                    <a:pt x="15650" y="2940"/>
                    <a:pt x="21600" y="11194"/>
                    <a:pt x="21600" y="20492"/>
                  </a:cubicBezTo>
                  <a:cubicBezTo>
                    <a:pt x="21600" y="30550"/>
                    <a:pt x="14657" y="39277"/>
                    <a:pt x="4856" y="41538"/>
                  </a:cubicBezTo>
                  <a:lnTo>
                    <a:pt x="0" y="20492"/>
                  </a:lnTo>
                  <a:lnTo>
                    <a:pt x="6830" y="0"/>
                  </a:lnTo>
                  <a:close/>
                </a:path>
              </a:pathLst>
            </a:custGeom>
            <a:noFill/>
            <a:ln w="28575">
              <a:solidFill>
                <a:srgbClr val="000000"/>
              </a:solidFill>
              <a:round/>
              <a:headEnd type="none" w="sm" len="lg"/>
              <a:tailEnd type="triangle" w="med" len="me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6121" name="Arc 58">
              <a:extLst>
                <a:ext uri="{FF2B5EF4-FFF2-40B4-BE49-F238E27FC236}">
                  <a16:creationId xmlns:a16="http://schemas.microsoft.com/office/drawing/2014/main" id="{B2EAC15E-A6D3-0884-33FE-CC68369304D6}"/>
                </a:ext>
              </a:extLst>
            </p:cNvPr>
            <p:cNvSpPr>
              <a:spLocks/>
            </p:cNvSpPr>
            <p:nvPr/>
          </p:nvSpPr>
          <p:spPr bwMode="auto">
            <a:xfrm rot="-5400000">
              <a:off x="6654" y="9966"/>
              <a:ext cx="255" cy="430"/>
            </a:xfrm>
            <a:custGeom>
              <a:avLst/>
              <a:gdLst>
                <a:gd name="T0" fmla="*/ 1 w 21600"/>
                <a:gd name="T1" fmla="*/ 0 h 41539"/>
                <a:gd name="T2" fmla="*/ 1 w 21600"/>
                <a:gd name="T3" fmla="*/ 4 h 41539"/>
                <a:gd name="T4" fmla="*/ 0 w 21600"/>
                <a:gd name="T5" fmla="*/ 2 h 41539"/>
                <a:gd name="T6" fmla="*/ 0 60000 65536"/>
                <a:gd name="T7" fmla="*/ 0 60000 65536"/>
                <a:gd name="T8" fmla="*/ 0 60000 65536"/>
              </a:gdLst>
              <a:ahLst/>
              <a:cxnLst>
                <a:cxn ang="T6">
                  <a:pos x="T0" y="T1"/>
                </a:cxn>
                <a:cxn ang="T7">
                  <a:pos x="T2" y="T3"/>
                </a:cxn>
                <a:cxn ang="T8">
                  <a:pos x="T4" y="T5"/>
                </a:cxn>
              </a:cxnLst>
              <a:rect l="0" t="0" r="r" b="b"/>
              <a:pathLst>
                <a:path w="21600" h="41539" fill="none" extrusionOk="0">
                  <a:moveTo>
                    <a:pt x="6830" y="0"/>
                  </a:moveTo>
                  <a:cubicBezTo>
                    <a:pt x="15650" y="2940"/>
                    <a:pt x="21600" y="11194"/>
                    <a:pt x="21600" y="20492"/>
                  </a:cubicBezTo>
                  <a:cubicBezTo>
                    <a:pt x="21600" y="30550"/>
                    <a:pt x="14657" y="39277"/>
                    <a:pt x="4856" y="41538"/>
                  </a:cubicBezTo>
                </a:path>
                <a:path w="21600" h="41539" stroke="0" extrusionOk="0">
                  <a:moveTo>
                    <a:pt x="6830" y="0"/>
                  </a:moveTo>
                  <a:cubicBezTo>
                    <a:pt x="15650" y="2940"/>
                    <a:pt x="21600" y="11194"/>
                    <a:pt x="21600" y="20492"/>
                  </a:cubicBezTo>
                  <a:cubicBezTo>
                    <a:pt x="21600" y="30550"/>
                    <a:pt x="14657" y="39277"/>
                    <a:pt x="4856" y="41538"/>
                  </a:cubicBezTo>
                  <a:lnTo>
                    <a:pt x="0" y="20492"/>
                  </a:lnTo>
                  <a:lnTo>
                    <a:pt x="6830" y="0"/>
                  </a:lnTo>
                  <a:close/>
                </a:path>
              </a:pathLst>
            </a:custGeom>
            <a:noFill/>
            <a:ln w="28575">
              <a:solidFill>
                <a:srgbClr val="000000"/>
              </a:solidFill>
              <a:round/>
              <a:headEnd type="none" w="sm" len="lg"/>
              <a:tailEnd type="triangle" w="med" len="me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6122" name="Arc 57">
              <a:extLst>
                <a:ext uri="{FF2B5EF4-FFF2-40B4-BE49-F238E27FC236}">
                  <a16:creationId xmlns:a16="http://schemas.microsoft.com/office/drawing/2014/main" id="{91503A79-A9E7-7377-E142-99D5ED3D09F9}"/>
                </a:ext>
              </a:extLst>
            </p:cNvPr>
            <p:cNvSpPr>
              <a:spLocks/>
            </p:cNvSpPr>
            <p:nvPr/>
          </p:nvSpPr>
          <p:spPr bwMode="auto">
            <a:xfrm rot="-5400000">
              <a:off x="8189" y="9937"/>
              <a:ext cx="264" cy="489"/>
            </a:xfrm>
            <a:custGeom>
              <a:avLst/>
              <a:gdLst>
                <a:gd name="T0" fmla="*/ 1 w 21600"/>
                <a:gd name="T1" fmla="*/ 0 h 41539"/>
                <a:gd name="T2" fmla="*/ 1 w 21600"/>
                <a:gd name="T3" fmla="*/ 6 h 41539"/>
                <a:gd name="T4" fmla="*/ 0 w 21600"/>
                <a:gd name="T5" fmla="*/ 3 h 41539"/>
                <a:gd name="T6" fmla="*/ 0 60000 65536"/>
                <a:gd name="T7" fmla="*/ 0 60000 65536"/>
                <a:gd name="T8" fmla="*/ 0 60000 65536"/>
              </a:gdLst>
              <a:ahLst/>
              <a:cxnLst>
                <a:cxn ang="T6">
                  <a:pos x="T0" y="T1"/>
                </a:cxn>
                <a:cxn ang="T7">
                  <a:pos x="T2" y="T3"/>
                </a:cxn>
                <a:cxn ang="T8">
                  <a:pos x="T4" y="T5"/>
                </a:cxn>
              </a:cxnLst>
              <a:rect l="0" t="0" r="r" b="b"/>
              <a:pathLst>
                <a:path w="21600" h="41539" fill="none" extrusionOk="0">
                  <a:moveTo>
                    <a:pt x="6830" y="0"/>
                  </a:moveTo>
                  <a:cubicBezTo>
                    <a:pt x="15650" y="2940"/>
                    <a:pt x="21600" y="11194"/>
                    <a:pt x="21600" y="20492"/>
                  </a:cubicBezTo>
                  <a:cubicBezTo>
                    <a:pt x="21600" y="30550"/>
                    <a:pt x="14657" y="39277"/>
                    <a:pt x="4856" y="41538"/>
                  </a:cubicBezTo>
                </a:path>
                <a:path w="21600" h="41539" stroke="0" extrusionOk="0">
                  <a:moveTo>
                    <a:pt x="6830" y="0"/>
                  </a:moveTo>
                  <a:cubicBezTo>
                    <a:pt x="15650" y="2940"/>
                    <a:pt x="21600" y="11194"/>
                    <a:pt x="21600" y="20492"/>
                  </a:cubicBezTo>
                  <a:cubicBezTo>
                    <a:pt x="21600" y="30550"/>
                    <a:pt x="14657" y="39277"/>
                    <a:pt x="4856" y="41538"/>
                  </a:cubicBezTo>
                  <a:lnTo>
                    <a:pt x="0" y="20492"/>
                  </a:lnTo>
                  <a:lnTo>
                    <a:pt x="6830" y="0"/>
                  </a:lnTo>
                  <a:close/>
                </a:path>
              </a:pathLst>
            </a:custGeom>
            <a:noFill/>
            <a:ln w="28575">
              <a:solidFill>
                <a:srgbClr val="000000"/>
              </a:solidFill>
              <a:round/>
              <a:headEnd type="none" w="sm" len="lg"/>
              <a:tailEnd type="triangle" w="med" len="me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6123" name="Arc 56">
              <a:extLst>
                <a:ext uri="{FF2B5EF4-FFF2-40B4-BE49-F238E27FC236}">
                  <a16:creationId xmlns:a16="http://schemas.microsoft.com/office/drawing/2014/main" id="{8DDBA91F-06AB-D3CA-DB1B-A3883EFFF02F}"/>
                </a:ext>
              </a:extLst>
            </p:cNvPr>
            <p:cNvSpPr>
              <a:spLocks/>
            </p:cNvSpPr>
            <p:nvPr/>
          </p:nvSpPr>
          <p:spPr bwMode="auto">
            <a:xfrm rot="-4267815">
              <a:off x="3149" y="10002"/>
              <a:ext cx="245" cy="294"/>
            </a:xfrm>
            <a:custGeom>
              <a:avLst/>
              <a:gdLst>
                <a:gd name="T0" fmla="*/ 0 w 42972"/>
                <a:gd name="T1" fmla="*/ 1 h 43200"/>
                <a:gd name="T2" fmla="*/ 0 w 42972"/>
                <a:gd name="T3" fmla="*/ 2 h 43200"/>
                <a:gd name="T4" fmla="*/ 1 w 42972"/>
                <a:gd name="T5" fmla="*/ 1 h 43200"/>
                <a:gd name="T6" fmla="*/ 0 60000 65536"/>
                <a:gd name="T7" fmla="*/ 0 60000 65536"/>
                <a:gd name="T8" fmla="*/ 0 60000 65536"/>
              </a:gdLst>
              <a:ahLst/>
              <a:cxnLst>
                <a:cxn ang="T6">
                  <a:pos x="T0" y="T1"/>
                </a:cxn>
                <a:cxn ang="T7">
                  <a:pos x="T2" y="T3"/>
                </a:cxn>
                <a:cxn ang="T8">
                  <a:pos x="T4" y="T5"/>
                </a:cxn>
              </a:cxnLst>
              <a:rect l="0" t="0" r="r" b="b"/>
              <a:pathLst>
                <a:path w="42972" h="43200" fill="none" extrusionOk="0">
                  <a:moveTo>
                    <a:pt x="-1" y="18471"/>
                  </a:moveTo>
                  <a:cubicBezTo>
                    <a:pt x="1552" y="7863"/>
                    <a:pt x="10650" y="-1"/>
                    <a:pt x="21372" y="0"/>
                  </a:cubicBezTo>
                  <a:cubicBezTo>
                    <a:pt x="33301" y="0"/>
                    <a:pt x="42972" y="9670"/>
                    <a:pt x="42972" y="21600"/>
                  </a:cubicBezTo>
                  <a:cubicBezTo>
                    <a:pt x="42972" y="33529"/>
                    <a:pt x="33301" y="43200"/>
                    <a:pt x="21372" y="43200"/>
                  </a:cubicBezTo>
                  <a:cubicBezTo>
                    <a:pt x="18283" y="43200"/>
                    <a:pt x="15230" y="42537"/>
                    <a:pt x="12418" y="41257"/>
                  </a:cubicBezTo>
                </a:path>
                <a:path w="42972" h="43200" stroke="0" extrusionOk="0">
                  <a:moveTo>
                    <a:pt x="-1" y="18471"/>
                  </a:moveTo>
                  <a:cubicBezTo>
                    <a:pt x="1552" y="7863"/>
                    <a:pt x="10650" y="-1"/>
                    <a:pt x="21372" y="0"/>
                  </a:cubicBezTo>
                  <a:cubicBezTo>
                    <a:pt x="33301" y="0"/>
                    <a:pt x="42972" y="9670"/>
                    <a:pt x="42972" y="21600"/>
                  </a:cubicBezTo>
                  <a:cubicBezTo>
                    <a:pt x="42972" y="33529"/>
                    <a:pt x="33301" y="43200"/>
                    <a:pt x="21372" y="43200"/>
                  </a:cubicBezTo>
                  <a:cubicBezTo>
                    <a:pt x="18283" y="43200"/>
                    <a:pt x="15230" y="42537"/>
                    <a:pt x="12418" y="41257"/>
                  </a:cubicBezTo>
                  <a:lnTo>
                    <a:pt x="21372" y="21600"/>
                  </a:lnTo>
                  <a:lnTo>
                    <a:pt x="-1" y="18471"/>
                  </a:lnTo>
                  <a:close/>
                </a:path>
              </a:pathLst>
            </a:custGeom>
            <a:noFill/>
            <a:ln w="28575">
              <a:solidFill>
                <a:srgbClr val="000000"/>
              </a:solidFill>
              <a:round/>
              <a:headEnd type="triangle" w="med" len="me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46088" name="Group 38">
            <a:extLst>
              <a:ext uri="{FF2B5EF4-FFF2-40B4-BE49-F238E27FC236}">
                <a16:creationId xmlns:a16="http://schemas.microsoft.com/office/drawing/2014/main" id="{BD36F0C4-28D3-7ABE-135D-4564AA3322DB}"/>
              </a:ext>
            </a:extLst>
          </p:cNvPr>
          <p:cNvGrpSpPr>
            <a:grpSpLocks/>
          </p:cNvGrpSpPr>
          <p:nvPr/>
        </p:nvGrpSpPr>
        <p:grpSpPr bwMode="auto">
          <a:xfrm>
            <a:off x="3449638" y="4983164"/>
            <a:ext cx="6583362" cy="731837"/>
            <a:chOff x="3149" y="11457"/>
            <a:chExt cx="5926" cy="719"/>
          </a:xfrm>
        </p:grpSpPr>
        <p:sp>
          <p:nvSpPr>
            <p:cNvPr id="2102" name="Rectangle 54">
              <a:extLst>
                <a:ext uri="{FF2B5EF4-FFF2-40B4-BE49-F238E27FC236}">
                  <a16:creationId xmlns:a16="http://schemas.microsoft.com/office/drawing/2014/main" id="{F7607538-F0B8-41E7-A8A1-46B147BD9CDE}"/>
                </a:ext>
              </a:extLst>
            </p:cNvPr>
            <p:cNvSpPr>
              <a:spLocks noChangeArrowheads="1"/>
            </p:cNvSpPr>
            <p:nvPr/>
          </p:nvSpPr>
          <p:spPr bwMode="auto">
            <a:xfrm>
              <a:off x="3219" y="11691"/>
              <a:ext cx="5040" cy="476"/>
            </a:xfrm>
            <a:prstGeom prst="rect">
              <a:avLst/>
            </a:prstGeom>
            <a:solidFill>
              <a:schemeClr val="accent1">
                <a:lumMod val="60000"/>
                <a:lumOff val="40000"/>
              </a:schemeClr>
            </a:solidFill>
            <a:ln w="28575">
              <a:solidFill>
                <a:srgbClr val="000000"/>
              </a:solidFill>
              <a:miter lim="800000"/>
              <a:headEnd/>
              <a:tailEnd/>
            </a:ln>
          </p:spPr>
          <p:txBody>
            <a:bodyPr/>
            <a:lstStyle/>
            <a:p>
              <a:pPr eaLnBrk="1" hangingPunct="1">
                <a:defRPr/>
              </a:pPr>
              <a:endParaRPr lang="en-GB"/>
            </a:p>
          </p:txBody>
        </p:sp>
        <p:sp>
          <p:nvSpPr>
            <p:cNvPr id="46094" name="Line 53">
              <a:extLst>
                <a:ext uri="{FF2B5EF4-FFF2-40B4-BE49-F238E27FC236}">
                  <a16:creationId xmlns:a16="http://schemas.microsoft.com/office/drawing/2014/main" id="{447C943E-CCA4-3EA8-84CA-5AA5B87291DC}"/>
                </a:ext>
              </a:extLst>
            </p:cNvPr>
            <p:cNvSpPr>
              <a:spLocks noChangeShapeType="1"/>
            </p:cNvSpPr>
            <p:nvPr/>
          </p:nvSpPr>
          <p:spPr bwMode="auto">
            <a:xfrm>
              <a:off x="3744" y="11691"/>
              <a:ext cx="0" cy="476"/>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095" name="Line 52">
              <a:extLst>
                <a:ext uri="{FF2B5EF4-FFF2-40B4-BE49-F238E27FC236}">
                  <a16:creationId xmlns:a16="http://schemas.microsoft.com/office/drawing/2014/main" id="{8BEA4340-977D-338D-DF6E-F43B8CEF8FFF}"/>
                </a:ext>
              </a:extLst>
            </p:cNvPr>
            <p:cNvSpPr>
              <a:spLocks noChangeShapeType="1"/>
            </p:cNvSpPr>
            <p:nvPr/>
          </p:nvSpPr>
          <p:spPr bwMode="auto">
            <a:xfrm>
              <a:off x="4248" y="11682"/>
              <a:ext cx="0" cy="476"/>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096" name="Line 51">
              <a:extLst>
                <a:ext uri="{FF2B5EF4-FFF2-40B4-BE49-F238E27FC236}">
                  <a16:creationId xmlns:a16="http://schemas.microsoft.com/office/drawing/2014/main" id="{A6ECB5F4-8242-D3DD-874F-605901902CF1}"/>
                </a:ext>
              </a:extLst>
            </p:cNvPr>
            <p:cNvSpPr>
              <a:spLocks noChangeShapeType="1"/>
            </p:cNvSpPr>
            <p:nvPr/>
          </p:nvSpPr>
          <p:spPr bwMode="auto">
            <a:xfrm>
              <a:off x="4752" y="11688"/>
              <a:ext cx="0" cy="476"/>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097" name="Line 50">
              <a:extLst>
                <a:ext uri="{FF2B5EF4-FFF2-40B4-BE49-F238E27FC236}">
                  <a16:creationId xmlns:a16="http://schemas.microsoft.com/office/drawing/2014/main" id="{A3B2839B-6E80-17B5-1AB9-58E9AACB66D1}"/>
                </a:ext>
              </a:extLst>
            </p:cNvPr>
            <p:cNvSpPr>
              <a:spLocks noChangeShapeType="1"/>
            </p:cNvSpPr>
            <p:nvPr/>
          </p:nvSpPr>
          <p:spPr bwMode="auto">
            <a:xfrm>
              <a:off x="7761" y="11694"/>
              <a:ext cx="0" cy="476"/>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098" name="Line 49">
              <a:extLst>
                <a:ext uri="{FF2B5EF4-FFF2-40B4-BE49-F238E27FC236}">
                  <a16:creationId xmlns:a16="http://schemas.microsoft.com/office/drawing/2014/main" id="{EA0BE54A-8884-FFBD-5257-21C0C42CEDBC}"/>
                </a:ext>
              </a:extLst>
            </p:cNvPr>
            <p:cNvSpPr>
              <a:spLocks noChangeShapeType="1"/>
            </p:cNvSpPr>
            <p:nvPr/>
          </p:nvSpPr>
          <p:spPr bwMode="auto">
            <a:xfrm>
              <a:off x="7290" y="11700"/>
              <a:ext cx="0" cy="476"/>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099" name="Line 48">
              <a:extLst>
                <a:ext uri="{FF2B5EF4-FFF2-40B4-BE49-F238E27FC236}">
                  <a16:creationId xmlns:a16="http://schemas.microsoft.com/office/drawing/2014/main" id="{A9941B32-5E54-1135-B31B-B8B615000698}"/>
                </a:ext>
              </a:extLst>
            </p:cNvPr>
            <p:cNvSpPr>
              <a:spLocks noChangeShapeType="1"/>
            </p:cNvSpPr>
            <p:nvPr/>
          </p:nvSpPr>
          <p:spPr bwMode="auto">
            <a:xfrm>
              <a:off x="6819" y="11691"/>
              <a:ext cx="0" cy="476"/>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100" name="Arc 47">
              <a:extLst>
                <a:ext uri="{FF2B5EF4-FFF2-40B4-BE49-F238E27FC236}">
                  <a16:creationId xmlns:a16="http://schemas.microsoft.com/office/drawing/2014/main" id="{FCFF988F-C5CC-E7D1-6280-DCC33AAACABB}"/>
                </a:ext>
              </a:extLst>
            </p:cNvPr>
            <p:cNvSpPr>
              <a:spLocks/>
            </p:cNvSpPr>
            <p:nvPr/>
          </p:nvSpPr>
          <p:spPr bwMode="auto">
            <a:xfrm rot="-5400000">
              <a:off x="3591" y="11409"/>
              <a:ext cx="255" cy="430"/>
            </a:xfrm>
            <a:custGeom>
              <a:avLst/>
              <a:gdLst>
                <a:gd name="T0" fmla="*/ 1 w 21600"/>
                <a:gd name="T1" fmla="*/ 0 h 41539"/>
                <a:gd name="T2" fmla="*/ 1 w 21600"/>
                <a:gd name="T3" fmla="*/ 4 h 41539"/>
                <a:gd name="T4" fmla="*/ 0 w 21600"/>
                <a:gd name="T5" fmla="*/ 2 h 41539"/>
                <a:gd name="T6" fmla="*/ 0 60000 65536"/>
                <a:gd name="T7" fmla="*/ 0 60000 65536"/>
                <a:gd name="T8" fmla="*/ 0 60000 65536"/>
              </a:gdLst>
              <a:ahLst/>
              <a:cxnLst>
                <a:cxn ang="T6">
                  <a:pos x="T0" y="T1"/>
                </a:cxn>
                <a:cxn ang="T7">
                  <a:pos x="T2" y="T3"/>
                </a:cxn>
                <a:cxn ang="T8">
                  <a:pos x="T4" y="T5"/>
                </a:cxn>
              </a:cxnLst>
              <a:rect l="0" t="0" r="r" b="b"/>
              <a:pathLst>
                <a:path w="21600" h="41539" fill="none" extrusionOk="0">
                  <a:moveTo>
                    <a:pt x="6830" y="0"/>
                  </a:moveTo>
                  <a:cubicBezTo>
                    <a:pt x="15650" y="2940"/>
                    <a:pt x="21600" y="11194"/>
                    <a:pt x="21600" y="20492"/>
                  </a:cubicBezTo>
                  <a:cubicBezTo>
                    <a:pt x="21600" y="30550"/>
                    <a:pt x="14657" y="39277"/>
                    <a:pt x="4856" y="41538"/>
                  </a:cubicBezTo>
                </a:path>
                <a:path w="21600" h="41539" stroke="0" extrusionOk="0">
                  <a:moveTo>
                    <a:pt x="6830" y="0"/>
                  </a:moveTo>
                  <a:cubicBezTo>
                    <a:pt x="15650" y="2940"/>
                    <a:pt x="21600" y="11194"/>
                    <a:pt x="21600" y="20492"/>
                  </a:cubicBezTo>
                  <a:cubicBezTo>
                    <a:pt x="21600" y="30550"/>
                    <a:pt x="14657" y="39277"/>
                    <a:pt x="4856" y="41538"/>
                  </a:cubicBezTo>
                  <a:lnTo>
                    <a:pt x="0" y="20492"/>
                  </a:lnTo>
                  <a:lnTo>
                    <a:pt x="6830" y="0"/>
                  </a:lnTo>
                  <a:close/>
                </a:path>
              </a:pathLst>
            </a:custGeom>
            <a:noFill/>
            <a:ln w="28575">
              <a:solidFill>
                <a:srgbClr val="000000"/>
              </a:solidFill>
              <a:round/>
              <a:headEnd type="triangle" w="med" len="me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6101" name="Arc 46">
              <a:extLst>
                <a:ext uri="{FF2B5EF4-FFF2-40B4-BE49-F238E27FC236}">
                  <a16:creationId xmlns:a16="http://schemas.microsoft.com/office/drawing/2014/main" id="{337D4FDF-23D5-2681-3B8A-5A6B77891405}"/>
                </a:ext>
              </a:extLst>
            </p:cNvPr>
            <p:cNvSpPr>
              <a:spLocks/>
            </p:cNvSpPr>
            <p:nvPr/>
          </p:nvSpPr>
          <p:spPr bwMode="auto">
            <a:xfrm rot="-5400000">
              <a:off x="4110" y="11415"/>
              <a:ext cx="255" cy="430"/>
            </a:xfrm>
            <a:custGeom>
              <a:avLst/>
              <a:gdLst>
                <a:gd name="T0" fmla="*/ 1 w 21600"/>
                <a:gd name="T1" fmla="*/ 0 h 41539"/>
                <a:gd name="T2" fmla="*/ 1 w 21600"/>
                <a:gd name="T3" fmla="*/ 4 h 41539"/>
                <a:gd name="T4" fmla="*/ 0 w 21600"/>
                <a:gd name="T5" fmla="*/ 2 h 41539"/>
                <a:gd name="T6" fmla="*/ 0 60000 65536"/>
                <a:gd name="T7" fmla="*/ 0 60000 65536"/>
                <a:gd name="T8" fmla="*/ 0 60000 65536"/>
              </a:gdLst>
              <a:ahLst/>
              <a:cxnLst>
                <a:cxn ang="T6">
                  <a:pos x="T0" y="T1"/>
                </a:cxn>
                <a:cxn ang="T7">
                  <a:pos x="T2" y="T3"/>
                </a:cxn>
                <a:cxn ang="T8">
                  <a:pos x="T4" y="T5"/>
                </a:cxn>
              </a:cxnLst>
              <a:rect l="0" t="0" r="r" b="b"/>
              <a:pathLst>
                <a:path w="21600" h="41539" fill="none" extrusionOk="0">
                  <a:moveTo>
                    <a:pt x="6830" y="0"/>
                  </a:moveTo>
                  <a:cubicBezTo>
                    <a:pt x="15650" y="2940"/>
                    <a:pt x="21600" y="11194"/>
                    <a:pt x="21600" y="20492"/>
                  </a:cubicBezTo>
                  <a:cubicBezTo>
                    <a:pt x="21600" y="30550"/>
                    <a:pt x="14657" y="39277"/>
                    <a:pt x="4856" y="41538"/>
                  </a:cubicBezTo>
                </a:path>
                <a:path w="21600" h="41539" stroke="0" extrusionOk="0">
                  <a:moveTo>
                    <a:pt x="6830" y="0"/>
                  </a:moveTo>
                  <a:cubicBezTo>
                    <a:pt x="15650" y="2940"/>
                    <a:pt x="21600" y="11194"/>
                    <a:pt x="21600" y="20492"/>
                  </a:cubicBezTo>
                  <a:cubicBezTo>
                    <a:pt x="21600" y="30550"/>
                    <a:pt x="14657" y="39277"/>
                    <a:pt x="4856" y="41538"/>
                  </a:cubicBezTo>
                  <a:lnTo>
                    <a:pt x="0" y="20492"/>
                  </a:lnTo>
                  <a:lnTo>
                    <a:pt x="6830" y="0"/>
                  </a:lnTo>
                  <a:close/>
                </a:path>
              </a:pathLst>
            </a:custGeom>
            <a:noFill/>
            <a:ln w="28575">
              <a:solidFill>
                <a:srgbClr val="000000"/>
              </a:solidFill>
              <a:round/>
              <a:headEnd type="triangle" w="med" len="me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6102" name="Arc 45">
              <a:extLst>
                <a:ext uri="{FF2B5EF4-FFF2-40B4-BE49-F238E27FC236}">
                  <a16:creationId xmlns:a16="http://schemas.microsoft.com/office/drawing/2014/main" id="{DA2AC18C-6F22-33BF-6492-C8F649B18555}"/>
                </a:ext>
              </a:extLst>
            </p:cNvPr>
            <p:cNvSpPr>
              <a:spLocks/>
            </p:cNvSpPr>
            <p:nvPr/>
          </p:nvSpPr>
          <p:spPr bwMode="auto">
            <a:xfrm rot="-5400000">
              <a:off x="4629" y="11418"/>
              <a:ext cx="255" cy="430"/>
            </a:xfrm>
            <a:custGeom>
              <a:avLst/>
              <a:gdLst>
                <a:gd name="T0" fmla="*/ 1 w 21600"/>
                <a:gd name="T1" fmla="*/ 0 h 41539"/>
                <a:gd name="T2" fmla="*/ 1 w 21600"/>
                <a:gd name="T3" fmla="*/ 4 h 41539"/>
                <a:gd name="T4" fmla="*/ 0 w 21600"/>
                <a:gd name="T5" fmla="*/ 2 h 41539"/>
                <a:gd name="T6" fmla="*/ 0 60000 65536"/>
                <a:gd name="T7" fmla="*/ 0 60000 65536"/>
                <a:gd name="T8" fmla="*/ 0 60000 65536"/>
              </a:gdLst>
              <a:ahLst/>
              <a:cxnLst>
                <a:cxn ang="T6">
                  <a:pos x="T0" y="T1"/>
                </a:cxn>
                <a:cxn ang="T7">
                  <a:pos x="T2" y="T3"/>
                </a:cxn>
                <a:cxn ang="T8">
                  <a:pos x="T4" y="T5"/>
                </a:cxn>
              </a:cxnLst>
              <a:rect l="0" t="0" r="r" b="b"/>
              <a:pathLst>
                <a:path w="21600" h="41539" fill="none" extrusionOk="0">
                  <a:moveTo>
                    <a:pt x="6830" y="0"/>
                  </a:moveTo>
                  <a:cubicBezTo>
                    <a:pt x="15650" y="2940"/>
                    <a:pt x="21600" y="11194"/>
                    <a:pt x="21600" y="20492"/>
                  </a:cubicBezTo>
                  <a:cubicBezTo>
                    <a:pt x="21600" y="30550"/>
                    <a:pt x="14657" y="39277"/>
                    <a:pt x="4856" y="41538"/>
                  </a:cubicBezTo>
                </a:path>
                <a:path w="21600" h="41539" stroke="0" extrusionOk="0">
                  <a:moveTo>
                    <a:pt x="6830" y="0"/>
                  </a:moveTo>
                  <a:cubicBezTo>
                    <a:pt x="15650" y="2940"/>
                    <a:pt x="21600" y="11194"/>
                    <a:pt x="21600" y="20492"/>
                  </a:cubicBezTo>
                  <a:cubicBezTo>
                    <a:pt x="21600" y="30550"/>
                    <a:pt x="14657" y="39277"/>
                    <a:pt x="4856" y="41538"/>
                  </a:cubicBezTo>
                  <a:lnTo>
                    <a:pt x="0" y="20492"/>
                  </a:lnTo>
                  <a:lnTo>
                    <a:pt x="6830" y="0"/>
                  </a:lnTo>
                  <a:close/>
                </a:path>
              </a:pathLst>
            </a:custGeom>
            <a:noFill/>
            <a:ln w="28575">
              <a:solidFill>
                <a:srgbClr val="000000"/>
              </a:solidFill>
              <a:round/>
              <a:headEnd type="triangle" w="med" len="me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6103" name="Arc 44">
              <a:extLst>
                <a:ext uri="{FF2B5EF4-FFF2-40B4-BE49-F238E27FC236}">
                  <a16:creationId xmlns:a16="http://schemas.microsoft.com/office/drawing/2014/main" id="{5CD2EC29-8370-B728-C7D0-66A34B7D861F}"/>
                </a:ext>
              </a:extLst>
            </p:cNvPr>
            <p:cNvSpPr>
              <a:spLocks/>
            </p:cNvSpPr>
            <p:nvPr/>
          </p:nvSpPr>
          <p:spPr bwMode="auto">
            <a:xfrm rot="-5400000">
              <a:off x="7194" y="11403"/>
              <a:ext cx="255" cy="430"/>
            </a:xfrm>
            <a:custGeom>
              <a:avLst/>
              <a:gdLst>
                <a:gd name="T0" fmla="*/ 1 w 21600"/>
                <a:gd name="T1" fmla="*/ 0 h 41539"/>
                <a:gd name="T2" fmla="*/ 1 w 21600"/>
                <a:gd name="T3" fmla="*/ 4 h 41539"/>
                <a:gd name="T4" fmla="*/ 0 w 21600"/>
                <a:gd name="T5" fmla="*/ 2 h 41539"/>
                <a:gd name="T6" fmla="*/ 0 60000 65536"/>
                <a:gd name="T7" fmla="*/ 0 60000 65536"/>
                <a:gd name="T8" fmla="*/ 0 60000 65536"/>
              </a:gdLst>
              <a:ahLst/>
              <a:cxnLst>
                <a:cxn ang="T6">
                  <a:pos x="T0" y="T1"/>
                </a:cxn>
                <a:cxn ang="T7">
                  <a:pos x="T2" y="T3"/>
                </a:cxn>
                <a:cxn ang="T8">
                  <a:pos x="T4" y="T5"/>
                </a:cxn>
              </a:cxnLst>
              <a:rect l="0" t="0" r="r" b="b"/>
              <a:pathLst>
                <a:path w="21600" h="41539" fill="none" extrusionOk="0">
                  <a:moveTo>
                    <a:pt x="6830" y="0"/>
                  </a:moveTo>
                  <a:cubicBezTo>
                    <a:pt x="15650" y="2940"/>
                    <a:pt x="21600" y="11194"/>
                    <a:pt x="21600" y="20492"/>
                  </a:cubicBezTo>
                  <a:cubicBezTo>
                    <a:pt x="21600" y="30550"/>
                    <a:pt x="14657" y="39277"/>
                    <a:pt x="4856" y="41538"/>
                  </a:cubicBezTo>
                </a:path>
                <a:path w="21600" h="41539" stroke="0" extrusionOk="0">
                  <a:moveTo>
                    <a:pt x="6830" y="0"/>
                  </a:moveTo>
                  <a:cubicBezTo>
                    <a:pt x="15650" y="2940"/>
                    <a:pt x="21600" y="11194"/>
                    <a:pt x="21600" y="20492"/>
                  </a:cubicBezTo>
                  <a:cubicBezTo>
                    <a:pt x="21600" y="30550"/>
                    <a:pt x="14657" y="39277"/>
                    <a:pt x="4856" y="41538"/>
                  </a:cubicBezTo>
                  <a:lnTo>
                    <a:pt x="0" y="20492"/>
                  </a:lnTo>
                  <a:lnTo>
                    <a:pt x="6830" y="0"/>
                  </a:lnTo>
                  <a:close/>
                </a:path>
              </a:pathLst>
            </a:custGeom>
            <a:noFill/>
            <a:ln w="28575">
              <a:solidFill>
                <a:srgbClr val="000000"/>
              </a:solidFill>
              <a:round/>
              <a:headEnd type="triangle" w="med" len="me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6104" name="Arc 43">
              <a:extLst>
                <a:ext uri="{FF2B5EF4-FFF2-40B4-BE49-F238E27FC236}">
                  <a16:creationId xmlns:a16="http://schemas.microsoft.com/office/drawing/2014/main" id="{8D501839-6A63-D3D8-D88E-3C3D43B4DCCA}"/>
                </a:ext>
              </a:extLst>
            </p:cNvPr>
            <p:cNvSpPr>
              <a:spLocks/>
            </p:cNvSpPr>
            <p:nvPr/>
          </p:nvSpPr>
          <p:spPr bwMode="auto">
            <a:xfrm rot="-5400000">
              <a:off x="7713" y="11412"/>
              <a:ext cx="255" cy="430"/>
            </a:xfrm>
            <a:custGeom>
              <a:avLst/>
              <a:gdLst>
                <a:gd name="T0" fmla="*/ 1 w 21600"/>
                <a:gd name="T1" fmla="*/ 0 h 41539"/>
                <a:gd name="T2" fmla="*/ 1 w 21600"/>
                <a:gd name="T3" fmla="*/ 4 h 41539"/>
                <a:gd name="T4" fmla="*/ 0 w 21600"/>
                <a:gd name="T5" fmla="*/ 2 h 41539"/>
                <a:gd name="T6" fmla="*/ 0 60000 65536"/>
                <a:gd name="T7" fmla="*/ 0 60000 65536"/>
                <a:gd name="T8" fmla="*/ 0 60000 65536"/>
              </a:gdLst>
              <a:ahLst/>
              <a:cxnLst>
                <a:cxn ang="T6">
                  <a:pos x="T0" y="T1"/>
                </a:cxn>
                <a:cxn ang="T7">
                  <a:pos x="T2" y="T3"/>
                </a:cxn>
                <a:cxn ang="T8">
                  <a:pos x="T4" y="T5"/>
                </a:cxn>
              </a:cxnLst>
              <a:rect l="0" t="0" r="r" b="b"/>
              <a:pathLst>
                <a:path w="21600" h="41539" fill="none" extrusionOk="0">
                  <a:moveTo>
                    <a:pt x="6830" y="0"/>
                  </a:moveTo>
                  <a:cubicBezTo>
                    <a:pt x="15650" y="2940"/>
                    <a:pt x="21600" y="11194"/>
                    <a:pt x="21600" y="20492"/>
                  </a:cubicBezTo>
                  <a:cubicBezTo>
                    <a:pt x="21600" y="30550"/>
                    <a:pt x="14657" y="39277"/>
                    <a:pt x="4856" y="41538"/>
                  </a:cubicBezTo>
                </a:path>
                <a:path w="21600" h="41539" stroke="0" extrusionOk="0">
                  <a:moveTo>
                    <a:pt x="6830" y="0"/>
                  </a:moveTo>
                  <a:cubicBezTo>
                    <a:pt x="15650" y="2940"/>
                    <a:pt x="21600" y="11194"/>
                    <a:pt x="21600" y="20492"/>
                  </a:cubicBezTo>
                  <a:cubicBezTo>
                    <a:pt x="21600" y="30550"/>
                    <a:pt x="14657" y="39277"/>
                    <a:pt x="4856" y="41538"/>
                  </a:cubicBezTo>
                  <a:lnTo>
                    <a:pt x="0" y="20492"/>
                  </a:lnTo>
                  <a:lnTo>
                    <a:pt x="6830" y="0"/>
                  </a:lnTo>
                  <a:close/>
                </a:path>
              </a:pathLst>
            </a:custGeom>
            <a:noFill/>
            <a:ln w="28575">
              <a:solidFill>
                <a:srgbClr val="000000"/>
              </a:solidFill>
              <a:round/>
              <a:headEnd type="triangle" w="med" len="me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6105" name="Arc 42">
              <a:extLst>
                <a:ext uri="{FF2B5EF4-FFF2-40B4-BE49-F238E27FC236}">
                  <a16:creationId xmlns:a16="http://schemas.microsoft.com/office/drawing/2014/main" id="{9911AB6A-E525-E31D-D5D1-C23816CEBA54}"/>
                </a:ext>
              </a:extLst>
            </p:cNvPr>
            <p:cNvSpPr>
              <a:spLocks/>
            </p:cNvSpPr>
            <p:nvPr/>
          </p:nvSpPr>
          <p:spPr bwMode="auto">
            <a:xfrm rot="-5400000">
              <a:off x="6693" y="11412"/>
              <a:ext cx="255" cy="430"/>
            </a:xfrm>
            <a:custGeom>
              <a:avLst/>
              <a:gdLst>
                <a:gd name="T0" fmla="*/ 1 w 21600"/>
                <a:gd name="T1" fmla="*/ 0 h 41539"/>
                <a:gd name="T2" fmla="*/ 1 w 21600"/>
                <a:gd name="T3" fmla="*/ 4 h 41539"/>
                <a:gd name="T4" fmla="*/ 0 w 21600"/>
                <a:gd name="T5" fmla="*/ 2 h 41539"/>
                <a:gd name="T6" fmla="*/ 0 60000 65536"/>
                <a:gd name="T7" fmla="*/ 0 60000 65536"/>
                <a:gd name="T8" fmla="*/ 0 60000 65536"/>
              </a:gdLst>
              <a:ahLst/>
              <a:cxnLst>
                <a:cxn ang="T6">
                  <a:pos x="T0" y="T1"/>
                </a:cxn>
                <a:cxn ang="T7">
                  <a:pos x="T2" y="T3"/>
                </a:cxn>
                <a:cxn ang="T8">
                  <a:pos x="T4" y="T5"/>
                </a:cxn>
              </a:cxnLst>
              <a:rect l="0" t="0" r="r" b="b"/>
              <a:pathLst>
                <a:path w="21600" h="41539" fill="none" extrusionOk="0">
                  <a:moveTo>
                    <a:pt x="6830" y="0"/>
                  </a:moveTo>
                  <a:cubicBezTo>
                    <a:pt x="15650" y="2940"/>
                    <a:pt x="21600" y="11194"/>
                    <a:pt x="21600" y="20492"/>
                  </a:cubicBezTo>
                  <a:cubicBezTo>
                    <a:pt x="21600" y="30550"/>
                    <a:pt x="14657" y="39277"/>
                    <a:pt x="4856" y="41538"/>
                  </a:cubicBezTo>
                </a:path>
                <a:path w="21600" h="41539" stroke="0" extrusionOk="0">
                  <a:moveTo>
                    <a:pt x="6830" y="0"/>
                  </a:moveTo>
                  <a:cubicBezTo>
                    <a:pt x="15650" y="2940"/>
                    <a:pt x="21600" y="11194"/>
                    <a:pt x="21600" y="20492"/>
                  </a:cubicBezTo>
                  <a:cubicBezTo>
                    <a:pt x="21600" y="30550"/>
                    <a:pt x="14657" y="39277"/>
                    <a:pt x="4856" y="41538"/>
                  </a:cubicBezTo>
                  <a:lnTo>
                    <a:pt x="0" y="20492"/>
                  </a:lnTo>
                  <a:lnTo>
                    <a:pt x="6830" y="0"/>
                  </a:lnTo>
                  <a:close/>
                </a:path>
              </a:pathLst>
            </a:custGeom>
            <a:noFill/>
            <a:ln w="28575">
              <a:solidFill>
                <a:srgbClr val="000000"/>
              </a:solidFill>
              <a:round/>
              <a:headEnd type="triangle" w="med" len="me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6106" name="Arc 41">
              <a:extLst>
                <a:ext uri="{FF2B5EF4-FFF2-40B4-BE49-F238E27FC236}">
                  <a16:creationId xmlns:a16="http://schemas.microsoft.com/office/drawing/2014/main" id="{074D8E98-9170-2476-0D72-2A206FD720C5}"/>
                </a:ext>
              </a:extLst>
            </p:cNvPr>
            <p:cNvSpPr>
              <a:spLocks/>
            </p:cNvSpPr>
            <p:nvPr/>
          </p:nvSpPr>
          <p:spPr bwMode="auto">
            <a:xfrm rot="-5400000">
              <a:off x="8240" y="11398"/>
              <a:ext cx="264" cy="489"/>
            </a:xfrm>
            <a:custGeom>
              <a:avLst/>
              <a:gdLst>
                <a:gd name="T0" fmla="*/ 1 w 21600"/>
                <a:gd name="T1" fmla="*/ 0 h 41539"/>
                <a:gd name="T2" fmla="*/ 1 w 21600"/>
                <a:gd name="T3" fmla="*/ 6 h 41539"/>
                <a:gd name="T4" fmla="*/ 0 w 21600"/>
                <a:gd name="T5" fmla="*/ 3 h 41539"/>
                <a:gd name="T6" fmla="*/ 0 60000 65536"/>
                <a:gd name="T7" fmla="*/ 0 60000 65536"/>
                <a:gd name="T8" fmla="*/ 0 60000 65536"/>
              </a:gdLst>
              <a:ahLst/>
              <a:cxnLst>
                <a:cxn ang="T6">
                  <a:pos x="T0" y="T1"/>
                </a:cxn>
                <a:cxn ang="T7">
                  <a:pos x="T2" y="T3"/>
                </a:cxn>
                <a:cxn ang="T8">
                  <a:pos x="T4" y="T5"/>
                </a:cxn>
              </a:cxnLst>
              <a:rect l="0" t="0" r="r" b="b"/>
              <a:pathLst>
                <a:path w="21600" h="41539" fill="none" extrusionOk="0">
                  <a:moveTo>
                    <a:pt x="6830" y="0"/>
                  </a:moveTo>
                  <a:cubicBezTo>
                    <a:pt x="15650" y="2940"/>
                    <a:pt x="21600" y="11194"/>
                    <a:pt x="21600" y="20492"/>
                  </a:cubicBezTo>
                  <a:cubicBezTo>
                    <a:pt x="21600" y="30550"/>
                    <a:pt x="14657" y="39277"/>
                    <a:pt x="4856" y="41538"/>
                  </a:cubicBezTo>
                </a:path>
                <a:path w="21600" h="41539" stroke="0" extrusionOk="0">
                  <a:moveTo>
                    <a:pt x="6830" y="0"/>
                  </a:moveTo>
                  <a:cubicBezTo>
                    <a:pt x="15650" y="2940"/>
                    <a:pt x="21600" y="11194"/>
                    <a:pt x="21600" y="20492"/>
                  </a:cubicBezTo>
                  <a:cubicBezTo>
                    <a:pt x="21600" y="30550"/>
                    <a:pt x="14657" y="39277"/>
                    <a:pt x="4856" y="41538"/>
                  </a:cubicBezTo>
                  <a:lnTo>
                    <a:pt x="0" y="20492"/>
                  </a:lnTo>
                  <a:lnTo>
                    <a:pt x="6830" y="0"/>
                  </a:lnTo>
                  <a:close/>
                </a:path>
              </a:pathLst>
            </a:custGeom>
            <a:noFill/>
            <a:ln w="28575">
              <a:solidFill>
                <a:srgbClr val="000000"/>
              </a:solidFill>
              <a:round/>
              <a:headEnd type="triangle" w="med" len="me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6107" name="Text Box 40">
              <a:extLst>
                <a:ext uri="{FF2B5EF4-FFF2-40B4-BE49-F238E27FC236}">
                  <a16:creationId xmlns:a16="http://schemas.microsoft.com/office/drawing/2014/main" id="{64E0AD34-1E51-59F4-2850-21772949DF03}"/>
                </a:ext>
              </a:extLst>
            </p:cNvPr>
            <p:cNvSpPr txBox="1">
              <a:spLocks noChangeArrowheads="1"/>
            </p:cNvSpPr>
            <p:nvPr/>
          </p:nvSpPr>
          <p:spPr bwMode="auto">
            <a:xfrm>
              <a:off x="8535" y="11475"/>
              <a:ext cx="540" cy="5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000">
                  <a:cs typeface="Times New Roman" panose="02020603050405020304" pitchFamily="18" charset="0"/>
                </a:rPr>
                <a:t>0</a:t>
              </a:r>
              <a:endParaRPr lang="en-US" altLang="en-US" sz="2000"/>
            </a:p>
          </p:txBody>
        </p:sp>
        <p:sp>
          <p:nvSpPr>
            <p:cNvPr id="46108" name="Arc 39">
              <a:extLst>
                <a:ext uri="{FF2B5EF4-FFF2-40B4-BE49-F238E27FC236}">
                  <a16:creationId xmlns:a16="http://schemas.microsoft.com/office/drawing/2014/main" id="{36472151-40F3-6A69-2FA4-E72A1669CD0A}"/>
                </a:ext>
              </a:extLst>
            </p:cNvPr>
            <p:cNvSpPr>
              <a:spLocks/>
            </p:cNvSpPr>
            <p:nvPr/>
          </p:nvSpPr>
          <p:spPr bwMode="auto">
            <a:xfrm rot="-4267815">
              <a:off x="3173" y="11433"/>
              <a:ext cx="245" cy="294"/>
            </a:xfrm>
            <a:custGeom>
              <a:avLst/>
              <a:gdLst>
                <a:gd name="T0" fmla="*/ 0 w 42972"/>
                <a:gd name="T1" fmla="*/ 1 h 43200"/>
                <a:gd name="T2" fmla="*/ 0 w 42972"/>
                <a:gd name="T3" fmla="*/ 2 h 43200"/>
                <a:gd name="T4" fmla="*/ 1 w 42972"/>
                <a:gd name="T5" fmla="*/ 1 h 43200"/>
                <a:gd name="T6" fmla="*/ 0 60000 65536"/>
                <a:gd name="T7" fmla="*/ 0 60000 65536"/>
                <a:gd name="T8" fmla="*/ 0 60000 65536"/>
              </a:gdLst>
              <a:ahLst/>
              <a:cxnLst>
                <a:cxn ang="T6">
                  <a:pos x="T0" y="T1"/>
                </a:cxn>
                <a:cxn ang="T7">
                  <a:pos x="T2" y="T3"/>
                </a:cxn>
                <a:cxn ang="T8">
                  <a:pos x="T4" y="T5"/>
                </a:cxn>
              </a:cxnLst>
              <a:rect l="0" t="0" r="r" b="b"/>
              <a:pathLst>
                <a:path w="42972" h="43200" fill="none" extrusionOk="0">
                  <a:moveTo>
                    <a:pt x="-1" y="18471"/>
                  </a:moveTo>
                  <a:cubicBezTo>
                    <a:pt x="1552" y="7863"/>
                    <a:pt x="10650" y="-1"/>
                    <a:pt x="21372" y="0"/>
                  </a:cubicBezTo>
                  <a:cubicBezTo>
                    <a:pt x="33301" y="0"/>
                    <a:pt x="42972" y="9670"/>
                    <a:pt x="42972" y="21600"/>
                  </a:cubicBezTo>
                  <a:cubicBezTo>
                    <a:pt x="42972" y="33529"/>
                    <a:pt x="33301" y="43200"/>
                    <a:pt x="21372" y="43200"/>
                  </a:cubicBezTo>
                  <a:cubicBezTo>
                    <a:pt x="18283" y="43200"/>
                    <a:pt x="15230" y="42537"/>
                    <a:pt x="12418" y="41257"/>
                  </a:cubicBezTo>
                </a:path>
                <a:path w="42972" h="43200" stroke="0" extrusionOk="0">
                  <a:moveTo>
                    <a:pt x="-1" y="18471"/>
                  </a:moveTo>
                  <a:cubicBezTo>
                    <a:pt x="1552" y="7863"/>
                    <a:pt x="10650" y="-1"/>
                    <a:pt x="21372" y="0"/>
                  </a:cubicBezTo>
                  <a:cubicBezTo>
                    <a:pt x="33301" y="0"/>
                    <a:pt x="42972" y="9670"/>
                    <a:pt x="42972" y="21600"/>
                  </a:cubicBezTo>
                  <a:cubicBezTo>
                    <a:pt x="42972" y="33529"/>
                    <a:pt x="33301" y="43200"/>
                    <a:pt x="21372" y="43200"/>
                  </a:cubicBezTo>
                  <a:cubicBezTo>
                    <a:pt x="18283" y="43200"/>
                    <a:pt x="15230" y="42537"/>
                    <a:pt x="12418" y="41257"/>
                  </a:cubicBezTo>
                  <a:lnTo>
                    <a:pt x="21372" y="21600"/>
                  </a:lnTo>
                  <a:lnTo>
                    <a:pt x="-1" y="18471"/>
                  </a:lnTo>
                  <a:close/>
                </a:path>
              </a:pathLst>
            </a:custGeom>
            <a:noFill/>
            <a:ln w="28575">
              <a:solidFill>
                <a:srgbClr val="000000"/>
              </a:solidFill>
              <a:round/>
              <a:headEnd type="triangle" w="med" len="me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46089" name="Text Box 3">
            <a:extLst>
              <a:ext uri="{FF2B5EF4-FFF2-40B4-BE49-F238E27FC236}">
                <a16:creationId xmlns:a16="http://schemas.microsoft.com/office/drawing/2014/main" id="{C4EEB844-DD46-CD36-2725-046E7C2B7EDE}"/>
              </a:ext>
            </a:extLst>
          </p:cNvPr>
          <p:cNvSpPr txBox="1">
            <a:spLocks noChangeArrowheads="1"/>
          </p:cNvSpPr>
          <p:nvPr/>
        </p:nvSpPr>
        <p:spPr bwMode="auto">
          <a:xfrm>
            <a:off x="3875089" y="1371600"/>
            <a:ext cx="4518025"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sz="1600">
                <a:cs typeface="Times New Roman" panose="02020603050405020304" pitchFamily="18" charset="0"/>
              </a:rPr>
              <a:t>Logical  shift  right</a:t>
            </a:r>
            <a:endParaRPr lang="en-US" altLang="en-US" sz="1600"/>
          </a:p>
          <a:p>
            <a:endParaRPr lang="en-US" altLang="en-US" sz="1600"/>
          </a:p>
        </p:txBody>
      </p:sp>
      <p:sp>
        <p:nvSpPr>
          <p:cNvPr id="46090" name="Text Box 3">
            <a:extLst>
              <a:ext uri="{FF2B5EF4-FFF2-40B4-BE49-F238E27FC236}">
                <a16:creationId xmlns:a16="http://schemas.microsoft.com/office/drawing/2014/main" id="{B59DCDF4-2D16-EF81-5D64-382AD7B9C5EA}"/>
              </a:ext>
            </a:extLst>
          </p:cNvPr>
          <p:cNvSpPr txBox="1">
            <a:spLocks noChangeArrowheads="1"/>
          </p:cNvSpPr>
          <p:nvPr/>
        </p:nvSpPr>
        <p:spPr bwMode="auto">
          <a:xfrm>
            <a:off x="3962401" y="2503488"/>
            <a:ext cx="4518025"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sz="1600">
                <a:cs typeface="Times New Roman" panose="02020603050405020304" pitchFamily="18" charset="0"/>
              </a:rPr>
              <a:t>Logical  shift  left</a:t>
            </a:r>
            <a:endParaRPr lang="en-US" altLang="en-US" sz="1600"/>
          </a:p>
          <a:p>
            <a:endParaRPr lang="en-US" altLang="en-US" sz="1600"/>
          </a:p>
        </p:txBody>
      </p:sp>
      <p:sp>
        <p:nvSpPr>
          <p:cNvPr id="46091" name="Text Box 3">
            <a:extLst>
              <a:ext uri="{FF2B5EF4-FFF2-40B4-BE49-F238E27FC236}">
                <a16:creationId xmlns:a16="http://schemas.microsoft.com/office/drawing/2014/main" id="{3B8E2976-3430-0B05-BFA9-1A092B0EB26C}"/>
              </a:ext>
            </a:extLst>
          </p:cNvPr>
          <p:cNvSpPr txBox="1">
            <a:spLocks noChangeArrowheads="1"/>
          </p:cNvSpPr>
          <p:nvPr/>
        </p:nvSpPr>
        <p:spPr bwMode="auto">
          <a:xfrm>
            <a:off x="4191001" y="3543300"/>
            <a:ext cx="4518025"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sz="1600">
                <a:cs typeface="Times New Roman" panose="02020603050405020304" pitchFamily="18" charset="0"/>
              </a:rPr>
              <a:t>Arithmetical  shift  right</a:t>
            </a:r>
            <a:endParaRPr lang="en-US" altLang="en-US" sz="1600"/>
          </a:p>
          <a:p>
            <a:endParaRPr lang="en-US" altLang="en-US" sz="1600"/>
          </a:p>
        </p:txBody>
      </p:sp>
      <p:sp>
        <p:nvSpPr>
          <p:cNvPr id="46092" name="Text Box 3">
            <a:extLst>
              <a:ext uri="{FF2B5EF4-FFF2-40B4-BE49-F238E27FC236}">
                <a16:creationId xmlns:a16="http://schemas.microsoft.com/office/drawing/2014/main" id="{85C8E393-B26F-87BC-CB18-18D5E03C742C}"/>
              </a:ext>
            </a:extLst>
          </p:cNvPr>
          <p:cNvSpPr txBox="1">
            <a:spLocks noChangeArrowheads="1"/>
          </p:cNvSpPr>
          <p:nvPr/>
        </p:nvSpPr>
        <p:spPr bwMode="auto">
          <a:xfrm>
            <a:off x="4114801" y="4610100"/>
            <a:ext cx="4518025"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sz="1600">
                <a:cs typeface="Times New Roman" panose="02020603050405020304" pitchFamily="18" charset="0"/>
              </a:rPr>
              <a:t>Arithmetical  shift  left</a:t>
            </a:r>
            <a:endParaRPr lang="en-US" altLang="en-US" sz="1600"/>
          </a:p>
          <a:p>
            <a:endParaRPr lang="en-US" altLang="en-US" sz="160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itle 1">
            <a:extLst>
              <a:ext uri="{FF2B5EF4-FFF2-40B4-BE49-F238E27FC236}">
                <a16:creationId xmlns:a16="http://schemas.microsoft.com/office/drawing/2014/main" id="{DFD03678-977E-DC76-F814-7697ADD54766}"/>
              </a:ext>
            </a:extLst>
          </p:cNvPr>
          <p:cNvSpPr>
            <a:spLocks noGrp="1" noChangeArrowheads="1"/>
          </p:cNvSpPr>
          <p:nvPr>
            <p:ph type="title"/>
          </p:nvPr>
        </p:nvSpPr>
        <p:spPr/>
        <p:txBody>
          <a:bodyPr/>
          <a:lstStyle/>
          <a:p>
            <a:r>
              <a:rPr lang="en-US" altLang="en-US"/>
              <a:t>Shift  Operations (2)</a:t>
            </a:r>
            <a:endParaRPr lang="en-GB" altLang="en-US"/>
          </a:p>
        </p:txBody>
      </p:sp>
      <p:grpSp>
        <p:nvGrpSpPr>
          <p:cNvPr id="47107" name="Group 2">
            <a:extLst>
              <a:ext uri="{FF2B5EF4-FFF2-40B4-BE49-F238E27FC236}">
                <a16:creationId xmlns:a16="http://schemas.microsoft.com/office/drawing/2014/main" id="{89A2EB3E-65AE-A555-1231-2DC5C66E016B}"/>
              </a:ext>
            </a:extLst>
          </p:cNvPr>
          <p:cNvGrpSpPr>
            <a:grpSpLocks/>
          </p:cNvGrpSpPr>
          <p:nvPr/>
        </p:nvGrpSpPr>
        <p:grpSpPr bwMode="auto">
          <a:xfrm>
            <a:off x="2922588" y="1958976"/>
            <a:ext cx="6126162" cy="2925763"/>
            <a:chOff x="1575896" y="4095293"/>
            <a:chExt cx="5303121" cy="1848307"/>
          </a:xfrm>
        </p:grpSpPr>
        <p:grpSp>
          <p:nvGrpSpPr>
            <p:cNvPr id="47108" name="Group 23">
              <a:extLst>
                <a:ext uri="{FF2B5EF4-FFF2-40B4-BE49-F238E27FC236}">
                  <a16:creationId xmlns:a16="http://schemas.microsoft.com/office/drawing/2014/main" id="{05CD5732-2111-116D-4DE0-A3845D0CD9E0}"/>
                </a:ext>
              </a:extLst>
            </p:cNvPr>
            <p:cNvGrpSpPr>
              <a:grpSpLocks/>
            </p:cNvGrpSpPr>
            <p:nvPr/>
          </p:nvGrpSpPr>
          <p:grpSpPr bwMode="auto">
            <a:xfrm>
              <a:off x="1575896" y="4095308"/>
              <a:ext cx="5260390" cy="597409"/>
              <a:chOff x="2835" y="12478"/>
              <a:chExt cx="5898" cy="953"/>
            </a:xfrm>
          </p:grpSpPr>
          <p:sp>
            <p:nvSpPr>
              <p:cNvPr id="22" name="Rectangle 37">
                <a:extLst>
                  <a:ext uri="{FF2B5EF4-FFF2-40B4-BE49-F238E27FC236}">
                    <a16:creationId xmlns:a16="http://schemas.microsoft.com/office/drawing/2014/main" id="{02465C87-94A0-451F-93FC-BCCAD1CA13BB}"/>
                  </a:ext>
                </a:extLst>
              </p:cNvPr>
              <p:cNvSpPr>
                <a:spLocks noChangeArrowheads="1"/>
              </p:cNvSpPr>
              <p:nvPr/>
            </p:nvSpPr>
            <p:spPr bwMode="auto">
              <a:xfrm>
                <a:off x="3291" y="12660"/>
                <a:ext cx="5040" cy="445"/>
              </a:xfrm>
              <a:prstGeom prst="rect">
                <a:avLst/>
              </a:prstGeom>
              <a:solidFill>
                <a:schemeClr val="accent1">
                  <a:lumMod val="40000"/>
                  <a:lumOff val="60000"/>
                </a:schemeClr>
              </a:solidFill>
              <a:ln w="28575">
                <a:solidFill>
                  <a:srgbClr val="000000"/>
                </a:solidFill>
                <a:miter lim="800000"/>
                <a:headEnd/>
                <a:tailEnd/>
              </a:ln>
            </p:spPr>
            <p:txBody>
              <a:bodyPr/>
              <a:lstStyle/>
              <a:p>
                <a:pPr eaLnBrk="1" hangingPunct="1">
                  <a:defRPr/>
                </a:pPr>
                <a:endParaRPr lang="en-GB"/>
              </a:p>
            </p:txBody>
          </p:sp>
          <p:sp>
            <p:nvSpPr>
              <p:cNvPr id="47127" name="Line 36">
                <a:extLst>
                  <a:ext uri="{FF2B5EF4-FFF2-40B4-BE49-F238E27FC236}">
                    <a16:creationId xmlns:a16="http://schemas.microsoft.com/office/drawing/2014/main" id="{14BC45FB-B899-D93E-9221-1AE4AEC48736}"/>
                  </a:ext>
                </a:extLst>
              </p:cNvPr>
              <p:cNvSpPr>
                <a:spLocks noChangeShapeType="1"/>
              </p:cNvSpPr>
              <p:nvPr/>
            </p:nvSpPr>
            <p:spPr bwMode="auto">
              <a:xfrm>
                <a:off x="3816" y="12660"/>
                <a:ext cx="0" cy="445"/>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7128" name="Line 35">
                <a:extLst>
                  <a:ext uri="{FF2B5EF4-FFF2-40B4-BE49-F238E27FC236}">
                    <a16:creationId xmlns:a16="http://schemas.microsoft.com/office/drawing/2014/main" id="{9649123E-9601-B311-DA02-098AECF75131}"/>
                  </a:ext>
                </a:extLst>
              </p:cNvPr>
              <p:cNvSpPr>
                <a:spLocks noChangeShapeType="1"/>
              </p:cNvSpPr>
              <p:nvPr/>
            </p:nvSpPr>
            <p:spPr bwMode="auto">
              <a:xfrm>
                <a:off x="4320" y="12652"/>
                <a:ext cx="0" cy="444"/>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7129" name="Line 34">
                <a:extLst>
                  <a:ext uri="{FF2B5EF4-FFF2-40B4-BE49-F238E27FC236}">
                    <a16:creationId xmlns:a16="http://schemas.microsoft.com/office/drawing/2014/main" id="{BC03583B-6E79-18CC-4D5C-AAF49406DDC2}"/>
                  </a:ext>
                </a:extLst>
              </p:cNvPr>
              <p:cNvSpPr>
                <a:spLocks noChangeShapeType="1"/>
              </p:cNvSpPr>
              <p:nvPr/>
            </p:nvSpPr>
            <p:spPr bwMode="auto">
              <a:xfrm>
                <a:off x="4824" y="12658"/>
                <a:ext cx="0" cy="444"/>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7130" name="Line 33">
                <a:extLst>
                  <a:ext uri="{FF2B5EF4-FFF2-40B4-BE49-F238E27FC236}">
                    <a16:creationId xmlns:a16="http://schemas.microsoft.com/office/drawing/2014/main" id="{B48ABD3D-B070-83F5-58D3-1286A8E5BB50}"/>
                  </a:ext>
                </a:extLst>
              </p:cNvPr>
              <p:cNvSpPr>
                <a:spLocks noChangeShapeType="1"/>
              </p:cNvSpPr>
              <p:nvPr/>
            </p:nvSpPr>
            <p:spPr bwMode="auto">
              <a:xfrm>
                <a:off x="7833" y="12663"/>
                <a:ext cx="0" cy="444"/>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7131" name="Line 32">
                <a:extLst>
                  <a:ext uri="{FF2B5EF4-FFF2-40B4-BE49-F238E27FC236}">
                    <a16:creationId xmlns:a16="http://schemas.microsoft.com/office/drawing/2014/main" id="{1E0E7C6F-A6BC-BFD3-90D4-614885449494}"/>
                  </a:ext>
                </a:extLst>
              </p:cNvPr>
              <p:cNvSpPr>
                <a:spLocks noChangeShapeType="1"/>
              </p:cNvSpPr>
              <p:nvPr/>
            </p:nvSpPr>
            <p:spPr bwMode="auto">
              <a:xfrm>
                <a:off x="7362" y="12669"/>
                <a:ext cx="0" cy="444"/>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7132" name="Line 31">
                <a:extLst>
                  <a:ext uri="{FF2B5EF4-FFF2-40B4-BE49-F238E27FC236}">
                    <a16:creationId xmlns:a16="http://schemas.microsoft.com/office/drawing/2014/main" id="{D5755ADC-BC27-7FE9-5D83-B2D24866FEEC}"/>
                  </a:ext>
                </a:extLst>
              </p:cNvPr>
              <p:cNvSpPr>
                <a:spLocks noChangeShapeType="1"/>
              </p:cNvSpPr>
              <p:nvPr/>
            </p:nvSpPr>
            <p:spPr bwMode="auto">
              <a:xfrm>
                <a:off x="6891" y="12660"/>
                <a:ext cx="0" cy="445"/>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7133" name="Arc 30">
                <a:extLst>
                  <a:ext uri="{FF2B5EF4-FFF2-40B4-BE49-F238E27FC236}">
                    <a16:creationId xmlns:a16="http://schemas.microsoft.com/office/drawing/2014/main" id="{9DE854EB-28FD-A696-FAE9-28D1CBB956F5}"/>
                  </a:ext>
                </a:extLst>
              </p:cNvPr>
              <p:cNvSpPr>
                <a:spLocks/>
              </p:cNvSpPr>
              <p:nvPr/>
            </p:nvSpPr>
            <p:spPr bwMode="auto">
              <a:xfrm rot="-5400000">
                <a:off x="3672" y="12382"/>
                <a:ext cx="238" cy="430"/>
              </a:xfrm>
              <a:custGeom>
                <a:avLst/>
                <a:gdLst>
                  <a:gd name="T0" fmla="*/ 1 w 21600"/>
                  <a:gd name="T1" fmla="*/ 0 h 41539"/>
                  <a:gd name="T2" fmla="*/ 1 w 21600"/>
                  <a:gd name="T3" fmla="*/ 4 h 41539"/>
                  <a:gd name="T4" fmla="*/ 0 w 21600"/>
                  <a:gd name="T5" fmla="*/ 2 h 41539"/>
                  <a:gd name="T6" fmla="*/ 0 60000 65536"/>
                  <a:gd name="T7" fmla="*/ 0 60000 65536"/>
                  <a:gd name="T8" fmla="*/ 0 60000 65536"/>
                </a:gdLst>
                <a:ahLst/>
                <a:cxnLst>
                  <a:cxn ang="T6">
                    <a:pos x="T0" y="T1"/>
                  </a:cxn>
                  <a:cxn ang="T7">
                    <a:pos x="T2" y="T3"/>
                  </a:cxn>
                  <a:cxn ang="T8">
                    <a:pos x="T4" y="T5"/>
                  </a:cxn>
                </a:cxnLst>
                <a:rect l="0" t="0" r="r" b="b"/>
                <a:pathLst>
                  <a:path w="21600" h="41539" fill="none" extrusionOk="0">
                    <a:moveTo>
                      <a:pt x="6830" y="0"/>
                    </a:moveTo>
                    <a:cubicBezTo>
                      <a:pt x="15650" y="2940"/>
                      <a:pt x="21600" y="11194"/>
                      <a:pt x="21600" y="20492"/>
                    </a:cubicBezTo>
                    <a:cubicBezTo>
                      <a:pt x="21600" y="30550"/>
                      <a:pt x="14657" y="39277"/>
                      <a:pt x="4856" y="41538"/>
                    </a:cubicBezTo>
                  </a:path>
                  <a:path w="21600" h="41539" stroke="0" extrusionOk="0">
                    <a:moveTo>
                      <a:pt x="6830" y="0"/>
                    </a:moveTo>
                    <a:cubicBezTo>
                      <a:pt x="15650" y="2940"/>
                      <a:pt x="21600" y="11194"/>
                      <a:pt x="21600" y="20492"/>
                    </a:cubicBezTo>
                    <a:cubicBezTo>
                      <a:pt x="21600" y="30550"/>
                      <a:pt x="14657" y="39277"/>
                      <a:pt x="4856" y="41538"/>
                    </a:cubicBezTo>
                    <a:lnTo>
                      <a:pt x="0" y="20492"/>
                    </a:lnTo>
                    <a:lnTo>
                      <a:pt x="6830" y="0"/>
                    </a:lnTo>
                    <a:close/>
                  </a:path>
                </a:pathLst>
              </a:custGeom>
              <a:noFill/>
              <a:ln w="28575">
                <a:solidFill>
                  <a:srgbClr val="000000"/>
                </a:solidFill>
                <a:round/>
                <a:headEnd type="none" w="sm" len="lg"/>
                <a:tailEnd type="triangle" w="med" len="me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7134" name="Arc 29">
                <a:extLst>
                  <a:ext uri="{FF2B5EF4-FFF2-40B4-BE49-F238E27FC236}">
                    <a16:creationId xmlns:a16="http://schemas.microsoft.com/office/drawing/2014/main" id="{42B2C7DE-AF61-0D10-A4DB-208999E32904}"/>
                  </a:ext>
                </a:extLst>
              </p:cNvPr>
              <p:cNvSpPr>
                <a:spLocks/>
              </p:cNvSpPr>
              <p:nvPr/>
            </p:nvSpPr>
            <p:spPr bwMode="auto">
              <a:xfrm rot="-5400000">
                <a:off x="4191" y="12402"/>
                <a:ext cx="238" cy="430"/>
              </a:xfrm>
              <a:custGeom>
                <a:avLst/>
                <a:gdLst>
                  <a:gd name="T0" fmla="*/ 1 w 21600"/>
                  <a:gd name="T1" fmla="*/ 0 h 41539"/>
                  <a:gd name="T2" fmla="*/ 1 w 21600"/>
                  <a:gd name="T3" fmla="*/ 4 h 41539"/>
                  <a:gd name="T4" fmla="*/ 0 w 21600"/>
                  <a:gd name="T5" fmla="*/ 2 h 41539"/>
                  <a:gd name="T6" fmla="*/ 0 60000 65536"/>
                  <a:gd name="T7" fmla="*/ 0 60000 65536"/>
                  <a:gd name="T8" fmla="*/ 0 60000 65536"/>
                </a:gdLst>
                <a:ahLst/>
                <a:cxnLst>
                  <a:cxn ang="T6">
                    <a:pos x="T0" y="T1"/>
                  </a:cxn>
                  <a:cxn ang="T7">
                    <a:pos x="T2" y="T3"/>
                  </a:cxn>
                  <a:cxn ang="T8">
                    <a:pos x="T4" y="T5"/>
                  </a:cxn>
                </a:cxnLst>
                <a:rect l="0" t="0" r="r" b="b"/>
                <a:pathLst>
                  <a:path w="21600" h="41539" fill="none" extrusionOk="0">
                    <a:moveTo>
                      <a:pt x="6830" y="0"/>
                    </a:moveTo>
                    <a:cubicBezTo>
                      <a:pt x="15650" y="2940"/>
                      <a:pt x="21600" y="11194"/>
                      <a:pt x="21600" y="20492"/>
                    </a:cubicBezTo>
                    <a:cubicBezTo>
                      <a:pt x="21600" y="30550"/>
                      <a:pt x="14657" y="39277"/>
                      <a:pt x="4856" y="41538"/>
                    </a:cubicBezTo>
                  </a:path>
                  <a:path w="21600" h="41539" stroke="0" extrusionOk="0">
                    <a:moveTo>
                      <a:pt x="6830" y="0"/>
                    </a:moveTo>
                    <a:cubicBezTo>
                      <a:pt x="15650" y="2940"/>
                      <a:pt x="21600" y="11194"/>
                      <a:pt x="21600" y="20492"/>
                    </a:cubicBezTo>
                    <a:cubicBezTo>
                      <a:pt x="21600" y="30550"/>
                      <a:pt x="14657" y="39277"/>
                      <a:pt x="4856" y="41538"/>
                    </a:cubicBezTo>
                    <a:lnTo>
                      <a:pt x="0" y="20492"/>
                    </a:lnTo>
                    <a:lnTo>
                      <a:pt x="6830" y="0"/>
                    </a:lnTo>
                    <a:close/>
                  </a:path>
                </a:pathLst>
              </a:custGeom>
              <a:noFill/>
              <a:ln w="28575">
                <a:solidFill>
                  <a:srgbClr val="000000"/>
                </a:solidFill>
                <a:round/>
                <a:headEnd type="none" w="sm" len="lg"/>
                <a:tailEnd type="triangle" w="med" len="me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7135" name="Arc 28">
                <a:extLst>
                  <a:ext uri="{FF2B5EF4-FFF2-40B4-BE49-F238E27FC236}">
                    <a16:creationId xmlns:a16="http://schemas.microsoft.com/office/drawing/2014/main" id="{84D2D9BC-C609-22D4-4F74-D2A3E5DCCD32}"/>
                  </a:ext>
                </a:extLst>
              </p:cNvPr>
              <p:cNvSpPr>
                <a:spLocks/>
              </p:cNvSpPr>
              <p:nvPr/>
            </p:nvSpPr>
            <p:spPr bwMode="auto">
              <a:xfrm rot="-5400000">
                <a:off x="4710" y="12394"/>
                <a:ext cx="238" cy="430"/>
              </a:xfrm>
              <a:custGeom>
                <a:avLst/>
                <a:gdLst>
                  <a:gd name="T0" fmla="*/ 1 w 21600"/>
                  <a:gd name="T1" fmla="*/ 0 h 41539"/>
                  <a:gd name="T2" fmla="*/ 1 w 21600"/>
                  <a:gd name="T3" fmla="*/ 4 h 41539"/>
                  <a:gd name="T4" fmla="*/ 0 w 21600"/>
                  <a:gd name="T5" fmla="*/ 2 h 41539"/>
                  <a:gd name="T6" fmla="*/ 0 60000 65536"/>
                  <a:gd name="T7" fmla="*/ 0 60000 65536"/>
                  <a:gd name="T8" fmla="*/ 0 60000 65536"/>
                </a:gdLst>
                <a:ahLst/>
                <a:cxnLst>
                  <a:cxn ang="T6">
                    <a:pos x="T0" y="T1"/>
                  </a:cxn>
                  <a:cxn ang="T7">
                    <a:pos x="T2" y="T3"/>
                  </a:cxn>
                  <a:cxn ang="T8">
                    <a:pos x="T4" y="T5"/>
                  </a:cxn>
                </a:cxnLst>
                <a:rect l="0" t="0" r="r" b="b"/>
                <a:pathLst>
                  <a:path w="21600" h="41539" fill="none" extrusionOk="0">
                    <a:moveTo>
                      <a:pt x="6830" y="0"/>
                    </a:moveTo>
                    <a:cubicBezTo>
                      <a:pt x="15650" y="2940"/>
                      <a:pt x="21600" y="11194"/>
                      <a:pt x="21600" y="20492"/>
                    </a:cubicBezTo>
                    <a:cubicBezTo>
                      <a:pt x="21600" y="30550"/>
                      <a:pt x="14657" y="39277"/>
                      <a:pt x="4856" y="41538"/>
                    </a:cubicBezTo>
                  </a:path>
                  <a:path w="21600" h="41539" stroke="0" extrusionOk="0">
                    <a:moveTo>
                      <a:pt x="6830" y="0"/>
                    </a:moveTo>
                    <a:cubicBezTo>
                      <a:pt x="15650" y="2940"/>
                      <a:pt x="21600" y="11194"/>
                      <a:pt x="21600" y="20492"/>
                    </a:cubicBezTo>
                    <a:cubicBezTo>
                      <a:pt x="21600" y="30550"/>
                      <a:pt x="14657" y="39277"/>
                      <a:pt x="4856" y="41538"/>
                    </a:cubicBezTo>
                    <a:lnTo>
                      <a:pt x="0" y="20492"/>
                    </a:lnTo>
                    <a:lnTo>
                      <a:pt x="6830" y="0"/>
                    </a:lnTo>
                    <a:close/>
                  </a:path>
                </a:pathLst>
              </a:custGeom>
              <a:noFill/>
              <a:ln w="28575">
                <a:solidFill>
                  <a:srgbClr val="000000"/>
                </a:solidFill>
                <a:round/>
                <a:headEnd type="none" w="sm" len="lg"/>
                <a:tailEnd type="triangle" w="med" len="me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7136" name="Arc 27">
                <a:extLst>
                  <a:ext uri="{FF2B5EF4-FFF2-40B4-BE49-F238E27FC236}">
                    <a16:creationId xmlns:a16="http://schemas.microsoft.com/office/drawing/2014/main" id="{EC03FC3A-BC96-E30C-4652-9B4C032ABA0D}"/>
                  </a:ext>
                </a:extLst>
              </p:cNvPr>
              <p:cNvSpPr>
                <a:spLocks/>
              </p:cNvSpPr>
              <p:nvPr/>
            </p:nvSpPr>
            <p:spPr bwMode="auto">
              <a:xfrm rot="-5400000">
                <a:off x="7275" y="12394"/>
                <a:ext cx="238" cy="430"/>
              </a:xfrm>
              <a:custGeom>
                <a:avLst/>
                <a:gdLst>
                  <a:gd name="T0" fmla="*/ 1 w 21600"/>
                  <a:gd name="T1" fmla="*/ 0 h 41539"/>
                  <a:gd name="T2" fmla="*/ 1 w 21600"/>
                  <a:gd name="T3" fmla="*/ 4 h 41539"/>
                  <a:gd name="T4" fmla="*/ 0 w 21600"/>
                  <a:gd name="T5" fmla="*/ 2 h 41539"/>
                  <a:gd name="T6" fmla="*/ 0 60000 65536"/>
                  <a:gd name="T7" fmla="*/ 0 60000 65536"/>
                  <a:gd name="T8" fmla="*/ 0 60000 65536"/>
                </a:gdLst>
                <a:ahLst/>
                <a:cxnLst>
                  <a:cxn ang="T6">
                    <a:pos x="T0" y="T1"/>
                  </a:cxn>
                  <a:cxn ang="T7">
                    <a:pos x="T2" y="T3"/>
                  </a:cxn>
                  <a:cxn ang="T8">
                    <a:pos x="T4" y="T5"/>
                  </a:cxn>
                </a:cxnLst>
                <a:rect l="0" t="0" r="r" b="b"/>
                <a:pathLst>
                  <a:path w="21600" h="41539" fill="none" extrusionOk="0">
                    <a:moveTo>
                      <a:pt x="6830" y="0"/>
                    </a:moveTo>
                    <a:cubicBezTo>
                      <a:pt x="15650" y="2940"/>
                      <a:pt x="21600" y="11194"/>
                      <a:pt x="21600" y="20492"/>
                    </a:cubicBezTo>
                    <a:cubicBezTo>
                      <a:pt x="21600" y="30550"/>
                      <a:pt x="14657" y="39277"/>
                      <a:pt x="4856" y="41538"/>
                    </a:cubicBezTo>
                  </a:path>
                  <a:path w="21600" h="41539" stroke="0" extrusionOk="0">
                    <a:moveTo>
                      <a:pt x="6830" y="0"/>
                    </a:moveTo>
                    <a:cubicBezTo>
                      <a:pt x="15650" y="2940"/>
                      <a:pt x="21600" y="11194"/>
                      <a:pt x="21600" y="20492"/>
                    </a:cubicBezTo>
                    <a:cubicBezTo>
                      <a:pt x="21600" y="30550"/>
                      <a:pt x="14657" y="39277"/>
                      <a:pt x="4856" y="41538"/>
                    </a:cubicBezTo>
                    <a:lnTo>
                      <a:pt x="0" y="20492"/>
                    </a:lnTo>
                    <a:lnTo>
                      <a:pt x="6830" y="0"/>
                    </a:lnTo>
                    <a:close/>
                  </a:path>
                </a:pathLst>
              </a:custGeom>
              <a:noFill/>
              <a:ln w="28575">
                <a:solidFill>
                  <a:srgbClr val="000000"/>
                </a:solidFill>
                <a:round/>
                <a:headEnd type="none" w="sm" len="lg"/>
                <a:tailEnd type="triangle" w="med" len="me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7137" name="Arc 26">
                <a:extLst>
                  <a:ext uri="{FF2B5EF4-FFF2-40B4-BE49-F238E27FC236}">
                    <a16:creationId xmlns:a16="http://schemas.microsoft.com/office/drawing/2014/main" id="{EAF15D07-381B-BDC0-D928-F01E5CA388AE}"/>
                  </a:ext>
                </a:extLst>
              </p:cNvPr>
              <p:cNvSpPr>
                <a:spLocks/>
              </p:cNvSpPr>
              <p:nvPr/>
            </p:nvSpPr>
            <p:spPr bwMode="auto">
              <a:xfrm rot="-5400000">
                <a:off x="7794" y="12385"/>
                <a:ext cx="238" cy="430"/>
              </a:xfrm>
              <a:custGeom>
                <a:avLst/>
                <a:gdLst>
                  <a:gd name="T0" fmla="*/ 1 w 21600"/>
                  <a:gd name="T1" fmla="*/ 0 h 41539"/>
                  <a:gd name="T2" fmla="*/ 1 w 21600"/>
                  <a:gd name="T3" fmla="*/ 4 h 41539"/>
                  <a:gd name="T4" fmla="*/ 0 w 21600"/>
                  <a:gd name="T5" fmla="*/ 2 h 41539"/>
                  <a:gd name="T6" fmla="*/ 0 60000 65536"/>
                  <a:gd name="T7" fmla="*/ 0 60000 65536"/>
                  <a:gd name="T8" fmla="*/ 0 60000 65536"/>
                </a:gdLst>
                <a:ahLst/>
                <a:cxnLst>
                  <a:cxn ang="T6">
                    <a:pos x="T0" y="T1"/>
                  </a:cxn>
                  <a:cxn ang="T7">
                    <a:pos x="T2" y="T3"/>
                  </a:cxn>
                  <a:cxn ang="T8">
                    <a:pos x="T4" y="T5"/>
                  </a:cxn>
                </a:cxnLst>
                <a:rect l="0" t="0" r="r" b="b"/>
                <a:pathLst>
                  <a:path w="21600" h="41539" fill="none" extrusionOk="0">
                    <a:moveTo>
                      <a:pt x="6830" y="0"/>
                    </a:moveTo>
                    <a:cubicBezTo>
                      <a:pt x="15650" y="2940"/>
                      <a:pt x="21600" y="11194"/>
                      <a:pt x="21600" y="20492"/>
                    </a:cubicBezTo>
                    <a:cubicBezTo>
                      <a:pt x="21600" y="30550"/>
                      <a:pt x="14657" y="39277"/>
                      <a:pt x="4856" y="41538"/>
                    </a:cubicBezTo>
                  </a:path>
                  <a:path w="21600" h="41539" stroke="0" extrusionOk="0">
                    <a:moveTo>
                      <a:pt x="6830" y="0"/>
                    </a:moveTo>
                    <a:cubicBezTo>
                      <a:pt x="15650" y="2940"/>
                      <a:pt x="21600" y="11194"/>
                      <a:pt x="21600" y="20492"/>
                    </a:cubicBezTo>
                    <a:cubicBezTo>
                      <a:pt x="21600" y="30550"/>
                      <a:pt x="14657" y="39277"/>
                      <a:pt x="4856" y="41538"/>
                    </a:cubicBezTo>
                    <a:lnTo>
                      <a:pt x="0" y="20492"/>
                    </a:lnTo>
                    <a:lnTo>
                      <a:pt x="6830" y="0"/>
                    </a:lnTo>
                    <a:close/>
                  </a:path>
                </a:pathLst>
              </a:custGeom>
              <a:noFill/>
              <a:ln w="28575">
                <a:solidFill>
                  <a:srgbClr val="000000"/>
                </a:solidFill>
                <a:round/>
                <a:headEnd type="none" w="sm" len="lg"/>
                <a:tailEnd type="triangle" w="med" len="me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7138" name="Arc 25">
                <a:extLst>
                  <a:ext uri="{FF2B5EF4-FFF2-40B4-BE49-F238E27FC236}">
                    <a16:creationId xmlns:a16="http://schemas.microsoft.com/office/drawing/2014/main" id="{23659E1B-B308-3DD6-EAF4-8851853EA73A}"/>
                  </a:ext>
                </a:extLst>
              </p:cNvPr>
              <p:cNvSpPr>
                <a:spLocks/>
              </p:cNvSpPr>
              <p:nvPr/>
            </p:nvSpPr>
            <p:spPr bwMode="auto">
              <a:xfrm rot="-5400000">
                <a:off x="6774" y="12385"/>
                <a:ext cx="238" cy="430"/>
              </a:xfrm>
              <a:custGeom>
                <a:avLst/>
                <a:gdLst>
                  <a:gd name="T0" fmla="*/ 1 w 21600"/>
                  <a:gd name="T1" fmla="*/ 0 h 41539"/>
                  <a:gd name="T2" fmla="*/ 1 w 21600"/>
                  <a:gd name="T3" fmla="*/ 4 h 41539"/>
                  <a:gd name="T4" fmla="*/ 0 w 21600"/>
                  <a:gd name="T5" fmla="*/ 2 h 41539"/>
                  <a:gd name="T6" fmla="*/ 0 60000 65536"/>
                  <a:gd name="T7" fmla="*/ 0 60000 65536"/>
                  <a:gd name="T8" fmla="*/ 0 60000 65536"/>
                </a:gdLst>
                <a:ahLst/>
                <a:cxnLst>
                  <a:cxn ang="T6">
                    <a:pos x="T0" y="T1"/>
                  </a:cxn>
                  <a:cxn ang="T7">
                    <a:pos x="T2" y="T3"/>
                  </a:cxn>
                  <a:cxn ang="T8">
                    <a:pos x="T4" y="T5"/>
                  </a:cxn>
                </a:cxnLst>
                <a:rect l="0" t="0" r="r" b="b"/>
                <a:pathLst>
                  <a:path w="21600" h="41539" fill="none" extrusionOk="0">
                    <a:moveTo>
                      <a:pt x="6830" y="0"/>
                    </a:moveTo>
                    <a:cubicBezTo>
                      <a:pt x="15650" y="2940"/>
                      <a:pt x="21600" y="11194"/>
                      <a:pt x="21600" y="20492"/>
                    </a:cubicBezTo>
                    <a:cubicBezTo>
                      <a:pt x="21600" y="30550"/>
                      <a:pt x="14657" y="39277"/>
                      <a:pt x="4856" y="41538"/>
                    </a:cubicBezTo>
                  </a:path>
                  <a:path w="21600" h="41539" stroke="0" extrusionOk="0">
                    <a:moveTo>
                      <a:pt x="6830" y="0"/>
                    </a:moveTo>
                    <a:cubicBezTo>
                      <a:pt x="15650" y="2940"/>
                      <a:pt x="21600" y="11194"/>
                      <a:pt x="21600" y="20492"/>
                    </a:cubicBezTo>
                    <a:cubicBezTo>
                      <a:pt x="21600" y="30550"/>
                      <a:pt x="14657" y="39277"/>
                      <a:pt x="4856" y="41538"/>
                    </a:cubicBezTo>
                    <a:lnTo>
                      <a:pt x="0" y="20492"/>
                    </a:lnTo>
                    <a:lnTo>
                      <a:pt x="6830" y="0"/>
                    </a:lnTo>
                    <a:close/>
                  </a:path>
                </a:pathLst>
              </a:custGeom>
              <a:noFill/>
              <a:ln w="28575">
                <a:solidFill>
                  <a:srgbClr val="000000"/>
                </a:solidFill>
                <a:round/>
                <a:headEnd type="none" w="sm" len="lg"/>
                <a:tailEnd type="triangle" w="med" len="me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7139" name="Arc 24">
                <a:extLst>
                  <a:ext uri="{FF2B5EF4-FFF2-40B4-BE49-F238E27FC236}">
                    <a16:creationId xmlns:a16="http://schemas.microsoft.com/office/drawing/2014/main" id="{C17EBB7E-73B6-7CD2-3DA0-E00AF282BFF4}"/>
                  </a:ext>
                </a:extLst>
              </p:cNvPr>
              <p:cNvSpPr>
                <a:spLocks/>
              </p:cNvSpPr>
              <p:nvPr/>
            </p:nvSpPr>
            <p:spPr bwMode="auto">
              <a:xfrm rot="5400000" flipV="1">
                <a:off x="5506" y="10204"/>
                <a:ext cx="556" cy="5898"/>
              </a:xfrm>
              <a:custGeom>
                <a:avLst/>
                <a:gdLst>
                  <a:gd name="T0" fmla="*/ 0 w 33206"/>
                  <a:gd name="T1" fmla="*/ 63 h 43200"/>
                  <a:gd name="T2" fmla="*/ 0 w 33206"/>
                  <a:gd name="T3" fmla="*/ 750 h 43200"/>
                  <a:gd name="T4" fmla="*/ 3 w 33206"/>
                  <a:gd name="T5" fmla="*/ 403 h 43200"/>
                  <a:gd name="T6" fmla="*/ 0 60000 65536"/>
                  <a:gd name="T7" fmla="*/ 0 60000 65536"/>
                  <a:gd name="T8" fmla="*/ 0 60000 65536"/>
                </a:gdLst>
                <a:ahLst/>
                <a:cxnLst>
                  <a:cxn ang="T6">
                    <a:pos x="T0" y="T1"/>
                  </a:cxn>
                  <a:cxn ang="T7">
                    <a:pos x="T2" y="T3"/>
                  </a:cxn>
                  <a:cxn ang="T8">
                    <a:pos x="T4" y="T5"/>
                  </a:cxn>
                </a:cxnLst>
                <a:rect l="0" t="0" r="r" b="b"/>
                <a:pathLst>
                  <a:path w="33206" h="43200" fill="none" extrusionOk="0">
                    <a:moveTo>
                      <a:pt x="-1" y="3382"/>
                    </a:moveTo>
                    <a:cubicBezTo>
                      <a:pt x="3467" y="1173"/>
                      <a:pt x="7494" y="-1"/>
                      <a:pt x="11606" y="0"/>
                    </a:cubicBezTo>
                    <a:cubicBezTo>
                      <a:pt x="23535" y="0"/>
                      <a:pt x="33206" y="9670"/>
                      <a:pt x="33206" y="21600"/>
                    </a:cubicBezTo>
                    <a:cubicBezTo>
                      <a:pt x="33206" y="33529"/>
                      <a:pt x="23535" y="43200"/>
                      <a:pt x="11606" y="43200"/>
                    </a:cubicBezTo>
                    <a:cubicBezTo>
                      <a:pt x="7764" y="43200"/>
                      <a:pt x="3992" y="42175"/>
                      <a:pt x="678" y="40232"/>
                    </a:cubicBezTo>
                  </a:path>
                  <a:path w="33206" h="43200" stroke="0" extrusionOk="0">
                    <a:moveTo>
                      <a:pt x="-1" y="3382"/>
                    </a:moveTo>
                    <a:cubicBezTo>
                      <a:pt x="3467" y="1173"/>
                      <a:pt x="7494" y="-1"/>
                      <a:pt x="11606" y="0"/>
                    </a:cubicBezTo>
                    <a:cubicBezTo>
                      <a:pt x="23535" y="0"/>
                      <a:pt x="33206" y="9670"/>
                      <a:pt x="33206" y="21600"/>
                    </a:cubicBezTo>
                    <a:cubicBezTo>
                      <a:pt x="33206" y="33529"/>
                      <a:pt x="23535" y="43200"/>
                      <a:pt x="11606" y="43200"/>
                    </a:cubicBezTo>
                    <a:cubicBezTo>
                      <a:pt x="7764" y="43200"/>
                      <a:pt x="3992" y="42175"/>
                      <a:pt x="678" y="40232"/>
                    </a:cubicBezTo>
                    <a:lnTo>
                      <a:pt x="11606" y="21600"/>
                    </a:lnTo>
                    <a:lnTo>
                      <a:pt x="-1" y="3382"/>
                    </a:lnTo>
                    <a:close/>
                  </a:path>
                </a:pathLst>
              </a:custGeom>
              <a:noFill/>
              <a:ln w="28575">
                <a:solidFill>
                  <a:srgbClr val="000000"/>
                </a:solidFill>
                <a:round/>
                <a:headEnd type="triangle" w="med" len="me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47109" name="Group 8">
              <a:extLst>
                <a:ext uri="{FF2B5EF4-FFF2-40B4-BE49-F238E27FC236}">
                  <a16:creationId xmlns:a16="http://schemas.microsoft.com/office/drawing/2014/main" id="{A2FCEF0C-B264-8E4B-1973-D0800697BC12}"/>
                </a:ext>
              </a:extLst>
            </p:cNvPr>
            <p:cNvGrpSpPr>
              <a:grpSpLocks/>
            </p:cNvGrpSpPr>
            <p:nvPr/>
          </p:nvGrpSpPr>
          <p:grpSpPr bwMode="auto">
            <a:xfrm>
              <a:off x="1618627" y="5030057"/>
              <a:ext cx="5260390" cy="583593"/>
              <a:chOff x="2784" y="13896"/>
              <a:chExt cx="5898" cy="931"/>
            </a:xfrm>
          </p:grpSpPr>
          <p:sp>
            <p:nvSpPr>
              <p:cNvPr id="8" name="Rectangle 22">
                <a:extLst>
                  <a:ext uri="{FF2B5EF4-FFF2-40B4-BE49-F238E27FC236}">
                    <a16:creationId xmlns:a16="http://schemas.microsoft.com/office/drawing/2014/main" id="{EAFAF962-E6B6-41C0-8849-F7B7625D1C75}"/>
                  </a:ext>
                </a:extLst>
              </p:cNvPr>
              <p:cNvSpPr>
                <a:spLocks noChangeArrowheads="1"/>
              </p:cNvSpPr>
              <p:nvPr/>
            </p:nvSpPr>
            <p:spPr bwMode="auto">
              <a:xfrm>
                <a:off x="3261" y="14078"/>
                <a:ext cx="5040" cy="445"/>
              </a:xfrm>
              <a:prstGeom prst="rect">
                <a:avLst/>
              </a:prstGeom>
              <a:solidFill>
                <a:schemeClr val="accent1">
                  <a:lumMod val="40000"/>
                  <a:lumOff val="60000"/>
                </a:schemeClr>
              </a:solidFill>
              <a:ln w="28575">
                <a:solidFill>
                  <a:srgbClr val="000000"/>
                </a:solidFill>
                <a:miter lim="800000"/>
                <a:headEnd/>
                <a:tailEnd/>
              </a:ln>
            </p:spPr>
            <p:txBody>
              <a:bodyPr/>
              <a:lstStyle/>
              <a:p>
                <a:pPr eaLnBrk="1" hangingPunct="1">
                  <a:defRPr/>
                </a:pPr>
                <a:endParaRPr lang="en-GB"/>
              </a:p>
            </p:txBody>
          </p:sp>
          <p:sp>
            <p:nvSpPr>
              <p:cNvPr id="47113" name="Line 21">
                <a:extLst>
                  <a:ext uri="{FF2B5EF4-FFF2-40B4-BE49-F238E27FC236}">
                    <a16:creationId xmlns:a16="http://schemas.microsoft.com/office/drawing/2014/main" id="{E9E3D7EB-B0FC-1917-B578-0092923D95AB}"/>
                  </a:ext>
                </a:extLst>
              </p:cNvPr>
              <p:cNvSpPr>
                <a:spLocks noChangeShapeType="1"/>
              </p:cNvSpPr>
              <p:nvPr/>
            </p:nvSpPr>
            <p:spPr bwMode="auto">
              <a:xfrm>
                <a:off x="3786" y="14078"/>
                <a:ext cx="0" cy="445"/>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7114" name="Line 20">
                <a:extLst>
                  <a:ext uri="{FF2B5EF4-FFF2-40B4-BE49-F238E27FC236}">
                    <a16:creationId xmlns:a16="http://schemas.microsoft.com/office/drawing/2014/main" id="{DB1641E9-983F-9695-F608-B87E9482F182}"/>
                  </a:ext>
                </a:extLst>
              </p:cNvPr>
              <p:cNvSpPr>
                <a:spLocks noChangeShapeType="1"/>
              </p:cNvSpPr>
              <p:nvPr/>
            </p:nvSpPr>
            <p:spPr bwMode="auto">
              <a:xfrm>
                <a:off x="4290" y="14070"/>
                <a:ext cx="0" cy="444"/>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7115" name="Line 19">
                <a:extLst>
                  <a:ext uri="{FF2B5EF4-FFF2-40B4-BE49-F238E27FC236}">
                    <a16:creationId xmlns:a16="http://schemas.microsoft.com/office/drawing/2014/main" id="{2B71A8E6-C654-5B69-DC9A-E4A8094D8FF9}"/>
                  </a:ext>
                </a:extLst>
              </p:cNvPr>
              <p:cNvSpPr>
                <a:spLocks noChangeShapeType="1"/>
              </p:cNvSpPr>
              <p:nvPr/>
            </p:nvSpPr>
            <p:spPr bwMode="auto">
              <a:xfrm>
                <a:off x="4794" y="14076"/>
                <a:ext cx="0" cy="444"/>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7116" name="Line 18">
                <a:extLst>
                  <a:ext uri="{FF2B5EF4-FFF2-40B4-BE49-F238E27FC236}">
                    <a16:creationId xmlns:a16="http://schemas.microsoft.com/office/drawing/2014/main" id="{2020832A-3CD4-0C92-EEE0-8A4B56C88215}"/>
                  </a:ext>
                </a:extLst>
              </p:cNvPr>
              <p:cNvSpPr>
                <a:spLocks noChangeShapeType="1"/>
              </p:cNvSpPr>
              <p:nvPr/>
            </p:nvSpPr>
            <p:spPr bwMode="auto">
              <a:xfrm>
                <a:off x="7803" y="14081"/>
                <a:ext cx="0" cy="445"/>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7117" name="Line 17">
                <a:extLst>
                  <a:ext uri="{FF2B5EF4-FFF2-40B4-BE49-F238E27FC236}">
                    <a16:creationId xmlns:a16="http://schemas.microsoft.com/office/drawing/2014/main" id="{BD2561AD-125D-FE56-5C8A-6A584FF743F9}"/>
                  </a:ext>
                </a:extLst>
              </p:cNvPr>
              <p:cNvSpPr>
                <a:spLocks noChangeShapeType="1"/>
              </p:cNvSpPr>
              <p:nvPr/>
            </p:nvSpPr>
            <p:spPr bwMode="auto">
              <a:xfrm>
                <a:off x="7332" y="14087"/>
                <a:ext cx="0" cy="444"/>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7118" name="Line 16">
                <a:extLst>
                  <a:ext uri="{FF2B5EF4-FFF2-40B4-BE49-F238E27FC236}">
                    <a16:creationId xmlns:a16="http://schemas.microsoft.com/office/drawing/2014/main" id="{6A5E609F-ACEA-5798-2FD5-2406F084BE31}"/>
                  </a:ext>
                </a:extLst>
              </p:cNvPr>
              <p:cNvSpPr>
                <a:spLocks noChangeShapeType="1"/>
              </p:cNvSpPr>
              <p:nvPr/>
            </p:nvSpPr>
            <p:spPr bwMode="auto">
              <a:xfrm>
                <a:off x="6861" y="14078"/>
                <a:ext cx="0" cy="445"/>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7119" name="Arc 15">
                <a:extLst>
                  <a:ext uri="{FF2B5EF4-FFF2-40B4-BE49-F238E27FC236}">
                    <a16:creationId xmlns:a16="http://schemas.microsoft.com/office/drawing/2014/main" id="{3D81DBAD-C7AD-844C-A5E8-D7E3C119966E}"/>
                  </a:ext>
                </a:extLst>
              </p:cNvPr>
              <p:cNvSpPr>
                <a:spLocks/>
              </p:cNvSpPr>
              <p:nvPr/>
            </p:nvSpPr>
            <p:spPr bwMode="auto">
              <a:xfrm rot="-5400000">
                <a:off x="3642" y="13800"/>
                <a:ext cx="238" cy="430"/>
              </a:xfrm>
              <a:custGeom>
                <a:avLst/>
                <a:gdLst>
                  <a:gd name="T0" fmla="*/ 1 w 21600"/>
                  <a:gd name="T1" fmla="*/ 0 h 41539"/>
                  <a:gd name="T2" fmla="*/ 1 w 21600"/>
                  <a:gd name="T3" fmla="*/ 4 h 41539"/>
                  <a:gd name="T4" fmla="*/ 0 w 21600"/>
                  <a:gd name="T5" fmla="*/ 2 h 41539"/>
                  <a:gd name="T6" fmla="*/ 0 60000 65536"/>
                  <a:gd name="T7" fmla="*/ 0 60000 65536"/>
                  <a:gd name="T8" fmla="*/ 0 60000 65536"/>
                </a:gdLst>
                <a:ahLst/>
                <a:cxnLst>
                  <a:cxn ang="T6">
                    <a:pos x="T0" y="T1"/>
                  </a:cxn>
                  <a:cxn ang="T7">
                    <a:pos x="T2" y="T3"/>
                  </a:cxn>
                  <a:cxn ang="T8">
                    <a:pos x="T4" y="T5"/>
                  </a:cxn>
                </a:cxnLst>
                <a:rect l="0" t="0" r="r" b="b"/>
                <a:pathLst>
                  <a:path w="21600" h="41539" fill="none" extrusionOk="0">
                    <a:moveTo>
                      <a:pt x="6830" y="0"/>
                    </a:moveTo>
                    <a:cubicBezTo>
                      <a:pt x="15650" y="2940"/>
                      <a:pt x="21600" y="11194"/>
                      <a:pt x="21600" y="20492"/>
                    </a:cubicBezTo>
                    <a:cubicBezTo>
                      <a:pt x="21600" y="30550"/>
                      <a:pt x="14657" y="39277"/>
                      <a:pt x="4856" y="41538"/>
                    </a:cubicBezTo>
                  </a:path>
                  <a:path w="21600" h="41539" stroke="0" extrusionOk="0">
                    <a:moveTo>
                      <a:pt x="6830" y="0"/>
                    </a:moveTo>
                    <a:cubicBezTo>
                      <a:pt x="15650" y="2940"/>
                      <a:pt x="21600" y="11194"/>
                      <a:pt x="21600" y="20492"/>
                    </a:cubicBezTo>
                    <a:cubicBezTo>
                      <a:pt x="21600" y="30550"/>
                      <a:pt x="14657" y="39277"/>
                      <a:pt x="4856" y="41538"/>
                    </a:cubicBezTo>
                    <a:lnTo>
                      <a:pt x="0" y="20492"/>
                    </a:lnTo>
                    <a:lnTo>
                      <a:pt x="6830" y="0"/>
                    </a:lnTo>
                    <a:close/>
                  </a:path>
                </a:pathLst>
              </a:custGeom>
              <a:noFill/>
              <a:ln w="28575">
                <a:solidFill>
                  <a:srgbClr val="000000"/>
                </a:solidFill>
                <a:round/>
                <a:headEnd type="triangle" w="med" len="me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7120" name="Arc 14">
                <a:extLst>
                  <a:ext uri="{FF2B5EF4-FFF2-40B4-BE49-F238E27FC236}">
                    <a16:creationId xmlns:a16="http://schemas.microsoft.com/office/drawing/2014/main" id="{097EFF92-3E72-53E4-CBBC-F3E8A44075D0}"/>
                  </a:ext>
                </a:extLst>
              </p:cNvPr>
              <p:cNvSpPr>
                <a:spLocks/>
              </p:cNvSpPr>
              <p:nvPr/>
            </p:nvSpPr>
            <p:spPr bwMode="auto">
              <a:xfrm rot="-5400000">
                <a:off x="4161" y="13820"/>
                <a:ext cx="238" cy="430"/>
              </a:xfrm>
              <a:custGeom>
                <a:avLst/>
                <a:gdLst>
                  <a:gd name="T0" fmla="*/ 1 w 21600"/>
                  <a:gd name="T1" fmla="*/ 0 h 41539"/>
                  <a:gd name="T2" fmla="*/ 1 w 21600"/>
                  <a:gd name="T3" fmla="*/ 4 h 41539"/>
                  <a:gd name="T4" fmla="*/ 0 w 21600"/>
                  <a:gd name="T5" fmla="*/ 2 h 41539"/>
                  <a:gd name="T6" fmla="*/ 0 60000 65536"/>
                  <a:gd name="T7" fmla="*/ 0 60000 65536"/>
                  <a:gd name="T8" fmla="*/ 0 60000 65536"/>
                </a:gdLst>
                <a:ahLst/>
                <a:cxnLst>
                  <a:cxn ang="T6">
                    <a:pos x="T0" y="T1"/>
                  </a:cxn>
                  <a:cxn ang="T7">
                    <a:pos x="T2" y="T3"/>
                  </a:cxn>
                  <a:cxn ang="T8">
                    <a:pos x="T4" y="T5"/>
                  </a:cxn>
                </a:cxnLst>
                <a:rect l="0" t="0" r="r" b="b"/>
                <a:pathLst>
                  <a:path w="21600" h="41539" fill="none" extrusionOk="0">
                    <a:moveTo>
                      <a:pt x="6830" y="0"/>
                    </a:moveTo>
                    <a:cubicBezTo>
                      <a:pt x="15650" y="2940"/>
                      <a:pt x="21600" y="11194"/>
                      <a:pt x="21600" y="20492"/>
                    </a:cubicBezTo>
                    <a:cubicBezTo>
                      <a:pt x="21600" y="30550"/>
                      <a:pt x="14657" y="39277"/>
                      <a:pt x="4856" y="41538"/>
                    </a:cubicBezTo>
                  </a:path>
                  <a:path w="21600" h="41539" stroke="0" extrusionOk="0">
                    <a:moveTo>
                      <a:pt x="6830" y="0"/>
                    </a:moveTo>
                    <a:cubicBezTo>
                      <a:pt x="15650" y="2940"/>
                      <a:pt x="21600" y="11194"/>
                      <a:pt x="21600" y="20492"/>
                    </a:cubicBezTo>
                    <a:cubicBezTo>
                      <a:pt x="21600" y="30550"/>
                      <a:pt x="14657" y="39277"/>
                      <a:pt x="4856" y="41538"/>
                    </a:cubicBezTo>
                    <a:lnTo>
                      <a:pt x="0" y="20492"/>
                    </a:lnTo>
                    <a:lnTo>
                      <a:pt x="6830" y="0"/>
                    </a:lnTo>
                    <a:close/>
                  </a:path>
                </a:pathLst>
              </a:custGeom>
              <a:noFill/>
              <a:ln w="28575">
                <a:solidFill>
                  <a:srgbClr val="000000"/>
                </a:solidFill>
                <a:round/>
                <a:headEnd type="triangle" w="med" len="me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7121" name="Arc 13">
                <a:extLst>
                  <a:ext uri="{FF2B5EF4-FFF2-40B4-BE49-F238E27FC236}">
                    <a16:creationId xmlns:a16="http://schemas.microsoft.com/office/drawing/2014/main" id="{61C9B082-452C-6AB8-CD32-444FD51DC72F}"/>
                  </a:ext>
                </a:extLst>
              </p:cNvPr>
              <p:cNvSpPr>
                <a:spLocks/>
              </p:cNvSpPr>
              <p:nvPr/>
            </p:nvSpPr>
            <p:spPr bwMode="auto">
              <a:xfrm rot="-5400000">
                <a:off x="4680" y="13809"/>
                <a:ext cx="238" cy="430"/>
              </a:xfrm>
              <a:custGeom>
                <a:avLst/>
                <a:gdLst>
                  <a:gd name="T0" fmla="*/ 1 w 21600"/>
                  <a:gd name="T1" fmla="*/ 0 h 41539"/>
                  <a:gd name="T2" fmla="*/ 1 w 21600"/>
                  <a:gd name="T3" fmla="*/ 4 h 41539"/>
                  <a:gd name="T4" fmla="*/ 0 w 21600"/>
                  <a:gd name="T5" fmla="*/ 2 h 41539"/>
                  <a:gd name="T6" fmla="*/ 0 60000 65536"/>
                  <a:gd name="T7" fmla="*/ 0 60000 65536"/>
                  <a:gd name="T8" fmla="*/ 0 60000 65536"/>
                </a:gdLst>
                <a:ahLst/>
                <a:cxnLst>
                  <a:cxn ang="T6">
                    <a:pos x="T0" y="T1"/>
                  </a:cxn>
                  <a:cxn ang="T7">
                    <a:pos x="T2" y="T3"/>
                  </a:cxn>
                  <a:cxn ang="T8">
                    <a:pos x="T4" y="T5"/>
                  </a:cxn>
                </a:cxnLst>
                <a:rect l="0" t="0" r="r" b="b"/>
                <a:pathLst>
                  <a:path w="21600" h="41539" fill="none" extrusionOk="0">
                    <a:moveTo>
                      <a:pt x="6830" y="0"/>
                    </a:moveTo>
                    <a:cubicBezTo>
                      <a:pt x="15650" y="2940"/>
                      <a:pt x="21600" y="11194"/>
                      <a:pt x="21600" y="20492"/>
                    </a:cubicBezTo>
                    <a:cubicBezTo>
                      <a:pt x="21600" y="30550"/>
                      <a:pt x="14657" y="39277"/>
                      <a:pt x="4856" y="41538"/>
                    </a:cubicBezTo>
                  </a:path>
                  <a:path w="21600" h="41539" stroke="0" extrusionOk="0">
                    <a:moveTo>
                      <a:pt x="6830" y="0"/>
                    </a:moveTo>
                    <a:cubicBezTo>
                      <a:pt x="15650" y="2940"/>
                      <a:pt x="21600" y="11194"/>
                      <a:pt x="21600" y="20492"/>
                    </a:cubicBezTo>
                    <a:cubicBezTo>
                      <a:pt x="21600" y="30550"/>
                      <a:pt x="14657" y="39277"/>
                      <a:pt x="4856" y="41538"/>
                    </a:cubicBezTo>
                    <a:lnTo>
                      <a:pt x="0" y="20492"/>
                    </a:lnTo>
                    <a:lnTo>
                      <a:pt x="6830" y="0"/>
                    </a:lnTo>
                    <a:close/>
                  </a:path>
                </a:pathLst>
              </a:custGeom>
              <a:noFill/>
              <a:ln w="28575">
                <a:solidFill>
                  <a:srgbClr val="000000"/>
                </a:solidFill>
                <a:round/>
                <a:headEnd type="triangle" w="med" len="me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7122" name="Arc 12">
                <a:extLst>
                  <a:ext uri="{FF2B5EF4-FFF2-40B4-BE49-F238E27FC236}">
                    <a16:creationId xmlns:a16="http://schemas.microsoft.com/office/drawing/2014/main" id="{06EF59F6-40E0-4826-CD38-931249B17EFA}"/>
                  </a:ext>
                </a:extLst>
              </p:cNvPr>
              <p:cNvSpPr>
                <a:spLocks/>
              </p:cNvSpPr>
              <p:nvPr/>
            </p:nvSpPr>
            <p:spPr bwMode="auto">
              <a:xfrm rot="-5400000">
                <a:off x="7245" y="13809"/>
                <a:ext cx="238" cy="430"/>
              </a:xfrm>
              <a:custGeom>
                <a:avLst/>
                <a:gdLst>
                  <a:gd name="T0" fmla="*/ 1 w 21600"/>
                  <a:gd name="T1" fmla="*/ 0 h 41539"/>
                  <a:gd name="T2" fmla="*/ 1 w 21600"/>
                  <a:gd name="T3" fmla="*/ 4 h 41539"/>
                  <a:gd name="T4" fmla="*/ 0 w 21600"/>
                  <a:gd name="T5" fmla="*/ 2 h 41539"/>
                  <a:gd name="T6" fmla="*/ 0 60000 65536"/>
                  <a:gd name="T7" fmla="*/ 0 60000 65536"/>
                  <a:gd name="T8" fmla="*/ 0 60000 65536"/>
                </a:gdLst>
                <a:ahLst/>
                <a:cxnLst>
                  <a:cxn ang="T6">
                    <a:pos x="T0" y="T1"/>
                  </a:cxn>
                  <a:cxn ang="T7">
                    <a:pos x="T2" y="T3"/>
                  </a:cxn>
                  <a:cxn ang="T8">
                    <a:pos x="T4" y="T5"/>
                  </a:cxn>
                </a:cxnLst>
                <a:rect l="0" t="0" r="r" b="b"/>
                <a:pathLst>
                  <a:path w="21600" h="41539" fill="none" extrusionOk="0">
                    <a:moveTo>
                      <a:pt x="6830" y="0"/>
                    </a:moveTo>
                    <a:cubicBezTo>
                      <a:pt x="15650" y="2940"/>
                      <a:pt x="21600" y="11194"/>
                      <a:pt x="21600" y="20492"/>
                    </a:cubicBezTo>
                    <a:cubicBezTo>
                      <a:pt x="21600" y="30550"/>
                      <a:pt x="14657" y="39277"/>
                      <a:pt x="4856" y="41538"/>
                    </a:cubicBezTo>
                  </a:path>
                  <a:path w="21600" h="41539" stroke="0" extrusionOk="0">
                    <a:moveTo>
                      <a:pt x="6830" y="0"/>
                    </a:moveTo>
                    <a:cubicBezTo>
                      <a:pt x="15650" y="2940"/>
                      <a:pt x="21600" y="11194"/>
                      <a:pt x="21600" y="20492"/>
                    </a:cubicBezTo>
                    <a:cubicBezTo>
                      <a:pt x="21600" y="30550"/>
                      <a:pt x="14657" y="39277"/>
                      <a:pt x="4856" y="41538"/>
                    </a:cubicBezTo>
                    <a:lnTo>
                      <a:pt x="0" y="20492"/>
                    </a:lnTo>
                    <a:lnTo>
                      <a:pt x="6830" y="0"/>
                    </a:lnTo>
                    <a:close/>
                  </a:path>
                </a:pathLst>
              </a:custGeom>
              <a:noFill/>
              <a:ln w="28575">
                <a:solidFill>
                  <a:srgbClr val="000000"/>
                </a:solidFill>
                <a:round/>
                <a:headEnd type="triangle" w="med" len="me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7123" name="Arc 11">
                <a:extLst>
                  <a:ext uri="{FF2B5EF4-FFF2-40B4-BE49-F238E27FC236}">
                    <a16:creationId xmlns:a16="http://schemas.microsoft.com/office/drawing/2014/main" id="{0D995543-D548-E2B8-B69F-4B1496BDC754}"/>
                  </a:ext>
                </a:extLst>
              </p:cNvPr>
              <p:cNvSpPr>
                <a:spLocks/>
              </p:cNvSpPr>
              <p:nvPr/>
            </p:nvSpPr>
            <p:spPr bwMode="auto">
              <a:xfrm rot="-5400000">
                <a:off x="7764" y="13803"/>
                <a:ext cx="238" cy="430"/>
              </a:xfrm>
              <a:custGeom>
                <a:avLst/>
                <a:gdLst>
                  <a:gd name="T0" fmla="*/ 1 w 21600"/>
                  <a:gd name="T1" fmla="*/ 0 h 41539"/>
                  <a:gd name="T2" fmla="*/ 1 w 21600"/>
                  <a:gd name="T3" fmla="*/ 4 h 41539"/>
                  <a:gd name="T4" fmla="*/ 0 w 21600"/>
                  <a:gd name="T5" fmla="*/ 2 h 41539"/>
                  <a:gd name="T6" fmla="*/ 0 60000 65536"/>
                  <a:gd name="T7" fmla="*/ 0 60000 65536"/>
                  <a:gd name="T8" fmla="*/ 0 60000 65536"/>
                </a:gdLst>
                <a:ahLst/>
                <a:cxnLst>
                  <a:cxn ang="T6">
                    <a:pos x="T0" y="T1"/>
                  </a:cxn>
                  <a:cxn ang="T7">
                    <a:pos x="T2" y="T3"/>
                  </a:cxn>
                  <a:cxn ang="T8">
                    <a:pos x="T4" y="T5"/>
                  </a:cxn>
                </a:cxnLst>
                <a:rect l="0" t="0" r="r" b="b"/>
                <a:pathLst>
                  <a:path w="21600" h="41539" fill="none" extrusionOk="0">
                    <a:moveTo>
                      <a:pt x="6830" y="0"/>
                    </a:moveTo>
                    <a:cubicBezTo>
                      <a:pt x="15650" y="2940"/>
                      <a:pt x="21600" y="11194"/>
                      <a:pt x="21600" y="20492"/>
                    </a:cubicBezTo>
                    <a:cubicBezTo>
                      <a:pt x="21600" y="30550"/>
                      <a:pt x="14657" y="39277"/>
                      <a:pt x="4856" y="41538"/>
                    </a:cubicBezTo>
                  </a:path>
                  <a:path w="21600" h="41539" stroke="0" extrusionOk="0">
                    <a:moveTo>
                      <a:pt x="6830" y="0"/>
                    </a:moveTo>
                    <a:cubicBezTo>
                      <a:pt x="15650" y="2940"/>
                      <a:pt x="21600" y="11194"/>
                      <a:pt x="21600" y="20492"/>
                    </a:cubicBezTo>
                    <a:cubicBezTo>
                      <a:pt x="21600" y="30550"/>
                      <a:pt x="14657" y="39277"/>
                      <a:pt x="4856" y="41538"/>
                    </a:cubicBezTo>
                    <a:lnTo>
                      <a:pt x="0" y="20492"/>
                    </a:lnTo>
                    <a:lnTo>
                      <a:pt x="6830" y="0"/>
                    </a:lnTo>
                    <a:close/>
                  </a:path>
                </a:pathLst>
              </a:custGeom>
              <a:noFill/>
              <a:ln w="28575">
                <a:solidFill>
                  <a:srgbClr val="000000"/>
                </a:solidFill>
                <a:round/>
                <a:headEnd type="triangle" w="med" len="me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7124" name="Arc 10">
                <a:extLst>
                  <a:ext uri="{FF2B5EF4-FFF2-40B4-BE49-F238E27FC236}">
                    <a16:creationId xmlns:a16="http://schemas.microsoft.com/office/drawing/2014/main" id="{29B574A0-EED9-F660-7CBD-347A87F42640}"/>
                  </a:ext>
                </a:extLst>
              </p:cNvPr>
              <p:cNvSpPr>
                <a:spLocks/>
              </p:cNvSpPr>
              <p:nvPr/>
            </p:nvSpPr>
            <p:spPr bwMode="auto">
              <a:xfrm rot="-5400000">
                <a:off x="6744" y="13803"/>
                <a:ext cx="238" cy="430"/>
              </a:xfrm>
              <a:custGeom>
                <a:avLst/>
                <a:gdLst>
                  <a:gd name="T0" fmla="*/ 1 w 21600"/>
                  <a:gd name="T1" fmla="*/ 0 h 41539"/>
                  <a:gd name="T2" fmla="*/ 1 w 21600"/>
                  <a:gd name="T3" fmla="*/ 4 h 41539"/>
                  <a:gd name="T4" fmla="*/ 0 w 21600"/>
                  <a:gd name="T5" fmla="*/ 2 h 41539"/>
                  <a:gd name="T6" fmla="*/ 0 60000 65536"/>
                  <a:gd name="T7" fmla="*/ 0 60000 65536"/>
                  <a:gd name="T8" fmla="*/ 0 60000 65536"/>
                </a:gdLst>
                <a:ahLst/>
                <a:cxnLst>
                  <a:cxn ang="T6">
                    <a:pos x="T0" y="T1"/>
                  </a:cxn>
                  <a:cxn ang="T7">
                    <a:pos x="T2" y="T3"/>
                  </a:cxn>
                  <a:cxn ang="T8">
                    <a:pos x="T4" y="T5"/>
                  </a:cxn>
                </a:cxnLst>
                <a:rect l="0" t="0" r="r" b="b"/>
                <a:pathLst>
                  <a:path w="21600" h="41539" fill="none" extrusionOk="0">
                    <a:moveTo>
                      <a:pt x="6830" y="0"/>
                    </a:moveTo>
                    <a:cubicBezTo>
                      <a:pt x="15650" y="2940"/>
                      <a:pt x="21600" y="11194"/>
                      <a:pt x="21600" y="20492"/>
                    </a:cubicBezTo>
                    <a:cubicBezTo>
                      <a:pt x="21600" y="30550"/>
                      <a:pt x="14657" y="39277"/>
                      <a:pt x="4856" y="41538"/>
                    </a:cubicBezTo>
                  </a:path>
                  <a:path w="21600" h="41539" stroke="0" extrusionOk="0">
                    <a:moveTo>
                      <a:pt x="6830" y="0"/>
                    </a:moveTo>
                    <a:cubicBezTo>
                      <a:pt x="15650" y="2940"/>
                      <a:pt x="21600" y="11194"/>
                      <a:pt x="21600" y="20492"/>
                    </a:cubicBezTo>
                    <a:cubicBezTo>
                      <a:pt x="21600" y="30550"/>
                      <a:pt x="14657" y="39277"/>
                      <a:pt x="4856" y="41538"/>
                    </a:cubicBezTo>
                    <a:lnTo>
                      <a:pt x="0" y="20492"/>
                    </a:lnTo>
                    <a:lnTo>
                      <a:pt x="6830" y="0"/>
                    </a:lnTo>
                    <a:close/>
                  </a:path>
                </a:pathLst>
              </a:custGeom>
              <a:noFill/>
              <a:ln w="28575">
                <a:solidFill>
                  <a:srgbClr val="000000"/>
                </a:solidFill>
                <a:round/>
                <a:headEnd type="triangle" w="med" len="me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7125" name="Arc 9">
                <a:extLst>
                  <a:ext uri="{FF2B5EF4-FFF2-40B4-BE49-F238E27FC236}">
                    <a16:creationId xmlns:a16="http://schemas.microsoft.com/office/drawing/2014/main" id="{104846F0-D8AA-69BC-EB9A-D64191F82811}"/>
                  </a:ext>
                </a:extLst>
              </p:cNvPr>
              <p:cNvSpPr>
                <a:spLocks/>
              </p:cNvSpPr>
              <p:nvPr/>
            </p:nvSpPr>
            <p:spPr bwMode="auto">
              <a:xfrm rot="5400000" flipV="1">
                <a:off x="5469" y="11614"/>
                <a:ext cx="528" cy="5898"/>
              </a:xfrm>
              <a:custGeom>
                <a:avLst/>
                <a:gdLst>
                  <a:gd name="T0" fmla="*/ 0 w 33206"/>
                  <a:gd name="T1" fmla="*/ 63 h 43200"/>
                  <a:gd name="T2" fmla="*/ 0 w 33206"/>
                  <a:gd name="T3" fmla="*/ 750 h 43200"/>
                  <a:gd name="T4" fmla="*/ 3 w 33206"/>
                  <a:gd name="T5" fmla="*/ 403 h 43200"/>
                  <a:gd name="T6" fmla="*/ 0 60000 65536"/>
                  <a:gd name="T7" fmla="*/ 0 60000 65536"/>
                  <a:gd name="T8" fmla="*/ 0 60000 65536"/>
                </a:gdLst>
                <a:ahLst/>
                <a:cxnLst>
                  <a:cxn ang="T6">
                    <a:pos x="T0" y="T1"/>
                  </a:cxn>
                  <a:cxn ang="T7">
                    <a:pos x="T2" y="T3"/>
                  </a:cxn>
                  <a:cxn ang="T8">
                    <a:pos x="T4" y="T5"/>
                  </a:cxn>
                </a:cxnLst>
                <a:rect l="0" t="0" r="r" b="b"/>
                <a:pathLst>
                  <a:path w="33206" h="43200" fill="none" extrusionOk="0">
                    <a:moveTo>
                      <a:pt x="-1" y="3382"/>
                    </a:moveTo>
                    <a:cubicBezTo>
                      <a:pt x="3467" y="1173"/>
                      <a:pt x="7494" y="-1"/>
                      <a:pt x="11606" y="0"/>
                    </a:cubicBezTo>
                    <a:cubicBezTo>
                      <a:pt x="23535" y="0"/>
                      <a:pt x="33206" y="9670"/>
                      <a:pt x="33206" y="21600"/>
                    </a:cubicBezTo>
                    <a:cubicBezTo>
                      <a:pt x="33206" y="33529"/>
                      <a:pt x="23535" y="43200"/>
                      <a:pt x="11606" y="43200"/>
                    </a:cubicBezTo>
                    <a:cubicBezTo>
                      <a:pt x="7764" y="43200"/>
                      <a:pt x="3992" y="42175"/>
                      <a:pt x="678" y="40232"/>
                    </a:cubicBezTo>
                  </a:path>
                  <a:path w="33206" h="43200" stroke="0" extrusionOk="0">
                    <a:moveTo>
                      <a:pt x="-1" y="3382"/>
                    </a:moveTo>
                    <a:cubicBezTo>
                      <a:pt x="3467" y="1173"/>
                      <a:pt x="7494" y="-1"/>
                      <a:pt x="11606" y="0"/>
                    </a:cubicBezTo>
                    <a:cubicBezTo>
                      <a:pt x="23535" y="0"/>
                      <a:pt x="33206" y="9670"/>
                      <a:pt x="33206" y="21600"/>
                    </a:cubicBezTo>
                    <a:cubicBezTo>
                      <a:pt x="33206" y="33529"/>
                      <a:pt x="23535" y="43200"/>
                      <a:pt x="11606" y="43200"/>
                    </a:cubicBezTo>
                    <a:cubicBezTo>
                      <a:pt x="7764" y="43200"/>
                      <a:pt x="3992" y="42175"/>
                      <a:pt x="678" y="40232"/>
                    </a:cubicBezTo>
                    <a:lnTo>
                      <a:pt x="11606" y="21600"/>
                    </a:lnTo>
                    <a:lnTo>
                      <a:pt x="-1" y="3382"/>
                    </a:lnTo>
                    <a:close/>
                  </a:path>
                </a:pathLst>
              </a:custGeom>
              <a:noFill/>
              <a:ln w="28575">
                <a:solidFill>
                  <a:srgbClr val="000000"/>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47110" name="Text Box 7">
              <a:extLst>
                <a:ext uri="{FF2B5EF4-FFF2-40B4-BE49-F238E27FC236}">
                  <a16:creationId xmlns:a16="http://schemas.microsoft.com/office/drawing/2014/main" id="{269F977B-BD55-9980-0400-77FA5AAE61B5}"/>
                </a:ext>
              </a:extLst>
            </p:cNvPr>
            <p:cNvSpPr txBox="1">
              <a:spLocks noChangeArrowheads="1"/>
            </p:cNvSpPr>
            <p:nvPr/>
          </p:nvSpPr>
          <p:spPr bwMode="auto">
            <a:xfrm>
              <a:off x="2629946" y="5605475"/>
              <a:ext cx="3534684" cy="338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000">
                  <a:cs typeface="Times New Roman" panose="02020603050405020304" pitchFamily="18" charset="0"/>
                </a:rPr>
                <a:t>    Cyclic  shift  left </a:t>
              </a:r>
              <a:endParaRPr lang="ru-RU" altLang="en-US" sz="2000"/>
            </a:p>
          </p:txBody>
        </p:sp>
        <p:sp>
          <p:nvSpPr>
            <p:cNvPr id="47111" name="Text Box 6">
              <a:extLst>
                <a:ext uri="{FF2B5EF4-FFF2-40B4-BE49-F238E27FC236}">
                  <a16:creationId xmlns:a16="http://schemas.microsoft.com/office/drawing/2014/main" id="{D7C12736-7D97-F3BE-4C4B-7E3810EE007D}"/>
                </a:ext>
              </a:extLst>
            </p:cNvPr>
            <p:cNvSpPr txBox="1">
              <a:spLocks noChangeArrowheads="1"/>
            </p:cNvSpPr>
            <p:nvPr/>
          </p:nvSpPr>
          <p:spPr bwMode="auto">
            <a:xfrm>
              <a:off x="2592693" y="4702454"/>
              <a:ext cx="3534684" cy="338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000">
                  <a:cs typeface="Times New Roman" panose="02020603050405020304" pitchFamily="18" charset="0"/>
                </a:rPr>
                <a:t>Cyclic   shift   right</a:t>
              </a:r>
              <a:endParaRPr lang="ru-RU" altLang="en-US" sz="2000"/>
            </a:p>
          </p:txBody>
        </p:sp>
      </p:gr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itle 1">
            <a:extLst>
              <a:ext uri="{FF2B5EF4-FFF2-40B4-BE49-F238E27FC236}">
                <a16:creationId xmlns:a16="http://schemas.microsoft.com/office/drawing/2014/main" id="{0CC18AF7-06E9-0F84-D00C-DA5B45166AA3}"/>
              </a:ext>
            </a:extLst>
          </p:cNvPr>
          <p:cNvSpPr>
            <a:spLocks noGrp="1" noChangeArrowheads="1"/>
          </p:cNvSpPr>
          <p:nvPr>
            <p:ph type="title"/>
          </p:nvPr>
        </p:nvSpPr>
        <p:spPr/>
        <p:txBody>
          <a:bodyPr/>
          <a:lstStyle/>
          <a:p>
            <a:r>
              <a:rPr lang="en-US" altLang="en-US"/>
              <a:t>Logical Shift</a:t>
            </a:r>
          </a:p>
        </p:txBody>
      </p:sp>
      <p:sp>
        <p:nvSpPr>
          <p:cNvPr id="4" name="TextBox 3">
            <a:extLst>
              <a:ext uri="{FF2B5EF4-FFF2-40B4-BE49-F238E27FC236}">
                <a16:creationId xmlns:a16="http://schemas.microsoft.com/office/drawing/2014/main" id="{E8412A93-A9C5-47F8-BD2D-E3854915878C}"/>
              </a:ext>
            </a:extLst>
          </p:cNvPr>
          <p:cNvSpPr txBox="1"/>
          <p:nvPr/>
        </p:nvSpPr>
        <p:spPr>
          <a:xfrm>
            <a:off x="2057401" y="1600200"/>
            <a:ext cx="6702425" cy="1754188"/>
          </a:xfrm>
          <a:prstGeom prst="rect">
            <a:avLst/>
          </a:prstGeom>
          <a:solidFill>
            <a:schemeClr val="accent1">
              <a:lumMod val="20000"/>
              <a:lumOff val="80000"/>
            </a:schemeClr>
          </a:solidFill>
        </p:spPr>
        <p:txBody>
          <a:bodyPr>
            <a:spAutoFit/>
          </a:bodyPr>
          <a:lstStyle/>
          <a:p>
            <a:pPr eaLnBrk="1" hangingPunct="1">
              <a:defRPr/>
            </a:pPr>
            <a:r>
              <a:rPr lang="en-US" dirty="0"/>
              <a:t>a=</a:t>
            </a:r>
            <a:r>
              <a:rPr lang="ru-RU" dirty="0"/>
              <a:t>1100_1010</a:t>
            </a:r>
          </a:p>
          <a:p>
            <a:pPr eaLnBrk="1" hangingPunct="1">
              <a:defRPr/>
            </a:pPr>
            <a:r>
              <a:rPr lang="en-US" dirty="0"/>
              <a:t>    </a:t>
            </a:r>
            <a:r>
              <a:rPr lang="ru-RU" dirty="0"/>
              <a:t>0110_0101	</a:t>
            </a:r>
            <a:r>
              <a:rPr lang="en-US" dirty="0"/>
              <a:t>logic shift right  by 1 bit	     a </a:t>
            </a:r>
            <a:r>
              <a:rPr lang="en-US" dirty="0">
                <a:solidFill>
                  <a:srgbClr val="FF0000"/>
                </a:solidFill>
              </a:rPr>
              <a:t>&lt;= </a:t>
            </a:r>
            <a:r>
              <a:rPr lang="en-US" dirty="0"/>
              <a:t>a&gt;&gt;1;</a:t>
            </a:r>
          </a:p>
          <a:p>
            <a:pPr eaLnBrk="1" hangingPunct="1">
              <a:defRPr/>
            </a:pPr>
            <a:r>
              <a:rPr lang="en-US" dirty="0"/>
              <a:t>    </a:t>
            </a:r>
            <a:r>
              <a:rPr lang="ru-RU" dirty="0"/>
              <a:t>1100_1010</a:t>
            </a:r>
          </a:p>
          <a:p>
            <a:pPr eaLnBrk="1" hangingPunct="1">
              <a:defRPr/>
            </a:pPr>
            <a:r>
              <a:rPr lang="en-US" dirty="0"/>
              <a:t>    0011_0010	logic shift right  by 2 bit	     a </a:t>
            </a:r>
            <a:r>
              <a:rPr lang="en-US" dirty="0">
                <a:solidFill>
                  <a:srgbClr val="FF0000"/>
                </a:solidFill>
              </a:rPr>
              <a:t>&lt;= </a:t>
            </a:r>
            <a:r>
              <a:rPr lang="en-US" dirty="0"/>
              <a:t>a&gt;&gt;2;</a:t>
            </a:r>
          </a:p>
          <a:p>
            <a:pPr eaLnBrk="1" hangingPunct="1">
              <a:defRPr/>
            </a:pPr>
            <a:r>
              <a:rPr lang="en-US" dirty="0"/>
              <a:t>    </a:t>
            </a:r>
            <a:r>
              <a:rPr lang="ru-RU" dirty="0"/>
              <a:t>1100_1010</a:t>
            </a:r>
          </a:p>
          <a:p>
            <a:pPr eaLnBrk="1" hangingPunct="1">
              <a:defRPr/>
            </a:pPr>
            <a:r>
              <a:rPr lang="en-US" dirty="0"/>
              <a:t>     0000_1100	logic shift right  by 4 bit	     a </a:t>
            </a:r>
            <a:r>
              <a:rPr lang="en-US" dirty="0">
                <a:solidFill>
                  <a:srgbClr val="FF0000"/>
                </a:solidFill>
              </a:rPr>
              <a:t>&lt;= </a:t>
            </a:r>
            <a:r>
              <a:rPr lang="en-US" dirty="0"/>
              <a:t>a&gt;&gt;4;</a:t>
            </a:r>
          </a:p>
        </p:txBody>
      </p:sp>
      <p:sp>
        <p:nvSpPr>
          <p:cNvPr id="5" name="TextBox 4">
            <a:extLst>
              <a:ext uri="{FF2B5EF4-FFF2-40B4-BE49-F238E27FC236}">
                <a16:creationId xmlns:a16="http://schemas.microsoft.com/office/drawing/2014/main" id="{F37A7D83-2C2B-4AB4-B85E-4741A4708E44}"/>
              </a:ext>
            </a:extLst>
          </p:cNvPr>
          <p:cNvSpPr txBox="1"/>
          <p:nvPr/>
        </p:nvSpPr>
        <p:spPr>
          <a:xfrm>
            <a:off x="2057400" y="3733800"/>
            <a:ext cx="6705600" cy="1754188"/>
          </a:xfrm>
          <a:prstGeom prst="rect">
            <a:avLst/>
          </a:prstGeom>
          <a:solidFill>
            <a:schemeClr val="accent1">
              <a:lumMod val="20000"/>
              <a:lumOff val="80000"/>
            </a:schemeClr>
          </a:solidFill>
        </p:spPr>
        <p:txBody>
          <a:bodyPr>
            <a:spAutoFit/>
          </a:bodyPr>
          <a:lstStyle/>
          <a:p>
            <a:pPr eaLnBrk="1" hangingPunct="1">
              <a:defRPr/>
            </a:pPr>
            <a:r>
              <a:rPr lang="en-US" dirty="0"/>
              <a:t>a=</a:t>
            </a:r>
            <a:r>
              <a:rPr lang="ru-RU" dirty="0"/>
              <a:t>1100_1010</a:t>
            </a:r>
          </a:p>
          <a:p>
            <a:pPr eaLnBrk="1" hangingPunct="1">
              <a:defRPr/>
            </a:pPr>
            <a:r>
              <a:rPr lang="en-US" dirty="0"/>
              <a:t>    </a:t>
            </a:r>
            <a:r>
              <a:rPr lang="ru-RU" dirty="0"/>
              <a:t>10</a:t>
            </a:r>
            <a:r>
              <a:rPr lang="en-US" dirty="0"/>
              <a:t>01</a:t>
            </a:r>
            <a:r>
              <a:rPr lang="ru-RU" dirty="0"/>
              <a:t>_</a:t>
            </a:r>
            <a:r>
              <a:rPr lang="en-US" dirty="0"/>
              <a:t>0100</a:t>
            </a:r>
            <a:r>
              <a:rPr lang="ru-RU" dirty="0"/>
              <a:t>	</a:t>
            </a:r>
            <a:r>
              <a:rPr lang="en-US" dirty="0"/>
              <a:t>logic shift left  by 1 bit	     a </a:t>
            </a:r>
            <a:r>
              <a:rPr lang="en-US" dirty="0">
                <a:solidFill>
                  <a:srgbClr val="FF0000"/>
                </a:solidFill>
              </a:rPr>
              <a:t>&lt;= </a:t>
            </a:r>
            <a:r>
              <a:rPr lang="en-US" dirty="0"/>
              <a:t>a&lt;&lt;1;</a:t>
            </a:r>
          </a:p>
          <a:p>
            <a:pPr eaLnBrk="1" hangingPunct="1">
              <a:defRPr/>
            </a:pPr>
            <a:r>
              <a:rPr lang="en-US" dirty="0"/>
              <a:t>    </a:t>
            </a:r>
            <a:r>
              <a:rPr lang="ru-RU" dirty="0"/>
              <a:t>1100_1010</a:t>
            </a:r>
          </a:p>
          <a:p>
            <a:pPr eaLnBrk="1" hangingPunct="1">
              <a:defRPr/>
            </a:pPr>
            <a:r>
              <a:rPr lang="en-US" dirty="0"/>
              <a:t>    0010_1000	logic shift left by 2 bit	     a </a:t>
            </a:r>
            <a:r>
              <a:rPr lang="en-US" dirty="0">
                <a:solidFill>
                  <a:srgbClr val="FF0000"/>
                </a:solidFill>
              </a:rPr>
              <a:t>&lt;= </a:t>
            </a:r>
            <a:r>
              <a:rPr lang="en-US" dirty="0"/>
              <a:t>a&lt;&lt;2;</a:t>
            </a:r>
          </a:p>
          <a:p>
            <a:pPr eaLnBrk="1" hangingPunct="1">
              <a:defRPr/>
            </a:pPr>
            <a:r>
              <a:rPr lang="en-US" dirty="0"/>
              <a:t>    </a:t>
            </a:r>
            <a:r>
              <a:rPr lang="ru-RU" dirty="0"/>
              <a:t>1100_1010</a:t>
            </a:r>
          </a:p>
          <a:p>
            <a:pPr eaLnBrk="1" hangingPunct="1">
              <a:defRPr/>
            </a:pPr>
            <a:r>
              <a:rPr lang="en-US" dirty="0"/>
              <a:t>    1010_0000	logic shift left  by 4 bit	     a </a:t>
            </a:r>
            <a:r>
              <a:rPr lang="en-US" dirty="0">
                <a:solidFill>
                  <a:srgbClr val="FF0000"/>
                </a:solidFill>
              </a:rPr>
              <a:t>&lt;= </a:t>
            </a:r>
            <a:r>
              <a:rPr lang="en-US" dirty="0"/>
              <a:t>a&lt;&lt;4;</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itle 1">
            <a:extLst>
              <a:ext uri="{FF2B5EF4-FFF2-40B4-BE49-F238E27FC236}">
                <a16:creationId xmlns:a16="http://schemas.microsoft.com/office/drawing/2014/main" id="{117506DC-D660-E9B1-A9DC-EB63481F2575}"/>
              </a:ext>
            </a:extLst>
          </p:cNvPr>
          <p:cNvSpPr>
            <a:spLocks noGrp="1" noChangeArrowheads="1"/>
          </p:cNvSpPr>
          <p:nvPr>
            <p:ph type="title"/>
          </p:nvPr>
        </p:nvSpPr>
        <p:spPr/>
        <p:txBody>
          <a:bodyPr/>
          <a:lstStyle/>
          <a:p>
            <a:r>
              <a:rPr lang="en-US" altLang="en-US"/>
              <a:t>Arithmetical Shift to the Right</a:t>
            </a:r>
          </a:p>
        </p:txBody>
      </p:sp>
      <p:sp>
        <p:nvSpPr>
          <p:cNvPr id="3" name="TextBox 2">
            <a:extLst>
              <a:ext uri="{FF2B5EF4-FFF2-40B4-BE49-F238E27FC236}">
                <a16:creationId xmlns:a16="http://schemas.microsoft.com/office/drawing/2014/main" id="{1BEEF35C-8E71-4E98-B8B0-956735D0562A}"/>
              </a:ext>
            </a:extLst>
          </p:cNvPr>
          <p:cNvSpPr txBox="1"/>
          <p:nvPr/>
        </p:nvSpPr>
        <p:spPr>
          <a:xfrm>
            <a:off x="1981201" y="1600200"/>
            <a:ext cx="6308725" cy="1754188"/>
          </a:xfrm>
          <a:prstGeom prst="rect">
            <a:avLst/>
          </a:prstGeom>
          <a:solidFill>
            <a:schemeClr val="accent1">
              <a:lumMod val="20000"/>
              <a:lumOff val="80000"/>
            </a:schemeClr>
          </a:solidFill>
        </p:spPr>
        <p:txBody>
          <a:bodyPr>
            <a:spAutoFit/>
          </a:bodyPr>
          <a:lstStyle/>
          <a:p>
            <a:pPr eaLnBrk="1" hangingPunct="1">
              <a:defRPr/>
            </a:pPr>
            <a:r>
              <a:rPr lang="en-US" u="sng" dirty="0"/>
              <a:t>0</a:t>
            </a:r>
            <a:r>
              <a:rPr lang="en-US" dirty="0"/>
              <a:t>101_1011_0100;  	arithmetical shift by 1 bit</a:t>
            </a:r>
          </a:p>
          <a:p>
            <a:pPr eaLnBrk="1" hangingPunct="1">
              <a:defRPr/>
            </a:pPr>
            <a:r>
              <a:rPr lang="en-US" u="sng" dirty="0"/>
              <a:t>0</a:t>
            </a:r>
            <a:r>
              <a:rPr lang="en-US" dirty="0"/>
              <a:t>010_1101_1010;</a:t>
            </a:r>
          </a:p>
          <a:p>
            <a:pPr eaLnBrk="1" hangingPunct="1">
              <a:defRPr/>
            </a:pPr>
            <a:r>
              <a:rPr lang="en-US" u="sng" dirty="0"/>
              <a:t>1</a:t>
            </a:r>
            <a:r>
              <a:rPr lang="en-US" dirty="0"/>
              <a:t>011_1100_0100;</a:t>
            </a:r>
          </a:p>
          <a:p>
            <a:pPr eaLnBrk="1" hangingPunct="1">
              <a:defRPr/>
            </a:pPr>
            <a:r>
              <a:rPr lang="en-US" u="sng" dirty="0"/>
              <a:t>1</a:t>
            </a:r>
            <a:r>
              <a:rPr lang="en-US" dirty="0"/>
              <a:t>1011_1100_010;		</a:t>
            </a:r>
            <a:r>
              <a:rPr lang="en-US" dirty="0">
                <a:solidFill>
                  <a:srgbClr val="FF0000"/>
                </a:solidFill>
              </a:rPr>
              <a:t>a&lt;={a[11],a[11:1]};</a:t>
            </a:r>
          </a:p>
          <a:p>
            <a:pPr eaLnBrk="1" hangingPunct="1">
              <a:defRPr/>
            </a:pPr>
            <a:r>
              <a:rPr lang="en-US" dirty="0"/>
              <a:t>-10000111100</a:t>
            </a:r>
          </a:p>
          <a:p>
            <a:pPr eaLnBrk="1" hangingPunct="1">
              <a:defRPr/>
            </a:pPr>
            <a:r>
              <a:rPr lang="en-US" dirty="0"/>
              <a:t>-01000011110</a:t>
            </a:r>
          </a:p>
        </p:txBody>
      </p:sp>
      <p:sp>
        <p:nvSpPr>
          <p:cNvPr id="4" name="TextBox 3">
            <a:extLst>
              <a:ext uri="{FF2B5EF4-FFF2-40B4-BE49-F238E27FC236}">
                <a16:creationId xmlns:a16="http://schemas.microsoft.com/office/drawing/2014/main" id="{83DBC944-9FA8-4FCA-8A76-54650CCE7FEF}"/>
              </a:ext>
            </a:extLst>
          </p:cNvPr>
          <p:cNvSpPr txBox="1"/>
          <p:nvPr/>
        </p:nvSpPr>
        <p:spPr>
          <a:xfrm>
            <a:off x="2057400" y="3581400"/>
            <a:ext cx="6218238" cy="1754188"/>
          </a:xfrm>
          <a:prstGeom prst="rect">
            <a:avLst/>
          </a:prstGeom>
          <a:solidFill>
            <a:schemeClr val="accent1">
              <a:lumMod val="20000"/>
              <a:lumOff val="80000"/>
            </a:schemeClr>
          </a:solidFill>
        </p:spPr>
        <p:txBody>
          <a:bodyPr>
            <a:spAutoFit/>
          </a:bodyPr>
          <a:lstStyle/>
          <a:p>
            <a:pPr eaLnBrk="1" hangingPunct="1">
              <a:defRPr/>
            </a:pPr>
            <a:r>
              <a:rPr lang="en-US" u="sng" dirty="0"/>
              <a:t>0</a:t>
            </a:r>
            <a:r>
              <a:rPr lang="en-US" dirty="0"/>
              <a:t>10110110100;  	arithmetical shift by3 bit</a:t>
            </a:r>
          </a:p>
          <a:p>
            <a:pPr eaLnBrk="1" hangingPunct="1">
              <a:defRPr/>
            </a:pPr>
            <a:r>
              <a:rPr lang="en-US" u="sng" dirty="0"/>
              <a:t>0</a:t>
            </a:r>
            <a:r>
              <a:rPr lang="en-US" dirty="0"/>
              <a:t>00010110110;</a:t>
            </a:r>
          </a:p>
          <a:p>
            <a:pPr eaLnBrk="1" hangingPunct="1">
              <a:defRPr/>
            </a:pPr>
            <a:endParaRPr lang="en-US" dirty="0"/>
          </a:p>
          <a:p>
            <a:pPr eaLnBrk="1" hangingPunct="1">
              <a:defRPr/>
            </a:pPr>
            <a:r>
              <a:rPr lang="en-US" u="sng" dirty="0"/>
              <a:t>1</a:t>
            </a:r>
            <a:r>
              <a:rPr lang="en-US" dirty="0"/>
              <a:t>01111000100;</a:t>
            </a:r>
          </a:p>
          <a:p>
            <a:pPr eaLnBrk="1" hangingPunct="1">
              <a:defRPr/>
            </a:pPr>
            <a:r>
              <a:rPr lang="en-US" u="sng" dirty="0"/>
              <a:t>1</a:t>
            </a:r>
            <a:r>
              <a:rPr lang="en-US" dirty="0"/>
              <a:t>11101111000;		</a:t>
            </a:r>
            <a:r>
              <a:rPr lang="en-US" dirty="0">
                <a:solidFill>
                  <a:srgbClr val="FF0000"/>
                </a:solidFill>
              </a:rPr>
              <a:t>a&lt;={a[11],a[11],a[11],a[11:3]};</a:t>
            </a:r>
          </a:p>
          <a:p>
            <a:pPr eaLnBrk="1" hangingPunct="1">
              <a:defRPr/>
            </a:pPr>
            <a:r>
              <a:rPr lang="en-US" dirty="0">
                <a:solidFill>
                  <a:srgbClr val="FF0000"/>
                </a:solidFill>
              </a:rPr>
              <a:t>			a &lt;={3{a[11]},a[11:3]};</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itle 1">
            <a:extLst>
              <a:ext uri="{FF2B5EF4-FFF2-40B4-BE49-F238E27FC236}">
                <a16:creationId xmlns:a16="http://schemas.microsoft.com/office/drawing/2014/main" id="{EDAC8D01-C092-4017-FAC2-6B7AFB39D0DA}"/>
              </a:ext>
            </a:extLst>
          </p:cNvPr>
          <p:cNvSpPr>
            <a:spLocks noGrp="1" noChangeArrowheads="1"/>
          </p:cNvSpPr>
          <p:nvPr>
            <p:ph type="title"/>
          </p:nvPr>
        </p:nvSpPr>
        <p:spPr/>
        <p:txBody>
          <a:bodyPr/>
          <a:lstStyle/>
          <a:p>
            <a:r>
              <a:rPr lang="en-US" altLang="en-US"/>
              <a:t>Cyclical Shift</a:t>
            </a:r>
          </a:p>
        </p:txBody>
      </p:sp>
      <p:sp>
        <p:nvSpPr>
          <p:cNvPr id="3" name="TextBox 2">
            <a:extLst>
              <a:ext uri="{FF2B5EF4-FFF2-40B4-BE49-F238E27FC236}">
                <a16:creationId xmlns:a16="http://schemas.microsoft.com/office/drawing/2014/main" id="{0B618F04-5D77-4AE7-8DE7-4DCDBEA1C53B}"/>
              </a:ext>
            </a:extLst>
          </p:cNvPr>
          <p:cNvSpPr txBox="1"/>
          <p:nvPr/>
        </p:nvSpPr>
        <p:spPr>
          <a:xfrm>
            <a:off x="1998664" y="1827214"/>
            <a:ext cx="6034087" cy="1754187"/>
          </a:xfrm>
          <a:prstGeom prst="rect">
            <a:avLst/>
          </a:prstGeom>
          <a:solidFill>
            <a:schemeClr val="accent1">
              <a:lumMod val="20000"/>
              <a:lumOff val="80000"/>
            </a:schemeClr>
          </a:solidFill>
        </p:spPr>
        <p:txBody>
          <a:bodyPr>
            <a:spAutoFit/>
          </a:bodyPr>
          <a:lstStyle/>
          <a:p>
            <a:pPr eaLnBrk="1" hangingPunct="1">
              <a:defRPr/>
            </a:pPr>
            <a:r>
              <a:rPr lang="en-US" dirty="0"/>
              <a:t>a=0101_1011_0100;  	cyclic  shift right by 1 bit</a:t>
            </a:r>
          </a:p>
          <a:p>
            <a:pPr eaLnBrk="1" hangingPunct="1">
              <a:defRPr/>
            </a:pPr>
            <a:r>
              <a:rPr lang="en-US" dirty="0"/>
              <a:t>     0010_1101_1010;	 	</a:t>
            </a:r>
            <a:r>
              <a:rPr lang="en-US" dirty="0">
                <a:solidFill>
                  <a:srgbClr val="FF0000"/>
                </a:solidFill>
              </a:rPr>
              <a:t>a&lt;={a[0],a[11:1]};</a:t>
            </a:r>
          </a:p>
          <a:p>
            <a:pPr eaLnBrk="1" hangingPunct="1">
              <a:defRPr/>
            </a:pPr>
            <a:r>
              <a:rPr lang="en-US" dirty="0"/>
              <a:t>			cyclic  shift right by 2 bits</a:t>
            </a:r>
          </a:p>
          <a:p>
            <a:pPr eaLnBrk="1" hangingPunct="1">
              <a:defRPr/>
            </a:pPr>
            <a:r>
              <a:rPr lang="en-US" dirty="0"/>
              <a:t>a=101111000101; 	               </a:t>
            </a:r>
            <a:r>
              <a:rPr lang="en-US" dirty="0">
                <a:solidFill>
                  <a:srgbClr val="FF0000"/>
                </a:solidFill>
              </a:rPr>
              <a:t>a&lt;={a[1:0],a[11:2]};</a:t>
            </a:r>
          </a:p>
          <a:p>
            <a:pPr eaLnBrk="1" hangingPunct="1">
              <a:defRPr/>
            </a:pPr>
            <a:r>
              <a:rPr lang="en-US" dirty="0"/>
              <a:t>     011011110001;	</a:t>
            </a:r>
          </a:p>
          <a:p>
            <a:pPr eaLnBrk="1" hangingPunct="1">
              <a:defRPr/>
            </a:pPr>
            <a:r>
              <a:rPr lang="en-US" dirty="0"/>
              <a:t>	  </a:t>
            </a:r>
          </a:p>
        </p:txBody>
      </p:sp>
      <p:sp>
        <p:nvSpPr>
          <p:cNvPr id="4" name="TextBox 3">
            <a:extLst>
              <a:ext uri="{FF2B5EF4-FFF2-40B4-BE49-F238E27FC236}">
                <a16:creationId xmlns:a16="http://schemas.microsoft.com/office/drawing/2014/main" id="{5BA96617-5BAB-44C6-BB03-D85B83A65AD9}"/>
              </a:ext>
            </a:extLst>
          </p:cNvPr>
          <p:cNvSpPr txBox="1"/>
          <p:nvPr/>
        </p:nvSpPr>
        <p:spPr>
          <a:xfrm>
            <a:off x="1998664" y="3884614"/>
            <a:ext cx="6034087" cy="1754187"/>
          </a:xfrm>
          <a:prstGeom prst="rect">
            <a:avLst/>
          </a:prstGeom>
          <a:solidFill>
            <a:schemeClr val="accent1">
              <a:lumMod val="20000"/>
              <a:lumOff val="80000"/>
            </a:schemeClr>
          </a:solidFill>
        </p:spPr>
        <p:txBody>
          <a:bodyPr>
            <a:spAutoFit/>
          </a:bodyPr>
          <a:lstStyle/>
          <a:p>
            <a:pPr eaLnBrk="1" hangingPunct="1">
              <a:defRPr/>
            </a:pPr>
            <a:r>
              <a:rPr lang="en-US" dirty="0"/>
              <a:t>0101_1011_0100;  	cyclic  shift left  by 1 bit</a:t>
            </a:r>
          </a:p>
          <a:p>
            <a:pPr eaLnBrk="1" hangingPunct="1">
              <a:defRPr/>
            </a:pPr>
            <a:r>
              <a:rPr lang="en-US" dirty="0"/>
              <a:t>0010_1101_1010;	 	</a:t>
            </a:r>
            <a:r>
              <a:rPr lang="en-US" dirty="0">
                <a:solidFill>
                  <a:srgbClr val="FF0000"/>
                </a:solidFill>
              </a:rPr>
              <a:t>a&lt;={a[10:0],a[11]};</a:t>
            </a:r>
          </a:p>
          <a:p>
            <a:pPr eaLnBrk="1" hangingPunct="1">
              <a:defRPr/>
            </a:pPr>
            <a:r>
              <a:rPr lang="en-US" dirty="0"/>
              <a:t>	</a:t>
            </a:r>
          </a:p>
          <a:p>
            <a:pPr eaLnBrk="1" hangingPunct="1">
              <a:defRPr/>
            </a:pPr>
            <a:r>
              <a:rPr lang="en-US" dirty="0"/>
              <a:t>			cyclic  shift left  by 4 bits</a:t>
            </a:r>
          </a:p>
          <a:p>
            <a:pPr eaLnBrk="1" hangingPunct="1">
              <a:defRPr/>
            </a:pPr>
            <a:r>
              <a:rPr lang="en-US" dirty="0">
                <a:solidFill>
                  <a:srgbClr val="FF0000"/>
                </a:solidFill>
              </a:rPr>
              <a:t>1011</a:t>
            </a:r>
            <a:r>
              <a:rPr lang="en-US" dirty="0"/>
              <a:t>11000101; 	               </a:t>
            </a:r>
            <a:r>
              <a:rPr lang="en-US" dirty="0">
                <a:solidFill>
                  <a:srgbClr val="FF0000"/>
                </a:solidFill>
              </a:rPr>
              <a:t>a&lt;={a[7:0],a[11:8]};</a:t>
            </a:r>
          </a:p>
          <a:p>
            <a:pPr eaLnBrk="1" hangingPunct="1">
              <a:defRPr/>
            </a:pPr>
            <a:r>
              <a:rPr lang="en-US" dirty="0"/>
              <a:t>11000101</a:t>
            </a:r>
            <a:r>
              <a:rPr lang="en-US" dirty="0">
                <a:solidFill>
                  <a:srgbClr val="FF0000"/>
                </a:solidFill>
              </a:rPr>
              <a:t>1011</a:t>
            </a:r>
            <a:r>
              <a:rPr lang="en-US" dirty="0"/>
              <a:t>;		</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a:extLst>
              <a:ext uri="{FF2B5EF4-FFF2-40B4-BE49-F238E27FC236}">
                <a16:creationId xmlns:a16="http://schemas.microsoft.com/office/drawing/2014/main" id="{3CB2695F-0EF7-8B13-4878-73023D7E902C}"/>
              </a:ext>
            </a:extLst>
          </p:cNvPr>
          <p:cNvSpPr>
            <a:spLocks noGrp="1" noChangeArrowheads="1"/>
          </p:cNvSpPr>
          <p:nvPr>
            <p:ph type="title"/>
          </p:nvPr>
        </p:nvSpPr>
        <p:spPr/>
        <p:txBody>
          <a:bodyPr/>
          <a:lstStyle/>
          <a:p>
            <a:r>
              <a:rPr lang="en-US" altLang="en-US"/>
              <a:t>Combinational Shifters </a:t>
            </a:r>
            <a:endParaRPr lang="ru-RU" altLang="en-US"/>
          </a:p>
        </p:txBody>
      </p:sp>
      <p:grpSp>
        <p:nvGrpSpPr>
          <p:cNvPr id="51203" name="Группа 1">
            <a:extLst>
              <a:ext uri="{FF2B5EF4-FFF2-40B4-BE49-F238E27FC236}">
                <a16:creationId xmlns:a16="http://schemas.microsoft.com/office/drawing/2014/main" id="{1F3A562C-BB8C-2DF4-7AD9-8C4F0563262B}"/>
              </a:ext>
            </a:extLst>
          </p:cNvPr>
          <p:cNvGrpSpPr>
            <a:grpSpLocks/>
          </p:cNvGrpSpPr>
          <p:nvPr/>
        </p:nvGrpSpPr>
        <p:grpSpPr bwMode="auto">
          <a:xfrm>
            <a:off x="1981427" y="1383166"/>
            <a:ext cx="8001000" cy="4310062"/>
            <a:chOff x="381000" y="1150938"/>
            <a:chExt cx="8101013" cy="4938712"/>
          </a:xfrm>
        </p:grpSpPr>
        <p:grpSp>
          <p:nvGrpSpPr>
            <p:cNvPr id="51204" name="Group 3">
              <a:extLst>
                <a:ext uri="{FF2B5EF4-FFF2-40B4-BE49-F238E27FC236}">
                  <a16:creationId xmlns:a16="http://schemas.microsoft.com/office/drawing/2014/main" id="{76C488AD-63B7-C9F9-1EB7-60BD5592D52E}"/>
                </a:ext>
              </a:extLst>
            </p:cNvPr>
            <p:cNvGrpSpPr>
              <a:grpSpLocks/>
            </p:cNvGrpSpPr>
            <p:nvPr/>
          </p:nvGrpSpPr>
          <p:grpSpPr bwMode="auto">
            <a:xfrm>
              <a:off x="533400" y="1455738"/>
              <a:ext cx="7562850" cy="1744662"/>
              <a:chOff x="336" y="816"/>
              <a:chExt cx="4764" cy="1099"/>
            </a:xfrm>
          </p:grpSpPr>
          <p:sp>
            <p:nvSpPr>
              <p:cNvPr id="35897" name="AutoShape 4">
                <a:extLst>
                  <a:ext uri="{FF2B5EF4-FFF2-40B4-BE49-F238E27FC236}">
                    <a16:creationId xmlns:a16="http://schemas.microsoft.com/office/drawing/2014/main" id="{305CF9C3-C9B3-42F9-9FBC-7EC1F46C5621}"/>
                  </a:ext>
                </a:extLst>
              </p:cNvPr>
              <p:cNvSpPr>
                <a:spLocks noChangeArrowheads="1"/>
              </p:cNvSpPr>
              <p:nvPr/>
            </p:nvSpPr>
            <p:spPr bwMode="auto">
              <a:xfrm rot="-5400000">
                <a:off x="921" y="1333"/>
                <a:ext cx="644" cy="278"/>
              </a:xfrm>
              <a:custGeom>
                <a:avLst/>
                <a:gdLst>
                  <a:gd name="T0" fmla="*/ 564 w 21600"/>
                  <a:gd name="T1" fmla="*/ 140 h 21600"/>
                  <a:gd name="T2" fmla="*/ 323 w 21600"/>
                  <a:gd name="T3" fmla="*/ 279 h 21600"/>
                  <a:gd name="T4" fmla="*/ 81 w 21600"/>
                  <a:gd name="T5" fmla="*/ 140 h 21600"/>
                  <a:gd name="T6" fmla="*/ 323 w 21600"/>
                  <a:gd name="T7" fmla="*/ 0 h 21600"/>
                  <a:gd name="T8" fmla="*/ 0 60000 65536"/>
                  <a:gd name="T9" fmla="*/ 0 60000 65536"/>
                  <a:gd name="T10" fmla="*/ 0 60000 65536"/>
                  <a:gd name="T11" fmla="*/ 0 60000 65536"/>
                  <a:gd name="T12" fmla="*/ 4487 w 21600"/>
                  <a:gd name="T13" fmla="*/ 4490 h 21600"/>
                  <a:gd name="T14" fmla="*/ 17113 w 21600"/>
                  <a:gd name="T15" fmla="*/ 1711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chemeClr val="accent1"/>
              </a:solidFill>
              <a:ln w="25400">
                <a:solidFill>
                  <a:srgbClr val="000000"/>
                </a:solidFill>
                <a:miter lim="800000"/>
                <a:headEnd/>
                <a:tailEnd/>
              </a:ln>
            </p:spPr>
            <p:txBody>
              <a:bodyPr/>
              <a:lstStyle/>
              <a:p>
                <a:pPr eaLnBrk="1" hangingPunct="1">
                  <a:defRPr/>
                </a:pPr>
                <a:endParaRPr lang="ru-RU">
                  <a:latin typeface="+mj-lt"/>
                </a:endParaRPr>
              </a:p>
            </p:txBody>
          </p:sp>
          <p:sp>
            <p:nvSpPr>
              <p:cNvPr id="35898" name="Text Box 5">
                <a:extLst>
                  <a:ext uri="{FF2B5EF4-FFF2-40B4-BE49-F238E27FC236}">
                    <a16:creationId xmlns:a16="http://schemas.microsoft.com/office/drawing/2014/main" id="{677D5810-EF14-4B4F-9553-67155CBF0478}"/>
                  </a:ext>
                </a:extLst>
              </p:cNvPr>
              <p:cNvSpPr txBox="1">
                <a:spLocks noChangeArrowheads="1"/>
              </p:cNvSpPr>
              <p:nvPr/>
            </p:nvSpPr>
            <p:spPr bwMode="auto">
              <a:xfrm>
                <a:off x="1098" y="1211"/>
                <a:ext cx="236" cy="237"/>
              </a:xfrm>
              <a:prstGeom prst="rect">
                <a:avLst/>
              </a:prstGeom>
              <a:noFill/>
              <a:ln>
                <a:noFill/>
              </a:ln>
            </p:spPr>
            <p:txBody>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defRPr/>
                </a:pPr>
                <a:r>
                  <a:rPr lang="en-US" sz="1600" dirty="0">
                    <a:solidFill>
                      <a:schemeClr val="bg1"/>
                    </a:solidFill>
                    <a:latin typeface="+mj-lt"/>
                    <a:cs typeface="Times New Roman" pitchFamily="18" charset="0"/>
                  </a:rPr>
                  <a:t>1</a:t>
                </a:r>
                <a:endParaRPr lang="ru-RU" sz="1600" dirty="0">
                  <a:solidFill>
                    <a:schemeClr val="bg1"/>
                  </a:solidFill>
                  <a:latin typeface="+mj-lt"/>
                  <a:cs typeface="Times New Roman" pitchFamily="18" charset="0"/>
                </a:endParaRPr>
              </a:p>
            </p:txBody>
          </p:sp>
          <p:sp>
            <p:nvSpPr>
              <p:cNvPr id="35899" name="Text Box 6">
                <a:extLst>
                  <a:ext uri="{FF2B5EF4-FFF2-40B4-BE49-F238E27FC236}">
                    <a16:creationId xmlns:a16="http://schemas.microsoft.com/office/drawing/2014/main" id="{E467ADEC-727E-41CF-AE34-7C7B52C24BEE}"/>
                  </a:ext>
                </a:extLst>
              </p:cNvPr>
              <p:cNvSpPr txBox="1">
                <a:spLocks noChangeArrowheads="1"/>
              </p:cNvSpPr>
              <p:nvPr/>
            </p:nvSpPr>
            <p:spPr bwMode="auto">
              <a:xfrm>
                <a:off x="1102" y="1511"/>
                <a:ext cx="236" cy="244"/>
              </a:xfrm>
              <a:prstGeom prst="rect">
                <a:avLst/>
              </a:prstGeom>
              <a:noFill/>
              <a:ln>
                <a:noFill/>
              </a:ln>
            </p:spPr>
            <p:txBody>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defRPr/>
                </a:pPr>
                <a:r>
                  <a:rPr lang="en-US" sz="1600" dirty="0">
                    <a:solidFill>
                      <a:schemeClr val="bg1"/>
                    </a:solidFill>
                    <a:latin typeface="+mj-lt"/>
                    <a:cs typeface="Times New Roman" pitchFamily="18" charset="0"/>
                  </a:rPr>
                  <a:t>0</a:t>
                </a:r>
                <a:endParaRPr lang="ru-RU" sz="1600" dirty="0">
                  <a:solidFill>
                    <a:schemeClr val="bg1"/>
                  </a:solidFill>
                  <a:latin typeface="+mj-lt"/>
                  <a:cs typeface="Times New Roman" pitchFamily="18" charset="0"/>
                </a:endParaRPr>
              </a:p>
            </p:txBody>
          </p:sp>
          <p:sp>
            <p:nvSpPr>
              <p:cNvPr id="35900" name="AutoShape 7">
                <a:extLst>
                  <a:ext uri="{FF2B5EF4-FFF2-40B4-BE49-F238E27FC236}">
                    <a16:creationId xmlns:a16="http://schemas.microsoft.com/office/drawing/2014/main" id="{2CA46B88-16E3-4B60-BD00-37B58D553CD6}"/>
                  </a:ext>
                </a:extLst>
              </p:cNvPr>
              <p:cNvSpPr>
                <a:spLocks noChangeArrowheads="1"/>
              </p:cNvSpPr>
              <p:nvPr/>
            </p:nvSpPr>
            <p:spPr bwMode="auto">
              <a:xfrm rot="-5400000">
                <a:off x="1999" y="1333"/>
                <a:ext cx="645" cy="279"/>
              </a:xfrm>
              <a:custGeom>
                <a:avLst/>
                <a:gdLst>
                  <a:gd name="T0" fmla="*/ 564 w 21600"/>
                  <a:gd name="T1" fmla="*/ 140 h 21600"/>
                  <a:gd name="T2" fmla="*/ 323 w 21600"/>
                  <a:gd name="T3" fmla="*/ 279 h 21600"/>
                  <a:gd name="T4" fmla="*/ 81 w 21600"/>
                  <a:gd name="T5" fmla="*/ 140 h 21600"/>
                  <a:gd name="T6" fmla="*/ 323 w 21600"/>
                  <a:gd name="T7" fmla="*/ 0 h 21600"/>
                  <a:gd name="T8" fmla="*/ 0 60000 65536"/>
                  <a:gd name="T9" fmla="*/ 0 60000 65536"/>
                  <a:gd name="T10" fmla="*/ 0 60000 65536"/>
                  <a:gd name="T11" fmla="*/ 0 60000 65536"/>
                  <a:gd name="T12" fmla="*/ 4487 w 21600"/>
                  <a:gd name="T13" fmla="*/ 4490 h 21600"/>
                  <a:gd name="T14" fmla="*/ 17113 w 21600"/>
                  <a:gd name="T15" fmla="*/ 1711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chemeClr val="accent1"/>
              </a:solidFill>
              <a:ln w="25400">
                <a:solidFill>
                  <a:srgbClr val="000000"/>
                </a:solidFill>
                <a:miter lim="800000"/>
                <a:headEnd/>
                <a:tailEnd/>
              </a:ln>
            </p:spPr>
            <p:txBody>
              <a:bodyPr/>
              <a:lstStyle/>
              <a:p>
                <a:pPr eaLnBrk="1" hangingPunct="1">
                  <a:defRPr/>
                </a:pPr>
                <a:endParaRPr lang="ru-RU">
                  <a:latin typeface="+mj-lt"/>
                </a:endParaRPr>
              </a:p>
            </p:txBody>
          </p:sp>
          <p:sp>
            <p:nvSpPr>
              <p:cNvPr id="35901" name="Text Box 8">
                <a:extLst>
                  <a:ext uri="{FF2B5EF4-FFF2-40B4-BE49-F238E27FC236}">
                    <a16:creationId xmlns:a16="http://schemas.microsoft.com/office/drawing/2014/main" id="{73734F62-60A0-429A-AC38-222D37B72E51}"/>
                  </a:ext>
                </a:extLst>
              </p:cNvPr>
              <p:cNvSpPr txBox="1">
                <a:spLocks noChangeArrowheads="1"/>
              </p:cNvSpPr>
              <p:nvPr/>
            </p:nvSpPr>
            <p:spPr bwMode="auto">
              <a:xfrm>
                <a:off x="2170" y="1200"/>
                <a:ext cx="236" cy="241"/>
              </a:xfrm>
              <a:prstGeom prst="rect">
                <a:avLst/>
              </a:prstGeom>
              <a:noFill/>
              <a:ln>
                <a:noFill/>
              </a:ln>
            </p:spPr>
            <p:txBody>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defRPr/>
                </a:pPr>
                <a:r>
                  <a:rPr lang="en-US" sz="1600">
                    <a:solidFill>
                      <a:schemeClr val="bg1"/>
                    </a:solidFill>
                    <a:latin typeface="+mj-lt"/>
                    <a:cs typeface="Times New Roman" pitchFamily="18" charset="0"/>
                  </a:rPr>
                  <a:t>1</a:t>
                </a:r>
                <a:endParaRPr lang="ru-RU" sz="1600">
                  <a:solidFill>
                    <a:schemeClr val="bg1"/>
                  </a:solidFill>
                  <a:latin typeface="+mj-lt"/>
                  <a:cs typeface="Times New Roman" pitchFamily="18" charset="0"/>
                </a:endParaRPr>
              </a:p>
            </p:txBody>
          </p:sp>
          <p:sp>
            <p:nvSpPr>
              <p:cNvPr id="35902" name="Text Box 9">
                <a:extLst>
                  <a:ext uri="{FF2B5EF4-FFF2-40B4-BE49-F238E27FC236}">
                    <a16:creationId xmlns:a16="http://schemas.microsoft.com/office/drawing/2014/main" id="{A96C8692-B479-4220-9E1B-D7EA5DEECAE7}"/>
                  </a:ext>
                </a:extLst>
              </p:cNvPr>
              <p:cNvSpPr txBox="1">
                <a:spLocks noChangeArrowheads="1"/>
              </p:cNvSpPr>
              <p:nvPr/>
            </p:nvSpPr>
            <p:spPr bwMode="auto">
              <a:xfrm>
                <a:off x="2174" y="1496"/>
                <a:ext cx="236" cy="237"/>
              </a:xfrm>
              <a:prstGeom prst="rect">
                <a:avLst/>
              </a:prstGeom>
              <a:noFill/>
              <a:ln>
                <a:noFill/>
              </a:ln>
            </p:spPr>
            <p:txBody>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defRPr/>
                </a:pPr>
                <a:r>
                  <a:rPr lang="en-US" sz="1600">
                    <a:solidFill>
                      <a:schemeClr val="bg1"/>
                    </a:solidFill>
                    <a:latin typeface="+mj-lt"/>
                    <a:cs typeface="Times New Roman" pitchFamily="18" charset="0"/>
                  </a:rPr>
                  <a:t>0</a:t>
                </a:r>
                <a:endParaRPr lang="ru-RU" sz="1600">
                  <a:solidFill>
                    <a:schemeClr val="bg1"/>
                  </a:solidFill>
                  <a:latin typeface="+mj-lt"/>
                  <a:cs typeface="Times New Roman" pitchFamily="18" charset="0"/>
                </a:endParaRPr>
              </a:p>
            </p:txBody>
          </p:sp>
          <p:sp>
            <p:nvSpPr>
              <p:cNvPr id="35903" name="AutoShape 10">
                <a:extLst>
                  <a:ext uri="{FF2B5EF4-FFF2-40B4-BE49-F238E27FC236}">
                    <a16:creationId xmlns:a16="http://schemas.microsoft.com/office/drawing/2014/main" id="{DD1421DB-A6CB-43A9-AC8B-3D6B61B343DF}"/>
                  </a:ext>
                </a:extLst>
              </p:cNvPr>
              <p:cNvSpPr>
                <a:spLocks noChangeArrowheads="1"/>
              </p:cNvSpPr>
              <p:nvPr/>
            </p:nvSpPr>
            <p:spPr bwMode="auto">
              <a:xfrm rot="-5400000">
                <a:off x="3099" y="1335"/>
                <a:ext cx="644" cy="274"/>
              </a:xfrm>
              <a:custGeom>
                <a:avLst/>
                <a:gdLst>
                  <a:gd name="T0" fmla="*/ 564 w 21600"/>
                  <a:gd name="T1" fmla="*/ 139 h 21600"/>
                  <a:gd name="T2" fmla="*/ 323 w 21600"/>
                  <a:gd name="T3" fmla="*/ 278 h 21600"/>
                  <a:gd name="T4" fmla="*/ 81 w 21600"/>
                  <a:gd name="T5" fmla="*/ 139 h 21600"/>
                  <a:gd name="T6" fmla="*/ 323 w 21600"/>
                  <a:gd name="T7" fmla="*/ 0 h 21600"/>
                  <a:gd name="T8" fmla="*/ 0 60000 65536"/>
                  <a:gd name="T9" fmla="*/ 0 60000 65536"/>
                  <a:gd name="T10" fmla="*/ 0 60000 65536"/>
                  <a:gd name="T11" fmla="*/ 0 60000 65536"/>
                  <a:gd name="T12" fmla="*/ 4487 w 21600"/>
                  <a:gd name="T13" fmla="*/ 4506 h 21600"/>
                  <a:gd name="T14" fmla="*/ 17113 w 21600"/>
                  <a:gd name="T15" fmla="*/ 17094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chemeClr val="accent1"/>
              </a:solidFill>
              <a:ln w="25400">
                <a:solidFill>
                  <a:srgbClr val="000000"/>
                </a:solidFill>
                <a:miter lim="800000"/>
                <a:headEnd/>
                <a:tailEnd/>
              </a:ln>
            </p:spPr>
            <p:txBody>
              <a:bodyPr/>
              <a:lstStyle/>
              <a:p>
                <a:pPr eaLnBrk="1" hangingPunct="1">
                  <a:defRPr/>
                </a:pPr>
                <a:endParaRPr lang="ru-RU">
                  <a:latin typeface="+mj-lt"/>
                </a:endParaRPr>
              </a:p>
            </p:txBody>
          </p:sp>
          <p:sp>
            <p:nvSpPr>
              <p:cNvPr id="35904" name="Text Box 11">
                <a:extLst>
                  <a:ext uri="{FF2B5EF4-FFF2-40B4-BE49-F238E27FC236}">
                    <a16:creationId xmlns:a16="http://schemas.microsoft.com/office/drawing/2014/main" id="{CEB0B642-E728-4827-ACBB-57875965F7D8}"/>
                  </a:ext>
                </a:extLst>
              </p:cNvPr>
              <p:cNvSpPr txBox="1">
                <a:spLocks noChangeArrowheads="1"/>
              </p:cNvSpPr>
              <p:nvPr/>
            </p:nvSpPr>
            <p:spPr bwMode="auto">
              <a:xfrm>
                <a:off x="3284" y="1211"/>
                <a:ext cx="236" cy="237"/>
              </a:xfrm>
              <a:prstGeom prst="rect">
                <a:avLst/>
              </a:prstGeom>
              <a:noFill/>
              <a:ln>
                <a:noFill/>
              </a:ln>
            </p:spPr>
            <p:txBody>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defRPr/>
                </a:pPr>
                <a:r>
                  <a:rPr lang="en-US" sz="1600">
                    <a:solidFill>
                      <a:schemeClr val="bg1"/>
                    </a:solidFill>
                    <a:latin typeface="+mj-lt"/>
                    <a:cs typeface="Times New Roman" pitchFamily="18" charset="0"/>
                  </a:rPr>
                  <a:t>1</a:t>
                </a:r>
                <a:endParaRPr lang="ru-RU" sz="1600">
                  <a:solidFill>
                    <a:schemeClr val="bg1"/>
                  </a:solidFill>
                  <a:latin typeface="+mj-lt"/>
                  <a:cs typeface="Times New Roman" pitchFamily="18" charset="0"/>
                </a:endParaRPr>
              </a:p>
            </p:txBody>
          </p:sp>
          <p:sp>
            <p:nvSpPr>
              <p:cNvPr id="35905" name="Text Box 12">
                <a:extLst>
                  <a:ext uri="{FF2B5EF4-FFF2-40B4-BE49-F238E27FC236}">
                    <a16:creationId xmlns:a16="http://schemas.microsoft.com/office/drawing/2014/main" id="{F6E71668-BD3A-4488-80A0-7E8AC791455A}"/>
                  </a:ext>
                </a:extLst>
              </p:cNvPr>
              <p:cNvSpPr txBox="1">
                <a:spLocks noChangeArrowheads="1"/>
              </p:cNvSpPr>
              <p:nvPr/>
            </p:nvSpPr>
            <p:spPr bwMode="auto">
              <a:xfrm>
                <a:off x="3273" y="1496"/>
                <a:ext cx="235" cy="237"/>
              </a:xfrm>
              <a:prstGeom prst="rect">
                <a:avLst/>
              </a:prstGeom>
              <a:noFill/>
              <a:ln>
                <a:noFill/>
              </a:ln>
            </p:spPr>
            <p:txBody>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defRPr/>
                </a:pPr>
                <a:r>
                  <a:rPr lang="en-US" sz="1600">
                    <a:solidFill>
                      <a:schemeClr val="bg1"/>
                    </a:solidFill>
                    <a:latin typeface="+mj-lt"/>
                    <a:cs typeface="Times New Roman" pitchFamily="18" charset="0"/>
                  </a:rPr>
                  <a:t>0</a:t>
                </a:r>
                <a:endParaRPr lang="ru-RU" sz="1600">
                  <a:solidFill>
                    <a:schemeClr val="bg1"/>
                  </a:solidFill>
                  <a:latin typeface="+mj-lt"/>
                  <a:cs typeface="Times New Roman" pitchFamily="18" charset="0"/>
                </a:endParaRPr>
              </a:p>
            </p:txBody>
          </p:sp>
          <p:sp>
            <p:nvSpPr>
              <p:cNvPr id="35906" name="AutoShape 13">
                <a:extLst>
                  <a:ext uri="{FF2B5EF4-FFF2-40B4-BE49-F238E27FC236}">
                    <a16:creationId xmlns:a16="http://schemas.microsoft.com/office/drawing/2014/main" id="{DD969A03-8DC4-4708-8492-DCCD9D520915}"/>
                  </a:ext>
                </a:extLst>
              </p:cNvPr>
              <p:cNvSpPr>
                <a:spLocks noChangeArrowheads="1"/>
              </p:cNvSpPr>
              <p:nvPr/>
            </p:nvSpPr>
            <p:spPr bwMode="auto">
              <a:xfrm rot="-5400000">
                <a:off x="4178" y="1333"/>
                <a:ext cx="644" cy="278"/>
              </a:xfrm>
              <a:custGeom>
                <a:avLst/>
                <a:gdLst>
                  <a:gd name="T0" fmla="*/ 564 w 21600"/>
                  <a:gd name="T1" fmla="*/ 139 h 21600"/>
                  <a:gd name="T2" fmla="*/ 323 w 21600"/>
                  <a:gd name="T3" fmla="*/ 278 h 21600"/>
                  <a:gd name="T4" fmla="*/ 81 w 21600"/>
                  <a:gd name="T5" fmla="*/ 139 h 21600"/>
                  <a:gd name="T6" fmla="*/ 323 w 21600"/>
                  <a:gd name="T7" fmla="*/ 0 h 21600"/>
                  <a:gd name="T8" fmla="*/ 0 60000 65536"/>
                  <a:gd name="T9" fmla="*/ 0 60000 65536"/>
                  <a:gd name="T10" fmla="*/ 0 60000 65536"/>
                  <a:gd name="T11" fmla="*/ 0 60000 65536"/>
                  <a:gd name="T12" fmla="*/ 4487 w 21600"/>
                  <a:gd name="T13" fmla="*/ 4506 h 21600"/>
                  <a:gd name="T14" fmla="*/ 17113 w 21600"/>
                  <a:gd name="T15" fmla="*/ 17094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chemeClr val="accent1"/>
              </a:solidFill>
              <a:ln w="25400">
                <a:solidFill>
                  <a:srgbClr val="000000"/>
                </a:solidFill>
                <a:miter lim="800000"/>
                <a:headEnd/>
                <a:tailEnd/>
              </a:ln>
            </p:spPr>
            <p:txBody>
              <a:bodyPr/>
              <a:lstStyle/>
              <a:p>
                <a:pPr eaLnBrk="1" hangingPunct="1">
                  <a:defRPr/>
                </a:pPr>
                <a:endParaRPr lang="ru-RU">
                  <a:latin typeface="+mj-lt"/>
                </a:endParaRPr>
              </a:p>
            </p:txBody>
          </p:sp>
          <p:sp>
            <p:nvSpPr>
              <p:cNvPr id="35907" name="Text Box 14">
                <a:extLst>
                  <a:ext uri="{FF2B5EF4-FFF2-40B4-BE49-F238E27FC236}">
                    <a16:creationId xmlns:a16="http://schemas.microsoft.com/office/drawing/2014/main" id="{83ECB094-F3AF-4788-A8C1-8E7BD4D9CDB7}"/>
                  </a:ext>
                </a:extLst>
              </p:cNvPr>
              <p:cNvSpPr txBox="1">
                <a:spLocks noChangeArrowheads="1"/>
              </p:cNvSpPr>
              <p:nvPr/>
            </p:nvSpPr>
            <p:spPr bwMode="auto">
              <a:xfrm>
                <a:off x="4357" y="1211"/>
                <a:ext cx="235" cy="237"/>
              </a:xfrm>
              <a:prstGeom prst="rect">
                <a:avLst/>
              </a:prstGeom>
              <a:noFill/>
              <a:ln>
                <a:noFill/>
              </a:ln>
            </p:spPr>
            <p:txBody>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defRPr/>
                </a:pPr>
                <a:r>
                  <a:rPr lang="en-US" sz="1600" dirty="0">
                    <a:solidFill>
                      <a:schemeClr val="bg1"/>
                    </a:solidFill>
                    <a:latin typeface="+mj-lt"/>
                    <a:cs typeface="Times New Roman" pitchFamily="18" charset="0"/>
                  </a:rPr>
                  <a:t>1</a:t>
                </a:r>
                <a:endParaRPr lang="ru-RU" sz="1600" dirty="0">
                  <a:solidFill>
                    <a:schemeClr val="bg1"/>
                  </a:solidFill>
                  <a:latin typeface="+mj-lt"/>
                  <a:cs typeface="Times New Roman" pitchFamily="18" charset="0"/>
                </a:endParaRPr>
              </a:p>
            </p:txBody>
          </p:sp>
          <p:sp>
            <p:nvSpPr>
              <p:cNvPr id="35908" name="Text Box 15">
                <a:extLst>
                  <a:ext uri="{FF2B5EF4-FFF2-40B4-BE49-F238E27FC236}">
                    <a16:creationId xmlns:a16="http://schemas.microsoft.com/office/drawing/2014/main" id="{D99DBC99-DE19-4C68-8B2C-769C7FD2D195}"/>
                  </a:ext>
                </a:extLst>
              </p:cNvPr>
              <p:cNvSpPr txBox="1">
                <a:spLocks noChangeArrowheads="1"/>
              </p:cNvSpPr>
              <p:nvPr/>
            </p:nvSpPr>
            <p:spPr bwMode="auto">
              <a:xfrm>
                <a:off x="4370" y="1496"/>
                <a:ext cx="235" cy="237"/>
              </a:xfrm>
              <a:prstGeom prst="rect">
                <a:avLst/>
              </a:prstGeom>
              <a:noFill/>
              <a:ln>
                <a:noFill/>
              </a:ln>
            </p:spPr>
            <p:txBody>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defRPr/>
                </a:pPr>
                <a:r>
                  <a:rPr lang="en-US" sz="1600">
                    <a:solidFill>
                      <a:schemeClr val="bg1"/>
                    </a:solidFill>
                    <a:latin typeface="+mj-lt"/>
                    <a:cs typeface="Times New Roman" pitchFamily="18" charset="0"/>
                  </a:rPr>
                  <a:t>0</a:t>
                </a:r>
                <a:endParaRPr lang="ru-RU" sz="1600">
                  <a:solidFill>
                    <a:schemeClr val="bg1"/>
                  </a:solidFill>
                  <a:latin typeface="+mj-lt"/>
                  <a:cs typeface="Times New Roman" pitchFamily="18" charset="0"/>
                </a:endParaRPr>
              </a:p>
            </p:txBody>
          </p:sp>
          <p:sp>
            <p:nvSpPr>
              <p:cNvPr id="35909" name="Line 16">
                <a:extLst>
                  <a:ext uri="{FF2B5EF4-FFF2-40B4-BE49-F238E27FC236}">
                    <a16:creationId xmlns:a16="http://schemas.microsoft.com/office/drawing/2014/main" id="{783FB271-5C79-4711-9F21-FF2B78CE498F}"/>
                  </a:ext>
                </a:extLst>
              </p:cNvPr>
              <p:cNvSpPr>
                <a:spLocks noChangeShapeType="1"/>
              </p:cNvSpPr>
              <p:nvPr/>
            </p:nvSpPr>
            <p:spPr bwMode="auto">
              <a:xfrm>
                <a:off x="746" y="1323"/>
                <a:ext cx="349" cy="0"/>
              </a:xfrm>
              <a:prstGeom prst="line">
                <a:avLst/>
              </a:prstGeom>
              <a:noFill/>
              <a:ln w="25400">
                <a:solidFill>
                  <a:srgbClr val="000000"/>
                </a:solidFill>
                <a:round/>
                <a:headEnd/>
                <a:tailEnd/>
              </a:ln>
            </p:spPr>
            <p:txBody>
              <a:bodyPr/>
              <a:lstStyle/>
              <a:p>
                <a:pPr eaLnBrk="1" hangingPunct="1">
                  <a:defRPr/>
                </a:pPr>
                <a:endParaRPr lang="ru-RU">
                  <a:latin typeface="+mj-lt"/>
                </a:endParaRPr>
              </a:p>
            </p:txBody>
          </p:sp>
          <p:sp>
            <p:nvSpPr>
              <p:cNvPr id="35910" name="Line 17">
                <a:extLst>
                  <a:ext uri="{FF2B5EF4-FFF2-40B4-BE49-F238E27FC236}">
                    <a16:creationId xmlns:a16="http://schemas.microsoft.com/office/drawing/2014/main" id="{3A01E3E1-6E00-4AEF-856D-003AFF6353B4}"/>
                  </a:ext>
                </a:extLst>
              </p:cNvPr>
              <p:cNvSpPr>
                <a:spLocks noChangeShapeType="1"/>
              </p:cNvSpPr>
              <p:nvPr/>
            </p:nvSpPr>
            <p:spPr bwMode="auto">
              <a:xfrm>
                <a:off x="744" y="1624"/>
                <a:ext cx="349" cy="0"/>
              </a:xfrm>
              <a:prstGeom prst="line">
                <a:avLst/>
              </a:prstGeom>
              <a:noFill/>
              <a:ln w="25400">
                <a:solidFill>
                  <a:srgbClr val="000000"/>
                </a:solidFill>
                <a:round/>
                <a:headEnd/>
                <a:tailEnd/>
              </a:ln>
            </p:spPr>
            <p:txBody>
              <a:bodyPr/>
              <a:lstStyle/>
              <a:p>
                <a:pPr eaLnBrk="1" hangingPunct="1">
                  <a:defRPr/>
                </a:pPr>
                <a:endParaRPr lang="ru-RU">
                  <a:latin typeface="+mj-lt"/>
                </a:endParaRPr>
              </a:p>
            </p:txBody>
          </p:sp>
          <p:sp>
            <p:nvSpPr>
              <p:cNvPr id="35911" name="Text Box 18">
                <a:extLst>
                  <a:ext uri="{FF2B5EF4-FFF2-40B4-BE49-F238E27FC236}">
                    <a16:creationId xmlns:a16="http://schemas.microsoft.com/office/drawing/2014/main" id="{60AD7533-562B-45DD-A9A1-24246592C0CF}"/>
                  </a:ext>
                </a:extLst>
              </p:cNvPr>
              <p:cNvSpPr txBox="1">
                <a:spLocks noChangeArrowheads="1"/>
              </p:cNvSpPr>
              <p:nvPr/>
            </p:nvSpPr>
            <p:spPr bwMode="auto">
              <a:xfrm>
                <a:off x="562" y="1404"/>
                <a:ext cx="461" cy="359"/>
              </a:xfrm>
              <a:prstGeom prst="rect">
                <a:avLst/>
              </a:prstGeom>
              <a:noFill/>
              <a:ln>
                <a:noFill/>
              </a:ln>
            </p:spPr>
            <p:txBody>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defRPr/>
                </a:pPr>
                <a:r>
                  <a:rPr lang="en-US" sz="1600" dirty="0">
                    <a:latin typeface="+mj-lt"/>
                    <a:cs typeface="Times New Roman" pitchFamily="18" charset="0"/>
                  </a:rPr>
                  <a:t>q3</a:t>
                </a:r>
                <a:endParaRPr lang="ru-RU" sz="1600" dirty="0">
                  <a:latin typeface="+mj-lt"/>
                  <a:cs typeface="Times New Roman" pitchFamily="18" charset="0"/>
                </a:endParaRPr>
              </a:p>
            </p:txBody>
          </p:sp>
          <p:sp>
            <p:nvSpPr>
              <p:cNvPr id="35912" name="Line 19">
                <a:extLst>
                  <a:ext uri="{FF2B5EF4-FFF2-40B4-BE49-F238E27FC236}">
                    <a16:creationId xmlns:a16="http://schemas.microsoft.com/office/drawing/2014/main" id="{5575E819-9932-4E1B-8FB0-54BDC9EE04C2}"/>
                  </a:ext>
                </a:extLst>
              </p:cNvPr>
              <p:cNvSpPr>
                <a:spLocks noChangeShapeType="1"/>
              </p:cNvSpPr>
              <p:nvPr/>
            </p:nvSpPr>
            <p:spPr bwMode="auto">
              <a:xfrm>
                <a:off x="738" y="946"/>
                <a:ext cx="3756" cy="0"/>
              </a:xfrm>
              <a:prstGeom prst="line">
                <a:avLst/>
              </a:prstGeom>
              <a:noFill/>
              <a:ln w="25400">
                <a:solidFill>
                  <a:srgbClr val="000000"/>
                </a:solidFill>
                <a:round/>
                <a:headEnd/>
                <a:tailEnd/>
              </a:ln>
            </p:spPr>
            <p:txBody>
              <a:bodyPr/>
              <a:lstStyle/>
              <a:p>
                <a:pPr eaLnBrk="1" hangingPunct="1">
                  <a:defRPr/>
                </a:pPr>
                <a:endParaRPr lang="ru-RU">
                  <a:latin typeface="+mj-lt"/>
                </a:endParaRPr>
              </a:p>
            </p:txBody>
          </p:sp>
          <p:sp>
            <p:nvSpPr>
              <p:cNvPr id="35913" name="Line 20">
                <a:extLst>
                  <a:ext uri="{FF2B5EF4-FFF2-40B4-BE49-F238E27FC236}">
                    <a16:creationId xmlns:a16="http://schemas.microsoft.com/office/drawing/2014/main" id="{F3BAE098-2BAC-42AE-9F73-156BB946CE08}"/>
                  </a:ext>
                </a:extLst>
              </p:cNvPr>
              <p:cNvSpPr>
                <a:spLocks noChangeShapeType="1"/>
              </p:cNvSpPr>
              <p:nvPr/>
            </p:nvSpPr>
            <p:spPr bwMode="auto">
              <a:xfrm flipV="1">
                <a:off x="4495" y="946"/>
                <a:ext cx="0" cy="283"/>
              </a:xfrm>
              <a:prstGeom prst="line">
                <a:avLst/>
              </a:prstGeom>
              <a:noFill/>
              <a:ln w="25400">
                <a:solidFill>
                  <a:srgbClr val="000000"/>
                </a:solidFill>
                <a:round/>
                <a:headEnd/>
                <a:tailEnd/>
              </a:ln>
            </p:spPr>
            <p:txBody>
              <a:bodyPr/>
              <a:lstStyle/>
              <a:p>
                <a:pPr eaLnBrk="1" hangingPunct="1">
                  <a:defRPr/>
                </a:pPr>
                <a:endParaRPr lang="ru-RU">
                  <a:latin typeface="+mj-lt"/>
                </a:endParaRPr>
              </a:p>
            </p:txBody>
          </p:sp>
          <p:sp>
            <p:nvSpPr>
              <p:cNvPr id="35914" name="Line 21">
                <a:extLst>
                  <a:ext uri="{FF2B5EF4-FFF2-40B4-BE49-F238E27FC236}">
                    <a16:creationId xmlns:a16="http://schemas.microsoft.com/office/drawing/2014/main" id="{5819F409-BC4B-4185-B942-CEF69A536C6C}"/>
                  </a:ext>
                </a:extLst>
              </p:cNvPr>
              <p:cNvSpPr>
                <a:spLocks noChangeShapeType="1"/>
              </p:cNvSpPr>
              <p:nvPr/>
            </p:nvSpPr>
            <p:spPr bwMode="auto">
              <a:xfrm flipV="1">
                <a:off x="3426" y="946"/>
                <a:ext cx="0" cy="283"/>
              </a:xfrm>
              <a:prstGeom prst="line">
                <a:avLst/>
              </a:prstGeom>
              <a:noFill/>
              <a:ln w="25400">
                <a:solidFill>
                  <a:srgbClr val="000000"/>
                </a:solidFill>
                <a:round/>
                <a:headEnd type="none" w="sm" len="sm"/>
                <a:tailEnd type="oval" w="med" len="med"/>
              </a:ln>
            </p:spPr>
            <p:txBody>
              <a:bodyPr/>
              <a:lstStyle/>
              <a:p>
                <a:pPr eaLnBrk="1" hangingPunct="1">
                  <a:defRPr/>
                </a:pPr>
                <a:endParaRPr lang="ru-RU">
                  <a:latin typeface="+mj-lt"/>
                </a:endParaRPr>
              </a:p>
            </p:txBody>
          </p:sp>
          <p:sp>
            <p:nvSpPr>
              <p:cNvPr id="35915" name="Line 22">
                <a:extLst>
                  <a:ext uri="{FF2B5EF4-FFF2-40B4-BE49-F238E27FC236}">
                    <a16:creationId xmlns:a16="http://schemas.microsoft.com/office/drawing/2014/main" id="{27923A91-AB1E-41A2-B3E9-1BFAF390636B}"/>
                  </a:ext>
                </a:extLst>
              </p:cNvPr>
              <p:cNvSpPr>
                <a:spLocks noChangeShapeType="1"/>
              </p:cNvSpPr>
              <p:nvPr/>
            </p:nvSpPr>
            <p:spPr bwMode="auto">
              <a:xfrm flipV="1">
                <a:off x="2327" y="946"/>
                <a:ext cx="0" cy="283"/>
              </a:xfrm>
              <a:prstGeom prst="line">
                <a:avLst/>
              </a:prstGeom>
              <a:noFill/>
              <a:ln w="25400">
                <a:solidFill>
                  <a:srgbClr val="000000"/>
                </a:solidFill>
                <a:round/>
                <a:headEnd type="none" w="sm" len="sm"/>
                <a:tailEnd type="oval" w="med" len="med"/>
              </a:ln>
            </p:spPr>
            <p:txBody>
              <a:bodyPr/>
              <a:lstStyle/>
              <a:p>
                <a:pPr eaLnBrk="1" hangingPunct="1">
                  <a:defRPr/>
                </a:pPr>
                <a:endParaRPr lang="ru-RU">
                  <a:latin typeface="+mj-lt"/>
                </a:endParaRPr>
              </a:p>
            </p:txBody>
          </p:sp>
          <p:sp>
            <p:nvSpPr>
              <p:cNvPr id="35916" name="Line 23">
                <a:extLst>
                  <a:ext uri="{FF2B5EF4-FFF2-40B4-BE49-F238E27FC236}">
                    <a16:creationId xmlns:a16="http://schemas.microsoft.com/office/drawing/2014/main" id="{03FF2DC1-C8FC-45A1-93DD-F7AD99639832}"/>
                  </a:ext>
                </a:extLst>
              </p:cNvPr>
              <p:cNvSpPr>
                <a:spLocks noChangeShapeType="1"/>
              </p:cNvSpPr>
              <p:nvPr/>
            </p:nvSpPr>
            <p:spPr bwMode="auto">
              <a:xfrm flipV="1">
                <a:off x="1264" y="946"/>
                <a:ext cx="0" cy="283"/>
              </a:xfrm>
              <a:prstGeom prst="line">
                <a:avLst/>
              </a:prstGeom>
              <a:noFill/>
              <a:ln w="25400">
                <a:solidFill>
                  <a:srgbClr val="000000"/>
                </a:solidFill>
                <a:round/>
                <a:headEnd type="none" w="sm" len="sm"/>
                <a:tailEnd type="oval" w="med" len="med"/>
              </a:ln>
            </p:spPr>
            <p:txBody>
              <a:bodyPr/>
              <a:lstStyle/>
              <a:p>
                <a:pPr eaLnBrk="1" hangingPunct="1">
                  <a:defRPr/>
                </a:pPr>
                <a:endParaRPr lang="ru-RU">
                  <a:latin typeface="+mj-lt"/>
                </a:endParaRPr>
              </a:p>
            </p:txBody>
          </p:sp>
          <p:sp>
            <p:nvSpPr>
              <p:cNvPr id="35917" name="Line 24">
                <a:extLst>
                  <a:ext uri="{FF2B5EF4-FFF2-40B4-BE49-F238E27FC236}">
                    <a16:creationId xmlns:a16="http://schemas.microsoft.com/office/drawing/2014/main" id="{A8FBB142-260A-44F6-8A71-81D33D668243}"/>
                  </a:ext>
                </a:extLst>
              </p:cNvPr>
              <p:cNvSpPr>
                <a:spLocks noChangeShapeType="1"/>
              </p:cNvSpPr>
              <p:nvPr/>
            </p:nvSpPr>
            <p:spPr bwMode="auto">
              <a:xfrm>
                <a:off x="1376" y="1474"/>
                <a:ext cx="163" cy="0"/>
              </a:xfrm>
              <a:prstGeom prst="line">
                <a:avLst/>
              </a:prstGeom>
              <a:noFill/>
              <a:ln w="25400">
                <a:solidFill>
                  <a:srgbClr val="000000"/>
                </a:solidFill>
                <a:round/>
                <a:headEnd/>
                <a:tailEnd/>
              </a:ln>
            </p:spPr>
            <p:txBody>
              <a:bodyPr/>
              <a:lstStyle/>
              <a:p>
                <a:pPr eaLnBrk="1" hangingPunct="1">
                  <a:defRPr/>
                </a:pPr>
                <a:endParaRPr lang="ru-RU">
                  <a:latin typeface="+mj-lt"/>
                </a:endParaRPr>
              </a:p>
            </p:txBody>
          </p:sp>
          <p:sp>
            <p:nvSpPr>
              <p:cNvPr id="35918" name="Line 25">
                <a:extLst>
                  <a:ext uri="{FF2B5EF4-FFF2-40B4-BE49-F238E27FC236}">
                    <a16:creationId xmlns:a16="http://schemas.microsoft.com/office/drawing/2014/main" id="{1C7A6781-3CE0-4821-BC47-0F149C7E1B2C}"/>
                  </a:ext>
                </a:extLst>
              </p:cNvPr>
              <p:cNvSpPr>
                <a:spLocks noChangeShapeType="1"/>
              </p:cNvSpPr>
              <p:nvPr/>
            </p:nvSpPr>
            <p:spPr bwMode="auto">
              <a:xfrm>
                <a:off x="2455" y="1464"/>
                <a:ext cx="163" cy="0"/>
              </a:xfrm>
              <a:prstGeom prst="line">
                <a:avLst/>
              </a:prstGeom>
              <a:noFill/>
              <a:ln w="25400">
                <a:solidFill>
                  <a:srgbClr val="000000"/>
                </a:solidFill>
                <a:round/>
                <a:headEnd/>
                <a:tailEnd/>
              </a:ln>
            </p:spPr>
            <p:txBody>
              <a:bodyPr/>
              <a:lstStyle/>
              <a:p>
                <a:pPr eaLnBrk="1" hangingPunct="1">
                  <a:defRPr/>
                </a:pPr>
                <a:endParaRPr lang="ru-RU">
                  <a:latin typeface="+mj-lt"/>
                </a:endParaRPr>
              </a:p>
            </p:txBody>
          </p:sp>
          <p:sp>
            <p:nvSpPr>
              <p:cNvPr id="35919" name="Line 26">
                <a:extLst>
                  <a:ext uri="{FF2B5EF4-FFF2-40B4-BE49-F238E27FC236}">
                    <a16:creationId xmlns:a16="http://schemas.microsoft.com/office/drawing/2014/main" id="{BA4677AD-7788-48A1-B3DF-64998F79D7B0}"/>
                  </a:ext>
                </a:extLst>
              </p:cNvPr>
              <p:cNvSpPr>
                <a:spLocks noChangeShapeType="1"/>
              </p:cNvSpPr>
              <p:nvPr/>
            </p:nvSpPr>
            <p:spPr bwMode="auto">
              <a:xfrm>
                <a:off x="3573" y="1456"/>
                <a:ext cx="163" cy="0"/>
              </a:xfrm>
              <a:prstGeom prst="line">
                <a:avLst/>
              </a:prstGeom>
              <a:noFill/>
              <a:ln w="25400">
                <a:solidFill>
                  <a:srgbClr val="000000"/>
                </a:solidFill>
                <a:round/>
                <a:headEnd/>
                <a:tailEnd/>
              </a:ln>
            </p:spPr>
            <p:txBody>
              <a:bodyPr/>
              <a:lstStyle/>
              <a:p>
                <a:pPr eaLnBrk="1" hangingPunct="1">
                  <a:defRPr/>
                </a:pPr>
                <a:endParaRPr lang="ru-RU">
                  <a:latin typeface="+mj-lt"/>
                </a:endParaRPr>
              </a:p>
            </p:txBody>
          </p:sp>
          <p:sp>
            <p:nvSpPr>
              <p:cNvPr id="35920" name="Line 27">
                <a:extLst>
                  <a:ext uri="{FF2B5EF4-FFF2-40B4-BE49-F238E27FC236}">
                    <a16:creationId xmlns:a16="http://schemas.microsoft.com/office/drawing/2014/main" id="{9157DCDD-4E81-44CE-ACA0-88BAFC0228F5}"/>
                  </a:ext>
                </a:extLst>
              </p:cNvPr>
              <p:cNvSpPr>
                <a:spLocks noChangeShapeType="1"/>
              </p:cNvSpPr>
              <p:nvPr/>
            </p:nvSpPr>
            <p:spPr bwMode="auto">
              <a:xfrm>
                <a:off x="4642" y="1444"/>
                <a:ext cx="163" cy="0"/>
              </a:xfrm>
              <a:prstGeom prst="line">
                <a:avLst/>
              </a:prstGeom>
              <a:noFill/>
              <a:ln w="25400">
                <a:solidFill>
                  <a:srgbClr val="000000"/>
                </a:solidFill>
                <a:round/>
                <a:headEnd/>
                <a:tailEnd/>
              </a:ln>
            </p:spPr>
            <p:txBody>
              <a:bodyPr/>
              <a:lstStyle/>
              <a:p>
                <a:pPr eaLnBrk="1" hangingPunct="1">
                  <a:defRPr/>
                </a:pPr>
                <a:endParaRPr lang="ru-RU">
                  <a:latin typeface="+mj-lt"/>
                </a:endParaRPr>
              </a:p>
            </p:txBody>
          </p:sp>
          <p:sp>
            <p:nvSpPr>
              <p:cNvPr id="35921" name="Line 28">
                <a:extLst>
                  <a:ext uri="{FF2B5EF4-FFF2-40B4-BE49-F238E27FC236}">
                    <a16:creationId xmlns:a16="http://schemas.microsoft.com/office/drawing/2014/main" id="{482F976D-3ADF-4795-887D-F3E086C2BCE3}"/>
                  </a:ext>
                </a:extLst>
              </p:cNvPr>
              <p:cNvSpPr>
                <a:spLocks noChangeShapeType="1"/>
              </p:cNvSpPr>
              <p:nvPr/>
            </p:nvSpPr>
            <p:spPr bwMode="auto">
              <a:xfrm>
                <a:off x="941" y="1628"/>
                <a:ext cx="0" cy="282"/>
              </a:xfrm>
              <a:prstGeom prst="line">
                <a:avLst/>
              </a:prstGeom>
              <a:noFill/>
              <a:ln w="25400">
                <a:solidFill>
                  <a:srgbClr val="000000"/>
                </a:solidFill>
                <a:round/>
                <a:headEnd type="oval" w="med" len="med"/>
                <a:tailEnd/>
              </a:ln>
            </p:spPr>
            <p:txBody>
              <a:bodyPr/>
              <a:lstStyle/>
              <a:p>
                <a:pPr eaLnBrk="1" hangingPunct="1">
                  <a:defRPr/>
                </a:pPr>
                <a:endParaRPr lang="ru-RU">
                  <a:latin typeface="+mj-lt"/>
                </a:endParaRPr>
              </a:p>
            </p:txBody>
          </p:sp>
          <p:sp>
            <p:nvSpPr>
              <p:cNvPr id="35922" name="Line 29">
                <a:extLst>
                  <a:ext uri="{FF2B5EF4-FFF2-40B4-BE49-F238E27FC236}">
                    <a16:creationId xmlns:a16="http://schemas.microsoft.com/office/drawing/2014/main" id="{E3A58DFA-925D-4842-8DA4-ED51F139F10D}"/>
                  </a:ext>
                </a:extLst>
              </p:cNvPr>
              <p:cNvSpPr>
                <a:spLocks noChangeShapeType="1"/>
              </p:cNvSpPr>
              <p:nvPr/>
            </p:nvSpPr>
            <p:spPr bwMode="auto">
              <a:xfrm>
                <a:off x="941" y="1913"/>
                <a:ext cx="742" cy="0"/>
              </a:xfrm>
              <a:prstGeom prst="line">
                <a:avLst/>
              </a:prstGeom>
              <a:noFill/>
              <a:ln w="25400">
                <a:solidFill>
                  <a:srgbClr val="000000"/>
                </a:solidFill>
                <a:round/>
                <a:headEnd/>
                <a:tailEnd/>
              </a:ln>
            </p:spPr>
            <p:txBody>
              <a:bodyPr/>
              <a:lstStyle/>
              <a:p>
                <a:pPr eaLnBrk="1" hangingPunct="1">
                  <a:defRPr/>
                </a:pPr>
                <a:endParaRPr lang="ru-RU">
                  <a:latin typeface="+mj-lt"/>
                </a:endParaRPr>
              </a:p>
            </p:txBody>
          </p:sp>
          <p:sp>
            <p:nvSpPr>
              <p:cNvPr id="35923" name="Line 30">
                <a:extLst>
                  <a:ext uri="{FF2B5EF4-FFF2-40B4-BE49-F238E27FC236}">
                    <a16:creationId xmlns:a16="http://schemas.microsoft.com/office/drawing/2014/main" id="{8490A146-1551-4A20-8CBB-90656490C05E}"/>
                  </a:ext>
                </a:extLst>
              </p:cNvPr>
              <p:cNvSpPr>
                <a:spLocks noChangeShapeType="1"/>
              </p:cNvSpPr>
              <p:nvPr/>
            </p:nvSpPr>
            <p:spPr bwMode="auto">
              <a:xfrm flipV="1">
                <a:off x="1680" y="1337"/>
                <a:ext cx="0" cy="580"/>
              </a:xfrm>
              <a:prstGeom prst="line">
                <a:avLst/>
              </a:prstGeom>
              <a:noFill/>
              <a:ln w="25400">
                <a:solidFill>
                  <a:srgbClr val="000000"/>
                </a:solidFill>
                <a:round/>
                <a:headEnd/>
                <a:tailEnd/>
              </a:ln>
            </p:spPr>
            <p:txBody>
              <a:bodyPr/>
              <a:lstStyle/>
              <a:p>
                <a:pPr eaLnBrk="1" hangingPunct="1">
                  <a:defRPr/>
                </a:pPr>
                <a:endParaRPr lang="ru-RU">
                  <a:latin typeface="+mj-lt"/>
                </a:endParaRPr>
              </a:p>
            </p:txBody>
          </p:sp>
          <p:sp>
            <p:nvSpPr>
              <p:cNvPr id="35924" name="Line 31">
                <a:extLst>
                  <a:ext uri="{FF2B5EF4-FFF2-40B4-BE49-F238E27FC236}">
                    <a16:creationId xmlns:a16="http://schemas.microsoft.com/office/drawing/2014/main" id="{163D050D-ACB5-4944-AD30-01ABA1D8CEE5}"/>
                  </a:ext>
                </a:extLst>
              </p:cNvPr>
              <p:cNvSpPr>
                <a:spLocks noChangeShapeType="1"/>
              </p:cNvSpPr>
              <p:nvPr/>
            </p:nvSpPr>
            <p:spPr bwMode="auto">
              <a:xfrm flipV="1">
                <a:off x="1830" y="1613"/>
                <a:ext cx="346" cy="0"/>
              </a:xfrm>
              <a:prstGeom prst="line">
                <a:avLst/>
              </a:prstGeom>
              <a:noFill/>
              <a:ln w="25400">
                <a:solidFill>
                  <a:srgbClr val="000000"/>
                </a:solidFill>
                <a:round/>
                <a:headEnd/>
                <a:tailEnd/>
              </a:ln>
            </p:spPr>
            <p:txBody>
              <a:bodyPr/>
              <a:lstStyle/>
              <a:p>
                <a:pPr eaLnBrk="1" hangingPunct="1">
                  <a:defRPr/>
                </a:pPr>
                <a:endParaRPr lang="ru-RU">
                  <a:latin typeface="+mj-lt"/>
                </a:endParaRPr>
              </a:p>
            </p:txBody>
          </p:sp>
          <p:sp>
            <p:nvSpPr>
              <p:cNvPr id="35925" name="Line 32">
                <a:extLst>
                  <a:ext uri="{FF2B5EF4-FFF2-40B4-BE49-F238E27FC236}">
                    <a16:creationId xmlns:a16="http://schemas.microsoft.com/office/drawing/2014/main" id="{01E124BB-B817-456E-BE76-CEFC124143A0}"/>
                  </a:ext>
                </a:extLst>
              </p:cNvPr>
              <p:cNvSpPr>
                <a:spLocks noChangeShapeType="1"/>
              </p:cNvSpPr>
              <p:nvPr/>
            </p:nvSpPr>
            <p:spPr bwMode="auto">
              <a:xfrm>
                <a:off x="2013" y="1614"/>
                <a:ext cx="0" cy="282"/>
              </a:xfrm>
              <a:prstGeom prst="line">
                <a:avLst/>
              </a:prstGeom>
              <a:noFill/>
              <a:ln w="25400">
                <a:solidFill>
                  <a:srgbClr val="000000"/>
                </a:solidFill>
                <a:round/>
                <a:headEnd type="oval" w="med" len="med"/>
                <a:tailEnd/>
              </a:ln>
            </p:spPr>
            <p:txBody>
              <a:bodyPr/>
              <a:lstStyle/>
              <a:p>
                <a:pPr eaLnBrk="1" hangingPunct="1">
                  <a:defRPr/>
                </a:pPr>
                <a:endParaRPr lang="ru-RU">
                  <a:latin typeface="+mj-lt"/>
                </a:endParaRPr>
              </a:p>
            </p:txBody>
          </p:sp>
          <p:sp>
            <p:nvSpPr>
              <p:cNvPr id="35926" name="Line 33">
                <a:extLst>
                  <a:ext uri="{FF2B5EF4-FFF2-40B4-BE49-F238E27FC236}">
                    <a16:creationId xmlns:a16="http://schemas.microsoft.com/office/drawing/2014/main" id="{540FF440-BC9D-4A01-9148-CC72A6D03AFE}"/>
                  </a:ext>
                </a:extLst>
              </p:cNvPr>
              <p:cNvSpPr>
                <a:spLocks noChangeShapeType="1"/>
              </p:cNvSpPr>
              <p:nvPr/>
            </p:nvSpPr>
            <p:spPr bwMode="auto">
              <a:xfrm>
                <a:off x="1680" y="1325"/>
                <a:ext cx="497" cy="0"/>
              </a:xfrm>
              <a:prstGeom prst="line">
                <a:avLst/>
              </a:prstGeom>
              <a:noFill/>
              <a:ln w="25400">
                <a:solidFill>
                  <a:srgbClr val="000000"/>
                </a:solidFill>
                <a:round/>
                <a:headEnd/>
                <a:tailEnd/>
              </a:ln>
            </p:spPr>
            <p:txBody>
              <a:bodyPr/>
              <a:lstStyle/>
              <a:p>
                <a:pPr eaLnBrk="1" hangingPunct="1">
                  <a:defRPr/>
                </a:pPr>
                <a:endParaRPr lang="ru-RU">
                  <a:latin typeface="+mj-lt"/>
                </a:endParaRPr>
              </a:p>
            </p:txBody>
          </p:sp>
          <p:sp>
            <p:nvSpPr>
              <p:cNvPr id="35927" name="Line 34">
                <a:extLst>
                  <a:ext uri="{FF2B5EF4-FFF2-40B4-BE49-F238E27FC236}">
                    <a16:creationId xmlns:a16="http://schemas.microsoft.com/office/drawing/2014/main" id="{F99CA854-278B-4EDB-B17A-E06237F6AC10}"/>
                  </a:ext>
                </a:extLst>
              </p:cNvPr>
              <p:cNvSpPr>
                <a:spLocks noChangeShapeType="1"/>
              </p:cNvSpPr>
              <p:nvPr/>
            </p:nvSpPr>
            <p:spPr bwMode="auto">
              <a:xfrm>
                <a:off x="2013" y="1904"/>
                <a:ext cx="749" cy="0"/>
              </a:xfrm>
              <a:prstGeom prst="line">
                <a:avLst/>
              </a:prstGeom>
              <a:noFill/>
              <a:ln w="25400">
                <a:solidFill>
                  <a:srgbClr val="000000"/>
                </a:solidFill>
                <a:round/>
                <a:headEnd/>
                <a:tailEnd/>
              </a:ln>
            </p:spPr>
            <p:txBody>
              <a:bodyPr/>
              <a:lstStyle/>
              <a:p>
                <a:pPr eaLnBrk="1" hangingPunct="1">
                  <a:defRPr/>
                </a:pPr>
                <a:endParaRPr lang="ru-RU">
                  <a:latin typeface="+mj-lt"/>
                </a:endParaRPr>
              </a:p>
            </p:txBody>
          </p:sp>
          <p:sp>
            <p:nvSpPr>
              <p:cNvPr id="35928" name="Line 35">
                <a:extLst>
                  <a:ext uri="{FF2B5EF4-FFF2-40B4-BE49-F238E27FC236}">
                    <a16:creationId xmlns:a16="http://schemas.microsoft.com/office/drawing/2014/main" id="{0E87CD9D-D8FC-49C2-9589-D2E9E875452D}"/>
                  </a:ext>
                </a:extLst>
              </p:cNvPr>
              <p:cNvSpPr>
                <a:spLocks noChangeShapeType="1"/>
              </p:cNvSpPr>
              <p:nvPr/>
            </p:nvSpPr>
            <p:spPr bwMode="auto">
              <a:xfrm flipV="1">
                <a:off x="2769" y="1325"/>
                <a:ext cx="0" cy="580"/>
              </a:xfrm>
              <a:prstGeom prst="line">
                <a:avLst/>
              </a:prstGeom>
              <a:noFill/>
              <a:ln w="25400">
                <a:solidFill>
                  <a:srgbClr val="000000"/>
                </a:solidFill>
                <a:round/>
                <a:headEnd/>
                <a:tailEnd/>
              </a:ln>
            </p:spPr>
            <p:txBody>
              <a:bodyPr/>
              <a:lstStyle/>
              <a:p>
                <a:pPr eaLnBrk="1" hangingPunct="1">
                  <a:defRPr/>
                </a:pPr>
                <a:endParaRPr lang="ru-RU">
                  <a:latin typeface="+mj-lt"/>
                </a:endParaRPr>
              </a:p>
            </p:txBody>
          </p:sp>
          <p:sp>
            <p:nvSpPr>
              <p:cNvPr id="35929" name="Line 36">
                <a:extLst>
                  <a:ext uri="{FF2B5EF4-FFF2-40B4-BE49-F238E27FC236}">
                    <a16:creationId xmlns:a16="http://schemas.microsoft.com/office/drawing/2014/main" id="{64424F86-A6EA-4DCC-9F47-AFB07DE0D3FC}"/>
                  </a:ext>
                </a:extLst>
              </p:cNvPr>
              <p:cNvSpPr>
                <a:spLocks noChangeShapeType="1"/>
              </p:cNvSpPr>
              <p:nvPr/>
            </p:nvSpPr>
            <p:spPr bwMode="auto">
              <a:xfrm>
                <a:off x="2769" y="1325"/>
                <a:ext cx="497" cy="0"/>
              </a:xfrm>
              <a:prstGeom prst="line">
                <a:avLst/>
              </a:prstGeom>
              <a:noFill/>
              <a:ln w="25400">
                <a:solidFill>
                  <a:srgbClr val="000000"/>
                </a:solidFill>
                <a:round/>
                <a:headEnd/>
                <a:tailEnd/>
              </a:ln>
            </p:spPr>
            <p:txBody>
              <a:bodyPr/>
              <a:lstStyle/>
              <a:p>
                <a:pPr eaLnBrk="1" hangingPunct="1">
                  <a:defRPr/>
                </a:pPr>
                <a:endParaRPr lang="ru-RU">
                  <a:latin typeface="+mj-lt"/>
                </a:endParaRPr>
              </a:p>
            </p:txBody>
          </p:sp>
          <p:sp>
            <p:nvSpPr>
              <p:cNvPr id="35930" name="Line 37">
                <a:extLst>
                  <a:ext uri="{FF2B5EF4-FFF2-40B4-BE49-F238E27FC236}">
                    <a16:creationId xmlns:a16="http://schemas.microsoft.com/office/drawing/2014/main" id="{C91C5D7F-BDE9-4520-A53F-15A03F674B5D}"/>
                  </a:ext>
                </a:extLst>
              </p:cNvPr>
              <p:cNvSpPr>
                <a:spLocks noChangeShapeType="1"/>
              </p:cNvSpPr>
              <p:nvPr/>
            </p:nvSpPr>
            <p:spPr bwMode="auto">
              <a:xfrm flipV="1">
                <a:off x="2916" y="1614"/>
                <a:ext cx="348" cy="0"/>
              </a:xfrm>
              <a:prstGeom prst="line">
                <a:avLst/>
              </a:prstGeom>
              <a:noFill/>
              <a:ln w="25400">
                <a:solidFill>
                  <a:srgbClr val="000000"/>
                </a:solidFill>
                <a:round/>
                <a:headEnd/>
                <a:tailEnd/>
              </a:ln>
            </p:spPr>
            <p:txBody>
              <a:bodyPr/>
              <a:lstStyle/>
              <a:p>
                <a:pPr eaLnBrk="1" hangingPunct="1">
                  <a:defRPr/>
                </a:pPr>
                <a:endParaRPr lang="ru-RU">
                  <a:latin typeface="+mj-lt"/>
                </a:endParaRPr>
              </a:p>
            </p:txBody>
          </p:sp>
          <p:sp>
            <p:nvSpPr>
              <p:cNvPr id="35931" name="Line 38">
                <a:extLst>
                  <a:ext uri="{FF2B5EF4-FFF2-40B4-BE49-F238E27FC236}">
                    <a16:creationId xmlns:a16="http://schemas.microsoft.com/office/drawing/2014/main" id="{1A25E0CC-35DF-4DD4-91F5-36EC73DB671B}"/>
                  </a:ext>
                </a:extLst>
              </p:cNvPr>
              <p:cNvSpPr>
                <a:spLocks noChangeShapeType="1"/>
              </p:cNvSpPr>
              <p:nvPr/>
            </p:nvSpPr>
            <p:spPr bwMode="auto">
              <a:xfrm>
                <a:off x="3102" y="1616"/>
                <a:ext cx="0" cy="282"/>
              </a:xfrm>
              <a:prstGeom prst="line">
                <a:avLst/>
              </a:prstGeom>
              <a:noFill/>
              <a:ln w="25400">
                <a:solidFill>
                  <a:srgbClr val="000000"/>
                </a:solidFill>
                <a:round/>
                <a:headEnd type="oval" w="med" len="med"/>
                <a:tailEnd/>
              </a:ln>
            </p:spPr>
            <p:txBody>
              <a:bodyPr/>
              <a:lstStyle/>
              <a:p>
                <a:pPr eaLnBrk="1" hangingPunct="1">
                  <a:defRPr/>
                </a:pPr>
                <a:endParaRPr lang="ru-RU">
                  <a:latin typeface="+mj-lt"/>
                </a:endParaRPr>
              </a:p>
            </p:txBody>
          </p:sp>
          <p:sp>
            <p:nvSpPr>
              <p:cNvPr id="35932" name="Line 39">
                <a:extLst>
                  <a:ext uri="{FF2B5EF4-FFF2-40B4-BE49-F238E27FC236}">
                    <a16:creationId xmlns:a16="http://schemas.microsoft.com/office/drawing/2014/main" id="{4BFF343B-2D30-46EA-8CA5-A3FC3C4C2F2A}"/>
                  </a:ext>
                </a:extLst>
              </p:cNvPr>
              <p:cNvSpPr>
                <a:spLocks noChangeShapeType="1"/>
              </p:cNvSpPr>
              <p:nvPr/>
            </p:nvSpPr>
            <p:spPr bwMode="auto">
              <a:xfrm>
                <a:off x="3102" y="1904"/>
                <a:ext cx="746" cy="0"/>
              </a:xfrm>
              <a:prstGeom prst="line">
                <a:avLst/>
              </a:prstGeom>
              <a:noFill/>
              <a:ln w="25400">
                <a:solidFill>
                  <a:srgbClr val="000000"/>
                </a:solidFill>
                <a:round/>
                <a:headEnd/>
                <a:tailEnd/>
              </a:ln>
            </p:spPr>
            <p:txBody>
              <a:bodyPr/>
              <a:lstStyle/>
              <a:p>
                <a:pPr eaLnBrk="1" hangingPunct="1">
                  <a:defRPr/>
                </a:pPr>
                <a:endParaRPr lang="ru-RU">
                  <a:latin typeface="+mj-lt"/>
                </a:endParaRPr>
              </a:p>
            </p:txBody>
          </p:sp>
          <p:sp>
            <p:nvSpPr>
              <p:cNvPr id="35933" name="Line 40">
                <a:extLst>
                  <a:ext uri="{FF2B5EF4-FFF2-40B4-BE49-F238E27FC236}">
                    <a16:creationId xmlns:a16="http://schemas.microsoft.com/office/drawing/2014/main" id="{F06A3846-7B6B-4298-B316-F6D0555B7DD8}"/>
                  </a:ext>
                </a:extLst>
              </p:cNvPr>
              <p:cNvSpPr>
                <a:spLocks noChangeShapeType="1"/>
              </p:cNvSpPr>
              <p:nvPr/>
            </p:nvSpPr>
            <p:spPr bwMode="auto">
              <a:xfrm flipV="1">
                <a:off x="3849" y="1325"/>
                <a:ext cx="0" cy="580"/>
              </a:xfrm>
              <a:prstGeom prst="line">
                <a:avLst/>
              </a:prstGeom>
              <a:noFill/>
              <a:ln w="25400">
                <a:solidFill>
                  <a:srgbClr val="000000"/>
                </a:solidFill>
                <a:round/>
                <a:headEnd/>
                <a:tailEnd/>
              </a:ln>
            </p:spPr>
            <p:txBody>
              <a:bodyPr/>
              <a:lstStyle/>
              <a:p>
                <a:pPr eaLnBrk="1" hangingPunct="1">
                  <a:defRPr/>
                </a:pPr>
                <a:endParaRPr lang="ru-RU">
                  <a:latin typeface="+mj-lt"/>
                </a:endParaRPr>
              </a:p>
            </p:txBody>
          </p:sp>
          <p:sp>
            <p:nvSpPr>
              <p:cNvPr id="35934" name="Line 41">
                <a:extLst>
                  <a:ext uri="{FF2B5EF4-FFF2-40B4-BE49-F238E27FC236}">
                    <a16:creationId xmlns:a16="http://schemas.microsoft.com/office/drawing/2014/main" id="{5C1C114E-098E-4B21-84B2-F7A271EB1325}"/>
                  </a:ext>
                </a:extLst>
              </p:cNvPr>
              <p:cNvSpPr>
                <a:spLocks noChangeShapeType="1"/>
              </p:cNvSpPr>
              <p:nvPr/>
            </p:nvSpPr>
            <p:spPr bwMode="auto">
              <a:xfrm>
                <a:off x="3849" y="1325"/>
                <a:ext cx="496" cy="0"/>
              </a:xfrm>
              <a:prstGeom prst="line">
                <a:avLst/>
              </a:prstGeom>
              <a:noFill/>
              <a:ln w="25400">
                <a:solidFill>
                  <a:srgbClr val="000000"/>
                </a:solidFill>
                <a:round/>
                <a:headEnd/>
                <a:tailEnd/>
              </a:ln>
            </p:spPr>
            <p:txBody>
              <a:bodyPr/>
              <a:lstStyle/>
              <a:p>
                <a:pPr eaLnBrk="1" hangingPunct="1">
                  <a:defRPr/>
                </a:pPr>
                <a:endParaRPr lang="ru-RU">
                  <a:latin typeface="+mj-lt"/>
                </a:endParaRPr>
              </a:p>
            </p:txBody>
          </p:sp>
          <p:sp>
            <p:nvSpPr>
              <p:cNvPr id="35935" name="Line 42">
                <a:extLst>
                  <a:ext uri="{FF2B5EF4-FFF2-40B4-BE49-F238E27FC236}">
                    <a16:creationId xmlns:a16="http://schemas.microsoft.com/office/drawing/2014/main" id="{332A2CC1-ADD4-49A8-9E99-BCEFF77C180A}"/>
                  </a:ext>
                </a:extLst>
              </p:cNvPr>
              <p:cNvSpPr>
                <a:spLocks noChangeShapeType="1"/>
              </p:cNvSpPr>
              <p:nvPr/>
            </p:nvSpPr>
            <p:spPr bwMode="auto">
              <a:xfrm flipV="1">
                <a:off x="4014" y="1604"/>
                <a:ext cx="349" cy="0"/>
              </a:xfrm>
              <a:prstGeom prst="line">
                <a:avLst/>
              </a:prstGeom>
              <a:noFill/>
              <a:ln w="25400">
                <a:solidFill>
                  <a:srgbClr val="000000"/>
                </a:solidFill>
                <a:round/>
                <a:headEnd/>
                <a:tailEnd/>
              </a:ln>
            </p:spPr>
            <p:txBody>
              <a:bodyPr/>
              <a:lstStyle/>
              <a:p>
                <a:pPr eaLnBrk="1" hangingPunct="1">
                  <a:defRPr/>
                </a:pPr>
                <a:endParaRPr lang="ru-RU">
                  <a:latin typeface="+mj-lt"/>
                </a:endParaRPr>
              </a:p>
            </p:txBody>
          </p:sp>
          <p:sp>
            <p:nvSpPr>
              <p:cNvPr id="35936" name="Line 43">
                <a:extLst>
                  <a:ext uri="{FF2B5EF4-FFF2-40B4-BE49-F238E27FC236}">
                    <a16:creationId xmlns:a16="http://schemas.microsoft.com/office/drawing/2014/main" id="{4B0928B7-26AB-4A3F-9C25-C8EC9536579E}"/>
                  </a:ext>
                </a:extLst>
              </p:cNvPr>
              <p:cNvSpPr>
                <a:spLocks noChangeShapeType="1"/>
              </p:cNvSpPr>
              <p:nvPr/>
            </p:nvSpPr>
            <p:spPr bwMode="auto">
              <a:xfrm>
                <a:off x="4201" y="1605"/>
                <a:ext cx="0" cy="283"/>
              </a:xfrm>
              <a:prstGeom prst="line">
                <a:avLst/>
              </a:prstGeom>
              <a:noFill/>
              <a:ln w="25400">
                <a:solidFill>
                  <a:srgbClr val="000000"/>
                </a:solidFill>
                <a:round/>
                <a:headEnd type="oval" w="med" len="med"/>
                <a:tailEnd/>
              </a:ln>
            </p:spPr>
            <p:txBody>
              <a:bodyPr/>
              <a:lstStyle/>
              <a:p>
                <a:pPr eaLnBrk="1" hangingPunct="1">
                  <a:defRPr/>
                </a:pPr>
                <a:endParaRPr lang="ru-RU">
                  <a:latin typeface="+mj-lt"/>
                </a:endParaRPr>
              </a:p>
            </p:txBody>
          </p:sp>
          <p:sp>
            <p:nvSpPr>
              <p:cNvPr id="35937" name="Line 44">
                <a:extLst>
                  <a:ext uri="{FF2B5EF4-FFF2-40B4-BE49-F238E27FC236}">
                    <a16:creationId xmlns:a16="http://schemas.microsoft.com/office/drawing/2014/main" id="{39042831-2078-400E-A47C-17C2BD3E9B2B}"/>
                  </a:ext>
                </a:extLst>
              </p:cNvPr>
              <p:cNvSpPr>
                <a:spLocks noChangeShapeType="1"/>
              </p:cNvSpPr>
              <p:nvPr/>
            </p:nvSpPr>
            <p:spPr bwMode="auto">
              <a:xfrm>
                <a:off x="4211" y="1883"/>
                <a:ext cx="706" cy="0"/>
              </a:xfrm>
              <a:prstGeom prst="line">
                <a:avLst/>
              </a:prstGeom>
              <a:noFill/>
              <a:ln w="25400">
                <a:solidFill>
                  <a:srgbClr val="000000"/>
                </a:solidFill>
                <a:round/>
                <a:headEnd/>
                <a:tailEnd type="triangle" w="lg" len="lg"/>
              </a:ln>
            </p:spPr>
            <p:txBody>
              <a:bodyPr/>
              <a:lstStyle/>
              <a:p>
                <a:pPr eaLnBrk="1" hangingPunct="1">
                  <a:defRPr/>
                </a:pPr>
                <a:endParaRPr lang="ru-RU">
                  <a:latin typeface="+mj-lt"/>
                </a:endParaRPr>
              </a:p>
            </p:txBody>
          </p:sp>
          <p:sp>
            <p:nvSpPr>
              <p:cNvPr id="35938" name="Text Box 45">
                <a:extLst>
                  <a:ext uri="{FF2B5EF4-FFF2-40B4-BE49-F238E27FC236}">
                    <a16:creationId xmlns:a16="http://schemas.microsoft.com/office/drawing/2014/main" id="{6ED596F4-604D-4E3D-9737-82C829AF3047}"/>
                  </a:ext>
                </a:extLst>
              </p:cNvPr>
              <p:cNvSpPr txBox="1">
                <a:spLocks noChangeArrowheads="1"/>
              </p:cNvSpPr>
              <p:nvPr/>
            </p:nvSpPr>
            <p:spPr bwMode="auto">
              <a:xfrm>
                <a:off x="1670" y="1386"/>
                <a:ext cx="468" cy="361"/>
              </a:xfrm>
              <a:prstGeom prst="rect">
                <a:avLst/>
              </a:prstGeom>
              <a:noFill/>
              <a:ln>
                <a:noFill/>
              </a:ln>
            </p:spPr>
            <p:txBody>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defRPr/>
                </a:pPr>
                <a:r>
                  <a:rPr lang="en-US" sz="1600" dirty="0">
                    <a:latin typeface="+mj-lt"/>
                    <a:cs typeface="Times New Roman" pitchFamily="18" charset="0"/>
                  </a:rPr>
                  <a:t>q2</a:t>
                </a:r>
                <a:endParaRPr lang="ru-RU" sz="1600" dirty="0">
                  <a:latin typeface="+mj-lt"/>
                  <a:cs typeface="Times New Roman" pitchFamily="18" charset="0"/>
                </a:endParaRPr>
              </a:p>
            </p:txBody>
          </p:sp>
          <p:sp>
            <p:nvSpPr>
              <p:cNvPr id="35939" name="Text Box 46">
                <a:extLst>
                  <a:ext uri="{FF2B5EF4-FFF2-40B4-BE49-F238E27FC236}">
                    <a16:creationId xmlns:a16="http://schemas.microsoft.com/office/drawing/2014/main" id="{11E79FB6-333E-4971-8ADA-C1BA9C349E5E}"/>
                  </a:ext>
                </a:extLst>
              </p:cNvPr>
              <p:cNvSpPr txBox="1">
                <a:spLocks noChangeArrowheads="1"/>
              </p:cNvSpPr>
              <p:nvPr/>
            </p:nvSpPr>
            <p:spPr bwMode="auto">
              <a:xfrm>
                <a:off x="2799" y="1386"/>
                <a:ext cx="467" cy="361"/>
              </a:xfrm>
              <a:prstGeom prst="rect">
                <a:avLst/>
              </a:prstGeom>
              <a:noFill/>
              <a:ln>
                <a:noFill/>
              </a:ln>
            </p:spPr>
            <p:txBody>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defRPr/>
                </a:pPr>
                <a:r>
                  <a:rPr lang="en-US" sz="1600">
                    <a:latin typeface="+mj-lt"/>
                    <a:cs typeface="Times New Roman" pitchFamily="18" charset="0"/>
                  </a:rPr>
                  <a:t>q1</a:t>
                </a:r>
                <a:endParaRPr lang="ru-RU" sz="1600">
                  <a:latin typeface="+mj-lt"/>
                  <a:cs typeface="Times New Roman" pitchFamily="18" charset="0"/>
                </a:endParaRPr>
              </a:p>
            </p:txBody>
          </p:sp>
          <p:sp>
            <p:nvSpPr>
              <p:cNvPr id="35940" name="Text Box 47">
                <a:extLst>
                  <a:ext uri="{FF2B5EF4-FFF2-40B4-BE49-F238E27FC236}">
                    <a16:creationId xmlns:a16="http://schemas.microsoft.com/office/drawing/2014/main" id="{AF80679F-9D34-4924-AAB9-A9FB338FFBC0}"/>
                  </a:ext>
                </a:extLst>
              </p:cNvPr>
              <p:cNvSpPr txBox="1">
                <a:spLocks noChangeArrowheads="1"/>
              </p:cNvSpPr>
              <p:nvPr/>
            </p:nvSpPr>
            <p:spPr bwMode="auto">
              <a:xfrm>
                <a:off x="3916" y="1376"/>
                <a:ext cx="461" cy="359"/>
              </a:xfrm>
              <a:prstGeom prst="rect">
                <a:avLst/>
              </a:prstGeom>
              <a:noFill/>
              <a:ln>
                <a:noFill/>
              </a:ln>
            </p:spPr>
            <p:txBody>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defRPr/>
                </a:pPr>
                <a:r>
                  <a:rPr lang="en-US" sz="1600">
                    <a:latin typeface="+mj-lt"/>
                    <a:cs typeface="Times New Roman" pitchFamily="18" charset="0"/>
                  </a:rPr>
                  <a:t>q0</a:t>
                </a:r>
                <a:endParaRPr lang="ru-RU" sz="1600">
                  <a:latin typeface="+mj-lt"/>
                  <a:cs typeface="Times New Roman" pitchFamily="18" charset="0"/>
                </a:endParaRPr>
              </a:p>
            </p:txBody>
          </p:sp>
          <p:sp>
            <p:nvSpPr>
              <p:cNvPr id="35941" name="Text Box 48">
                <a:extLst>
                  <a:ext uri="{FF2B5EF4-FFF2-40B4-BE49-F238E27FC236}">
                    <a16:creationId xmlns:a16="http://schemas.microsoft.com/office/drawing/2014/main" id="{86B72F61-5385-4565-980A-61C830380921}"/>
                  </a:ext>
                </a:extLst>
              </p:cNvPr>
              <p:cNvSpPr txBox="1">
                <a:spLocks noChangeArrowheads="1"/>
              </p:cNvSpPr>
              <p:nvPr/>
            </p:nvSpPr>
            <p:spPr bwMode="auto">
              <a:xfrm>
                <a:off x="716" y="1117"/>
                <a:ext cx="290" cy="276"/>
              </a:xfrm>
              <a:prstGeom prst="rect">
                <a:avLst/>
              </a:prstGeom>
              <a:noFill/>
              <a:ln>
                <a:noFill/>
              </a:ln>
            </p:spPr>
            <p:txBody>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defRPr/>
                </a:pPr>
                <a:r>
                  <a:rPr lang="en-US" sz="1600">
                    <a:latin typeface="+mj-lt"/>
                    <a:cs typeface="Times New Roman" pitchFamily="18" charset="0"/>
                  </a:rPr>
                  <a:t>0</a:t>
                </a:r>
                <a:endParaRPr lang="ru-RU" sz="1600">
                  <a:latin typeface="+mj-lt"/>
                  <a:cs typeface="Times New Roman" pitchFamily="18" charset="0"/>
                </a:endParaRPr>
              </a:p>
            </p:txBody>
          </p:sp>
          <p:sp>
            <p:nvSpPr>
              <p:cNvPr id="35942" name="Text Box 49">
                <a:extLst>
                  <a:ext uri="{FF2B5EF4-FFF2-40B4-BE49-F238E27FC236}">
                    <a16:creationId xmlns:a16="http://schemas.microsoft.com/office/drawing/2014/main" id="{F8936BA9-822C-4EFA-ADD1-5A66A820CA0A}"/>
                  </a:ext>
                </a:extLst>
              </p:cNvPr>
              <p:cNvSpPr txBox="1">
                <a:spLocks noChangeArrowheads="1"/>
              </p:cNvSpPr>
              <p:nvPr/>
            </p:nvSpPr>
            <p:spPr bwMode="auto">
              <a:xfrm>
                <a:off x="1396" y="1252"/>
                <a:ext cx="461" cy="361"/>
              </a:xfrm>
              <a:prstGeom prst="rect">
                <a:avLst/>
              </a:prstGeom>
              <a:noFill/>
              <a:ln>
                <a:noFill/>
              </a:ln>
            </p:spPr>
            <p:txBody>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defRPr/>
                </a:pPr>
                <a:r>
                  <a:rPr lang="en-US" sz="1600" dirty="0">
                    <a:latin typeface="+mj-lt"/>
                    <a:cs typeface="Times New Roman" pitchFamily="18" charset="0"/>
                  </a:rPr>
                  <a:t>y3</a:t>
                </a:r>
                <a:endParaRPr lang="ru-RU" sz="1600" dirty="0">
                  <a:latin typeface="+mj-lt"/>
                  <a:cs typeface="Times New Roman" pitchFamily="18" charset="0"/>
                </a:endParaRPr>
              </a:p>
            </p:txBody>
          </p:sp>
          <p:sp>
            <p:nvSpPr>
              <p:cNvPr id="35943" name="Text Box 50">
                <a:extLst>
                  <a:ext uri="{FF2B5EF4-FFF2-40B4-BE49-F238E27FC236}">
                    <a16:creationId xmlns:a16="http://schemas.microsoft.com/office/drawing/2014/main" id="{A740CF7A-0A34-4689-8985-6D1C9D8A4715}"/>
                  </a:ext>
                </a:extLst>
              </p:cNvPr>
              <p:cNvSpPr txBox="1">
                <a:spLocks noChangeArrowheads="1"/>
              </p:cNvSpPr>
              <p:nvPr/>
            </p:nvSpPr>
            <p:spPr bwMode="auto">
              <a:xfrm>
                <a:off x="2515" y="1227"/>
                <a:ext cx="461" cy="359"/>
              </a:xfrm>
              <a:prstGeom prst="rect">
                <a:avLst/>
              </a:prstGeom>
              <a:noFill/>
              <a:ln>
                <a:noFill/>
              </a:ln>
            </p:spPr>
            <p:txBody>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defRPr/>
                </a:pPr>
                <a:r>
                  <a:rPr lang="en-US" sz="1600">
                    <a:latin typeface="+mj-lt"/>
                    <a:cs typeface="Times New Roman" pitchFamily="18" charset="0"/>
                  </a:rPr>
                  <a:t>y2</a:t>
                </a:r>
                <a:endParaRPr lang="ru-RU" sz="1600">
                  <a:latin typeface="+mj-lt"/>
                  <a:cs typeface="Times New Roman" pitchFamily="18" charset="0"/>
                </a:endParaRPr>
              </a:p>
            </p:txBody>
          </p:sp>
          <p:sp>
            <p:nvSpPr>
              <p:cNvPr id="35944" name="Text Box 51">
                <a:extLst>
                  <a:ext uri="{FF2B5EF4-FFF2-40B4-BE49-F238E27FC236}">
                    <a16:creationId xmlns:a16="http://schemas.microsoft.com/office/drawing/2014/main" id="{601CA7CA-D680-496A-BEA2-E89248EDB882}"/>
                  </a:ext>
                </a:extLst>
              </p:cNvPr>
              <p:cNvSpPr txBox="1">
                <a:spLocks noChangeArrowheads="1"/>
              </p:cNvSpPr>
              <p:nvPr/>
            </p:nvSpPr>
            <p:spPr bwMode="auto">
              <a:xfrm>
                <a:off x="3578" y="1205"/>
                <a:ext cx="461" cy="361"/>
              </a:xfrm>
              <a:prstGeom prst="rect">
                <a:avLst/>
              </a:prstGeom>
              <a:noFill/>
              <a:ln>
                <a:noFill/>
              </a:ln>
            </p:spPr>
            <p:txBody>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defRPr/>
                </a:pPr>
                <a:r>
                  <a:rPr lang="en-US" sz="1600">
                    <a:latin typeface="+mj-lt"/>
                    <a:cs typeface="Times New Roman" pitchFamily="18" charset="0"/>
                  </a:rPr>
                  <a:t>y1</a:t>
                </a:r>
                <a:endParaRPr lang="ru-RU" sz="1600">
                  <a:latin typeface="+mj-lt"/>
                  <a:cs typeface="Times New Roman" pitchFamily="18" charset="0"/>
                </a:endParaRPr>
              </a:p>
            </p:txBody>
          </p:sp>
          <p:sp>
            <p:nvSpPr>
              <p:cNvPr id="35945" name="Text Box 52">
                <a:extLst>
                  <a:ext uri="{FF2B5EF4-FFF2-40B4-BE49-F238E27FC236}">
                    <a16:creationId xmlns:a16="http://schemas.microsoft.com/office/drawing/2014/main" id="{A300FE56-D85F-42E0-8B07-777EF14CF42D}"/>
                  </a:ext>
                </a:extLst>
              </p:cNvPr>
              <p:cNvSpPr txBox="1">
                <a:spLocks noChangeArrowheads="1"/>
              </p:cNvSpPr>
              <p:nvPr/>
            </p:nvSpPr>
            <p:spPr bwMode="auto">
              <a:xfrm>
                <a:off x="4639" y="1214"/>
                <a:ext cx="461" cy="360"/>
              </a:xfrm>
              <a:prstGeom prst="rect">
                <a:avLst/>
              </a:prstGeom>
              <a:noFill/>
              <a:ln>
                <a:noFill/>
              </a:ln>
            </p:spPr>
            <p:txBody>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defRPr/>
                </a:pPr>
                <a:r>
                  <a:rPr lang="en-US" sz="1600" dirty="0">
                    <a:latin typeface="+mj-lt"/>
                    <a:cs typeface="Times New Roman" pitchFamily="18" charset="0"/>
                  </a:rPr>
                  <a:t>y0</a:t>
                </a:r>
                <a:endParaRPr lang="ru-RU" sz="1600" dirty="0">
                  <a:latin typeface="+mj-lt"/>
                  <a:cs typeface="Times New Roman" pitchFamily="18" charset="0"/>
                </a:endParaRPr>
              </a:p>
            </p:txBody>
          </p:sp>
          <p:sp>
            <p:nvSpPr>
              <p:cNvPr id="35946" name="Text Box 53">
                <a:extLst>
                  <a:ext uri="{FF2B5EF4-FFF2-40B4-BE49-F238E27FC236}">
                    <a16:creationId xmlns:a16="http://schemas.microsoft.com/office/drawing/2014/main" id="{31226D6B-AA63-45A9-81E8-550308CFE390}"/>
                  </a:ext>
                </a:extLst>
              </p:cNvPr>
              <p:cNvSpPr txBox="1">
                <a:spLocks noChangeArrowheads="1"/>
              </p:cNvSpPr>
              <p:nvPr/>
            </p:nvSpPr>
            <p:spPr bwMode="auto">
              <a:xfrm>
                <a:off x="336" y="818"/>
                <a:ext cx="589" cy="359"/>
              </a:xfrm>
              <a:prstGeom prst="rect">
                <a:avLst/>
              </a:prstGeom>
              <a:noFill/>
              <a:ln>
                <a:noFill/>
              </a:ln>
            </p:spPr>
            <p:txBody>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defRPr/>
                </a:pPr>
                <a:r>
                  <a:rPr lang="en-US" sz="1600" dirty="0">
                    <a:latin typeface="+mj-lt"/>
                    <a:cs typeface="Times New Roman" pitchFamily="18" charset="0"/>
                  </a:rPr>
                  <a:t>Shift</a:t>
                </a:r>
                <a:endParaRPr lang="ru-RU" sz="1600" dirty="0">
                  <a:latin typeface="+mj-lt"/>
                  <a:cs typeface="Times New Roman" pitchFamily="18" charset="0"/>
                </a:endParaRPr>
              </a:p>
            </p:txBody>
          </p:sp>
        </p:grpSp>
        <p:grpSp>
          <p:nvGrpSpPr>
            <p:cNvPr id="51205" name="Group 54">
              <a:extLst>
                <a:ext uri="{FF2B5EF4-FFF2-40B4-BE49-F238E27FC236}">
                  <a16:creationId xmlns:a16="http://schemas.microsoft.com/office/drawing/2014/main" id="{FD7B9D73-58F6-A0FF-6717-C06F42D879B5}"/>
                </a:ext>
              </a:extLst>
            </p:cNvPr>
            <p:cNvGrpSpPr>
              <a:grpSpLocks/>
            </p:cNvGrpSpPr>
            <p:nvPr/>
          </p:nvGrpSpPr>
          <p:grpSpPr bwMode="auto">
            <a:xfrm>
              <a:off x="766763" y="3957638"/>
              <a:ext cx="7715250" cy="2132012"/>
              <a:chOff x="483" y="2493"/>
              <a:chExt cx="4860" cy="1343"/>
            </a:xfrm>
          </p:grpSpPr>
          <p:sp>
            <p:nvSpPr>
              <p:cNvPr id="35847" name="AutoShape 55">
                <a:extLst>
                  <a:ext uri="{FF2B5EF4-FFF2-40B4-BE49-F238E27FC236}">
                    <a16:creationId xmlns:a16="http://schemas.microsoft.com/office/drawing/2014/main" id="{593A5727-47D4-4A90-9A2E-C28225534596}"/>
                  </a:ext>
                </a:extLst>
              </p:cNvPr>
              <p:cNvSpPr>
                <a:spLocks noChangeArrowheads="1"/>
              </p:cNvSpPr>
              <p:nvPr/>
            </p:nvSpPr>
            <p:spPr bwMode="auto">
              <a:xfrm rot="-5400000">
                <a:off x="1139" y="3013"/>
                <a:ext cx="644" cy="271"/>
              </a:xfrm>
              <a:custGeom>
                <a:avLst/>
                <a:gdLst>
                  <a:gd name="T0" fmla="*/ 564 w 21600"/>
                  <a:gd name="T1" fmla="*/ 139 h 21600"/>
                  <a:gd name="T2" fmla="*/ 322 w 21600"/>
                  <a:gd name="T3" fmla="*/ 278 h 21600"/>
                  <a:gd name="T4" fmla="*/ 81 w 21600"/>
                  <a:gd name="T5" fmla="*/ 139 h 21600"/>
                  <a:gd name="T6" fmla="*/ 322 w 21600"/>
                  <a:gd name="T7" fmla="*/ 0 h 21600"/>
                  <a:gd name="T8" fmla="*/ 0 60000 65536"/>
                  <a:gd name="T9" fmla="*/ 0 60000 65536"/>
                  <a:gd name="T10" fmla="*/ 0 60000 65536"/>
                  <a:gd name="T11" fmla="*/ 0 60000 65536"/>
                  <a:gd name="T12" fmla="*/ 4494 w 21600"/>
                  <a:gd name="T13" fmla="*/ 4506 h 21600"/>
                  <a:gd name="T14" fmla="*/ 17106 w 21600"/>
                  <a:gd name="T15" fmla="*/ 17094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chemeClr val="accent1"/>
              </a:solidFill>
              <a:ln w="25400">
                <a:solidFill>
                  <a:srgbClr val="000000"/>
                </a:solidFill>
                <a:miter lim="800000"/>
                <a:headEnd/>
                <a:tailEnd/>
              </a:ln>
            </p:spPr>
            <p:txBody>
              <a:bodyPr/>
              <a:lstStyle/>
              <a:p>
                <a:pPr eaLnBrk="1" hangingPunct="1">
                  <a:defRPr/>
                </a:pPr>
                <a:endParaRPr lang="ru-RU">
                  <a:latin typeface="+mj-lt"/>
                </a:endParaRPr>
              </a:p>
            </p:txBody>
          </p:sp>
          <p:sp>
            <p:nvSpPr>
              <p:cNvPr id="35848" name="Text Box 56">
                <a:extLst>
                  <a:ext uri="{FF2B5EF4-FFF2-40B4-BE49-F238E27FC236}">
                    <a16:creationId xmlns:a16="http://schemas.microsoft.com/office/drawing/2014/main" id="{FC66F6CD-AE3D-43C2-B4AF-CC45D8B6B2DC}"/>
                  </a:ext>
                </a:extLst>
              </p:cNvPr>
              <p:cNvSpPr txBox="1">
                <a:spLocks noChangeArrowheads="1"/>
              </p:cNvSpPr>
              <p:nvPr/>
            </p:nvSpPr>
            <p:spPr bwMode="auto">
              <a:xfrm>
                <a:off x="1316" y="2878"/>
                <a:ext cx="235" cy="239"/>
              </a:xfrm>
              <a:prstGeom prst="rect">
                <a:avLst/>
              </a:prstGeom>
              <a:noFill/>
              <a:ln>
                <a:noFill/>
              </a:ln>
            </p:spPr>
            <p:txBody>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defRPr/>
                </a:pPr>
                <a:r>
                  <a:rPr lang="en-US" sz="1600" dirty="0">
                    <a:solidFill>
                      <a:schemeClr val="bg1"/>
                    </a:solidFill>
                    <a:latin typeface="+mj-lt"/>
                    <a:cs typeface="Times New Roman" pitchFamily="18" charset="0"/>
                  </a:rPr>
                  <a:t>1</a:t>
                </a:r>
                <a:endParaRPr lang="ru-RU" sz="1600" dirty="0">
                  <a:solidFill>
                    <a:schemeClr val="bg1"/>
                  </a:solidFill>
                  <a:latin typeface="+mj-lt"/>
                  <a:cs typeface="Times New Roman" pitchFamily="18" charset="0"/>
                </a:endParaRPr>
              </a:p>
            </p:txBody>
          </p:sp>
          <p:sp>
            <p:nvSpPr>
              <p:cNvPr id="35849" name="Text Box 57">
                <a:extLst>
                  <a:ext uri="{FF2B5EF4-FFF2-40B4-BE49-F238E27FC236}">
                    <a16:creationId xmlns:a16="http://schemas.microsoft.com/office/drawing/2014/main" id="{67FD68CB-222F-43D7-B63C-E9FA469942AA}"/>
                  </a:ext>
                </a:extLst>
              </p:cNvPr>
              <p:cNvSpPr txBox="1">
                <a:spLocks noChangeArrowheads="1"/>
              </p:cNvSpPr>
              <p:nvPr/>
            </p:nvSpPr>
            <p:spPr bwMode="auto">
              <a:xfrm>
                <a:off x="1311" y="3171"/>
                <a:ext cx="235" cy="237"/>
              </a:xfrm>
              <a:prstGeom prst="rect">
                <a:avLst/>
              </a:prstGeom>
              <a:noFill/>
              <a:ln>
                <a:noFill/>
              </a:ln>
            </p:spPr>
            <p:txBody>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defRPr/>
                </a:pPr>
                <a:r>
                  <a:rPr lang="en-US" sz="1600">
                    <a:solidFill>
                      <a:schemeClr val="bg1"/>
                    </a:solidFill>
                    <a:latin typeface="+mj-lt"/>
                    <a:cs typeface="Times New Roman" pitchFamily="18" charset="0"/>
                  </a:rPr>
                  <a:t>0</a:t>
                </a:r>
                <a:endParaRPr lang="ru-RU" sz="1600">
                  <a:solidFill>
                    <a:schemeClr val="bg1"/>
                  </a:solidFill>
                  <a:latin typeface="+mj-lt"/>
                  <a:cs typeface="Times New Roman" pitchFamily="18" charset="0"/>
                </a:endParaRPr>
              </a:p>
            </p:txBody>
          </p:sp>
          <p:sp>
            <p:nvSpPr>
              <p:cNvPr id="35850" name="AutoShape 58">
                <a:extLst>
                  <a:ext uri="{FF2B5EF4-FFF2-40B4-BE49-F238E27FC236}">
                    <a16:creationId xmlns:a16="http://schemas.microsoft.com/office/drawing/2014/main" id="{4F4C16C6-F8CE-420C-81A7-B04CC0613703}"/>
                  </a:ext>
                </a:extLst>
              </p:cNvPr>
              <p:cNvSpPr>
                <a:spLocks noChangeArrowheads="1"/>
              </p:cNvSpPr>
              <p:nvPr/>
            </p:nvSpPr>
            <p:spPr bwMode="auto">
              <a:xfrm rot="-5400000">
                <a:off x="2215" y="3009"/>
                <a:ext cx="644" cy="278"/>
              </a:xfrm>
              <a:custGeom>
                <a:avLst/>
                <a:gdLst>
                  <a:gd name="T0" fmla="*/ 564 w 21600"/>
                  <a:gd name="T1" fmla="*/ 139 h 21600"/>
                  <a:gd name="T2" fmla="*/ 322 w 21600"/>
                  <a:gd name="T3" fmla="*/ 278 h 21600"/>
                  <a:gd name="T4" fmla="*/ 81 w 21600"/>
                  <a:gd name="T5" fmla="*/ 139 h 21600"/>
                  <a:gd name="T6" fmla="*/ 322 w 21600"/>
                  <a:gd name="T7" fmla="*/ 0 h 21600"/>
                  <a:gd name="T8" fmla="*/ 0 60000 65536"/>
                  <a:gd name="T9" fmla="*/ 0 60000 65536"/>
                  <a:gd name="T10" fmla="*/ 0 60000 65536"/>
                  <a:gd name="T11" fmla="*/ 0 60000 65536"/>
                  <a:gd name="T12" fmla="*/ 4494 w 21600"/>
                  <a:gd name="T13" fmla="*/ 4506 h 21600"/>
                  <a:gd name="T14" fmla="*/ 17106 w 21600"/>
                  <a:gd name="T15" fmla="*/ 17094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chemeClr val="accent1"/>
              </a:solidFill>
              <a:ln w="25400">
                <a:solidFill>
                  <a:srgbClr val="000000"/>
                </a:solidFill>
                <a:miter lim="800000"/>
                <a:headEnd/>
                <a:tailEnd/>
              </a:ln>
            </p:spPr>
            <p:txBody>
              <a:bodyPr/>
              <a:lstStyle/>
              <a:p>
                <a:pPr eaLnBrk="1" hangingPunct="1">
                  <a:defRPr/>
                </a:pPr>
                <a:endParaRPr lang="ru-RU">
                  <a:latin typeface="+mj-lt"/>
                </a:endParaRPr>
              </a:p>
            </p:txBody>
          </p:sp>
          <p:sp>
            <p:nvSpPr>
              <p:cNvPr id="35851" name="Text Box 59">
                <a:extLst>
                  <a:ext uri="{FF2B5EF4-FFF2-40B4-BE49-F238E27FC236}">
                    <a16:creationId xmlns:a16="http://schemas.microsoft.com/office/drawing/2014/main" id="{70BB4C1F-48C9-49D3-9281-A1FE2884A835}"/>
                  </a:ext>
                </a:extLst>
              </p:cNvPr>
              <p:cNvSpPr txBox="1">
                <a:spLocks noChangeArrowheads="1"/>
              </p:cNvSpPr>
              <p:nvPr/>
            </p:nvSpPr>
            <p:spPr bwMode="auto">
              <a:xfrm>
                <a:off x="2387" y="2878"/>
                <a:ext cx="241" cy="239"/>
              </a:xfrm>
              <a:prstGeom prst="rect">
                <a:avLst/>
              </a:prstGeom>
              <a:noFill/>
              <a:ln>
                <a:noFill/>
              </a:ln>
            </p:spPr>
            <p:txBody>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defRPr/>
                </a:pPr>
                <a:r>
                  <a:rPr lang="en-US" sz="1600">
                    <a:solidFill>
                      <a:schemeClr val="bg1"/>
                    </a:solidFill>
                    <a:latin typeface="+mj-lt"/>
                    <a:cs typeface="Times New Roman" pitchFamily="18" charset="0"/>
                  </a:rPr>
                  <a:t>1</a:t>
                </a:r>
                <a:endParaRPr lang="ru-RU" sz="1600">
                  <a:solidFill>
                    <a:schemeClr val="bg1"/>
                  </a:solidFill>
                  <a:latin typeface="+mj-lt"/>
                  <a:cs typeface="Times New Roman" pitchFamily="18" charset="0"/>
                </a:endParaRPr>
              </a:p>
            </p:txBody>
          </p:sp>
          <p:sp>
            <p:nvSpPr>
              <p:cNvPr id="35852" name="Text Box 60">
                <a:extLst>
                  <a:ext uri="{FF2B5EF4-FFF2-40B4-BE49-F238E27FC236}">
                    <a16:creationId xmlns:a16="http://schemas.microsoft.com/office/drawing/2014/main" id="{6605A77C-DC11-4E84-97D3-36357178F67C}"/>
                  </a:ext>
                </a:extLst>
              </p:cNvPr>
              <p:cNvSpPr txBox="1">
                <a:spLocks noChangeArrowheads="1"/>
              </p:cNvSpPr>
              <p:nvPr/>
            </p:nvSpPr>
            <p:spPr bwMode="auto">
              <a:xfrm>
                <a:off x="2390" y="3171"/>
                <a:ext cx="240" cy="237"/>
              </a:xfrm>
              <a:prstGeom prst="rect">
                <a:avLst/>
              </a:prstGeom>
              <a:noFill/>
              <a:ln>
                <a:noFill/>
              </a:ln>
            </p:spPr>
            <p:txBody>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defRPr/>
                </a:pPr>
                <a:r>
                  <a:rPr lang="en-US" sz="1600">
                    <a:solidFill>
                      <a:schemeClr val="bg1"/>
                    </a:solidFill>
                    <a:latin typeface="+mj-lt"/>
                    <a:cs typeface="Times New Roman" pitchFamily="18" charset="0"/>
                  </a:rPr>
                  <a:t>0</a:t>
                </a:r>
                <a:endParaRPr lang="ru-RU" sz="1600">
                  <a:solidFill>
                    <a:schemeClr val="bg1"/>
                  </a:solidFill>
                  <a:latin typeface="+mj-lt"/>
                  <a:cs typeface="Times New Roman" pitchFamily="18" charset="0"/>
                </a:endParaRPr>
              </a:p>
            </p:txBody>
          </p:sp>
          <p:sp>
            <p:nvSpPr>
              <p:cNvPr id="35853" name="AutoShape 61">
                <a:extLst>
                  <a:ext uri="{FF2B5EF4-FFF2-40B4-BE49-F238E27FC236}">
                    <a16:creationId xmlns:a16="http://schemas.microsoft.com/office/drawing/2014/main" id="{781740DE-E6A8-4C99-BDAC-2D136E127632}"/>
                  </a:ext>
                </a:extLst>
              </p:cNvPr>
              <p:cNvSpPr>
                <a:spLocks noChangeArrowheads="1"/>
              </p:cNvSpPr>
              <p:nvPr/>
            </p:nvSpPr>
            <p:spPr bwMode="auto">
              <a:xfrm rot="-5400000">
                <a:off x="3314" y="3013"/>
                <a:ext cx="644" cy="271"/>
              </a:xfrm>
              <a:custGeom>
                <a:avLst/>
                <a:gdLst>
                  <a:gd name="T0" fmla="*/ 564 w 21600"/>
                  <a:gd name="T1" fmla="*/ 139 h 21600"/>
                  <a:gd name="T2" fmla="*/ 322 w 21600"/>
                  <a:gd name="T3" fmla="*/ 278 h 21600"/>
                  <a:gd name="T4" fmla="*/ 81 w 21600"/>
                  <a:gd name="T5" fmla="*/ 139 h 21600"/>
                  <a:gd name="T6" fmla="*/ 322 w 21600"/>
                  <a:gd name="T7" fmla="*/ 0 h 21600"/>
                  <a:gd name="T8" fmla="*/ 0 60000 65536"/>
                  <a:gd name="T9" fmla="*/ 0 60000 65536"/>
                  <a:gd name="T10" fmla="*/ 0 60000 65536"/>
                  <a:gd name="T11" fmla="*/ 0 60000 65536"/>
                  <a:gd name="T12" fmla="*/ 4494 w 21600"/>
                  <a:gd name="T13" fmla="*/ 4506 h 21600"/>
                  <a:gd name="T14" fmla="*/ 17106 w 21600"/>
                  <a:gd name="T15" fmla="*/ 17094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chemeClr val="accent1"/>
              </a:solidFill>
              <a:ln w="25400">
                <a:solidFill>
                  <a:srgbClr val="000000"/>
                </a:solidFill>
                <a:miter lim="800000"/>
                <a:headEnd/>
                <a:tailEnd/>
              </a:ln>
            </p:spPr>
            <p:txBody>
              <a:bodyPr/>
              <a:lstStyle/>
              <a:p>
                <a:pPr eaLnBrk="1" hangingPunct="1">
                  <a:defRPr/>
                </a:pPr>
                <a:endParaRPr lang="ru-RU">
                  <a:latin typeface="+mj-lt"/>
                </a:endParaRPr>
              </a:p>
            </p:txBody>
          </p:sp>
          <p:sp>
            <p:nvSpPr>
              <p:cNvPr id="35854" name="Text Box 62">
                <a:extLst>
                  <a:ext uri="{FF2B5EF4-FFF2-40B4-BE49-F238E27FC236}">
                    <a16:creationId xmlns:a16="http://schemas.microsoft.com/office/drawing/2014/main" id="{BD64426B-E3F1-4E22-A9A4-68CF897124D8}"/>
                  </a:ext>
                </a:extLst>
              </p:cNvPr>
              <p:cNvSpPr txBox="1">
                <a:spLocks noChangeArrowheads="1"/>
              </p:cNvSpPr>
              <p:nvPr/>
            </p:nvSpPr>
            <p:spPr bwMode="auto">
              <a:xfrm>
                <a:off x="3476" y="2878"/>
                <a:ext cx="235" cy="239"/>
              </a:xfrm>
              <a:prstGeom prst="rect">
                <a:avLst/>
              </a:prstGeom>
              <a:noFill/>
              <a:ln>
                <a:noFill/>
              </a:ln>
            </p:spPr>
            <p:txBody>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defRPr/>
                </a:pPr>
                <a:r>
                  <a:rPr lang="en-US" sz="1600">
                    <a:solidFill>
                      <a:schemeClr val="bg1"/>
                    </a:solidFill>
                    <a:latin typeface="+mj-lt"/>
                    <a:cs typeface="Times New Roman" pitchFamily="18" charset="0"/>
                  </a:rPr>
                  <a:t>1</a:t>
                </a:r>
                <a:endParaRPr lang="ru-RU" sz="1600">
                  <a:solidFill>
                    <a:schemeClr val="bg1"/>
                  </a:solidFill>
                  <a:latin typeface="+mj-lt"/>
                  <a:cs typeface="Times New Roman" pitchFamily="18" charset="0"/>
                </a:endParaRPr>
              </a:p>
            </p:txBody>
          </p:sp>
          <p:sp>
            <p:nvSpPr>
              <p:cNvPr id="35855" name="Text Box 63">
                <a:extLst>
                  <a:ext uri="{FF2B5EF4-FFF2-40B4-BE49-F238E27FC236}">
                    <a16:creationId xmlns:a16="http://schemas.microsoft.com/office/drawing/2014/main" id="{1B99CDC3-5FB1-40A0-99DF-2F54A129DFCB}"/>
                  </a:ext>
                </a:extLst>
              </p:cNvPr>
              <p:cNvSpPr txBox="1">
                <a:spLocks noChangeArrowheads="1"/>
              </p:cNvSpPr>
              <p:nvPr/>
            </p:nvSpPr>
            <p:spPr bwMode="auto">
              <a:xfrm>
                <a:off x="3480" y="3171"/>
                <a:ext cx="235" cy="237"/>
              </a:xfrm>
              <a:prstGeom prst="rect">
                <a:avLst/>
              </a:prstGeom>
              <a:noFill/>
              <a:ln>
                <a:noFill/>
              </a:ln>
            </p:spPr>
            <p:txBody>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defRPr/>
                </a:pPr>
                <a:r>
                  <a:rPr lang="en-US" sz="1600">
                    <a:solidFill>
                      <a:schemeClr val="bg1"/>
                    </a:solidFill>
                    <a:latin typeface="+mj-lt"/>
                    <a:cs typeface="Times New Roman" pitchFamily="18" charset="0"/>
                  </a:rPr>
                  <a:t>0</a:t>
                </a:r>
                <a:endParaRPr lang="ru-RU" sz="1600">
                  <a:solidFill>
                    <a:schemeClr val="bg1"/>
                  </a:solidFill>
                  <a:latin typeface="+mj-lt"/>
                  <a:cs typeface="Times New Roman" pitchFamily="18" charset="0"/>
                </a:endParaRPr>
              </a:p>
            </p:txBody>
          </p:sp>
          <p:sp>
            <p:nvSpPr>
              <p:cNvPr id="35856" name="AutoShape 64">
                <a:extLst>
                  <a:ext uri="{FF2B5EF4-FFF2-40B4-BE49-F238E27FC236}">
                    <a16:creationId xmlns:a16="http://schemas.microsoft.com/office/drawing/2014/main" id="{090DC582-F115-4E08-8849-364F99EF915F}"/>
                  </a:ext>
                </a:extLst>
              </p:cNvPr>
              <p:cNvSpPr>
                <a:spLocks noChangeArrowheads="1"/>
              </p:cNvSpPr>
              <p:nvPr/>
            </p:nvSpPr>
            <p:spPr bwMode="auto">
              <a:xfrm rot="-5400000">
                <a:off x="4393" y="3009"/>
                <a:ext cx="644" cy="278"/>
              </a:xfrm>
              <a:custGeom>
                <a:avLst/>
                <a:gdLst>
                  <a:gd name="T0" fmla="*/ 564 w 21600"/>
                  <a:gd name="T1" fmla="*/ 139 h 21600"/>
                  <a:gd name="T2" fmla="*/ 322 w 21600"/>
                  <a:gd name="T3" fmla="*/ 278 h 21600"/>
                  <a:gd name="T4" fmla="*/ 81 w 21600"/>
                  <a:gd name="T5" fmla="*/ 139 h 21600"/>
                  <a:gd name="T6" fmla="*/ 322 w 21600"/>
                  <a:gd name="T7" fmla="*/ 0 h 21600"/>
                  <a:gd name="T8" fmla="*/ 0 60000 65536"/>
                  <a:gd name="T9" fmla="*/ 0 60000 65536"/>
                  <a:gd name="T10" fmla="*/ 0 60000 65536"/>
                  <a:gd name="T11" fmla="*/ 0 60000 65536"/>
                  <a:gd name="T12" fmla="*/ 4494 w 21600"/>
                  <a:gd name="T13" fmla="*/ 4506 h 21600"/>
                  <a:gd name="T14" fmla="*/ 17106 w 21600"/>
                  <a:gd name="T15" fmla="*/ 17094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chemeClr val="accent1"/>
              </a:solidFill>
              <a:ln w="25400">
                <a:solidFill>
                  <a:srgbClr val="000000"/>
                </a:solidFill>
                <a:miter lim="800000"/>
                <a:headEnd/>
                <a:tailEnd/>
              </a:ln>
            </p:spPr>
            <p:txBody>
              <a:bodyPr/>
              <a:lstStyle/>
              <a:p>
                <a:pPr eaLnBrk="1" hangingPunct="1">
                  <a:defRPr/>
                </a:pPr>
                <a:endParaRPr lang="ru-RU">
                  <a:latin typeface="+mj-lt"/>
                </a:endParaRPr>
              </a:p>
            </p:txBody>
          </p:sp>
          <p:sp>
            <p:nvSpPr>
              <p:cNvPr id="35857" name="Text Box 65">
                <a:extLst>
                  <a:ext uri="{FF2B5EF4-FFF2-40B4-BE49-F238E27FC236}">
                    <a16:creationId xmlns:a16="http://schemas.microsoft.com/office/drawing/2014/main" id="{28713DC1-FF0F-4ED4-80D1-DD4A7F21BBE2}"/>
                  </a:ext>
                </a:extLst>
              </p:cNvPr>
              <p:cNvSpPr txBox="1">
                <a:spLocks noChangeArrowheads="1"/>
              </p:cNvSpPr>
              <p:nvPr/>
            </p:nvSpPr>
            <p:spPr bwMode="auto">
              <a:xfrm>
                <a:off x="4574" y="2878"/>
                <a:ext cx="240" cy="239"/>
              </a:xfrm>
              <a:prstGeom prst="rect">
                <a:avLst/>
              </a:prstGeom>
              <a:noFill/>
              <a:ln>
                <a:noFill/>
              </a:ln>
            </p:spPr>
            <p:txBody>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defRPr/>
                </a:pPr>
                <a:r>
                  <a:rPr lang="en-US" sz="1600">
                    <a:solidFill>
                      <a:schemeClr val="bg1"/>
                    </a:solidFill>
                    <a:latin typeface="+mj-lt"/>
                    <a:cs typeface="Times New Roman" pitchFamily="18" charset="0"/>
                  </a:rPr>
                  <a:t>1</a:t>
                </a:r>
                <a:endParaRPr lang="ru-RU" sz="1600">
                  <a:solidFill>
                    <a:schemeClr val="bg1"/>
                  </a:solidFill>
                  <a:latin typeface="+mj-lt"/>
                  <a:cs typeface="Times New Roman" pitchFamily="18" charset="0"/>
                </a:endParaRPr>
              </a:p>
            </p:txBody>
          </p:sp>
          <p:sp>
            <p:nvSpPr>
              <p:cNvPr id="35858" name="Text Box 66">
                <a:extLst>
                  <a:ext uri="{FF2B5EF4-FFF2-40B4-BE49-F238E27FC236}">
                    <a16:creationId xmlns:a16="http://schemas.microsoft.com/office/drawing/2014/main" id="{4A98D77F-BFBF-4676-9C05-49E1E3A14EF3}"/>
                  </a:ext>
                </a:extLst>
              </p:cNvPr>
              <p:cNvSpPr txBox="1">
                <a:spLocks noChangeArrowheads="1"/>
              </p:cNvSpPr>
              <p:nvPr/>
            </p:nvSpPr>
            <p:spPr bwMode="auto">
              <a:xfrm>
                <a:off x="4586" y="3171"/>
                <a:ext cx="235" cy="237"/>
              </a:xfrm>
              <a:prstGeom prst="rect">
                <a:avLst/>
              </a:prstGeom>
              <a:noFill/>
              <a:ln>
                <a:noFill/>
              </a:ln>
            </p:spPr>
            <p:txBody>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defRPr/>
                </a:pPr>
                <a:r>
                  <a:rPr lang="en-US" sz="1600">
                    <a:solidFill>
                      <a:schemeClr val="bg1"/>
                    </a:solidFill>
                    <a:latin typeface="+mj-lt"/>
                    <a:cs typeface="Times New Roman" pitchFamily="18" charset="0"/>
                  </a:rPr>
                  <a:t>0</a:t>
                </a:r>
                <a:endParaRPr lang="ru-RU" sz="1600">
                  <a:solidFill>
                    <a:schemeClr val="bg1"/>
                  </a:solidFill>
                  <a:latin typeface="+mj-lt"/>
                  <a:cs typeface="Times New Roman" pitchFamily="18" charset="0"/>
                </a:endParaRPr>
              </a:p>
            </p:txBody>
          </p:sp>
          <p:sp>
            <p:nvSpPr>
              <p:cNvPr id="35859" name="Line 67">
                <a:extLst>
                  <a:ext uri="{FF2B5EF4-FFF2-40B4-BE49-F238E27FC236}">
                    <a16:creationId xmlns:a16="http://schemas.microsoft.com/office/drawing/2014/main" id="{C40DA0AC-4902-4CBB-B43A-C6104F9E97B6}"/>
                  </a:ext>
                </a:extLst>
              </p:cNvPr>
              <p:cNvSpPr>
                <a:spLocks noChangeShapeType="1"/>
              </p:cNvSpPr>
              <p:nvPr/>
            </p:nvSpPr>
            <p:spPr bwMode="auto">
              <a:xfrm>
                <a:off x="834" y="2997"/>
                <a:ext cx="497" cy="0"/>
              </a:xfrm>
              <a:prstGeom prst="line">
                <a:avLst/>
              </a:prstGeom>
              <a:noFill/>
              <a:ln w="25400">
                <a:solidFill>
                  <a:srgbClr val="000000"/>
                </a:solidFill>
                <a:round/>
                <a:headEnd/>
                <a:tailEnd/>
              </a:ln>
            </p:spPr>
            <p:txBody>
              <a:bodyPr/>
              <a:lstStyle/>
              <a:p>
                <a:pPr eaLnBrk="1" hangingPunct="1">
                  <a:defRPr/>
                </a:pPr>
                <a:endParaRPr lang="ru-RU">
                  <a:latin typeface="+mj-lt"/>
                </a:endParaRPr>
              </a:p>
            </p:txBody>
          </p:sp>
          <p:sp>
            <p:nvSpPr>
              <p:cNvPr id="35860" name="Line 68">
                <a:extLst>
                  <a:ext uri="{FF2B5EF4-FFF2-40B4-BE49-F238E27FC236}">
                    <a16:creationId xmlns:a16="http://schemas.microsoft.com/office/drawing/2014/main" id="{555474DB-C4B3-42E5-AEC3-3A793880D9F8}"/>
                  </a:ext>
                </a:extLst>
              </p:cNvPr>
              <p:cNvSpPr>
                <a:spLocks noChangeShapeType="1"/>
              </p:cNvSpPr>
              <p:nvPr/>
            </p:nvSpPr>
            <p:spPr bwMode="auto">
              <a:xfrm>
                <a:off x="960" y="3300"/>
                <a:ext cx="348" cy="0"/>
              </a:xfrm>
              <a:prstGeom prst="line">
                <a:avLst/>
              </a:prstGeom>
              <a:noFill/>
              <a:ln w="25400">
                <a:solidFill>
                  <a:srgbClr val="000000"/>
                </a:solidFill>
                <a:round/>
                <a:headEnd/>
                <a:tailEnd/>
              </a:ln>
            </p:spPr>
            <p:txBody>
              <a:bodyPr/>
              <a:lstStyle/>
              <a:p>
                <a:pPr eaLnBrk="1" hangingPunct="1">
                  <a:defRPr/>
                </a:pPr>
                <a:endParaRPr lang="ru-RU">
                  <a:latin typeface="+mj-lt"/>
                </a:endParaRPr>
              </a:p>
            </p:txBody>
          </p:sp>
          <p:sp>
            <p:nvSpPr>
              <p:cNvPr id="35861" name="Text Box 69">
                <a:extLst>
                  <a:ext uri="{FF2B5EF4-FFF2-40B4-BE49-F238E27FC236}">
                    <a16:creationId xmlns:a16="http://schemas.microsoft.com/office/drawing/2014/main" id="{0D753190-653F-455C-987A-E9CDBD98DA88}"/>
                  </a:ext>
                </a:extLst>
              </p:cNvPr>
              <p:cNvSpPr txBox="1">
                <a:spLocks noChangeArrowheads="1"/>
              </p:cNvSpPr>
              <p:nvPr/>
            </p:nvSpPr>
            <p:spPr bwMode="auto">
              <a:xfrm>
                <a:off x="905" y="3063"/>
                <a:ext cx="461" cy="360"/>
              </a:xfrm>
              <a:prstGeom prst="rect">
                <a:avLst/>
              </a:prstGeom>
              <a:noFill/>
              <a:ln>
                <a:noFill/>
              </a:ln>
            </p:spPr>
            <p:txBody>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defRPr/>
                </a:pPr>
                <a:r>
                  <a:rPr lang="en-US" sz="1600">
                    <a:latin typeface="+mj-lt"/>
                    <a:cs typeface="Times New Roman" pitchFamily="18" charset="0"/>
                  </a:rPr>
                  <a:t>q3</a:t>
                </a:r>
                <a:endParaRPr lang="ru-RU" sz="1600">
                  <a:latin typeface="+mj-lt"/>
                  <a:cs typeface="Times New Roman" pitchFamily="18" charset="0"/>
                </a:endParaRPr>
              </a:p>
            </p:txBody>
          </p:sp>
          <p:sp>
            <p:nvSpPr>
              <p:cNvPr id="35862" name="Line 70">
                <a:extLst>
                  <a:ext uri="{FF2B5EF4-FFF2-40B4-BE49-F238E27FC236}">
                    <a16:creationId xmlns:a16="http://schemas.microsoft.com/office/drawing/2014/main" id="{20A05C10-09AF-4527-B9C3-6BEFF666E756}"/>
                  </a:ext>
                </a:extLst>
              </p:cNvPr>
              <p:cNvSpPr>
                <a:spLocks noChangeShapeType="1"/>
              </p:cNvSpPr>
              <p:nvPr/>
            </p:nvSpPr>
            <p:spPr bwMode="auto">
              <a:xfrm>
                <a:off x="954" y="2623"/>
                <a:ext cx="3756" cy="0"/>
              </a:xfrm>
              <a:prstGeom prst="line">
                <a:avLst/>
              </a:prstGeom>
              <a:noFill/>
              <a:ln w="25400">
                <a:solidFill>
                  <a:srgbClr val="000000"/>
                </a:solidFill>
                <a:round/>
                <a:headEnd/>
                <a:tailEnd/>
              </a:ln>
            </p:spPr>
            <p:txBody>
              <a:bodyPr/>
              <a:lstStyle/>
              <a:p>
                <a:pPr eaLnBrk="1" hangingPunct="1">
                  <a:defRPr/>
                </a:pPr>
                <a:endParaRPr lang="ru-RU">
                  <a:latin typeface="+mj-lt"/>
                </a:endParaRPr>
              </a:p>
            </p:txBody>
          </p:sp>
          <p:sp>
            <p:nvSpPr>
              <p:cNvPr id="35863" name="Line 71">
                <a:extLst>
                  <a:ext uri="{FF2B5EF4-FFF2-40B4-BE49-F238E27FC236}">
                    <a16:creationId xmlns:a16="http://schemas.microsoft.com/office/drawing/2014/main" id="{974C7F9B-5654-460E-BC50-E778D5840A11}"/>
                  </a:ext>
                </a:extLst>
              </p:cNvPr>
              <p:cNvSpPr>
                <a:spLocks noChangeShapeType="1"/>
              </p:cNvSpPr>
              <p:nvPr/>
            </p:nvSpPr>
            <p:spPr bwMode="auto">
              <a:xfrm flipV="1">
                <a:off x="4711" y="2623"/>
                <a:ext cx="0" cy="283"/>
              </a:xfrm>
              <a:prstGeom prst="line">
                <a:avLst/>
              </a:prstGeom>
              <a:noFill/>
              <a:ln w="25400">
                <a:solidFill>
                  <a:srgbClr val="000000"/>
                </a:solidFill>
                <a:round/>
                <a:headEnd/>
                <a:tailEnd/>
              </a:ln>
            </p:spPr>
            <p:txBody>
              <a:bodyPr/>
              <a:lstStyle/>
              <a:p>
                <a:pPr eaLnBrk="1" hangingPunct="1">
                  <a:defRPr/>
                </a:pPr>
                <a:endParaRPr lang="ru-RU">
                  <a:latin typeface="+mj-lt"/>
                </a:endParaRPr>
              </a:p>
            </p:txBody>
          </p:sp>
          <p:sp>
            <p:nvSpPr>
              <p:cNvPr id="35864" name="Line 72">
                <a:extLst>
                  <a:ext uri="{FF2B5EF4-FFF2-40B4-BE49-F238E27FC236}">
                    <a16:creationId xmlns:a16="http://schemas.microsoft.com/office/drawing/2014/main" id="{6F81CB1F-F8D5-4951-A844-0C52A7B6F073}"/>
                  </a:ext>
                </a:extLst>
              </p:cNvPr>
              <p:cNvSpPr>
                <a:spLocks noChangeShapeType="1"/>
              </p:cNvSpPr>
              <p:nvPr/>
            </p:nvSpPr>
            <p:spPr bwMode="auto">
              <a:xfrm flipV="1">
                <a:off x="3642" y="2623"/>
                <a:ext cx="0" cy="283"/>
              </a:xfrm>
              <a:prstGeom prst="line">
                <a:avLst/>
              </a:prstGeom>
              <a:noFill/>
              <a:ln w="25400">
                <a:solidFill>
                  <a:srgbClr val="000000"/>
                </a:solidFill>
                <a:round/>
                <a:headEnd type="none" w="sm" len="sm"/>
                <a:tailEnd type="oval" w="med" len="med"/>
              </a:ln>
            </p:spPr>
            <p:txBody>
              <a:bodyPr/>
              <a:lstStyle/>
              <a:p>
                <a:pPr eaLnBrk="1" hangingPunct="1">
                  <a:defRPr/>
                </a:pPr>
                <a:endParaRPr lang="ru-RU">
                  <a:latin typeface="+mj-lt"/>
                </a:endParaRPr>
              </a:p>
            </p:txBody>
          </p:sp>
          <p:sp>
            <p:nvSpPr>
              <p:cNvPr id="35865" name="Line 73">
                <a:extLst>
                  <a:ext uri="{FF2B5EF4-FFF2-40B4-BE49-F238E27FC236}">
                    <a16:creationId xmlns:a16="http://schemas.microsoft.com/office/drawing/2014/main" id="{6DE2CAFE-219A-4DAB-ACAC-A374FF87B611}"/>
                  </a:ext>
                </a:extLst>
              </p:cNvPr>
              <p:cNvSpPr>
                <a:spLocks noChangeShapeType="1"/>
              </p:cNvSpPr>
              <p:nvPr/>
            </p:nvSpPr>
            <p:spPr bwMode="auto">
              <a:xfrm flipV="1">
                <a:off x="2543" y="2623"/>
                <a:ext cx="0" cy="283"/>
              </a:xfrm>
              <a:prstGeom prst="line">
                <a:avLst/>
              </a:prstGeom>
              <a:noFill/>
              <a:ln w="25400">
                <a:solidFill>
                  <a:srgbClr val="000000"/>
                </a:solidFill>
                <a:round/>
                <a:headEnd type="none" w="sm" len="sm"/>
                <a:tailEnd type="oval" w="med" len="med"/>
              </a:ln>
            </p:spPr>
            <p:txBody>
              <a:bodyPr/>
              <a:lstStyle/>
              <a:p>
                <a:pPr eaLnBrk="1" hangingPunct="1">
                  <a:defRPr/>
                </a:pPr>
                <a:endParaRPr lang="ru-RU">
                  <a:latin typeface="+mj-lt"/>
                </a:endParaRPr>
              </a:p>
            </p:txBody>
          </p:sp>
          <p:sp>
            <p:nvSpPr>
              <p:cNvPr id="35866" name="Line 74">
                <a:extLst>
                  <a:ext uri="{FF2B5EF4-FFF2-40B4-BE49-F238E27FC236}">
                    <a16:creationId xmlns:a16="http://schemas.microsoft.com/office/drawing/2014/main" id="{C79F6B08-E105-4893-A5A9-468AA12A7336}"/>
                  </a:ext>
                </a:extLst>
              </p:cNvPr>
              <p:cNvSpPr>
                <a:spLocks noChangeShapeType="1"/>
              </p:cNvSpPr>
              <p:nvPr/>
            </p:nvSpPr>
            <p:spPr bwMode="auto">
              <a:xfrm flipV="1">
                <a:off x="1464" y="2623"/>
                <a:ext cx="0" cy="283"/>
              </a:xfrm>
              <a:prstGeom prst="line">
                <a:avLst/>
              </a:prstGeom>
              <a:noFill/>
              <a:ln w="25400">
                <a:solidFill>
                  <a:srgbClr val="000000"/>
                </a:solidFill>
                <a:round/>
                <a:headEnd type="none" w="sm" len="sm"/>
                <a:tailEnd type="oval" w="med" len="med"/>
              </a:ln>
            </p:spPr>
            <p:txBody>
              <a:bodyPr/>
              <a:lstStyle/>
              <a:p>
                <a:pPr eaLnBrk="1" hangingPunct="1">
                  <a:defRPr/>
                </a:pPr>
                <a:endParaRPr lang="ru-RU">
                  <a:latin typeface="+mj-lt"/>
                </a:endParaRPr>
              </a:p>
            </p:txBody>
          </p:sp>
          <p:sp>
            <p:nvSpPr>
              <p:cNvPr id="35867" name="Line 75">
                <a:extLst>
                  <a:ext uri="{FF2B5EF4-FFF2-40B4-BE49-F238E27FC236}">
                    <a16:creationId xmlns:a16="http://schemas.microsoft.com/office/drawing/2014/main" id="{EB1C1895-6E17-4BAD-86EA-7D2A1358D5E6}"/>
                  </a:ext>
                </a:extLst>
              </p:cNvPr>
              <p:cNvSpPr>
                <a:spLocks noChangeShapeType="1"/>
              </p:cNvSpPr>
              <p:nvPr/>
            </p:nvSpPr>
            <p:spPr bwMode="auto">
              <a:xfrm>
                <a:off x="1592" y="3150"/>
                <a:ext cx="162" cy="0"/>
              </a:xfrm>
              <a:prstGeom prst="line">
                <a:avLst/>
              </a:prstGeom>
              <a:noFill/>
              <a:ln w="25400">
                <a:solidFill>
                  <a:srgbClr val="000000"/>
                </a:solidFill>
                <a:round/>
                <a:headEnd/>
                <a:tailEnd/>
              </a:ln>
            </p:spPr>
            <p:txBody>
              <a:bodyPr/>
              <a:lstStyle/>
              <a:p>
                <a:pPr eaLnBrk="1" hangingPunct="1">
                  <a:defRPr/>
                </a:pPr>
                <a:endParaRPr lang="ru-RU">
                  <a:latin typeface="+mj-lt"/>
                </a:endParaRPr>
              </a:p>
            </p:txBody>
          </p:sp>
          <p:sp>
            <p:nvSpPr>
              <p:cNvPr id="35868" name="Line 76">
                <a:extLst>
                  <a:ext uri="{FF2B5EF4-FFF2-40B4-BE49-F238E27FC236}">
                    <a16:creationId xmlns:a16="http://schemas.microsoft.com/office/drawing/2014/main" id="{BD6BA429-0890-4BD5-92D0-1ACE7F96647D}"/>
                  </a:ext>
                </a:extLst>
              </p:cNvPr>
              <p:cNvSpPr>
                <a:spLocks noChangeShapeType="1"/>
              </p:cNvSpPr>
              <p:nvPr/>
            </p:nvSpPr>
            <p:spPr bwMode="auto">
              <a:xfrm>
                <a:off x="2671" y="3142"/>
                <a:ext cx="162" cy="0"/>
              </a:xfrm>
              <a:prstGeom prst="line">
                <a:avLst/>
              </a:prstGeom>
              <a:noFill/>
              <a:ln w="25400">
                <a:solidFill>
                  <a:srgbClr val="000000"/>
                </a:solidFill>
                <a:round/>
                <a:headEnd/>
                <a:tailEnd/>
              </a:ln>
            </p:spPr>
            <p:txBody>
              <a:bodyPr/>
              <a:lstStyle/>
              <a:p>
                <a:pPr eaLnBrk="1" hangingPunct="1">
                  <a:defRPr/>
                </a:pPr>
                <a:endParaRPr lang="ru-RU">
                  <a:latin typeface="+mj-lt"/>
                </a:endParaRPr>
              </a:p>
            </p:txBody>
          </p:sp>
          <p:sp>
            <p:nvSpPr>
              <p:cNvPr id="35869" name="Line 77">
                <a:extLst>
                  <a:ext uri="{FF2B5EF4-FFF2-40B4-BE49-F238E27FC236}">
                    <a16:creationId xmlns:a16="http://schemas.microsoft.com/office/drawing/2014/main" id="{91E5A9BF-0E2C-40B2-812F-D4C4C873663A}"/>
                  </a:ext>
                </a:extLst>
              </p:cNvPr>
              <p:cNvSpPr>
                <a:spLocks noChangeShapeType="1"/>
              </p:cNvSpPr>
              <p:nvPr/>
            </p:nvSpPr>
            <p:spPr bwMode="auto">
              <a:xfrm>
                <a:off x="3781" y="3132"/>
                <a:ext cx="163" cy="0"/>
              </a:xfrm>
              <a:prstGeom prst="line">
                <a:avLst/>
              </a:prstGeom>
              <a:noFill/>
              <a:ln w="25400">
                <a:solidFill>
                  <a:srgbClr val="000000"/>
                </a:solidFill>
                <a:round/>
                <a:headEnd/>
                <a:tailEnd/>
              </a:ln>
            </p:spPr>
            <p:txBody>
              <a:bodyPr/>
              <a:lstStyle/>
              <a:p>
                <a:pPr eaLnBrk="1" hangingPunct="1">
                  <a:defRPr/>
                </a:pPr>
                <a:endParaRPr lang="ru-RU">
                  <a:latin typeface="+mj-lt"/>
                </a:endParaRPr>
              </a:p>
            </p:txBody>
          </p:sp>
          <p:sp>
            <p:nvSpPr>
              <p:cNvPr id="35870" name="Line 78">
                <a:extLst>
                  <a:ext uri="{FF2B5EF4-FFF2-40B4-BE49-F238E27FC236}">
                    <a16:creationId xmlns:a16="http://schemas.microsoft.com/office/drawing/2014/main" id="{9C4511C6-F1A2-41EA-80A5-CFD72CEA56B6}"/>
                  </a:ext>
                </a:extLst>
              </p:cNvPr>
              <p:cNvSpPr>
                <a:spLocks noChangeShapeType="1"/>
              </p:cNvSpPr>
              <p:nvPr/>
            </p:nvSpPr>
            <p:spPr bwMode="auto">
              <a:xfrm>
                <a:off x="4858" y="3122"/>
                <a:ext cx="163" cy="0"/>
              </a:xfrm>
              <a:prstGeom prst="line">
                <a:avLst/>
              </a:prstGeom>
              <a:noFill/>
              <a:ln w="25400">
                <a:solidFill>
                  <a:srgbClr val="000000"/>
                </a:solidFill>
                <a:round/>
                <a:headEnd/>
                <a:tailEnd/>
              </a:ln>
            </p:spPr>
            <p:txBody>
              <a:bodyPr/>
              <a:lstStyle/>
              <a:p>
                <a:pPr eaLnBrk="1" hangingPunct="1">
                  <a:defRPr/>
                </a:pPr>
                <a:endParaRPr lang="ru-RU">
                  <a:latin typeface="+mj-lt"/>
                </a:endParaRPr>
              </a:p>
            </p:txBody>
          </p:sp>
          <p:sp>
            <p:nvSpPr>
              <p:cNvPr id="35871" name="Line 79">
                <a:extLst>
                  <a:ext uri="{FF2B5EF4-FFF2-40B4-BE49-F238E27FC236}">
                    <a16:creationId xmlns:a16="http://schemas.microsoft.com/office/drawing/2014/main" id="{062D8BA7-C158-4A13-84FB-D29D4C767E11}"/>
                  </a:ext>
                </a:extLst>
              </p:cNvPr>
              <p:cNvSpPr>
                <a:spLocks noChangeShapeType="1"/>
              </p:cNvSpPr>
              <p:nvPr/>
            </p:nvSpPr>
            <p:spPr bwMode="auto">
              <a:xfrm>
                <a:off x="1150" y="3303"/>
                <a:ext cx="0" cy="283"/>
              </a:xfrm>
              <a:prstGeom prst="line">
                <a:avLst/>
              </a:prstGeom>
              <a:noFill/>
              <a:ln w="25400">
                <a:solidFill>
                  <a:srgbClr val="000000"/>
                </a:solidFill>
                <a:round/>
                <a:headEnd type="oval" w="med" len="med"/>
                <a:tailEnd/>
              </a:ln>
            </p:spPr>
            <p:txBody>
              <a:bodyPr/>
              <a:lstStyle/>
              <a:p>
                <a:pPr eaLnBrk="1" hangingPunct="1">
                  <a:defRPr/>
                </a:pPr>
                <a:endParaRPr lang="ru-RU">
                  <a:latin typeface="+mj-lt"/>
                </a:endParaRPr>
              </a:p>
            </p:txBody>
          </p:sp>
          <p:sp>
            <p:nvSpPr>
              <p:cNvPr id="35872" name="Line 80">
                <a:extLst>
                  <a:ext uri="{FF2B5EF4-FFF2-40B4-BE49-F238E27FC236}">
                    <a16:creationId xmlns:a16="http://schemas.microsoft.com/office/drawing/2014/main" id="{36110494-7ACF-49DE-9EDE-D7D91A0C06E5}"/>
                  </a:ext>
                </a:extLst>
              </p:cNvPr>
              <p:cNvSpPr>
                <a:spLocks noChangeShapeType="1"/>
              </p:cNvSpPr>
              <p:nvPr/>
            </p:nvSpPr>
            <p:spPr bwMode="auto">
              <a:xfrm flipV="1">
                <a:off x="1896" y="2982"/>
                <a:ext cx="0" cy="724"/>
              </a:xfrm>
              <a:prstGeom prst="line">
                <a:avLst/>
              </a:prstGeom>
              <a:noFill/>
              <a:ln w="25400">
                <a:solidFill>
                  <a:srgbClr val="000000"/>
                </a:solidFill>
                <a:round/>
                <a:headEnd/>
                <a:tailEnd/>
              </a:ln>
            </p:spPr>
            <p:txBody>
              <a:bodyPr/>
              <a:lstStyle/>
              <a:p>
                <a:pPr eaLnBrk="1" hangingPunct="1">
                  <a:defRPr/>
                </a:pPr>
                <a:endParaRPr lang="ru-RU">
                  <a:latin typeface="+mj-lt"/>
                </a:endParaRPr>
              </a:p>
            </p:txBody>
          </p:sp>
          <p:sp>
            <p:nvSpPr>
              <p:cNvPr id="35873" name="Line 81">
                <a:extLst>
                  <a:ext uri="{FF2B5EF4-FFF2-40B4-BE49-F238E27FC236}">
                    <a16:creationId xmlns:a16="http://schemas.microsoft.com/office/drawing/2014/main" id="{79DA7148-911B-4F3F-BF32-ECAAD5CC7685}"/>
                  </a:ext>
                </a:extLst>
              </p:cNvPr>
              <p:cNvSpPr>
                <a:spLocks noChangeShapeType="1"/>
              </p:cNvSpPr>
              <p:nvPr/>
            </p:nvSpPr>
            <p:spPr bwMode="auto">
              <a:xfrm flipV="1">
                <a:off x="2043" y="3289"/>
                <a:ext cx="343" cy="0"/>
              </a:xfrm>
              <a:prstGeom prst="line">
                <a:avLst/>
              </a:prstGeom>
              <a:noFill/>
              <a:ln w="25400">
                <a:solidFill>
                  <a:srgbClr val="000000"/>
                </a:solidFill>
                <a:round/>
                <a:headEnd/>
                <a:tailEnd/>
              </a:ln>
            </p:spPr>
            <p:txBody>
              <a:bodyPr/>
              <a:lstStyle/>
              <a:p>
                <a:pPr eaLnBrk="1" hangingPunct="1">
                  <a:defRPr/>
                </a:pPr>
                <a:endParaRPr lang="ru-RU">
                  <a:latin typeface="+mj-lt"/>
                </a:endParaRPr>
              </a:p>
            </p:txBody>
          </p:sp>
          <p:sp>
            <p:nvSpPr>
              <p:cNvPr id="35874" name="Line 82">
                <a:extLst>
                  <a:ext uri="{FF2B5EF4-FFF2-40B4-BE49-F238E27FC236}">
                    <a16:creationId xmlns:a16="http://schemas.microsoft.com/office/drawing/2014/main" id="{CE0904FE-A23C-478E-BCCB-6362E4A7BA03}"/>
                  </a:ext>
                </a:extLst>
              </p:cNvPr>
              <p:cNvSpPr>
                <a:spLocks noChangeShapeType="1"/>
              </p:cNvSpPr>
              <p:nvPr/>
            </p:nvSpPr>
            <p:spPr bwMode="auto">
              <a:xfrm>
                <a:off x="2229" y="3291"/>
                <a:ext cx="0" cy="545"/>
              </a:xfrm>
              <a:prstGeom prst="line">
                <a:avLst/>
              </a:prstGeom>
              <a:noFill/>
              <a:ln w="25400">
                <a:solidFill>
                  <a:srgbClr val="000000"/>
                </a:solidFill>
                <a:round/>
                <a:headEnd type="oval" w="med" len="med"/>
                <a:tailEnd/>
              </a:ln>
            </p:spPr>
            <p:txBody>
              <a:bodyPr/>
              <a:lstStyle/>
              <a:p>
                <a:pPr eaLnBrk="1" hangingPunct="1">
                  <a:defRPr/>
                </a:pPr>
                <a:endParaRPr lang="ru-RU">
                  <a:latin typeface="+mj-lt"/>
                </a:endParaRPr>
              </a:p>
            </p:txBody>
          </p:sp>
          <p:sp>
            <p:nvSpPr>
              <p:cNvPr id="35875" name="Line 83">
                <a:extLst>
                  <a:ext uri="{FF2B5EF4-FFF2-40B4-BE49-F238E27FC236}">
                    <a16:creationId xmlns:a16="http://schemas.microsoft.com/office/drawing/2014/main" id="{FDE110B1-4D07-4142-92A8-48D34A8BF034}"/>
                  </a:ext>
                </a:extLst>
              </p:cNvPr>
              <p:cNvSpPr>
                <a:spLocks noChangeShapeType="1"/>
              </p:cNvSpPr>
              <p:nvPr/>
            </p:nvSpPr>
            <p:spPr bwMode="auto">
              <a:xfrm>
                <a:off x="1896" y="2992"/>
                <a:ext cx="490" cy="0"/>
              </a:xfrm>
              <a:prstGeom prst="line">
                <a:avLst/>
              </a:prstGeom>
              <a:noFill/>
              <a:ln w="25400">
                <a:solidFill>
                  <a:srgbClr val="000000"/>
                </a:solidFill>
                <a:round/>
                <a:headEnd/>
                <a:tailEnd/>
              </a:ln>
            </p:spPr>
            <p:txBody>
              <a:bodyPr/>
              <a:lstStyle/>
              <a:p>
                <a:pPr eaLnBrk="1" hangingPunct="1">
                  <a:defRPr/>
                </a:pPr>
                <a:endParaRPr lang="ru-RU">
                  <a:latin typeface="+mj-lt"/>
                </a:endParaRPr>
              </a:p>
            </p:txBody>
          </p:sp>
          <p:sp>
            <p:nvSpPr>
              <p:cNvPr id="35876" name="Line 84">
                <a:extLst>
                  <a:ext uri="{FF2B5EF4-FFF2-40B4-BE49-F238E27FC236}">
                    <a16:creationId xmlns:a16="http://schemas.microsoft.com/office/drawing/2014/main" id="{83FD7634-27F2-4F4D-B220-A9BAC57D0B6D}"/>
                  </a:ext>
                </a:extLst>
              </p:cNvPr>
              <p:cNvSpPr>
                <a:spLocks noChangeShapeType="1"/>
              </p:cNvSpPr>
              <p:nvPr/>
            </p:nvSpPr>
            <p:spPr bwMode="auto">
              <a:xfrm flipV="1">
                <a:off x="2977" y="3001"/>
                <a:ext cx="0" cy="551"/>
              </a:xfrm>
              <a:prstGeom prst="line">
                <a:avLst/>
              </a:prstGeom>
              <a:noFill/>
              <a:ln w="25400">
                <a:solidFill>
                  <a:srgbClr val="000000"/>
                </a:solidFill>
                <a:round/>
                <a:headEnd/>
                <a:tailEnd/>
              </a:ln>
            </p:spPr>
            <p:txBody>
              <a:bodyPr/>
              <a:lstStyle/>
              <a:p>
                <a:pPr eaLnBrk="1" hangingPunct="1">
                  <a:defRPr/>
                </a:pPr>
                <a:endParaRPr lang="ru-RU">
                  <a:latin typeface="+mj-lt"/>
                </a:endParaRPr>
              </a:p>
            </p:txBody>
          </p:sp>
          <p:sp>
            <p:nvSpPr>
              <p:cNvPr id="35877" name="Line 85">
                <a:extLst>
                  <a:ext uri="{FF2B5EF4-FFF2-40B4-BE49-F238E27FC236}">
                    <a16:creationId xmlns:a16="http://schemas.microsoft.com/office/drawing/2014/main" id="{01BE7BE2-F484-4E49-9729-7F770EE929EB}"/>
                  </a:ext>
                </a:extLst>
              </p:cNvPr>
              <p:cNvSpPr>
                <a:spLocks noChangeShapeType="1"/>
              </p:cNvSpPr>
              <p:nvPr/>
            </p:nvSpPr>
            <p:spPr bwMode="auto">
              <a:xfrm>
                <a:off x="2968" y="3001"/>
                <a:ext cx="525" cy="0"/>
              </a:xfrm>
              <a:prstGeom prst="line">
                <a:avLst/>
              </a:prstGeom>
              <a:noFill/>
              <a:ln w="25400">
                <a:solidFill>
                  <a:srgbClr val="000000"/>
                </a:solidFill>
                <a:round/>
                <a:headEnd/>
                <a:tailEnd/>
              </a:ln>
            </p:spPr>
            <p:txBody>
              <a:bodyPr/>
              <a:lstStyle/>
              <a:p>
                <a:pPr eaLnBrk="1" hangingPunct="1">
                  <a:defRPr/>
                </a:pPr>
                <a:endParaRPr lang="ru-RU">
                  <a:latin typeface="+mj-lt"/>
                </a:endParaRPr>
              </a:p>
            </p:txBody>
          </p:sp>
          <p:sp>
            <p:nvSpPr>
              <p:cNvPr id="35878" name="Line 86">
                <a:extLst>
                  <a:ext uri="{FF2B5EF4-FFF2-40B4-BE49-F238E27FC236}">
                    <a16:creationId xmlns:a16="http://schemas.microsoft.com/office/drawing/2014/main" id="{E6591E14-7B54-4259-9286-88993E4994BA}"/>
                  </a:ext>
                </a:extLst>
              </p:cNvPr>
              <p:cNvSpPr>
                <a:spLocks noChangeShapeType="1"/>
              </p:cNvSpPr>
              <p:nvPr/>
            </p:nvSpPr>
            <p:spPr bwMode="auto">
              <a:xfrm flipV="1">
                <a:off x="3140" y="3291"/>
                <a:ext cx="348" cy="0"/>
              </a:xfrm>
              <a:prstGeom prst="line">
                <a:avLst/>
              </a:prstGeom>
              <a:noFill/>
              <a:ln w="25400">
                <a:solidFill>
                  <a:srgbClr val="000000"/>
                </a:solidFill>
                <a:round/>
                <a:headEnd/>
                <a:tailEnd/>
              </a:ln>
            </p:spPr>
            <p:txBody>
              <a:bodyPr/>
              <a:lstStyle/>
              <a:p>
                <a:pPr eaLnBrk="1" hangingPunct="1">
                  <a:defRPr/>
                </a:pPr>
                <a:endParaRPr lang="ru-RU">
                  <a:latin typeface="+mj-lt"/>
                </a:endParaRPr>
              </a:p>
            </p:txBody>
          </p:sp>
          <p:sp>
            <p:nvSpPr>
              <p:cNvPr id="35879" name="Line 87">
                <a:extLst>
                  <a:ext uri="{FF2B5EF4-FFF2-40B4-BE49-F238E27FC236}">
                    <a16:creationId xmlns:a16="http://schemas.microsoft.com/office/drawing/2014/main" id="{31D81165-59B7-408F-A5E0-67765C9F1539}"/>
                  </a:ext>
                </a:extLst>
              </p:cNvPr>
              <p:cNvSpPr>
                <a:spLocks noChangeShapeType="1"/>
              </p:cNvSpPr>
              <p:nvPr/>
            </p:nvSpPr>
            <p:spPr bwMode="auto">
              <a:xfrm>
                <a:off x="3318" y="3283"/>
                <a:ext cx="0" cy="431"/>
              </a:xfrm>
              <a:prstGeom prst="line">
                <a:avLst/>
              </a:prstGeom>
              <a:noFill/>
              <a:ln w="25400">
                <a:solidFill>
                  <a:srgbClr val="000000"/>
                </a:solidFill>
                <a:round/>
                <a:headEnd type="oval" w="med" len="med"/>
                <a:tailEnd/>
              </a:ln>
            </p:spPr>
            <p:txBody>
              <a:bodyPr/>
              <a:lstStyle/>
              <a:p>
                <a:pPr eaLnBrk="1" hangingPunct="1">
                  <a:defRPr/>
                </a:pPr>
                <a:endParaRPr lang="ru-RU">
                  <a:latin typeface="+mj-lt"/>
                </a:endParaRPr>
              </a:p>
            </p:txBody>
          </p:sp>
          <p:sp>
            <p:nvSpPr>
              <p:cNvPr id="35880" name="Line 88">
                <a:extLst>
                  <a:ext uri="{FF2B5EF4-FFF2-40B4-BE49-F238E27FC236}">
                    <a16:creationId xmlns:a16="http://schemas.microsoft.com/office/drawing/2014/main" id="{CF86FDD8-60F8-4AD1-9F3A-3E186F8882EA}"/>
                  </a:ext>
                </a:extLst>
              </p:cNvPr>
              <p:cNvSpPr>
                <a:spLocks noChangeShapeType="1"/>
              </p:cNvSpPr>
              <p:nvPr/>
            </p:nvSpPr>
            <p:spPr bwMode="auto">
              <a:xfrm>
                <a:off x="4299" y="3001"/>
                <a:ext cx="274" cy="0"/>
              </a:xfrm>
              <a:prstGeom prst="line">
                <a:avLst/>
              </a:prstGeom>
              <a:noFill/>
              <a:ln w="25400">
                <a:solidFill>
                  <a:srgbClr val="000000"/>
                </a:solidFill>
                <a:round/>
                <a:headEnd/>
                <a:tailEnd/>
              </a:ln>
            </p:spPr>
            <p:txBody>
              <a:bodyPr/>
              <a:lstStyle/>
              <a:p>
                <a:pPr eaLnBrk="1" hangingPunct="1">
                  <a:defRPr/>
                </a:pPr>
                <a:endParaRPr lang="ru-RU">
                  <a:latin typeface="+mj-lt"/>
                </a:endParaRPr>
              </a:p>
            </p:txBody>
          </p:sp>
          <p:sp>
            <p:nvSpPr>
              <p:cNvPr id="35881" name="Line 89">
                <a:extLst>
                  <a:ext uri="{FF2B5EF4-FFF2-40B4-BE49-F238E27FC236}">
                    <a16:creationId xmlns:a16="http://schemas.microsoft.com/office/drawing/2014/main" id="{CE87D288-608C-4FF6-8610-F652DC678584}"/>
                  </a:ext>
                </a:extLst>
              </p:cNvPr>
              <p:cNvSpPr>
                <a:spLocks noChangeShapeType="1"/>
              </p:cNvSpPr>
              <p:nvPr/>
            </p:nvSpPr>
            <p:spPr bwMode="auto">
              <a:xfrm flipV="1">
                <a:off x="4230" y="3279"/>
                <a:ext cx="343" cy="0"/>
              </a:xfrm>
              <a:prstGeom prst="line">
                <a:avLst/>
              </a:prstGeom>
              <a:noFill/>
              <a:ln w="25400">
                <a:solidFill>
                  <a:srgbClr val="000000"/>
                </a:solidFill>
                <a:round/>
                <a:headEnd/>
                <a:tailEnd/>
              </a:ln>
            </p:spPr>
            <p:txBody>
              <a:bodyPr/>
              <a:lstStyle/>
              <a:p>
                <a:pPr eaLnBrk="1" hangingPunct="1">
                  <a:defRPr/>
                </a:pPr>
                <a:endParaRPr lang="ru-RU">
                  <a:latin typeface="+mj-lt"/>
                </a:endParaRPr>
              </a:p>
            </p:txBody>
          </p:sp>
          <p:sp>
            <p:nvSpPr>
              <p:cNvPr id="35882" name="Line 90">
                <a:extLst>
                  <a:ext uri="{FF2B5EF4-FFF2-40B4-BE49-F238E27FC236}">
                    <a16:creationId xmlns:a16="http://schemas.microsoft.com/office/drawing/2014/main" id="{423AEBEA-A98F-46A3-B456-B6DB18F836CC}"/>
                  </a:ext>
                </a:extLst>
              </p:cNvPr>
              <p:cNvSpPr>
                <a:spLocks noChangeShapeType="1"/>
              </p:cNvSpPr>
              <p:nvPr/>
            </p:nvSpPr>
            <p:spPr bwMode="auto">
              <a:xfrm>
                <a:off x="4417" y="3281"/>
                <a:ext cx="0" cy="283"/>
              </a:xfrm>
              <a:prstGeom prst="line">
                <a:avLst/>
              </a:prstGeom>
              <a:noFill/>
              <a:ln w="25400">
                <a:solidFill>
                  <a:srgbClr val="000000"/>
                </a:solidFill>
                <a:round/>
                <a:headEnd type="oval" w="med" len="med"/>
                <a:tailEnd/>
              </a:ln>
            </p:spPr>
            <p:txBody>
              <a:bodyPr/>
              <a:lstStyle/>
              <a:p>
                <a:pPr eaLnBrk="1" hangingPunct="1">
                  <a:defRPr/>
                </a:pPr>
                <a:endParaRPr lang="ru-RU">
                  <a:latin typeface="+mj-lt"/>
                </a:endParaRPr>
              </a:p>
            </p:txBody>
          </p:sp>
          <p:sp>
            <p:nvSpPr>
              <p:cNvPr id="35883" name="Line 91">
                <a:extLst>
                  <a:ext uri="{FF2B5EF4-FFF2-40B4-BE49-F238E27FC236}">
                    <a16:creationId xmlns:a16="http://schemas.microsoft.com/office/drawing/2014/main" id="{177D68D7-1623-40B9-BFC2-5081B5919D20}"/>
                  </a:ext>
                </a:extLst>
              </p:cNvPr>
              <p:cNvSpPr>
                <a:spLocks noChangeShapeType="1"/>
              </p:cNvSpPr>
              <p:nvPr/>
            </p:nvSpPr>
            <p:spPr bwMode="auto">
              <a:xfrm>
                <a:off x="552" y="3591"/>
                <a:ext cx="597" cy="0"/>
              </a:xfrm>
              <a:prstGeom prst="line">
                <a:avLst/>
              </a:prstGeom>
              <a:noFill/>
              <a:ln w="25400">
                <a:solidFill>
                  <a:srgbClr val="000000"/>
                </a:solidFill>
                <a:round/>
                <a:headEnd type="triangle" w="lg" len="lg"/>
                <a:tailEnd/>
              </a:ln>
            </p:spPr>
            <p:txBody>
              <a:bodyPr/>
              <a:lstStyle/>
              <a:p>
                <a:pPr eaLnBrk="1" hangingPunct="1">
                  <a:defRPr/>
                </a:pPr>
                <a:endParaRPr lang="ru-RU">
                  <a:latin typeface="+mj-lt"/>
                </a:endParaRPr>
              </a:p>
            </p:txBody>
          </p:sp>
          <p:sp>
            <p:nvSpPr>
              <p:cNvPr id="35884" name="Text Box 92">
                <a:extLst>
                  <a:ext uri="{FF2B5EF4-FFF2-40B4-BE49-F238E27FC236}">
                    <a16:creationId xmlns:a16="http://schemas.microsoft.com/office/drawing/2014/main" id="{2A4BF3F3-8742-4F0B-8A25-7DA4CAFACF18}"/>
                  </a:ext>
                </a:extLst>
              </p:cNvPr>
              <p:cNvSpPr txBox="1">
                <a:spLocks noChangeArrowheads="1"/>
              </p:cNvSpPr>
              <p:nvPr/>
            </p:nvSpPr>
            <p:spPr bwMode="auto">
              <a:xfrm>
                <a:off x="1886" y="3063"/>
                <a:ext cx="461" cy="360"/>
              </a:xfrm>
              <a:prstGeom prst="rect">
                <a:avLst/>
              </a:prstGeom>
              <a:noFill/>
              <a:ln>
                <a:noFill/>
              </a:ln>
            </p:spPr>
            <p:txBody>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defRPr/>
                </a:pPr>
                <a:r>
                  <a:rPr lang="en-US" sz="1600">
                    <a:latin typeface="+mj-lt"/>
                    <a:cs typeface="Times New Roman" pitchFamily="18" charset="0"/>
                  </a:rPr>
                  <a:t>q2</a:t>
                </a:r>
                <a:endParaRPr lang="ru-RU" sz="1600">
                  <a:latin typeface="+mj-lt"/>
                  <a:cs typeface="Times New Roman" pitchFamily="18" charset="0"/>
                </a:endParaRPr>
              </a:p>
            </p:txBody>
          </p:sp>
          <p:sp>
            <p:nvSpPr>
              <p:cNvPr id="35885" name="Text Box 93">
                <a:extLst>
                  <a:ext uri="{FF2B5EF4-FFF2-40B4-BE49-F238E27FC236}">
                    <a16:creationId xmlns:a16="http://schemas.microsoft.com/office/drawing/2014/main" id="{6D02113A-65DC-44C3-872E-5DA2CCB086F5}"/>
                  </a:ext>
                </a:extLst>
              </p:cNvPr>
              <p:cNvSpPr txBox="1">
                <a:spLocks noChangeArrowheads="1"/>
              </p:cNvSpPr>
              <p:nvPr/>
            </p:nvSpPr>
            <p:spPr bwMode="auto">
              <a:xfrm>
                <a:off x="3014" y="3063"/>
                <a:ext cx="461" cy="360"/>
              </a:xfrm>
              <a:prstGeom prst="rect">
                <a:avLst/>
              </a:prstGeom>
              <a:noFill/>
              <a:ln>
                <a:noFill/>
              </a:ln>
            </p:spPr>
            <p:txBody>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defRPr/>
                </a:pPr>
                <a:r>
                  <a:rPr lang="en-US" sz="1600">
                    <a:latin typeface="+mj-lt"/>
                    <a:cs typeface="Times New Roman" pitchFamily="18" charset="0"/>
                  </a:rPr>
                  <a:t>q1</a:t>
                </a:r>
                <a:endParaRPr lang="ru-RU" sz="1600">
                  <a:latin typeface="+mj-lt"/>
                  <a:cs typeface="Times New Roman" pitchFamily="18" charset="0"/>
                </a:endParaRPr>
              </a:p>
            </p:txBody>
          </p:sp>
          <p:sp>
            <p:nvSpPr>
              <p:cNvPr id="35886" name="Text Box 94">
                <a:extLst>
                  <a:ext uri="{FF2B5EF4-FFF2-40B4-BE49-F238E27FC236}">
                    <a16:creationId xmlns:a16="http://schemas.microsoft.com/office/drawing/2014/main" id="{A69E9289-1EFA-4CCD-AD53-7466EE193631}"/>
                  </a:ext>
                </a:extLst>
              </p:cNvPr>
              <p:cNvSpPr txBox="1">
                <a:spLocks noChangeArrowheads="1"/>
              </p:cNvSpPr>
              <p:nvPr/>
            </p:nvSpPr>
            <p:spPr bwMode="auto">
              <a:xfrm>
                <a:off x="4132" y="3052"/>
                <a:ext cx="461" cy="359"/>
              </a:xfrm>
              <a:prstGeom prst="rect">
                <a:avLst/>
              </a:prstGeom>
              <a:noFill/>
              <a:ln>
                <a:noFill/>
              </a:ln>
            </p:spPr>
            <p:txBody>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defRPr/>
                </a:pPr>
                <a:r>
                  <a:rPr lang="en-US" sz="1600">
                    <a:latin typeface="+mj-lt"/>
                    <a:cs typeface="Times New Roman" pitchFamily="18" charset="0"/>
                  </a:rPr>
                  <a:t>q0</a:t>
                </a:r>
                <a:endParaRPr lang="ru-RU" sz="1600">
                  <a:latin typeface="+mj-lt"/>
                  <a:cs typeface="Times New Roman" pitchFamily="18" charset="0"/>
                </a:endParaRPr>
              </a:p>
            </p:txBody>
          </p:sp>
          <p:sp>
            <p:nvSpPr>
              <p:cNvPr id="35887" name="Text Box 95">
                <a:extLst>
                  <a:ext uri="{FF2B5EF4-FFF2-40B4-BE49-F238E27FC236}">
                    <a16:creationId xmlns:a16="http://schemas.microsoft.com/office/drawing/2014/main" id="{7793F37E-5981-41A0-976D-6C8419F92B81}"/>
                  </a:ext>
                </a:extLst>
              </p:cNvPr>
              <p:cNvSpPr txBox="1">
                <a:spLocks noChangeArrowheads="1"/>
              </p:cNvSpPr>
              <p:nvPr/>
            </p:nvSpPr>
            <p:spPr bwMode="auto">
              <a:xfrm>
                <a:off x="4201" y="2780"/>
                <a:ext cx="461" cy="362"/>
              </a:xfrm>
              <a:prstGeom prst="rect">
                <a:avLst/>
              </a:prstGeom>
              <a:noFill/>
              <a:ln>
                <a:noFill/>
              </a:ln>
            </p:spPr>
            <p:txBody>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defRPr/>
                </a:pPr>
                <a:r>
                  <a:rPr lang="en-US" sz="1600">
                    <a:latin typeface="+mj-lt"/>
                    <a:cs typeface="Times New Roman" pitchFamily="18" charset="0"/>
                  </a:rPr>
                  <a:t>0</a:t>
                </a:r>
                <a:endParaRPr lang="ru-RU" sz="1600">
                  <a:latin typeface="+mj-lt"/>
                  <a:cs typeface="Times New Roman" pitchFamily="18" charset="0"/>
                </a:endParaRPr>
              </a:p>
            </p:txBody>
          </p:sp>
          <p:sp>
            <p:nvSpPr>
              <p:cNvPr id="35888" name="Text Box 96">
                <a:extLst>
                  <a:ext uri="{FF2B5EF4-FFF2-40B4-BE49-F238E27FC236}">
                    <a16:creationId xmlns:a16="http://schemas.microsoft.com/office/drawing/2014/main" id="{AE80335C-7831-4912-9CCB-13C850C28C97}"/>
                  </a:ext>
                </a:extLst>
              </p:cNvPr>
              <p:cNvSpPr txBox="1">
                <a:spLocks noChangeArrowheads="1"/>
              </p:cNvSpPr>
              <p:nvPr/>
            </p:nvSpPr>
            <p:spPr bwMode="auto">
              <a:xfrm>
                <a:off x="1584" y="2926"/>
                <a:ext cx="468" cy="359"/>
              </a:xfrm>
              <a:prstGeom prst="rect">
                <a:avLst/>
              </a:prstGeom>
              <a:noFill/>
              <a:ln>
                <a:noFill/>
              </a:ln>
            </p:spPr>
            <p:txBody>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defRPr/>
                </a:pPr>
                <a:r>
                  <a:rPr lang="en-US" sz="1600">
                    <a:latin typeface="+mj-lt"/>
                    <a:cs typeface="Times New Roman" pitchFamily="18" charset="0"/>
                  </a:rPr>
                  <a:t>y3</a:t>
                </a:r>
                <a:endParaRPr lang="ru-RU" sz="1600">
                  <a:latin typeface="+mj-lt"/>
                  <a:cs typeface="Times New Roman" pitchFamily="18" charset="0"/>
                </a:endParaRPr>
              </a:p>
            </p:txBody>
          </p:sp>
          <p:sp>
            <p:nvSpPr>
              <p:cNvPr id="35889" name="Text Box 97">
                <a:extLst>
                  <a:ext uri="{FF2B5EF4-FFF2-40B4-BE49-F238E27FC236}">
                    <a16:creationId xmlns:a16="http://schemas.microsoft.com/office/drawing/2014/main" id="{2A29609C-32E3-4985-9E6C-92800158D9BA}"/>
                  </a:ext>
                </a:extLst>
              </p:cNvPr>
              <p:cNvSpPr txBox="1">
                <a:spLocks noChangeArrowheads="1"/>
              </p:cNvSpPr>
              <p:nvPr/>
            </p:nvSpPr>
            <p:spPr bwMode="auto">
              <a:xfrm>
                <a:off x="2687" y="2902"/>
                <a:ext cx="461" cy="360"/>
              </a:xfrm>
              <a:prstGeom prst="rect">
                <a:avLst/>
              </a:prstGeom>
              <a:noFill/>
              <a:ln>
                <a:noFill/>
              </a:ln>
            </p:spPr>
            <p:txBody>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defRPr/>
                </a:pPr>
                <a:r>
                  <a:rPr lang="en-US" sz="1600">
                    <a:latin typeface="+mj-lt"/>
                    <a:cs typeface="Times New Roman" pitchFamily="18" charset="0"/>
                  </a:rPr>
                  <a:t>y2</a:t>
                </a:r>
                <a:endParaRPr lang="ru-RU" sz="1600">
                  <a:latin typeface="+mj-lt"/>
                  <a:cs typeface="Times New Roman" pitchFamily="18" charset="0"/>
                </a:endParaRPr>
              </a:p>
            </p:txBody>
          </p:sp>
          <p:sp>
            <p:nvSpPr>
              <p:cNvPr id="35890" name="Text Box 98">
                <a:extLst>
                  <a:ext uri="{FF2B5EF4-FFF2-40B4-BE49-F238E27FC236}">
                    <a16:creationId xmlns:a16="http://schemas.microsoft.com/office/drawing/2014/main" id="{B4B7ABC9-6525-434D-A7CB-4F99EC8A9AD9}"/>
                  </a:ext>
                </a:extLst>
              </p:cNvPr>
              <p:cNvSpPr txBox="1">
                <a:spLocks noChangeArrowheads="1"/>
              </p:cNvSpPr>
              <p:nvPr/>
            </p:nvSpPr>
            <p:spPr bwMode="auto">
              <a:xfrm>
                <a:off x="3785" y="2890"/>
                <a:ext cx="465" cy="361"/>
              </a:xfrm>
              <a:prstGeom prst="rect">
                <a:avLst/>
              </a:prstGeom>
              <a:noFill/>
              <a:ln>
                <a:noFill/>
              </a:ln>
            </p:spPr>
            <p:txBody>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defRPr/>
                </a:pPr>
                <a:r>
                  <a:rPr lang="en-US" sz="1600">
                    <a:latin typeface="+mj-lt"/>
                    <a:cs typeface="Times New Roman" pitchFamily="18" charset="0"/>
                  </a:rPr>
                  <a:t>y1</a:t>
                </a:r>
                <a:endParaRPr lang="ru-RU" sz="1600">
                  <a:latin typeface="+mj-lt"/>
                  <a:cs typeface="Times New Roman" pitchFamily="18" charset="0"/>
                </a:endParaRPr>
              </a:p>
            </p:txBody>
          </p:sp>
          <p:sp>
            <p:nvSpPr>
              <p:cNvPr id="35891" name="Text Box 99">
                <a:extLst>
                  <a:ext uri="{FF2B5EF4-FFF2-40B4-BE49-F238E27FC236}">
                    <a16:creationId xmlns:a16="http://schemas.microsoft.com/office/drawing/2014/main" id="{489D3229-3E2A-467E-9D5D-F377761DF97F}"/>
                  </a:ext>
                </a:extLst>
              </p:cNvPr>
              <p:cNvSpPr txBox="1">
                <a:spLocks noChangeArrowheads="1"/>
              </p:cNvSpPr>
              <p:nvPr/>
            </p:nvSpPr>
            <p:spPr bwMode="auto">
              <a:xfrm>
                <a:off x="4882" y="2890"/>
                <a:ext cx="461" cy="361"/>
              </a:xfrm>
              <a:prstGeom prst="rect">
                <a:avLst/>
              </a:prstGeom>
              <a:noFill/>
              <a:ln>
                <a:noFill/>
              </a:ln>
            </p:spPr>
            <p:txBody>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defRPr/>
                </a:pPr>
                <a:r>
                  <a:rPr lang="en-US" sz="1600">
                    <a:latin typeface="+mj-lt"/>
                    <a:cs typeface="Times New Roman" pitchFamily="18" charset="0"/>
                  </a:rPr>
                  <a:t>y0</a:t>
                </a:r>
                <a:endParaRPr lang="ru-RU" sz="1600">
                  <a:latin typeface="+mj-lt"/>
                  <a:cs typeface="Times New Roman" pitchFamily="18" charset="0"/>
                </a:endParaRPr>
              </a:p>
            </p:txBody>
          </p:sp>
          <p:sp>
            <p:nvSpPr>
              <p:cNvPr id="35892" name="Text Box 100">
                <a:extLst>
                  <a:ext uri="{FF2B5EF4-FFF2-40B4-BE49-F238E27FC236}">
                    <a16:creationId xmlns:a16="http://schemas.microsoft.com/office/drawing/2014/main" id="{3B9F77F3-E25C-409B-94E2-34EEC188AC0B}"/>
                  </a:ext>
                </a:extLst>
              </p:cNvPr>
              <p:cNvSpPr txBox="1">
                <a:spLocks noChangeArrowheads="1"/>
              </p:cNvSpPr>
              <p:nvPr/>
            </p:nvSpPr>
            <p:spPr bwMode="auto">
              <a:xfrm>
                <a:off x="483" y="2493"/>
                <a:ext cx="589" cy="359"/>
              </a:xfrm>
              <a:prstGeom prst="rect">
                <a:avLst/>
              </a:prstGeom>
              <a:noFill/>
              <a:ln>
                <a:noFill/>
              </a:ln>
            </p:spPr>
            <p:txBody>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defRPr/>
                </a:pPr>
                <a:r>
                  <a:rPr lang="en-US" sz="1600" dirty="0">
                    <a:latin typeface="+mj-lt"/>
                    <a:cs typeface="Times New Roman" pitchFamily="18" charset="0"/>
                  </a:rPr>
                  <a:t>Shift</a:t>
                </a:r>
                <a:endParaRPr lang="ru-RU" sz="1600" dirty="0">
                  <a:latin typeface="+mj-lt"/>
                  <a:cs typeface="Times New Roman" pitchFamily="18" charset="0"/>
                </a:endParaRPr>
              </a:p>
            </p:txBody>
          </p:sp>
          <p:sp>
            <p:nvSpPr>
              <p:cNvPr id="35893" name="Line 101">
                <a:extLst>
                  <a:ext uri="{FF2B5EF4-FFF2-40B4-BE49-F238E27FC236}">
                    <a16:creationId xmlns:a16="http://schemas.microsoft.com/office/drawing/2014/main" id="{DF56A677-1CE0-4EAE-8B9B-FCD8879AB685}"/>
                  </a:ext>
                </a:extLst>
              </p:cNvPr>
              <p:cNvSpPr>
                <a:spLocks noChangeShapeType="1"/>
              </p:cNvSpPr>
              <p:nvPr/>
            </p:nvSpPr>
            <p:spPr bwMode="auto">
              <a:xfrm>
                <a:off x="2968" y="3560"/>
                <a:ext cx="1458" cy="0"/>
              </a:xfrm>
              <a:prstGeom prst="line">
                <a:avLst/>
              </a:prstGeom>
              <a:noFill/>
              <a:ln w="25400">
                <a:solidFill>
                  <a:srgbClr val="000000"/>
                </a:solidFill>
                <a:round/>
                <a:headEnd/>
                <a:tailEnd/>
              </a:ln>
            </p:spPr>
            <p:txBody>
              <a:bodyPr/>
              <a:lstStyle/>
              <a:p>
                <a:pPr eaLnBrk="1" hangingPunct="1">
                  <a:defRPr/>
                </a:pPr>
                <a:endParaRPr lang="ru-RU">
                  <a:latin typeface="+mj-lt"/>
                </a:endParaRPr>
              </a:p>
            </p:txBody>
          </p:sp>
          <p:sp>
            <p:nvSpPr>
              <p:cNvPr id="35894" name="Line 102">
                <a:extLst>
                  <a:ext uri="{FF2B5EF4-FFF2-40B4-BE49-F238E27FC236}">
                    <a16:creationId xmlns:a16="http://schemas.microsoft.com/office/drawing/2014/main" id="{9BC97E70-38C5-43BC-881F-3B4DE8BDE878}"/>
                  </a:ext>
                </a:extLst>
              </p:cNvPr>
              <p:cNvSpPr>
                <a:spLocks noChangeShapeType="1"/>
              </p:cNvSpPr>
              <p:nvPr/>
            </p:nvSpPr>
            <p:spPr bwMode="auto">
              <a:xfrm>
                <a:off x="1898" y="3700"/>
                <a:ext cx="1423" cy="0"/>
              </a:xfrm>
              <a:prstGeom prst="line">
                <a:avLst/>
              </a:prstGeom>
              <a:noFill/>
              <a:ln w="25400">
                <a:solidFill>
                  <a:srgbClr val="000000"/>
                </a:solidFill>
                <a:round/>
                <a:headEnd/>
                <a:tailEnd/>
              </a:ln>
            </p:spPr>
            <p:txBody>
              <a:bodyPr/>
              <a:lstStyle/>
              <a:p>
                <a:pPr eaLnBrk="1" hangingPunct="1">
                  <a:defRPr/>
                </a:pPr>
                <a:endParaRPr lang="ru-RU">
                  <a:latin typeface="+mj-lt"/>
                </a:endParaRPr>
              </a:p>
            </p:txBody>
          </p:sp>
          <p:sp>
            <p:nvSpPr>
              <p:cNvPr id="35895" name="Line 103">
                <a:extLst>
                  <a:ext uri="{FF2B5EF4-FFF2-40B4-BE49-F238E27FC236}">
                    <a16:creationId xmlns:a16="http://schemas.microsoft.com/office/drawing/2014/main" id="{2215C8D7-DE0B-4538-96DC-1B6C600C5716}"/>
                  </a:ext>
                </a:extLst>
              </p:cNvPr>
              <p:cNvSpPr>
                <a:spLocks noChangeShapeType="1"/>
              </p:cNvSpPr>
              <p:nvPr/>
            </p:nvSpPr>
            <p:spPr bwMode="auto">
              <a:xfrm>
                <a:off x="828" y="3831"/>
                <a:ext cx="1398" cy="0"/>
              </a:xfrm>
              <a:prstGeom prst="line">
                <a:avLst/>
              </a:prstGeom>
              <a:noFill/>
              <a:ln w="25400">
                <a:solidFill>
                  <a:srgbClr val="000000"/>
                </a:solidFill>
                <a:round/>
                <a:headEnd/>
                <a:tailEnd/>
              </a:ln>
            </p:spPr>
            <p:txBody>
              <a:bodyPr/>
              <a:lstStyle/>
              <a:p>
                <a:pPr eaLnBrk="1" hangingPunct="1">
                  <a:defRPr/>
                </a:pPr>
                <a:endParaRPr lang="ru-RU">
                  <a:latin typeface="+mj-lt"/>
                </a:endParaRPr>
              </a:p>
            </p:txBody>
          </p:sp>
          <p:sp>
            <p:nvSpPr>
              <p:cNvPr id="35896" name="Line 104">
                <a:extLst>
                  <a:ext uri="{FF2B5EF4-FFF2-40B4-BE49-F238E27FC236}">
                    <a16:creationId xmlns:a16="http://schemas.microsoft.com/office/drawing/2014/main" id="{33F24A0A-0AEC-47C7-B279-F002867FCED9}"/>
                  </a:ext>
                </a:extLst>
              </p:cNvPr>
              <p:cNvSpPr>
                <a:spLocks noChangeShapeType="1"/>
              </p:cNvSpPr>
              <p:nvPr/>
            </p:nvSpPr>
            <p:spPr bwMode="auto">
              <a:xfrm flipV="1">
                <a:off x="834" y="3001"/>
                <a:ext cx="0" cy="835"/>
              </a:xfrm>
              <a:prstGeom prst="line">
                <a:avLst/>
              </a:prstGeom>
              <a:noFill/>
              <a:ln w="25400">
                <a:solidFill>
                  <a:srgbClr val="000000"/>
                </a:solidFill>
                <a:round/>
                <a:headEnd/>
                <a:tailEnd/>
              </a:ln>
            </p:spPr>
            <p:txBody>
              <a:bodyPr/>
              <a:lstStyle/>
              <a:p>
                <a:pPr eaLnBrk="1" hangingPunct="1">
                  <a:defRPr/>
                </a:pPr>
                <a:endParaRPr lang="ru-RU">
                  <a:latin typeface="+mj-lt"/>
                </a:endParaRPr>
              </a:p>
            </p:txBody>
          </p:sp>
        </p:grpSp>
        <p:sp>
          <p:nvSpPr>
            <p:cNvPr id="2" name="Text Box 105">
              <a:extLst>
                <a:ext uri="{FF2B5EF4-FFF2-40B4-BE49-F238E27FC236}">
                  <a16:creationId xmlns:a16="http://schemas.microsoft.com/office/drawing/2014/main" id="{C9450D74-494F-4003-BEA8-4A74ABF752B8}"/>
                </a:ext>
              </a:extLst>
            </p:cNvPr>
            <p:cNvSpPr txBox="1">
              <a:spLocks noChangeArrowheads="1"/>
            </p:cNvSpPr>
            <p:nvPr/>
          </p:nvSpPr>
          <p:spPr bwMode="auto">
            <a:xfrm>
              <a:off x="381000" y="3519337"/>
              <a:ext cx="2666583" cy="423837"/>
            </a:xfrm>
            <a:prstGeom prst="rect">
              <a:avLst/>
            </a:prstGeom>
            <a:noFill/>
            <a:ln>
              <a:noFill/>
            </a:ln>
            <a:effectLst/>
          </p:spPr>
          <p:txBody>
            <a:bodyPr>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spcBef>
                  <a:spcPct val="50000"/>
                </a:spcBef>
                <a:defRPr/>
              </a:pPr>
              <a:r>
                <a:rPr lang="en-US" dirty="0">
                  <a:solidFill>
                    <a:srgbClr val="0000FF"/>
                  </a:solidFill>
                  <a:latin typeface="+mj-lt"/>
                </a:rPr>
                <a:t>Shift Left by one bit</a:t>
              </a:r>
              <a:endParaRPr lang="ru-RU" dirty="0">
                <a:solidFill>
                  <a:srgbClr val="0000FF"/>
                </a:solidFill>
                <a:latin typeface="+mj-lt"/>
              </a:endParaRPr>
            </a:p>
          </p:txBody>
        </p:sp>
        <p:sp>
          <p:nvSpPr>
            <p:cNvPr id="35846" name="Text Box 106">
              <a:extLst>
                <a:ext uri="{FF2B5EF4-FFF2-40B4-BE49-F238E27FC236}">
                  <a16:creationId xmlns:a16="http://schemas.microsoft.com/office/drawing/2014/main" id="{DCB30454-7F32-4249-9220-AC17F97FC773}"/>
                </a:ext>
              </a:extLst>
            </p:cNvPr>
            <p:cNvSpPr txBox="1">
              <a:spLocks noChangeArrowheads="1"/>
            </p:cNvSpPr>
            <p:nvPr/>
          </p:nvSpPr>
          <p:spPr bwMode="auto">
            <a:xfrm>
              <a:off x="456545" y="1150938"/>
              <a:ext cx="2668191" cy="423837"/>
            </a:xfrm>
            <a:prstGeom prst="rect">
              <a:avLst/>
            </a:prstGeom>
            <a:noFill/>
            <a:ln>
              <a:noFill/>
            </a:ln>
            <a:effectLst/>
          </p:spPr>
          <p:txBody>
            <a:bodyPr>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spcBef>
                  <a:spcPct val="50000"/>
                </a:spcBef>
                <a:defRPr/>
              </a:pPr>
              <a:r>
                <a:rPr lang="en-US" dirty="0">
                  <a:solidFill>
                    <a:srgbClr val="0000FF"/>
                  </a:solidFill>
                  <a:latin typeface="+mj-lt"/>
                </a:rPr>
                <a:t>Shift Right by one bit</a:t>
              </a:r>
              <a:endParaRPr lang="ru-RU" dirty="0">
                <a:solidFill>
                  <a:srgbClr val="0000FF"/>
                </a:solidFill>
                <a:latin typeface="+mj-lt"/>
              </a:endParaRPr>
            </a:p>
          </p:txBody>
        </p:sp>
      </p:gr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a:extLst>
              <a:ext uri="{FF2B5EF4-FFF2-40B4-BE49-F238E27FC236}">
                <a16:creationId xmlns:a16="http://schemas.microsoft.com/office/drawing/2014/main" id="{3A84BFAF-4CC8-B256-0395-DDC3D2F12D01}"/>
              </a:ext>
            </a:extLst>
          </p:cNvPr>
          <p:cNvSpPr>
            <a:spLocks noGrp="1" noChangeArrowheads="1"/>
          </p:cNvSpPr>
          <p:nvPr>
            <p:ph type="title"/>
          </p:nvPr>
        </p:nvSpPr>
        <p:spPr/>
        <p:txBody>
          <a:bodyPr/>
          <a:lstStyle/>
          <a:p>
            <a:r>
              <a:rPr lang="en-US" altLang="en-US"/>
              <a:t>Barrel Shifter</a:t>
            </a:r>
            <a:endParaRPr lang="ru-RU" altLang="en-US"/>
          </a:p>
        </p:txBody>
      </p:sp>
      <p:sp>
        <p:nvSpPr>
          <p:cNvPr id="3" name="Text Placeholder 2">
            <a:extLst>
              <a:ext uri="{FF2B5EF4-FFF2-40B4-BE49-F238E27FC236}">
                <a16:creationId xmlns:a16="http://schemas.microsoft.com/office/drawing/2014/main" id="{E88333AC-AFDD-7244-F075-C14C735CC558}"/>
              </a:ext>
            </a:extLst>
          </p:cNvPr>
          <p:cNvSpPr>
            <a:spLocks noGrp="1"/>
          </p:cNvSpPr>
          <p:nvPr>
            <p:ph type="body" sz="quarter" idx="10"/>
          </p:nvPr>
        </p:nvSpPr>
        <p:spPr/>
        <p:txBody>
          <a:bodyPr/>
          <a:lstStyle/>
          <a:p>
            <a:r>
              <a:rPr lang="en-US" dirty="0"/>
              <a:t>Barrel shifter – combinational logic circuit with n data inputs, n data outputs and [log2n] control inputs. The output word equals the input word, rotated by a number of bit positions specified by the control bits.</a:t>
            </a:r>
          </a:p>
          <a:p>
            <a:endParaRPr lang="en-US" dirty="0"/>
          </a:p>
        </p:txBody>
      </p:sp>
      <p:grpSp>
        <p:nvGrpSpPr>
          <p:cNvPr id="52228" name="Группа 1">
            <a:extLst>
              <a:ext uri="{FF2B5EF4-FFF2-40B4-BE49-F238E27FC236}">
                <a16:creationId xmlns:a16="http://schemas.microsoft.com/office/drawing/2014/main" id="{92A49378-0FD3-D5A0-91DB-E2D7A4542F3F}"/>
              </a:ext>
            </a:extLst>
          </p:cNvPr>
          <p:cNvGrpSpPr>
            <a:grpSpLocks/>
          </p:cNvGrpSpPr>
          <p:nvPr/>
        </p:nvGrpSpPr>
        <p:grpSpPr bwMode="auto">
          <a:xfrm>
            <a:off x="2667001" y="2667000"/>
            <a:ext cx="2970213" cy="2209800"/>
            <a:chOff x="381000" y="2667000"/>
            <a:chExt cx="2970213" cy="2209800"/>
          </a:xfrm>
        </p:grpSpPr>
        <p:sp>
          <p:nvSpPr>
            <p:cNvPr id="37913" name="Rectangle 24">
              <a:extLst>
                <a:ext uri="{FF2B5EF4-FFF2-40B4-BE49-F238E27FC236}">
                  <a16:creationId xmlns:a16="http://schemas.microsoft.com/office/drawing/2014/main" id="{D76C5E52-3DA9-43D7-936C-66941975FDB9}"/>
                </a:ext>
              </a:extLst>
            </p:cNvPr>
            <p:cNvSpPr>
              <a:spLocks noChangeArrowheads="1"/>
            </p:cNvSpPr>
            <p:nvPr/>
          </p:nvSpPr>
          <p:spPr bwMode="auto">
            <a:xfrm>
              <a:off x="1257300" y="2667000"/>
              <a:ext cx="1143000" cy="2209800"/>
            </a:xfrm>
            <a:prstGeom prst="rect">
              <a:avLst/>
            </a:prstGeom>
            <a:solidFill>
              <a:schemeClr val="accent1">
                <a:lumMod val="40000"/>
                <a:lumOff val="60000"/>
              </a:schemeClr>
            </a:solidFill>
            <a:ln w="25400">
              <a:solidFill>
                <a:schemeClr val="tx1"/>
              </a:solidFill>
              <a:miter lim="800000"/>
              <a:headEnd/>
              <a:tailEnd/>
            </a:ln>
          </p:spPr>
          <p:txBody>
            <a:bodyPr wrap="none"/>
            <a:lstStyle/>
            <a:p>
              <a:pPr algn="ctr" eaLnBrk="1" hangingPunct="1">
                <a:defRPr/>
              </a:pPr>
              <a:endParaRPr lang="en-US" dirty="0"/>
            </a:p>
            <a:p>
              <a:pPr algn="ctr" eaLnBrk="1" hangingPunct="1">
                <a:defRPr/>
              </a:pPr>
              <a:r>
                <a:rPr lang="en-US" dirty="0"/>
                <a:t>Barrel</a:t>
              </a:r>
            </a:p>
            <a:p>
              <a:pPr algn="ctr" eaLnBrk="1" hangingPunct="1">
                <a:defRPr/>
              </a:pPr>
              <a:r>
                <a:rPr lang="en-US" dirty="0"/>
                <a:t>Shifter</a:t>
              </a:r>
              <a:endParaRPr lang="ru-RU" dirty="0"/>
            </a:p>
          </p:txBody>
        </p:sp>
        <p:sp>
          <p:nvSpPr>
            <p:cNvPr id="52250" name="Line 25">
              <a:extLst>
                <a:ext uri="{FF2B5EF4-FFF2-40B4-BE49-F238E27FC236}">
                  <a16:creationId xmlns:a16="http://schemas.microsoft.com/office/drawing/2014/main" id="{03945EEB-8FCB-26F3-A01F-CA2073B964BA}"/>
                </a:ext>
              </a:extLst>
            </p:cNvPr>
            <p:cNvSpPr>
              <a:spLocks noChangeShapeType="1"/>
            </p:cNvSpPr>
            <p:nvPr/>
          </p:nvSpPr>
          <p:spPr bwMode="auto">
            <a:xfrm>
              <a:off x="788988" y="3151188"/>
              <a:ext cx="46037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251" name="Line 26">
              <a:extLst>
                <a:ext uri="{FF2B5EF4-FFF2-40B4-BE49-F238E27FC236}">
                  <a16:creationId xmlns:a16="http://schemas.microsoft.com/office/drawing/2014/main" id="{4B56A8B3-68C9-A05A-9AFC-0474DFE0FA5B}"/>
                </a:ext>
              </a:extLst>
            </p:cNvPr>
            <p:cNvSpPr>
              <a:spLocks noChangeShapeType="1"/>
            </p:cNvSpPr>
            <p:nvPr/>
          </p:nvSpPr>
          <p:spPr bwMode="auto">
            <a:xfrm>
              <a:off x="788988" y="3340100"/>
              <a:ext cx="46037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252" name="Line 27">
              <a:extLst>
                <a:ext uri="{FF2B5EF4-FFF2-40B4-BE49-F238E27FC236}">
                  <a16:creationId xmlns:a16="http://schemas.microsoft.com/office/drawing/2014/main" id="{69EEC44B-BB06-73FA-953B-55FB25AC5704}"/>
                </a:ext>
              </a:extLst>
            </p:cNvPr>
            <p:cNvSpPr>
              <a:spLocks noChangeShapeType="1"/>
            </p:cNvSpPr>
            <p:nvPr/>
          </p:nvSpPr>
          <p:spPr bwMode="auto">
            <a:xfrm>
              <a:off x="788988" y="3529013"/>
              <a:ext cx="46037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253" name="Line 28">
              <a:extLst>
                <a:ext uri="{FF2B5EF4-FFF2-40B4-BE49-F238E27FC236}">
                  <a16:creationId xmlns:a16="http://schemas.microsoft.com/office/drawing/2014/main" id="{453406F4-A929-BBA4-7A00-DFECD8078252}"/>
                </a:ext>
              </a:extLst>
            </p:cNvPr>
            <p:cNvSpPr>
              <a:spLocks noChangeShapeType="1"/>
            </p:cNvSpPr>
            <p:nvPr/>
          </p:nvSpPr>
          <p:spPr bwMode="auto">
            <a:xfrm>
              <a:off x="788988" y="3717925"/>
              <a:ext cx="46037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254" name="Line 29">
              <a:extLst>
                <a:ext uri="{FF2B5EF4-FFF2-40B4-BE49-F238E27FC236}">
                  <a16:creationId xmlns:a16="http://schemas.microsoft.com/office/drawing/2014/main" id="{FA01F039-D8C9-078A-E1C7-F3D0C6DFD4FA}"/>
                </a:ext>
              </a:extLst>
            </p:cNvPr>
            <p:cNvSpPr>
              <a:spLocks noChangeShapeType="1"/>
            </p:cNvSpPr>
            <p:nvPr/>
          </p:nvSpPr>
          <p:spPr bwMode="auto">
            <a:xfrm>
              <a:off x="2414588" y="3368675"/>
              <a:ext cx="46037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255" name="Line 30">
              <a:extLst>
                <a:ext uri="{FF2B5EF4-FFF2-40B4-BE49-F238E27FC236}">
                  <a16:creationId xmlns:a16="http://schemas.microsoft.com/office/drawing/2014/main" id="{F24C8EFF-91FE-3222-D86F-1513F1192604}"/>
                </a:ext>
              </a:extLst>
            </p:cNvPr>
            <p:cNvSpPr>
              <a:spLocks noChangeShapeType="1"/>
            </p:cNvSpPr>
            <p:nvPr/>
          </p:nvSpPr>
          <p:spPr bwMode="auto">
            <a:xfrm>
              <a:off x="2414588" y="3557588"/>
              <a:ext cx="46037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256" name="Line 31">
              <a:extLst>
                <a:ext uri="{FF2B5EF4-FFF2-40B4-BE49-F238E27FC236}">
                  <a16:creationId xmlns:a16="http://schemas.microsoft.com/office/drawing/2014/main" id="{C96ED670-81D7-1782-C981-392D5E4F4CF7}"/>
                </a:ext>
              </a:extLst>
            </p:cNvPr>
            <p:cNvSpPr>
              <a:spLocks noChangeShapeType="1"/>
            </p:cNvSpPr>
            <p:nvPr/>
          </p:nvSpPr>
          <p:spPr bwMode="auto">
            <a:xfrm>
              <a:off x="2414588" y="3746500"/>
              <a:ext cx="46037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257" name="Line 32">
              <a:extLst>
                <a:ext uri="{FF2B5EF4-FFF2-40B4-BE49-F238E27FC236}">
                  <a16:creationId xmlns:a16="http://schemas.microsoft.com/office/drawing/2014/main" id="{66E31860-14B7-3370-2C36-F7ACB98580C5}"/>
                </a:ext>
              </a:extLst>
            </p:cNvPr>
            <p:cNvSpPr>
              <a:spLocks noChangeShapeType="1"/>
            </p:cNvSpPr>
            <p:nvPr/>
          </p:nvSpPr>
          <p:spPr bwMode="auto">
            <a:xfrm>
              <a:off x="2414588" y="3935413"/>
              <a:ext cx="46037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258" name="Line 33">
              <a:extLst>
                <a:ext uri="{FF2B5EF4-FFF2-40B4-BE49-F238E27FC236}">
                  <a16:creationId xmlns:a16="http://schemas.microsoft.com/office/drawing/2014/main" id="{F72973BB-A4DE-F908-02E2-2205728B04C9}"/>
                </a:ext>
              </a:extLst>
            </p:cNvPr>
            <p:cNvSpPr>
              <a:spLocks noChangeShapeType="1"/>
            </p:cNvSpPr>
            <p:nvPr/>
          </p:nvSpPr>
          <p:spPr bwMode="auto">
            <a:xfrm>
              <a:off x="788988" y="4341813"/>
              <a:ext cx="46037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259" name="Line 34">
              <a:extLst>
                <a:ext uri="{FF2B5EF4-FFF2-40B4-BE49-F238E27FC236}">
                  <a16:creationId xmlns:a16="http://schemas.microsoft.com/office/drawing/2014/main" id="{1604A418-EC89-C56C-47B8-213683B6F4B3}"/>
                </a:ext>
              </a:extLst>
            </p:cNvPr>
            <p:cNvSpPr>
              <a:spLocks noChangeShapeType="1"/>
            </p:cNvSpPr>
            <p:nvPr/>
          </p:nvSpPr>
          <p:spPr bwMode="auto">
            <a:xfrm>
              <a:off x="776288" y="4545013"/>
              <a:ext cx="46037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260" name="Text Box 38">
              <a:extLst>
                <a:ext uri="{FF2B5EF4-FFF2-40B4-BE49-F238E27FC236}">
                  <a16:creationId xmlns:a16="http://schemas.microsoft.com/office/drawing/2014/main" id="{3509E82E-4140-120D-3558-3573E87FF237}"/>
                </a:ext>
              </a:extLst>
            </p:cNvPr>
            <p:cNvSpPr txBox="1">
              <a:spLocks noChangeArrowheads="1"/>
            </p:cNvSpPr>
            <p:nvPr/>
          </p:nvSpPr>
          <p:spPr bwMode="auto">
            <a:xfrm>
              <a:off x="406400" y="2946400"/>
              <a:ext cx="457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q3</a:t>
              </a:r>
              <a:endParaRPr lang="ru-RU" altLang="en-US"/>
            </a:p>
          </p:txBody>
        </p:sp>
        <p:sp>
          <p:nvSpPr>
            <p:cNvPr id="52261" name="Text Box 39">
              <a:extLst>
                <a:ext uri="{FF2B5EF4-FFF2-40B4-BE49-F238E27FC236}">
                  <a16:creationId xmlns:a16="http://schemas.microsoft.com/office/drawing/2014/main" id="{8FE85440-0594-F5E8-8EE8-6EB28772E683}"/>
                </a:ext>
              </a:extLst>
            </p:cNvPr>
            <p:cNvSpPr txBox="1">
              <a:spLocks noChangeArrowheads="1"/>
            </p:cNvSpPr>
            <p:nvPr/>
          </p:nvSpPr>
          <p:spPr bwMode="auto">
            <a:xfrm>
              <a:off x="406400" y="3132138"/>
              <a:ext cx="4572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q2</a:t>
              </a:r>
              <a:endParaRPr lang="ru-RU" altLang="en-US"/>
            </a:p>
          </p:txBody>
        </p:sp>
        <p:sp>
          <p:nvSpPr>
            <p:cNvPr id="52262" name="Text Box 40">
              <a:extLst>
                <a:ext uri="{FF2B5EF4-FFF2-40B4-BE49-F238E27FC236}">
                  <a16:creationId xmlns:a16="http://schemas.microsoft.com/office/drawing/2014/main" id="{C6324564-976D-F9D1-FEA3-DBF2ADB16F55}"/>
                </a:ext>
              </a:extLst>
            </p:cNvPr>
            <p:cNvSpPr txBox="1">
              <a:spLocks noChangeArrowheads="1"/>
            </p:cNvSpPr>
            <p:nvPr/>
          </p:nvSpPr>
          <p:spPr bwMode="auto">
            <a:xfrm>
              <a:off x="406400" y="3330575"/>
              <a:ext cx="584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q1</a:t>
              </a:r>
              <a:endParaRPr lang="ru-RU" altLang="en-US"/>
            </a:p>
          </p:txBody>
        </p:sp>
        <p:sp>
          <p:nvSpPr>
            <p:cNvPr id="52263" name="Text Box 41">
              <a:extLst>
                <a:ext uri="{FF2B5EF4-FFF2-40B4-BE49-F238E27FC236}">
                  <a16:creationId xmlns:a16="http://schemas.microsoft.com/office/drawing/2014/main" id="{9F78833C-2131-AC7B-4D58-1127F47B5919}"/>
                </a:ext>
              </a:extLst>
            </p:cNvPr>
            <p:cNvSpPr txBox="1">
              <a:spLocks noChangeArrowheads="1"/>
            </p:cNvSpPr>
            <p:nvPr/>
          </p:nvSpPr>
          <p:spPr bwMode="auto">
            <a:xfrm>
              <a:off x="417513" y="3556000"/>
              <a:ext cx="457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q0</a:t>
              </a:r>
              <a:endParaRPr lang="ru-RU" altLang="en-US"/>
            </a:p>
          </p:txBody>
        </p:sp>
        <p:sp>
          <p:nvSpPr>
            <p:cNvPr id="52264" name="Text Box 42">
              <a:extLst>
                <a:ext uri="{FF2B5EF4-FFF2-40B4-BE49-F238E27FC236}">
                  <a16:creationId xmlns:a16="http://schemas.microsoft.com/office/drawing/2014/main" id="{EDF07BC3-57DB-A017-2340-F43770DA2603}"/>
                </a:ext>
              </a:extLst>
            </p:cNvPr>
            <p:cNvSpPr txBox="1">
              <a:spLocks noChangeArrowheads="1"/>
            </p:cNvSpPr>
            <p:nvPr/>
          </p:nvSpPr>
          <p:spPr bwMode="auto">
            <a:xfrm>
              <a:off x="2882900" y="3128963"/>
              <a:ext cx="4572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y3</a:t>
              </a:r>
              <a:endParaRPr lang="ru-RU" altLang="en-US"/>
            </a:p>
          </p:txBody>
        </p:sp>
        <p:sp>
          <p:nvSpPr>
            <p:cNvPr id="52265" name="Text Box 43">
              <a:extLst>
                <a:ext uri="{FF2B5EF4-FFF2-40B4-BE49-F238E27FC236}">
                  <a16:creationId xmlns:a16="http://schemas.microsoft.com/office/drawing/2014/main" id="{286EB5BB-799C-D524-C5FC-2A59F59441A3}"/>
                </a:ext>
              </a:extLst>
            </p:cNvPr>
            <p:cNvSpPr txBox="1">
              <a:spLocks noChangeArrowheads="1"/>
            </p:cNvSpPr>
            <p:nvPr/>
          </p:nvSpPr>
          <p:spPr bwMode="auto">
            <a:xfrm>
              <a:off x="2882900" y="3314700"/>
              <a:ext cx="457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y2</a:t>
              </a:r>
              <a:endParaRPr lang="ru-RU" altLang="en-US"/>
            </a:p>
          </p:txBody>
        </p:sp>
        <p:sp>
          <p:nvSpPr>
            <p:cNvPr id="52266" name="Text Box 44">
              <a:extLst>
                <a:ext uri="{FF2B5EF4-FFF2-40B4-BE49-F238E27FC236}">
                  <a16:creationId xmlns:a16="http://schemas.microsoft.com/office/drawing/2014/main" id="{8162E3EC-5BF3-4FC6-E250-603BE2F87DC8}"/>
                </a:ext>
              </a:extLst>
            </p:cNvPr>
            <p:cNvSpPr txBox="1">
              <a:spLocks noChangeArrowheads="1"/>
            </p:cNvSpPr>
            <p:nvPr/>
          </p:nvSpPr>
          <p:spPr bwMode="auto">
            <a:xfrm>
              <a:off x="2882900" y="3513138"/>
              <a:ext cx="4572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y1</a:t>
              </a:r>
              <a:endParaRPr lang="ru-RU" altLang="en-US"/>
            </a:p>
          </p:txBody>
        </p:sp>
        <p:sp>
          <p:nvSpPr>
            <p:cNvPr id="52267" name="Text Box 45">
              <a:extLst>
                <a:ext uri="{FF2B5EF4-FFF2-40B4-BE49-F238E27FC236}">
                  <a16:creationId xmlns:a16="http://schemas.microsoft.com/office/drawing/2014/main" id="{6F1D9AB3-161C-7761-E3A4-28C5DE4ED91B}"/>
                </a:ext>
              </a:extLst>
            </p:cNvPr>
            <p:cNvSpPr txBox="1">
              <a:spLocks noChangeArrowheads="1"/>
            </p:cNvSpPr>
            <p:nvPr/>
          </p:nvSpPr>
          <p:spPr bwMode="auto">
            <a:xfrm>
              <a:off x="2894013" y="3738563"/>
              <a:ext cx="4572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y0</a:t>
              </a:r>
              <a:endParaRPr lang="ru-RU" altLang="en-US"/>
            </a:p>
          </p:txBody>
        </p:sp>
        <p:sp>
          <p:nvSpPr>
            <p:cNvPr id="52268" name="Text Box 46">
              <a:extLst>
                <a:ext uri="{FF2B5EF4-FFF2-40B4-BE49-F238E27FC236}">
                  <a16:creationId xmlns:a16="http://schemas.microsoft.com/office/drawing/2014/main" id="{C822DBD4-0751-5036-D9C1-FFC4734B30C1}"/>
                </a:ext>
              </a:extLst>
            </p:cNvPr>
            <p:cNvSpPr txBox="1">
              <a:spLocks noChangeArrowheads="1"/>
            </p:cNvSpPr>
            <p:nvPr/>
          </p:nvSpPr>
          <p:spPr bwMode="auto">
            <a:xfrm>
              <a:off x="406400" y="4102100"/>
              <a:ext cx="5080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s1</a:t>
              </a:r>
              <a:endParaRPr lang="ru-RU" altLang="en-US"/>
            </a:p>
          </p:txBody>
        </p:sp>
        <p:sp>
          <p:nvSpPr>
            <p:cNvPr id="52269" name="Text Box 47">
              <a:extLst>
                <a:ext uri="{FF2B5EF4-FFF2-40B4-BE49-F238E27FC236}">
                  <a16:creationId xmlns:a16="http://schemas.microsoft.com/office/drawing/2014/main" id="{AC848686-BE9D-3056-E2A3-7F40CAFD46FF}"/>
                </a:ext>
              </a:extLst>
            </p:cNvPr>
            <p:cNvSpPr txBox="1">
              <a:spLocks noChangeArrowheads="1"/>
            </p:cNvSpPr>
            <p:nvPr/>
          </p:nvSpPr>
          <p:spPr bwMode="auto">
            <a:xfrm>
              <a:off x="381000" y="4327525"/>
              <a:ext cx="5080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s0</a:t>
              </a:r>
              <a:endParaRPr lang="ru-RU" altLang="en-US"/>
            </a:p>
          </p:txBody>
        </p:sp>
      </p:grpSp>
      <p:graphicFrame>
        <p:nvGraphicFramePr>
          <p:cNvPr id="37937" name="Group 49">
            <a:extLst>
              <a:ext uri="{FF2B5EF4-FFF2-40B4-BE49-F238E27FC236}">
                <a16:creationId xmlns:a16="http://schemas.microsoft.com/office/drawing/2014/main" id="{0EA44B76-3098-4A69-8DE5-D65A2A83BD02}"/>
              </a:ext>
            </a:extLst>
          </p:cNvPr>
          <p:cNvGraphicFramePr>
            <a:graphicFrameLocks noGrp="1"/>
          </p:cNvGraphicFramePr>
          <p:nvPr>
            <p:extLst>
              <p:ext uri="{D42A27DB-BD31-4B8C-83A1-F6EECF244321}">
                <p14:modId xmlns:p14="http://schemas.microsoft.com/office/powerpoint/2010/main" val="1282409056"/>
              </p:ext>
            </p:extLst>
          </p:nvPr>
        </p:nvGraphicFramePr>
        <p:xfrm>
          <a:off x="6096000" y="2952751"/>
          <a:ext cx="3505200" cy="1992315"/>
        </p:xfrm>
        <a:graphic>
          <a:graphicData uri="http://schemas.openxmlformats.org/drawingml/2006/table">
            <a:tbl>
              <a:tblPr/>
              <a:tblGrid>
                <a:gridCol w="1368425">
                  <a:extLst>
                    <a:ext uri="{9D8B030D-6E8A-4147-A177-3AD203B41FA5}">
                      <a16:colId xmlns:a16="http://schemas.microsoft.com/office/drawing/2014/main" val="20000"/>
                    </a:ext>
                  </a:extLst>
                </a:gridCol>
                <a:gridCol w="2136775">
                  <a:extLst>
                    <a:ext uri="{9D8B030D-6E8A-4147-A177-3AD203B41FA5}">
                      <a16:colId xmlns:a16="http://schemas.microsoft.com/office/drawing/2014/main" val="20001"/>
                    </a:ext>
                  </a:extLst>
                </a:gridCol>
              </a:tblGrid>
              <a:tr h="398463">
                <a:tc>
                  <a:txBody>
                    <a:bodyPr/>
                    <a:lstStyle/>
                    <a:p>
                      <a:pPr marL="0" marR="0" lvl="0" indent="0" algn="ctr" defTabSz="914400" rtl="0" eaLnBrk="0" fontAlgn="base" latinLnBrk="0" hangingPunct="0">
                        <a:lnSpc>
                          <a:spcPct val="100000"/>
                        </a:lnSpc>
                        <a:spcBef>
                          <a:spcPct val="20000"/>
                        </a:spcBef>
                        <a:spcAft>
                          <a:spcPct val="0"/>
                        </a:spcAft>
                        <a:buClr>
                          <a:srgbClr val="0000FF"/>
                        </a:buClr>
                        <a:buSzPct val="100000"/>
                        <a:buFont typeface="Arial" pitchFamily="34" charset="0"/>
                        <a:buNone/>
                        <a:tabLst/>
                      </a:pPr>
                      <a:r>
                        <a:rPr kumimoji="0" lang="en-US" sz="2000" b="0" i="0" u="none" strike="noStrike" cap="none" normalizeH="0" baseline="0" dirty="0">
                          <a:ln>
                            <a:noFill/>
                          </a:ln>
                          <a:solidFill>
                            <a:schemeClr val="bg1"/>
                          </a:solidFill>
                          <a:effectLst/>
                          <a:latin typeface="Arial" pitchFamily="34" charset="0"/>
                          <a:cs typeface="Arial" pitchFamily="34" charset="0"/>
                        </a:rPr>
                        <a:t>S1  S0</a:t>
                      </a:r>
                      <a:endParaRPr kumimoji="0" lang="ru-RU" sz="2000" b="0" i="0" u="none" strike="noStrike" cap="none" normalizeH="0" baseline="0" dirty="0">
                        <a:ln>
                          <a:noFill/>
                        </a:ln>
                        <a:solidFill>
                          <a:schemeClr val="bg1"/>
                        </a:solidFill>
                        <a:effectLst/>
                        <a:latin typeface="Arial" pitchFamily="34" charset="0"/>
                        <a:cs typeface="Arial" pitchFamily="34" charset="0"/>
                      </a:endParaRPr>
                    </a:p>
                  </a:txBody>
                  <a:tcPr marL="90000" marR="90000" marT="46807" marB="46807"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
                          <a:srgbClr val="0000FF"/>
                        </a:buClr>
                        <a:buSzPct val="100000"/>
                        <a:buFont typeface="Arial" pitchFamily="34" charset="0"/>
                        <a:buNone/>
                        <a:tabLst/>
                      </a:pPr>
                      <a:r>
                        <a:rPr kumimoji="0" lang="en-US" sz="2000" b="0" i="0" u="none" strike="noStrike" cap="none" normalizeH="0" baseline="0" dirty="0">
                          <a:ln>
                            <a:noFill/>
                          </a:ln>
                          <a:solidFill>
                            <a:schemeClr val="bg1"/>
                          </a:solidFill>
                          <a:effectLst/>
                          <a:latin typeface="Arial" pitchFamily="34" charset="0"/>
                          <a:cs typeface="Arial" pitchFamily="34" charset="0"/>
                        </a:rPr>
                        <a:t>y3  y2  y1  y0</a:t>
                      </a:r>
                      <a:endParaRPr kumimoji="0" lang="ru-RU" sz="2000" b="0" i="0" u="none" strike="noStrike" cap="none" normalizeH="0" baseline="0" dirty="0">
                        <a:ln>
                          <a:noFill/>
                        </a:ln>
                        <a:solidFill>
                          <a:schemeClr val="bg1"/>
                        </a:solidFill>
                        <a:effectLst/>
                        <a:latin typeface="Arial" pitchFamily="34" charset="0"/>
                        <a:cs typeface="Arial" pitchFamily="34" charset="0"/>
                      </a:endParaRPr>
                    </a:p>
                  </a:txBody>
                  <a:tcPr marL="90000" marR="90000" marT="46807" marB="46807"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398463">
                <a:tc>
                  <a:txBody>
                    <a:bodyPr/>
                    <a:lstStyle/>
                    <a:p>
                      <a:pPr marL="0" marR="0" lvl="0" indent="0" algn="ctr" defTabSz="914400" rtl="0" eaLnBrk="0" fontAlgn="base" latinLnBrk="0" hangingPunct="0">
                        <a:lnSpc>
                          <a:spcPct val="100000"/>
                        </a:lnSpc>
                        <a:spcBef>
                          <a:spcPct val="20000"/>
                        </a:spcBef>
                        <a:spcAft>
                          <a:spcPct val="0"/>
                        </a:spcAft>
                        <a:buClr>
                          <a:srgbClr val="0000FF"/>
                        </a:buClr>
                        <a:buSzPct val="100000"/>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0    0</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marL="90000" marR="90000" marT="46807" marB="46807"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CDECB"/>
                    </a:solidFill>
                  </a:tcPr>
                </a:tc>
                <a:tc>
                  <a:txBody>
                    <a:bodyPr/>
                    <a:lstStyle/>
                    <a:p>
                      <a:pPr marL="0" marR="0" lvl="0" indent="0" algn="ctr" defTabSz="914400" rtl="0" eaLnBrk="0" fontAlgn="base" latinLnBrk="0" hangingPunct="0">
                        <a:lnSpc>
                          <a:spcPct val="100000"/>
                        </a:lnSpc>
                        <a:spcBef>
                          <a:spcPct val="20000"/>
                        </a:spcBef>
                        <a:spcAft>
                          <a:spcPct val="0"/>
                        </a:spcAft>
                        <a:buClr>
                          <a:srgbClr val="0000FF"/>
                        </a:buClr>
                        <a:buSzPct val="100000"/>
                        <a:buFont typeface="Arial" pitchFamily="34" charset="0"/>
                        <a:buNone/>
                        <a:tabLst/>
                      </a:pPr>
                      <a:r>
                        <a:rPr kumimoji="0" lang="en-US" sz="2000" b="0" i="0" u="none" strike="noStrike" cap="none" normalizeH="0" baseline="0" dirty="0">
                          <a:ln>
                            <a:noFill/>
                          </a:ln>
                          <a:solidFill>
                            <a:schemeClr val="tx1"/>
                          </a:solidFill>
                          <a:effectLst/>
                          <a:latin typeface="Arial" pitchFamily="34" charset="0"/>
                          <a:cs typeface="Arial" pitchFamily="34" charset="0"/>
                        </a:rPr>
                        <a:t>q3  q2  q1  q0</a:t>
                      </a:r>
                      <a:endParaRPr kumimoji="0" lang="ru-RU" sz="2000" b="0" i="0" u="none" strike="noStrike" cap="none" normalizeH="0" baseline="0" dirty="0">
                        <a:ln>
                          <a:noFill/>
                        </a:ln>
                        <a:solidFill>
                          <a:schemeClr val="tx1"/>
                        </a:solidFill>
                        <a:effectLst/>
                        <a:latin typeface="Arial" pitchFamily="34" charset="0"/>
                        <a:cs typeface="Arial" pitchFamily="34" charset="0"/>
                      </a:endParaRPr>
                    </a:p>
                  </a:txBody>
                  <a:tcPr marL="90000" marR="90000" marT="46807" marB="46807"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CDECB"/>
                    </a:solidFill>
                  </a:tcPr>
                </a:tc>
                <a:extLst>
                  <a:ext uri="{0D108BD9-81ED-4DB2-BD59-A6C34878D82A}">
                    <a16:rowId xmlns:a16="http://schemas.microsoft.com/office/drawing/2014/main" val="10001"/>
                  </a:ext>
                </a:extLst>
              </a:tr>
              <a:tr h="398463">
                <a:tc>
                  <a:txBody>
                    <a:bodyPr/>
                    <a:lstStyle/>
                    <a:p>
                      <a:pPr marL="0" marR="0" lvl="0" indent="0" algn="ctr" defTabSz="914400" rtl="0" eaLnBrk="0" fontAlgn="base" latinLnBrk="0" hangingPunct="0">
                        <a:lnSpc>
                          <a:spcPct val="100000"/>
                        </a:lnSpc>
                        <a:spcBef>
                          <a:spcPct val="20000"/>
                        </a:spcBef>
                        <a:spcAft>
                          <a:spcPct val="0"/>
                        </a:spcAft>
                        <a:buClr>
                          <a:srgbClr val="0000FF"/>
                        </a:buClr>
                        <a:buSzPct val="100000"/>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0    1</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marL="90000" marR="90000" marT="46807" marB="46807"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EFE7"/>
                    </a:solidFill>
                  </a:tcPr>
                </a:tc>
                <a:tc>
                  <a:txBody>
                    <a:bodyPr/>
                    <a:lstStyle/>
                    <a:p>
                      <a:pPr marL="0" marR="0" lvl="0" indent="0" algn="ctr" defTabSz="914400" rtl="0" eaLnBrk="0" fontAlgn="base" latinLnBrk="0" hangingPunct="0">
                        <a:lnSpc>
                          <a:spcPct val="100000"/>
                        </a:lnSpc>
                        <a:spcBef>
                          <a:spcPct val="20000"/>
                        </a:spcBef>
                        <a:spcAft>
                          <a:spcPct val="0"/>
                        </a:spcAft>
                        <a:buClr>
                          <a:srgbClr val="0000FF"/>
                        </a:buClr>
                        <a:buSzPct val="100000"/>
                        <a:buFont typeface="Arial" pitchFamily="34" charset="0"/>
                        <a:buNone/>
                        <a:tabLst/>
                      </a:pPr>
                      <a:r>
                        <a:rPr kumimoji="0" lang="en-US" sz="2000" b="0" i="0" u="none" strike="noStrike" cap="none" normalizeH="0" baseline="0" dirty="0">
                          <a:ln>
                            <a:noFill/>
                          </a:ln>
                          <a:solidFill>
                            <a:schemeClr val="tx1"/>
                          </a:solidFill>
                          <a:effectLst/>
                          <a:latin typeface="Arial" pitchFamily="34" charset="0"/>
                          <a:cs typeface="Arial" pitchFamily="34" charset="0"/>
                        </a:rPr>
                        <a:t>q0  q3  q2  q1</a:t>
                      </a:r>
                      <a:endParaRPr kumimoji="0" lang="ru-RU" sz="2000" b="0" i="0" u="none" strike="noStrike" cap="none" normalizeH="0" baseline="0" dirty="0">
                        <a:ln>
                          <a:noFill/>
                        </a:ln>
                        <a:solidFill>
                          <a:schemeClr val="tx1"/>
                        </a:solidFill>
                        <a:effectLst/>
                        <a:latin typeface="Arial" pitchFamily="34" charset="0"/>
                        <a:cs typeface="Arial" pitchFamily="34" charset="0"/>
                      </a:endParaRPr>
                    </a:p>
                  </a:txBody>
                  <a:tcPr marL="90000" marR="90000" marT="46807" marB="46807"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EFE7"/>
                    </a:solidFill>
                  </a:tcPr>
                </a:tc>
                <a:extLst>
                  <a:ext uri="{0D108BD9-81ED-4DB2-BD59-A6C34878D82A}">
                    <a16:rowId xmlns:a16="http://schemas.microsoft.com/office/drawing/2014/main" val="10002"/>
                  </a:ext>
                </a:extLst>
              </a:tr>
              <a:tr h="398463">
                <a:tc>
                  <a:txBody>
                    <a:bodyPr/>
                    <a:lstStyle/>
                    <a:p>
                      <a:pPr marL="0" marR="0" lvl="0" indent="0" algn="ctr" defTabSz="914400" rtl="0" eaLnBrk="0" fontAlgn="base" latinLnBrk="0" hangingPunct="0">
                        <a:lnSpc>
                          <a:spcPct val="100000"/>
                        </a:lnSpc>
                        <a:spcBef>
                          <a:spcPct val="20000"/>
                        </a:spcBef>
                        <a:spcAft>
                          <a:spcPct val="0"/>
                        </a:spcAft>
                        <a:buClr>
                          <a:srgbClr val="0000FF"/>
                        </a:buClr>
                        <a:buSzPct val="100000"/>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1    0</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marL="90000" marR="90000" marT="46807" marB="46807"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CDECB"/>
                    </a:solidFill>
                  </a:tcPr>
                </a:tc>
                <a:tc>
                  <a:txBody>
                    <a:bodyPr/>
                    <a:lstStyle/>
                    <a:p>
                      <a:pPr marL="0" marR="0" lvl="0" indent="0" algn="ctr" defTabSz="914400" rtl="0" eaLnBrk="0" fontAlgn="base" latinLnBrk="0" hangingPunct="0">
                        <a:lnSpc>
                          <a:spcPct val="100000"/>
                        </a:lnSpc>
                        <a:spcBef>
                          <a:spcPct val="20000"/>
                        </a:spcBef>
                        <a:spcAft>
                          <a:spcPct val="0"/>
                        </a:spcAft>
                        <a:buClr>
                          <a:srgbClr val="0000FF"/>
                        </a:buClr>
                        <a:buSzPct val="100000"/>
                        <a:buFont typeface="Arial" pitchFamily="34" charset="0"/>
                        <a:buNone/>
                        <a:tabLst/>
                      </a:pPr>
                      <a:r>
                        <a:rPr kumimoji="0" lang="en-US" sz="2000" b="0" i="0" u="none" strike="noStrike" cap="none" normalizeH="0" baseline="0" dirty="0">
                          <a:ln>
                            <a:noFill/>
                          </a:ln>
                          <a:solidFill>
                            <a:schemeClr val="tx1"/>
                          </a:solidFill>
                          <a:effectLst/>
                          <a:latin typeface="Arial" pitchFamily="34" charset="0"/>
                          <a:cs typeface="Arial" pitchFamily="34" charset="0"/>
                        </a:rPr>
                        <a:t>q1  q0  q3  q2</a:t>
                      </a:r>
                      <a:endParaRPr kumimoji="0" lang="ru-RU" sz="2000" b="0" i="0" u="none" strike="noStrike" cap="none" normalizeH="0" baseline="0" dirty="0">
                        <a:ln>
                          <a:noFill/>
                        </a:ln>
                        <a:solidFill>
                          <a:schemeClr val="tx1"/>
                        </a:solidFill>
                        <a:effectLst/>
                        <a:latin typeface="Arial" pitchFamily="34" charset="0"/>
                        <a:cs typeface="Arial" pitchFamily="34" charset="0"/>
                      </a:endParaRPr>
                    </a:p>
                  </a:txBody>
                  <a:tcPr marL="90000" marR="90000" marT="46807" marB="46807"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CDECB"/>
                    </a:solidFill>
                  </a:tcPr>
                </a:tc>
                <a:extLst>
                  <a:ext uri="{0D108BD9-81ED-4DB2-BD59-A6C34878D82A}">
                    <a16:rowId xmlns:a16="http://schemas.microsoft.com/office/drawing/2014/main" val="10003"/>
                  </a:ext>
                </a:extLst>
              </a:tr>
              <a:tr h="398463">
                <a:tc>
                  <a:txBody>
                    <a:bodyPr/>
                    <a:lstStyle/>
                    <a:p>
                      <a:pPr marL="0" marR="0" lvl="0" indent="0" algn="ctr" defTabSz="914400" rtl="0" eaLnBrk="0" fontAlgn="base" latinLnBrk="0" hangingPunct="0">
                        <a:lnSpc>
                          <a:spcPct val="100000"/>
                        </a:lnSpc>
                        <a:spcBef>
                          <a:spcPct val="20000"/>
                        </a:spcBef>
                        <a:spcAft>
                          <a:spcPct val="0"/>
                        </a:spcAft>
                        <a:buClr>
                          <a:srgbClr val="0000FF"/>
                        </a:buClr>
                        <a:buSzPct val="100000"/>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1    1</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marL="90000" marR="90000" marT="46807" marB="46807"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EFE7"/>
                    </a:solidFill>
                  </a:tcPr>
                </a:tc>
                <a:tc>
                  <a:txBody>
                    <a:bodyPr/>
                    <a:lstStyle/>
                    <a:p>
                      <a:pPr marL="0" marR="0" lvl="0" indent="0" algn="ctr" defTabSz="914400" rtl="0" eaLnBrk="0" fontAlgn="base" latinLnBrk="0" hangingPunct="0">
                        <a:lnSpc>
                          <a:spcPct val="100000"/>
                        </a:lnSpc>
                        <a:spcBef>
                          <a:spcPct val="20000"/>
                        </a:spcBef>
                        <a:spcAft>
                          <a:spcPct val="0"/>
                        </a:spcAft>
                        <a:buClr>
                          <a:srgbClr val="0000FF"/>
                        </a:buClr>
                        <a:buSzPct val="100000"/>
                        <a:buFont typeface="Arial" pitchFamily="34" charset="0"/>
                        <a:buNone/>
                        <a:tabLst/>
                      </a:pPr>
                      <a:r>
                        <a:rPr kumimoji="0" lang="en-US" sz="2000" b="0" i="0" u="none" strike="noStrike" cap="none" normalizeH="0" baseline="0" dirty="0">
                          <a:ln>
                            <a:noFill/>
                          </a:ln>
                          <a:solidFill>
                            <a:schemeClr val="tx1"/>
                          </a:solidFill>
                          <a:effectLst/>
                          <a:latin typeface="Arial" pitchFamily="34" charset="0"/>
                          <a:cs typeface="Arial" pitchFamily="34" charset="0"/>
                        </a:rPr>
                        <a:t>q2  q1  q0  q3</a:t>
                      </a:r>
                      <a:endParaRPr kumimoji="0" lang="ru-RU" sz="2000" b="0" i="0" u="none" strike="noStrike" cap="none" normalizeH="0" baseline="0" dirty="0">
                        <a:ln>
                          <a:noFill/>
                        </a:ln>
                        <a:solidFill>
                          <a:schemeClr val="tx1"/>
                        </a:solidFill>
                        <a:effectLst/>
                        <a:latin typeface="Arial" pitchFamily="34" charset="0"/>
                        <a:cs typeface="Arial" pitchFamily="34" charset="0"/>
                      </a:endParaRPr>
                    </a:p>
                  </a:txBody>
                  <a:tcPr marL="90000" marR="90000" marT="46807" marB="46807"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EFE7"/>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AutoShape 5">
            <a:extLst>
              <a:ext uri="{FF2B5EF4-FFF2-40B4-BE49-F238E27FC236}">
                <a16:creationId xmlns:a16="http://schemas.microsoft.com/office/drawing/2014/main" id="{C32A1152-12B3-0C73-F631-C13B883A8A94}"/>
              </a:ext>
            </a:extLst>
          </p:cNvPr>
          <p:cNvSpPr>
            <a:spLocks noChangeArrowheads="1"/>
          </p:cNvSpPr>
          <p:nvPr/>
        </p:nvSpPr>
        <p:spPr bwMode="auto">
          <a:xfrm rot="16200000">
            <a:off x="2007394" y="3917157"/>
            <a:ext cx="1035050" cy="39846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12 w 21600"/>
              <a:gd name="T13" fmla="*/ 4476 h 21600"/>
              <a:gd name="T14" fmla="*/ 17088 w 21600"/>
              <a:gd name="T15" fmla="*/ 17124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chemeClr val="accent1"/>
          </a:solidFill>
          <a:ln w="22225">
            <a:solidFill>
              <a:schemeClr val="tx1"/>
            </a:solidFill>
            <a:miter lim="800000"/>
            <a:headEnd/>
            <a:tailEnd/>
          </a:ln>
        </p:spPr>
        <p:txBody>
          <a:bodyPr wrap="none" anchor="ctr"/>
          <a:lstStyle/>
          <a:p>
            <a:endParaRPr lang="en-US"/>
          </a:p>
        </p:txBody>
      </p:sp>
      <p:sp>
        <p:nvSpPr>
          <p:cNvPr id="53251" name="AutoShape 6">
            <a:extLst>
              <a:ext uri="{FF2B5EF4-FFF2-40B4-BE49-F238E27FC236}">
                <a16:creationId xmlns:a16="http://schemas.microsoft.com/office/drawing/2014/main" id="{2A100640-4185-8AD1-CE25-C8051FAA1D1D}"/>
              </a:ext>
            </a:extLst>
          </p:cNvPr>
          <p:cNvSpPr>
            <a:spLocks noChangeArrowheads="1"/>
          </p:cNvSpPr>
          <p:nvPr/>
        </p:nvSpPr>
        <p:spPr bwMode="auto">
          <a:xfrm rot="16200000">
            <a:off x="3598863" y="3906838"/>
            <a:ext cx="1035050" cy="400050"/>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12 w 21600"/>
              <a:gd name="T13" fmla="*/ 4476 h 21600"/>
              <a:gd name="T14" fmla="*/ 17088 w 21600"/>
              <a:gd name="T15" fmla="*/ 17124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chemeClr val="accent1"/>
          </a:solidFill>
          <a:ln w="22225">
            <a:solidFill>
              <a:schemeClr val="tx1"/>
            </a:solidFill>
            <a:miter lim="800000"/>
            <a:headEnd/>
            <a:tailEnd/>
          </a:ln>
        </p:spPr>
        <p:txBody>
          <a:bodyPr wrap="none" anchor="ctr"/>
          <a:lstStyle/>
          <a:p>
            <a:endParaRPr lang="en-US"/>
          </a:p>
        </p:txBody>
      </p:sp>
      <p:sp>
        <p:nvSpPr>
          <p:cNvPr id="53252" name="AutoShape 7">
            <a:extLst>
              <a:ext uri="{FF2B5EF4-FFF2-40B4-BE49-F238E27FC236}">
                <a16:creationId xmlns:a16="http://schemas.microsoft.com/office/drawing/2014/main" id="{CF535DBA-64D3-0BFE-B58E-A8C189D9CB28}"/>
              </a:ext>
            </a:extLst>
          </p:cNvPr>
          <p:cNvSpPr>
            <a:spLocks noChangeArrowheads="1"/>
          </p:cNvSpPr>
          <p:nvPr/>
        </p:nvSpPr>
        <p:spPr bwMode="auto">
          <a:xfrm rot="16200000">
            <a:off x="5214144" y="3909219"/>
            <a:ext cx="1035050" cy="39846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12 w 21600"/>
              <a:gd name="T13" fmla="*/ 4476 h 21600"/>
              <a:gd name="T14" fmla="*/ 17088 w 21600"/>
              <a:gd name="T15" fmla="*/ 17124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chemeClr val="accent1"/>
          </a:solidFill>
          <a:ln w="22225">
            <a:solidFill>
              <a:schemeClr val="tx1"/>
            </a:solidFill>
            <a:miter lim="800000"/>
            <a:headEnd/>
            <a:tailEnd/>
          </a:ln>
        </p:spPr>
        <p:txBody>
          <a:bodyPr wrap="none" anchor="ctr"/>
          <a:lstStyle/>
          <a:p>
            <a:endParaRPr lang="en-US"/>
          </a:p>
        </p:txBody>
      </p:sp>
      <p:sp>
        <p:nvSpPr>
          <p:cNvPr id="53253" name="AutoShape 8">
            <a:extLst>
              <a:ext uri="{FF2B5EF4-FFF2-40B4-BE49-F238E27FC236}">
                <a16:creationId xmlns:a16="http://schemas.microsoft.com/office/drawing/2014/main" id="{B47EA673-E2E8-1CDA-3D52-25EE3AE3F025}"/>
              </a:ext>
            </a:extLst>
          </p:cNvPr>
          <p:cNvSpPr>
            <a:spLocks noChangeArrowheads="1"/>
          </p:cNvSpPr>
          <p:nvPr/>
        </p:nvSpPr>
        <p:spPr bwMode="auto">
          <a:xfrm rot="16200000">
            <a:off x="6701632" y="3909219"/>
            <a:ext cx="1035050" cy="398463"/>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12 w 21600"/>
              <a:gd name="T13" fmla="*/ 4476 h 21600"/>
              <a:gd name="T14" fmla="*/ 17088 w 21600"/>
              <a:gd name="T15" fmla="*/ 17124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chemeClr val="accent1"/>
          </a:solidFill>
          <a:ln w="22225">
            <a:solidFill>
              <a:schemeClr val="tx1"/>
            </a:solidFill>
            <a:miter lim="800000"/>
            <a:headEnd/>
            <a:tailEnd/>
          </a:ln>
        </p:spPr>
        <p:txBody>
          <a:bodyPr wrap="none" anchor="ctr"/>
          <a:lstStyle/>
          <a:p>
            <a:endParaRPr lang="en-US"/>
          </a:p>
        </p:txBody>
      </p:sp>
      <p:sp>
        <p:nvSpPr>
          <p:cNvPr id="53254" name="Rectangle 9">
            <a:extLst>
              <a:ext uri="{FF2B5EF4-FFF2-40B4-BE49-F238E27FC236}">
                <a16:creationId xmlns:a16="http://schemas.microsoft.com/office/drawing/2014/main" id="{86F64B96-C434-4E29-3245-ADBB1890A9A1}"/>
              </a:ext>
            </a:extLst>
          </p:cNvPr>
          <p:cNvSpPr>
            <a:spLocks noChangeArrowheads="1"/>
          </p:cNvSpPr>
          <p:nvPr/>
        </p:nvSpPr>
        <p:spPr bwMode="auto">
          <a:xfrm>
            <a:off x="3079750" y="1317626"/>
            <a:ext cx="711200" cy="1374775"/>
          </a:xfrm>
          <a:prstGeom prst="rect">
            <a:avLst/>
          </a:prstGeom>
          <a:solidFill>
            <a:schemeClr val="accent1"/>
          </a:solidFill>
          <a:ln w="22225">
            <a:solidFill>
              <a:schemeClr val="tx1"/>
            </a:solidFill>
            <a:miter lim="800000"/>
            <a:headEnd/>
            <a:tailEnd/>
          </a:ln>
        </p:spPr>
        <p:txBody>
          <a:bodyPr wrap="none"/>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sz="1600" dirty="0">
                <a:solidFill>
                  <a:schemeClr val="bg1"/>
                </a:solidFill>
              </a:rPr>
              <a:t>RG</a:t>
            </a:r>
            <a:endParaRPr lang="ru-RU" altLang="en-US" sz="1600" dirty="0">
              <a:solidFill>
                <a:schemeClr val="bg1"/>
              </a:solidFill>
            </a:endParaRPr>
          </a:p>
        </p:txBody>
      </p:sp>
      <p:sp>
        <p:nvSpPr>
          <p:cNvPr id="53255" name="Line 10">
            <a:extLst>
              <a:ext uri="{FF2B5EF4-FFF2-40B4-BE49-F238E27FC236}">
                <a16:creationId xmlns:a16="http://schemas.microsoft.com/office/drawing/2014/main" id="{79B4887E-0294-0DC4-49EF-CE86FC87E2C0}"/>
              </a:ext>
            </a:extLst>
          </p:cNvPr>
          <p:cNvSpPr>
            <a:spLocks noChangeShapeType="1"/>
          </p:cNvSpPr>
          <p:nvPr/>
        </p:nvSpPr>
        <p:spPr bwMode="auto">
          <a:xfrm>
            <a:off x="3813176" y="1512888"/>
            <a:ext cx="919163"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3256" name="Line 11">
            <a:extLst>
              <a:ext uri="{FF2B5EF4-FFF2-40B4-BE49-F238E27FC236}">
                <a16:creationId xmlns:a16="http://schemas.microsoft.com/office/drawing/2014/main" id="{A6C6B6EE-5A57-F147-0EA7-B6668007414C}"/>
              </a:ext>
            </a:extLst>
          </p:cNvPr>
          <p:cNvSpPr>
            <a:spLocks noChangeShapeType="1"/>
          </p:cNvSpPr>
          <p:nvPr/>
        </p:nvSpPr>
        <p:spPr bwMode="auto">
          <a:xfrm>
            <a:off x="3802063" y="1758950"/>
            <a:ext cx="73025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3257" name="Line 12">
            <a:extLst>
              <a:ext uri="{FF2B5EF4-FFF2-40B4-BE49-F238E27FC236}">
                <a16:creationId xmlns:a16="http://schemas.microsoft.com/office/drawing/2014/main" id="{DBE92548-A287-46D4-BB2D-4282C91484C7}"/>
              </a:ext>
            </a:extLst>
          </p:cNvPr>
          <p:cNvSpPr>
            <a:spLocks noChangeShapeType="1"/>
          </p:cNvSpPr>
          <p:nvPr/>
        </p:nvSpPr>
        <p:spPr bwMode="auto">
          <a:xfrm>
            <a:off x="3798888" y="2016125"/>
            <a:ext cx="53975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3258" name="Line 13">
            <a:extLst>
              <a:ext uri="{FF2B5EF4-FFF2-40B4-BE49-F238E27FC236}">
                <a16:creationId xmlns:a16="http://schemas.microsoft.com/office/drawing/2014/main" id="{37FA4196-9D04-2C9E-2985-68A6EDCDAAA2}"/>
              </a:ext>
            </a:extLst>
          </p:cNvPr>
          <p:cNvSpPr>
            <a:spLocks noChangeShapeType="1"/>
          </p:cNvSpPr>
          <p:nvPr/>
        </p:nvSpPr>
        <p:spPr bwMode="auto">
          <a:xfrm>
            <a:off x="3790950" y="2300288"/>
            <a:ext cx="331788"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3259" name="Line 14">
            <a:extLst>
              <a:ext uri="{FF2B5EF4-FFF2-40B4-BE49-F238E27FC236}">
                <a16:creationId xmlns:a16="http://schemas.microsoft.com/office/drawing/2014/main" id="{5A46D3EE-C041-0D14-572B-8F612E3EDC43}"/>
              </a:ext>
            </a:extLst>
          </p:cNvPr>
          <p:cNvSpPr>
            <a:spLocks noChangeShapeType="1"/>
          </p:cNvSpPr>
          <p:nvPr/>
        </p:nvSpPr>
        <p:spPr bwMode="auto">
          <a:xfrm>
            <a:off x="2171700" y="3773488"/>
            <a:ext cx="1524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3260" name="Line 15">
            <a:extLst>
              <a:ext uri="{FF2B5EF4-FFF2-40B4-BE49-F238E27FC236}">
                <a16:creationId xmlns:a16="http://schemas.microsoft.com/office/drawing/2014/main" id="{1801BB03-A74E-A672-5612-6F2509D7C59B}"/>
              </a:ext>
            </a:extLst>
          </p:cNvPr>
          <p:cNvSpPr>
            <a:spLocks noChangeShapeType="1"/>
          </p:cNvSpPr>
          <p:nvPr/>
        </p:nvSpPr>
        <p:spPr bwMode="auto">
          <a:xfrm>
            <a:off x="2024064" y="3995738"/>
            <a:ext cx="287337"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3261" name="Line 16">
            <a:extLst>
              <a:ext uri="{FF2B5EF4-FFF2-40B4-BE49-F238E27FC236}">
                <a16:creationId xmlns:a16="http://schemas.microsoft.com/office/drawing/2014/main" id="{E50F4DF0-AC60-621F-623F-430539EBF23C}"/>
              </a:ext>
            </a:extLst>
          </p:cNvPr>
          <p:cNvSpPr>
            <a:spLocks noChangeShapeType="1"/>
          </p:cNvSpPr>
          <p:nvPr/>
        </p:nvSpPr>
        <p:spPr bwMode="auto">
          <a:xfrm>
            <a:off x="1870075" y="4230688"/>
            <a:ext cx="45085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3262" name="Line 17">
            <a:extLst>
              <a:ext uri="{FF2B5EF4-FFF2-40B4-BE49-F238E27FC236}">
                <a16:creationId xmlns:a16="http://schemas.microsoft.com/office/drawing/2014/main" id="{80E2D3CE-09DC-3671-CBDA-0E1D0B3FA2A1}"/>
              </a:ext>
            </a:extLst>
          </p:cNvPr>
          <p:cNvSpPr>
            <a:spLocks noChangeShapeType="1"/>
          </p:cNvSpPr>
          <p:nvPr/>
        </p:nvSpPr>
        <p:spPr bwMode="auto">
          <a:xfrm>
            <a:off x="1690689" y="4425951"/>
            <a:ext cx="631825" cy="3175"/>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3263" name="Line 18">
            <a:extLst>
              <a:ext uri="{FF2B5EF4-FFF2-40B4-BE49-F238E27FC236}">
                <a16:creationId xmlns:a16="http://schemas.microsoft.com/office/drawing/2014/main" id="{49801BDA-FEEA-E438-8B10-6290842C831E}"/>
              </a:ext>
            </a:extLst>
          </p:cNvPr>
          <p:cNvSpPr>
            <a:spLocks noChangeShapeType="1"/>
          </p:cNvSpPr>
          <p:nvPr/>
        </p:nvSpPr>
        <p:spPr bwMode="auto">
          <a:xfrm>
            <a:off x="2724150" y="4111625"/>
            <a:ext cx="230188"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3264" name="Text Box 19">
            <a:extLst>
              <a:ext uri="{FF2B5EF4-FFF2-40B4-BE49-F238E27FC236}">
                <a16:creationId xmlns:a16="http://schemas.microsoft.com/office/drawing/2014/main" id="{9762A560-4ED1-72B6-4EB8-5411E62F0054}"/>
              </a:ext>
            </a:extLst>
          </p:cNvPr>
          <p:cNvSpPr txBox="1">
            <a:spLocks noChangeArrowheads="1"/>
          </p:cNvSpPr>
          <p:nvPr/>
        </p:nvSpPr>
        <p:spPr bwMode="auto">
          <a:xfrm>
            <a:off x="3830639" y="1233488"/>
            <a:ext cx="51752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a:t>q3</a:t>
            </a:r>
            <a:endParaRPr lang="ru-RU" altLang="en-US" sz="1600"/>
          </a:p>
        </p:txBody>
      </p:sp>
      <p:sp>
        <p:nvSpPr>
          <p:cNvPr id="53265" name="Text Box 20">
            <a:extLst>
              <a:ext uri="{FF2B5EF4-FFF2-40B4-BE49-F238E27FC236}">
                <a16:creationId xmlns:a16="http://schemas.microsoft.com/office/drawing/2014/main" id="{9D2EA25A-E05F-D72F-E1F5-880A7097F4FA}"/>
              </a:ext>
            </a:extLst>
          </p:cNvPr>
          <p:cNvSpPr txBox="1">
            <a:spLocks noChangeArrowheads="1"/>
          </p:cNvSpPr>
          <p:nvPr/>
        </p:nvSpPr>
        <p:spPr bwMode="auto">
          <a:xfrm>
            <a:off x="3838575" y="1471613"/>
            <a:ext cx="51593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a:t>q2</a:t>
            </a:r>
            <a:endParaRPr lang="ru-RU" altLang="en-US" sz="1600"/>
          </a:p>
        </p:txBody>
      </p:sp>
      <p:sp>
        <p:nvSpPr>
          <p:cNvPr id="53266" name="Text Box 21">
            <a:extLst>
              <a:ext uri="{FF2B5EF4-FFF2-40B4-BE49-F238E27FC236}">
                <a16:creationId xmlns:a16="http://schemas.microsoft.com/office/drawing/2014/main" id="{4A393E4F-7F89-E0FF-3673-5E65B70823CF}"/>
              </a:ext>
            </a:extLst>
          </p:cNvPr>
          <p:cNvSpPr txBox="1">
            <a:spLocks noChangeArrowheads="1"/>
          </p:cNvSpPr>
          <p:nvPr/>
        </p:nvSpPr>
        <p:spPr bwMode="auto">
          <a:xfrm>
            <a:off x="3863975" y="1724025"/>
            <a:ext cx="51593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a:t>q1</a:t>
            </a:r>
            <a:endParaRPr lang="ru-RU" altLang="en-US" sz="1600"/>
          </a:p>
        </p:txBody>
      </p:sp>
      <p:sp>
        <p:nvSpPr>
          <p:cNvPr id="53267" name="Text Box 22">
            <a:extLst>
              <a:ext uri="{FF2B5EF4-FFF2-40B4-BE49-F238E27FC236}">
                <a16:creationId xmlns:a16="http://schemas.microsoft.com/office/drawing/2014/main" id="{8BD92377-CC5B-FA20-1289-5E5C63C58ED4}"/>
              </a:ext>
            </a:extLst>
          </p:cNvPr>
          <p:cNvSpPr txBox="1">
            <a:spLocks noChangeArrowheads="1"/>
          </p:cNvSpPr>
          <p:nvPr/>
        </p:nvSpPr>
        <p:spPr bwMode="auto">
          <a:xfrm>
            <a:off x="3859214" y="2008188"/>
            <a:ext cx="51752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a:t>q0</a:t>
            </a:r>
            <a:endParaRPr lang="ru-RU" altLang="en-US" sz="1600"/>
          </a:p>
        </p:txBody>
      </p:sp>
      <p:sp>
        <p:nvSpPr>
          <p:cNvPr id="53268" name="Line 23">
            <a:extLst>
              <a:ext uri="{FF2B5EF4-FFF2-40B4-BE49-F238E27FC236}">
                <a16:creationId xmlns:a16="http://schemas.microsoft.com/office/drawing/2014/main" id="{4291F1B2-4C09-B81A-1C7F-0ADC56E16F04}"/>
              </a:ext>
            </a:extLst>
          </p:cNvPr>
          <p:cNvSpPr>
            <a:spLocks noChangeShapeType="1"/>
          </p:cNvSpPr>
          <p:nvPr/>
        </p:nvSpPr>
        <p:spPr bwMode="auto">
          <a:xfrm>
            <a:off x="2473325" y="4548188"/>
            <a:ext cx="0" cy="500062"/>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3269" name="Line 24">
            <a:extLst>
              <a:ext uri="{FF2B5EF4-FFF2-40B4-BE49-F238E27FC236}">
                <a16:creationId xmlns:a16="http://schemas.microsoft.com/office/drawing/2014/main" id="{1F365B44-210F-FBF3-D364-409840B86B8F}"/>
              </a:ext>
            </a:extLst>
          </p:cNvPr>
          <p:cNvSpPr>
            <a:spLocks noChangeShapeType="1"/>
          </p:cNvSpPr>
          <p:nvPr/>
        </p:nvSpPr>
        <p:spPr bwMode="auto">
          <a:xfrm>
            <a:off x="2603500" y="4467226"/>
            <a:ext cx="0" cy="430213"/>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3270" name="Line 25">
            <a:extLst>
              <a:ext uri="{FF2B5EF4-FFF2-40B4-BE49-F238E27FC236}">
                <a16:creationId xmlns:a16="http://schemas.microsoft.com/office/drawing/2014/main" id="{97F57395-5C83-79F2-FEE9-FB6E316366CF}"/>
              </a:ext>
            </a:extLst>
          </p:cNvPr>
          <p:cNvSpPr>
            <a:spLocks noChangeShapeType="1"/>
          </p:cNvSpPr>
          <p:nvPr/>
        </p:nvSpPr>
        <p:spPr bwMode="auto">
          <a:xfrm>
            <a:off x="4197350" y="4443413"/>
            <a:ext cx="0" cy="438150"/>
          </a:xfrm>
          <a:prstGeom prst="line">
            <a:avLst/>
          </a:prstGeom>
          <a:noFill/>
          <a:ln w="22225">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53271" name="Line 26">
            <a:extLst>
              <a:ext uri="{FF2B5EF4-FFF2-40B4-BE49-F238E27FC236}">
                <a16:creationId xmlns:a16="http://schemas.microsoft.com/office/drawing/2014/main" id="{DB0719E9-3AAA-7CED-FD4A-3F7CB5A533D5}"/>
              </a:ext>
            </a:extLst>
          </p:cNvPr>
          <p:cNvSpPr>
            <a:spLocks noChangeShapeType="1"/>
          </p:cNvSpPr>
          <p:nvPr/>
        </p:nvSpPr>
        <p:spPr bwMode="auto">
          <a:xfrm>
            <a:off x="4065588" y="4527550"/>
            <a:ext cx="0" cy="515938"/>
          </a:xfrm>
          <a:prstGeom prst="line">
            <a:avLst/>
          </a:prstGeom>
          <a:noFill/>
          <a:ln w="22225">
            <a:solidFill>
              <a:schemeClr val="tx1"/>
            </a:solidFill>
            <a:round/>
            <a:headEnd type="none" w="sm" len="sm"/>
            <a:tailEnd type="oval" w="med" len="med"/>
          </a:ln>
          <a:extLst>
            <a:ext uri="{909E8E84-426E-40DD-AFC4-6F175D3DCCD1}">
              <a14:hiddenFill xmlns:a14="http://schemas.microsoft.com/office/drawing/2010/main">
                <a:noFill/>
              </a14:hiddenFill>
            </a:ext>
          </a:extLst>
        </p:spPr>
        <p:txBody>
          <a:bodyPr/>
          <a:lstStyle/>
          <a:p>
            <a:endParaRPr lang="en-US"/>
          </a:p>
        </p:txBody>
      </p:sp>
      <p:sp>
        <p:nvSpPr>
          <p:cNvPr id="53272" name="Line 27">
            <a:extLst>
              <a:ext uri="{FF2B5EF4-FFF2-40B4-BE49-F238E27FC236}">
                <a16:creationId xmlns:a16="http://schemas.microsoft.com/office/drawing/2014/main" id="{8629C943-7DB9-32E9-D4B1-2F4AFCA74A5D}"/>
              </a:ext>
            </a:extLst>
          </p:cNvPr>
          <p:cNvSpPr>
            <a:spLocks noChangeShapeType="1"/>
          </p:cNvSpPr>
          <p:nvPr/>
        </p:nvSpPr>
        <p:spPr bwMode="auto">
          <a:xfrm>
            <a:off x="5813425" y="4456114"/>
            <a:ext cx="0" cy="428625"/>
          </a:xfrm>
          <a:prstGeom prst="line">
            <a:avLst/>
          </a:prstGeom>
          <a:noFill/>
          <a:ln w="22225">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53273" name="Line 28">
            <a:extLst>
              <a:ext uri="{FF2B5EF4-FFF2-40B4-BE49-F238E27FC236}">
                <a16:creationId xmlns:a16="http://schemas.microsoft.com/office/drawing/2014/main" id="{B3777015-90A2-276C-3C9C-A51E07A3C132}"/>
              </a:ext>
            </a:extLst>
          </p:cNvPr>
          <p:cNvSpPr>
            <a:spLocks noChangeShapeType="1"/>
          </p:cNvSpPr>
          <p:nvPr/>
        </p:nvSpPr>
        <p:spPr bwMode="auto">
          <a:xfrm>
            <a:off x="5681663" y="4527550"/>
            <a:ext cx="0" cy="515938"/>
          </a:xfrm>
          <a:prstGeom prst="line">
            <a:avLst/>
          </a:prstGeom>
          <a:noFill/>
          <a:ln w="22225">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53274" name="Line 29">
            <a:extLst>
              <a:ext uri="{FF2B5EF4-FFF2-40B4-BE49-F238E27FC236}">
                <a16:creationId xmlns:a16="http://schemas.microsoft.com/office/drawing/2014/main" id="{A4133821-0392-D973-520E-A547E7BDDF4F}"/>
              </a:ext>
            </a:extLst>
          </p:cNvPr>
          <p:cNvSpPr>
            <a:spLocks noChangeShapeType="1"/>
          </p:cNvSpPr>
          <p:nvPr/>
        </p:nvSpPr>
        <p:spPr bwMode="auto">
          <a:xfrm>
            <a:off x="7285038" y="4456113"/>
            <a:ext cx="0" cy="430212"/>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3275" name="Line 30">
            <a:extLst>
              <a:ext uri="{FF2B5EF4-FFF2-40B4-BE49-F238E27FC236}">
                <a16:creationId xmlns:a16="http://schemas.microsoft.com/office/drawing/2014/main" id="{D888791F-36F2-A295-F0DE-37A293670B59}"/>
              </a:ext>
            </a:extLst>
          </p:cNvPr>
          <p:cNvSpPr>
            <a:spLocks noChangeShapeType="1"/>
          </p:cNvSpPr>
          <p:nvPr/>
        </p:nvSpPr>
        <p:spPr bwMode="auto">
          <a:xfrm>
            <a:off x="7164388" y="4540250"/>
            <a:ext cx="0" cy="50800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3276" name="Line 31">
            <a:extLst>
              <a:ext uri="{FF2B5EF4-FFF2-40B4-BE49-F238E27FC236}">
                <a16:creationId xmlns:a16="http://schemas.microsoft.com/office/drawing/2014/main" id="{6A9BD87F-C3C1-171A-4916-8629774E4D6E}"/>
              </a:ext>
            </a:extLst>
          </p:cNvPr>
          <p:cNvSpPr>
            <a:spLocks noChangeShapeType="1"/>
          </p:cNvSpPr>
          <p:nvPr/>
        </p:nvSpPr>
        <p:spPr bwMode="auto">
          <a:xfrm>
            <a:off x="2589214" y="4894263"/>
            <a:ext cx="4694237"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3277" name="Line 32">
            <a:extLst>
              <a:ext uri="{FF2B5EF4-FFF2-40B4-BE49-F238E27FC236}">
                <a16:creationId xmlns:a16="http://schemas.microsoft.com/office/drawing/2014/main" id="{512BB780-2E90-59E2-63AC-BD199B43C32D}"/>
              </a:ext>
            </a:extLst>
          </p:cNvPr>
          <p:cNvSpPr>
            <a:spLocks noChangeShapeType="1"/>
          </p:cNvSpPr>
          <p:nvPr/>
        </p:nvSpPr>
        <p:spPr bwMode="auto">
          <a:xfrm>
            <a:off x="2470150" y="5051425"/>
            <a:ext cx="4694238"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3278" name="Line 33">
            <a:extLst>
              <a:ext uri="{FF2B5EF4-FFF2-40B4-BE49-F238E27FC236}">
                <a16:creationId xmlns:a16="http://schemas.microsoft.com/office/drawing/2014/main" id="{50395064-68CE-A511-754F-432477FCDE73}"/>
              </a:ext>
            </a:extLst>
          </p:cNvPr>
          <p:cNvSpPr>
            <a:spLocks noChangeShapeType="1"/>
          </p:cNvSpPr>
          <p:nvPr/>
        </p:nvSpPr>
        <p:spPr bwMode="auto">
          <a:xfrm>
            <a:off x="4706938" y="5043488"/>
            <a:ext cx="0" cy="220662"/>
          </a:xfrm>
          <a:prstGeom prst="line">
            <a:avLst/>
          </a:prstGeom>
          <a:noFill/>
          <a:ln w="22225">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53279" name="Line 34">
            <a:extLst>
              <a:ext uri="{FF2B5EF4-FFF2-40B4-BE49-F238E27FC236}">
                <a16:creationId xmlns:a16="http://schemas.microsoft.com/office/drawing/2014/main" id="{DF6E1281-2158-C258-3A5B-4852C14A1A7C}"/>
              </a:ext>
            </a:extLst>
          </p:cNvPr>
          <p:cNvSpPr>
            <a:spLocks noChangeShapeType="1"/>
          </p:cNvSpPr>
          <p:nvPr/>
        </p:nvSpPr>
        <p:spPr bwMode="auto">
          <a:xfrm>
            <a:off x="4318000" y="4100513"/>
            <a:ext cx="230188"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3280" name="Line 35">
            <a:extLst>
              <a:ext uri="{FF2B5EF4-FFF2-40B4-BE49-F238E27FC236}">
                <a16:creationId xmlns:a16="http://schemas.microsoft.com/office/drawing/2014/main" id="{F601B46D-A352-54BA-9761-0C1EC7C2507F}"/>
              </a:ext>
            </a:extLst>
          </p:cNvPr>
          <p:cNvSpPr>
            <a:spLocks noChangeShapeType="1"/>
          </p:cNvSpPr>
          <p:nvPr/>
        </p:nvSpPr>
        <p:spPr bwMode="auto">
          <a:xfrm>
            <a:off x="5932489" y="4100513"/>
            <a:ext cx="230187"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3281" name="Line 36">
            <a:extLst>
              <a:ext uri="{FF2B5EF4-FFF2-40B4-BE49-F238E27FC236}">
                <a16:creationId xmlns:a16="http://schemas.microsoft.com/office/drawing/2014/main" id="{BC73C1FB-357D-B4FD-E905-4F6FC398FDB2}"/>
              </a:ext>
            </a:extLst>
          </p:cNvPr>
          <p:cNvSpPr>
            <a:spLocks noChangeShapeType="1"/>
          </p:cNvSpPr>
          <p:nvPr/>
        </p:nvSpPr>
        <p:spPr bwMode="auto">
          <a:xfrm>
            <a:off x="4948238" y="4894264"/>
            <a:ext cx="0" cy="365125"/>
          </a:xfrm>
          <a:prstGeom prst="line">
            <a:avLst/>
          </a:prstGeom>
          <a:noFill/>
          <a:ln w="22225">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53282" name="Line 37">
            <a:extLst>
              <a:ext uri="{FF2B5EF4-FFF2-40B4-BE49-F238E27FC236}">
                <a16:creationId xmlns:a16="http://schemas.microsoft.com/office/drawing/2014/main" id="{D254D113-CCB0-F9A8-E1B3-C214C6DDABAB}"/>
              </a:ext>
            </a:extLst>
          </p:cNvPr>
          <p:cNvSpPr>
            <a:spLocks noChangeShapeType="1"/>
          </p:cNvSpPr>
          <p:nvPr/>
        </p:nvSpPr>
        <p:spPr bwMode="auto">
          <a:xfrm>
            <a:off x="3756026" y="3763963"/>
            <a:ext cx="150813"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3283" name="Line 38">
            <a:extLst>
              <a:ext uri="{FF2B5EF4-FFF2-40B4-BE49-F238E27FC236}">
                <a16:creationId xmlns:a16="http://schemas.microsoft.com/office/drawing/2014/main" id="{AF682341-0F87-6D72-CD4F-70F9A8B18329}"/>
              </a:ext>
            </a:extLst>
          </p:cNvPr>
          <p:cNvSpPr>
            <a:spLocks noChangeShapeType="1"/>
          </p:cNvSpPr>
          <p:nvPr/>
        </p:nvSpPr>
        <p:spPr bwMode="auto">
          <a:xfrm>
            <a:off x="3576638" y="3997325"/>
            <a:ext cx="341312"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3284" name="Line 39">
            <a:extLst>
              <a:ext uri="{FF2B5EF4-FFF2-40B4-BE49-F238E27FC236}">
                <a16:creationId xmlns:a16="http://schemas.microsoft.com/office/drawing/2014/main" id="{16B5B161-6F84-76AA-E41D-3CE21D799ECE}"/>
              </a:ext>
            </a:extLst>
          </p:cNvPr>
          <p:cNvSpPr>
            <a:spLocks noChangeShapeType="1"/>
          </p:cNvSpPr>
          <p:nvPr/>
        </p:nvSpPr>
        <p:spPr bwMode="auto">
          <a:xfrm>
            <a:off x="3421064" y="4232275"/>
            <a:ext cx="490537"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3285" name="Line 40">
            <a:extLst>
              <a:ext uri="{FF2B5EF4-FFF2-40B4-BE49-F238E27FC236}">
                <a16:creationId xmlns:a16="http://schemas.microsoft.com/office/drawing/2014/main" id="{6ED53E30-FA42-0FF5-F98A-6829DA0D6A01}"/>
              </a:ext>
            </a:extLst>
          </p:cNvPr>
          <p:cNvSpPr>
            <a:spLocks noChangeShapeType="1"/>
          </p:cNvSpPr>
          <p:nvPr/>
        </p:nvSpPr>
        <p:spPr bwMode="auto">
          <a:xfrm>
            <a:off x="3241676" y="4454525"/>
            <a:ext cx="657225"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3286" name="Line 41">
            <a:extLst>
              <a:ext uri="{FF2B5EF4-FFF2-40B4-BE49-F238E27FC236}">
                <a16:creationId xmlns:a16="http://schemas.microsoft.com/office/drawing/2014/main" id="{BE323B00-5FB2-CF88-069C-3DA6BEA461AD}"/>
              </a:ext>
            </a:extLst>
          </p:cNvPr>
          <p:cNvSpPr>
            <a:spLocks noChangeShapeType="1"/>
          </p:cNvSpPr>
          <p:nvPr/>
        </p:nvSpPr>
        <p:spPr bwMode="auto">
          <a:xfrm>
            <a:off x="5383213" y="3775075"/>
            <a:ext cx="1524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3287" name="Line 42">
            <a:extLst>
              <a:ext uri="{FF2B5EF4-FFF2-40B4-BE49-F238E27FC236}">
                <a16:creationId xmlns:a16="http://schemas.microsoft.com/office/drawing/2014/main" id="{892494B6-F891-66D9-D073-0CA2B4F8CF81}"/>
              </a:ext>
            </a:extLst>
          </p:cNvPr>
          <p:cNvSpPr>
            <a:spLocks noChangeShapeType="1"/>
          </p:cNvSpPr>
          <p:nvPr/>
        </p:nvSpPr>
        <p:spPr bwMode="auto">
          <a:xfrm>
            <a:off x="5235575" y="3997325"/>
            <a:ext cx="287338"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3288" name="Line 43">
            <a:extLst>
              <a:ext uri="{FF2B5EF4-FFF2-40B4-BE49-F238E27FC236}">
                <a16:creationId xmlns:a16="http://schemas.microsoft.com/office/drawing/2014/main" id="{016DE98A-9D97-B1D2-30EC-655A72497E67}"/>
              </a:ext>
            </a:extLst>
          </p:cNvPr>
          <p:cNvSpPr>
            <a:spLocks noChangeShapeType="1"/>
          </p:cNvSpPr>
          <p:nvPr/>
        </p:nvSpPr>
        <p:spPr bwMode="auto">
          <a:xfrm>
            <a:off x="5070475" y="4208463"/>
            <a:ext cx="465138"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3289" name="Line 44">
            <a:extLst>
              <a:ext uri="{FF2B5EF4-FFF2-40B4-BE49-F238E27FC236}">
                <a16:creationId xmlns:a16="http://schemas.microsoft.com/office/drawing/2014/main" id="{3FAC177B-96C0-BCDB-35AF-434D76B83C2F}"/>
              </a:ext>
            </a:extLst>
          </p:cNvPr>
          <p:cNvSpPr>
            <a:spLocks noChangeShapeType="1"/>
          </p:cNvSpPr>
          <p:nvPr/>
        </p:nvSpPr>
        <p:spPr bwMode="auto">
          <a:xfrm>
            <a:off x="4868863" y="4425950"/>
            <a:ext cx="65405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3290" name="Line 45">
            <a:extLst>
              <a:ext uri="{FF2B5EF4-FFF2-40B4-BE49-F238E27FC236}">
                <a16:creationId xmlns:a16="http://schemas.microsoft.com/office/drawing/2014/main" id="{D1ED60CF-E536-5460-97E1-9600D28014DB}"/>
              </a:ext>
            </a:extLst>
          </p:cNvPr>
          <p:cNvSpPr>
            <a:spLocks noChangeShapeType="1"/>
          </p:cNvSpPr>
          <p:nvPr/>
        </p:nvSpPr>
        <p:spPr bwMode="auto">
          <a:xfrm>
            <a:off x="6837364" y="3775075"/>
            <a:ext cx="179387"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3291" name="Line 46">
            <a:extLst>
              <a:ext uri="{FF2B5EF4-FFF2-40B4-BE49-F238E27FC236}">
                <a16:creationId xmlns:a16="http://schemas.microsoft.com/office/drawing/2014/main" id="{92012468-063D-99C7-669C-A35AD0F7DCFE}"/>
              </a:ext>
            </a:extLst>
          </p:cNvPr>
          <p:cNvSpPr>
            <a:spLocks noChangeShapeType="1"/>
          </p:cNvSpPr>
          <p:nvPr/>
        </p:nvSpPr>
        <p:spPr bwMode="auto">
          <a:xfrm>
            <a:off x="6711950" y="4008438"/>
            <a:ext cx="287338"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3292" name="Line 47">
            <a:extLst>
              <a:ext uri="{FF2B5EF4-FFF2-40B4-BE49-F238E27FC236}">
                <a16:creationId xmlns:a16="http://schemas.microsoft.com/office/drawing/2014/main" id="{8FF4DFBA-61F1-5D3B-7368-B4FA316ED5BF}"/>
              </a:ext>
            </a:extLst>
          </p:cNvPr>
          <p:cNvSpPr>
            <a:spLocks noChangeShapeType="1"/>
          </p:cNvSpPr>
          <p:nvPr/>
        </p:nvSpPr>
        <p:spPr bwMode="auto">
          <a:xfrm>
            <a:off x="6535738" y="4232275"/>
            <a:ext cx="48895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3293" name="Line 48">
            <a:extLst>
              <a:ext uri="{FF2B5EF4-FFF2-40B4-BE49-F238E27FC236}">
                <a16:creationId xmlns:a16="http://schemas.microsoft.com/office/drawing/2014/main" id="{B50F6DB3-3436-2D10-D881-C703F690B152}"/>
              </a:ext>
            </a:extLst>
          </p:cNvPr>
          <p:cNvSpPr>
            <a:spLocks noChangeShapeType="1"/>
          </p:cNvSpPr>
          <p:nvPr/>
        </p:nvSpPr>
        <p:spPr bwMode="auto">
          <a:xfrm>
            <a:off x="6367464" y="4443413"/>
            <a:ext cx="657225"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3294" name="Text Box 49">
            <a:extLst>
              <a:ext uri="{FF2B5EF4-FFF2-40B4-BE49-F238E27FC236}">
                <a16:creationId xmlns:a16="http://schemas.microsoft.com/office/drawing/2014/main" id="{5C1BBF29-327B-86C6-BC11-417B008D325C}"/>
              </a:ext>
            </a:extLst>
          </p:cNvPr>
          <p:cNvSpPr txBox="1">
            <a:spLocks noChangeArrowheads="1"/>
          </p:cNvSpPr>
          <p:nvPr/>
        </p:nvSpPr>
        <p:spPr bwMode="auto">
          <a:xfrm>
            <a:off x="2312988" y="3619501"/>
            <a:ext cx="29051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400" dirty="0">
                <a:solidFill>
                  <a:schemeClr val="bg1"/>
                </a:solidFill>
              </a:rPr>
              <a:t>0</a:t>
            </a:r>
            <a:endParaRPr lang="ru-RU" altLang="en-US" sz="1400" dirty="0">
              <a:solidFill>
                <a:schemeClr val="bg1"/>
              </a:solidFill>
            </a:endParaRPr>
          </a:p>
        </p:txBody>
      </p:sp>
      <p:sp>
        <p:nvSpPr>
          <p:cNvPr id="53295" name="Text Box 50">
            <a:extLst>
              <a:ext uri="{FF2B5EF4-FFF2-40B4-BE49-F238E27FC236}">
                <a16:creationId xmlns:a16="http://schemas.microsoft.com/office/drawing/2014/main" id="{9B93BCA5-5D6B-83BC-9A46-83ACBA86E56D}"/>
              </a:ext>
            </a:extLst>
          </p:cNvPr>
          <p:cNvSpPr txBox="1">
            <a:spLocks noChangeArrowheads="1"/>
          </p:cNvSpPr>
          <p:nvPr/>
        </p:nvSpPr>
        <p:spPr bwMode="auto">
          <a:xfrm>
            <a:off x="2301876" y="3830639"/>
            <a:ext cx="29051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400">
                <a:solidFill>
                  <a:schemeClr val="bg1"/>
                </a:solidFill>
              </a:rPr>
              <a:t>1</a:t>
            </a:r>
            <a:endParaRPr lang="ru-RU" altLang="en-US" sz="1400">
              <a:solidFill>
                <a:schemeClr val="bg1"/>
              </a:solidFill>
            </a:endParaRPr>
          </a:p>
        </p:txBody>
      </p:sp>
      <p:sp>
        <p:nvSpPr>
          <p:cNvPr id="53296" name="Text Box 51">
            <a:extLst>
              <a:ext uri="{FF2B5EF4-FFF2-40B4-BE49-F238E27FC236}">
                <a16:creationId xmlns:a16="http://schemas.microsoft.com/office/drawing/2014/main" id="{79753070-01A1-977B-54DD-BF725B76C951}"/>
              </a:ext>
            </a:extLst>
          </p:cNvPr>
          <p:cNvSpPr txBox="1">
            <a:spLocks noChangeArrowheads="1"/>
          </p:cNvSpPr>
          <p:nvPr/>
        </p:nvSpPr>
        <p:spPr bwMode="auto">
          <a:xfrm>
            <a:off x="2312988" y="4064001"/>
            <a:ext cx="29051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400">
                <a:solidFill>
                  <a:schemeClr val="bg1"/>
                </a:solidFill>
              </a:rPr>
              <a:t>2</a:t>
            </a:r>
            <a:endParaRPr lang="ru-RU" altLang="en-US" sz="1400">
              <a:solidFill>
                <a:schemeClr val="bg1"/>
              </a:solidFill>
            </a:endParaRPr>
          </a:p>
        </p:txBody>
      </p:sp>
      <p:sp>
        <p:nvSpPr>
          <p:cNvPr id="53297" name="Text Box 52">
            <a:extLst>
              <a:ext uri="{FF2B5EF4-FFF2-40B4-BE49-F238E27FC236}">
                <a16:creationId xmlns:a16="http://schemas.microsoft.com/office/drawing/2014/main" id="{F94C514C-8AC3-5C7B-FAF7-3B01F98DC8B0}"/>
              </a:ext>
            </a:extLst>
          </p:cNvPr>
          <p:cNvSpPr txBox="1">
            <a:spLocks noChangeArrowheads="1"/>
          </p:cNvSpPr>
          <p:nvPr/>
        </p:nvSpPr>
        <p:spPr bwMode="auto">
          <a:xfrm>
            <a:off x="2324101" y="4275139"/>
            <a:ext cx="288925"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400">
                <a:solidFill>
                  <a:schemeClr val="bg1"/>
                </a:solidFill>
              </a:rPr>
              <a:t>3</a:t>
            </a:r>
            <a:endParaRPr lang="ru-RU" altLang="en-US" sz="1400">
              <a:solidFill>
                <a:schemeClr val="bg1"/>
              </a:solidFill>
            </a:endParaRPr>
          </a:p>
        </p:txBody>
      </p:sp>
      <p:sp>
        <p:nvSpPr>
          <p:cNvPr id="53298" name="Text Box 53">
            <a:extLst>
              <a:ext uri="{FF2B5EF4-FFF2-40B4-BE49-F238E27FC236}">
                <a16:creationId xmlns:a16="http://schemas.microsoft.com/office/drawing/2014/main" id="{C89D517D-5549-CCD1-E027-0269EC322D7B}"/>
              </a:ext>
            </a:extLst>
          </p:cNvPr>
          <p:cNvSpPr txBox="1">
            <a:spLocks noChangeArrowheads="1"/>
          </p:cNvSpPr>
          <p:nvPr/>
        </p:nvSpPr>
        <p:spPr bwMode="auto">
          <a:xfrm>
            <a:off x="3897314" y="3632201"/>
            <a:ext cx="288925"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400" dirty="0">
                <a:solidFill>
                  <a:schemeClr val="bg1"/>
                </a:solidFill>
              </a:rPr>
              <a:t>0</a:t>
            </a:r>
            <a:endParaRPr lang="ru-RU" altLang="en-US" sz="1400" dirty="0">
              <a:solidFill>
                <a:schemeClr val="bg1"/>
              </a:solidFill>
            </a:endParaRPr>
          </a:p>
        </p:txBody>
      </p:sp>
      <p:sp>
        <p:nvSpPr>
          <p:cNvPr id="53299" name="Text Box 54">
            <a:extLst>
              <a:ext uri="{FF2B5EF4-FFF2-40B4-BE49-F238E27FC236}">
                <a16:creationId xmlns:a16="http://schemas.microsoft.com/office/drawing/2014/main" id="{9C3A09B2-2CFE-1FA9-3E15-4C79D191CFAC}"/>
              </a:ext>
            </a:extLst>
          </p:cNvPr>
          <p:cNvSpPr txBox="1">
            <a:spLocks noChangeArrowheads="1"/>
          </p:cNvSpPr>
          <p:nvPr/>
        </p:nvSpPr>
        <p:spPr bwMode="auto">
          <a:xfrm>
            <a:off x="3886201" y="3841751"/>
            <a:ext cx="288925"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400">
                <a:solidFill>
                  <a:schemeClr val="bg1"/>
                </a:solidFill>
              </a:rPr>
              <a:t>1</a:t>
            </a:r>
            <a:endParaRPr lang="ru-RU" altLang="en-US" sz="1400">
              <a:solidFill>
                <a:schemeClr val="bg1"/>
              </a:solidFill>
            </a:endParaRPr>
          </a:p>
        </p:txBody>
      </p:sp>
      <p:sp>
        <p:nvSpPr>
          <p:cNvPr id="53300" name="Text Box 55">
            <a:extLst>
              <a:ext uri="{FF2B5EF4-FFF2-40B4-BE49-F238E27FC236}">
                <a16:creationId xmlns:a16="http://schemas.microsoft.com/office/drawing/2014/main" id="{0F9C9F9B-F7FF-F875-D7D0-EF977887FF59}"/>
              </a:ext>
            </a:extLst>
          </p:cNvPr>
          <p:cNvSpPr txBox="1">
            <a:spLocks noChangeArrowheads="1"/>
          </p:cNvSpPr>
          <p:nvPr/>
        </p:nvSpPr>
        <p:spPr bwMode="auto">
          <a:xfrm>
            <a:off x="3897314" y="4075114"/>
            <a:ext cx="288925"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400">
                <a:solidFill>
                  <a:schemeClr val="bg1"/>
                </a:solidFill>
              </a:rPr>
              <a:t>2</a:t>
            </a:r>
            <a:endParaRPr lang="ru-RU" altLang="en-US" sz="1400">
              <a:solidFill>
                <a:schemeClr val="bg1"/>
              </a:solidFill>
            </a:endParaRPr>
          </a:p>
        </p:txBody>
      </p:sp>
      <p:sp>
        <p:nvSpPr>
          <p:cNvPr id="53301" name="Text Box 56">
            <a:extLst>
              <a:ext uri="{FF2B5EF4-FFF2-40B4-BE49-F238E27FC236}">
                <a16:creationId xmlns:a16="http://schemas.microsoft.com/office/drawing/2014/main" id="{BD2FA9B2-A467-3FB6-EA9A-0A676DF82C21}"/>
              </a:ext>
            </a:extLst>
          </p:cNvPr>
          <p:cNvSpPr txBox="1">
            <a:spLocks noChangeArrowheads="1"/>
          </p:cNvSpPr>
          <p:nvPr/>
        </p:nvSpPr>
        <p:spPr bwMode="auto">
          <a:xfrm>
            <a:off x="3906838" y="4286251"/>
            <a:ext cx="29051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400">
                <a:solidFill>
                  <a:schemeClr val="bg1"/>
                </a:solidFill>
              </a:rPr>
              <a:t>3</a:t>
            </a:r>
            <a:endParaRPr lang="ru-RU" altLang="en-US" sz="1400">
              <a:solidFill>
                <a:schemeClr val="bg1"/>
              </a:solidFill>
            </a:endParaRPr>
          </a:p>
        </p:txBody>
      </p:sp>
      <p:sp>
        <p:nvSpPr>
          <p:cNvPr id="53302" name="Text Box 57">
            <a:extLst>
              <a:ext uri="{FF2B5EF4-FFF2-40B4-BE49-F238E27FC236}">
                <a16:creationId xmlns:a16="http://schemas.microsoft.com/office/drawing/2014/main" id="{8D4F3AA3-6A1D-97AD-906C-32BF99D79C96}"/>
              </a:ext>
            </a:extLst>
          </p:cNvPr>
          <p:cNvSpPr txBox="1">
            <a:spLocks noChangeArrowheads="1"/>
          </p:cNvSpPr>
          <p:nvPr/>
        </p:nvSpPr>
        <p:spPr bwMode="auto">
          <a:xfrm>
            <a:off x="5511801" y="3632201"/>
            <a:ext cx="29051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400">
                <a:solidFill>
                  <a:schemeClr val="bg1"/>
                </a:solidFill>
              </a:rPr>
              <a:t>0</a:t>
            </a:r>
            <a:endParaRPr lang="ru-RU" altLang="en-US" sz="1400">
              <a:solidFill>
                <a:schemeClr val="bg1"/>
              </a:solidFill>
            </a:endParaRPr>
          </a:p>
        </p:txBody>
      </p:sp>
      <p:sp>
        <p:nvSpPr>
          <p:cNvPr id="53303" name="Text Box 58">
            <a:extLst>
              <a:ext uri="{FF2B5EF4-FFF2-40B4-BE49-F238E27FC236}">
                <a16:creationId xmlns:a16="http://schemas.microsoft.com/office/drawing/2014/main" id="{711C91A7-F6D2-3DA9-D7BA-CA61C9B2BD94}"/>
              </a:ext>
            </a:extLst>
          </p:cNvPr>
          <p:cNvSpPr txBox="1">
            <a:spLocks noChangeArrowheads="1"/>
          </p:cNvSpPr>
          <p:nvPr/>
        </p:nvSpPr>
        <p:spPr bwMode="auto">
          <a:xfrm>
            <a:off x="5502276" y="3841751"/>
            <a:ext cx="288925"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400">
                <a:solidFill>
                  <a:schemeClr val="bg1"/>
                </a:solidFill>
              </a:rPr>
              <a:t>1</a:t>
            </a:r>
            <a:endParaRPr lang="ru-RU" altLang="en-US" sz="1400">
              <a:solidFill>
                <a:schemeClr val="bg1"/>
              </a:solidFill>
            </a:endParaRPr>
          </a:p>
        </p:txBody>
      </p:sp>
      <p:sp>
        <p:nvSpPr>
          <p:cNvPr id="53304" name="Text Box 59">
            <a:extLst>
              <a:ext uri="{FF2B5EF4-FFF2-40B4-BE49-F238E27FC236}">
                <a16:creationId xmlns:a16="http://schemas.microsoft.com/office/drawing/2014/main" id="{FB099AC3-1F75-1999-6E13-30D9F6FFA42F}"/>
              </a:ext>
            </a:extLst>
          </p:cNvPr>
          <p:cNvSpPr txBox="1">
            <a:spLocks noChangeArrowheads="1"/>
          </p:cNvSpPr>
          <p:nvPr/>
        </p:nvSpPr>
        <p:spPr bwMode="auto">
          <a:xfrm>
            <a:off x="5511801" y="4075114"/>
            <a:ext cx="29051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400">
                <a:solidFill>
                  <a:schemeClr val="bg1"/>
                </a:solidFill>
              </a:rPr>
              <a:t>2</a:t>
            </a:r>
            <a:endParaRPr lang="ru-RU" altLang="en-US" sz="1400">
              <a:solidFill>
                <a:schemeClr val="bg1"/>
              </a:solidFill>
            </a:endParaRPr>
          </a:p>
        </p:txBody>
      </p:sp>
      <p:sp>
        <p:nvSpPr>
          <p:cNvPr id="53305" name="Text Box 60">
            <a:extLst>
              <a:ext uri="{FF2B5EF4-FFF2-40B4-BE49-F238E27FC236}">
                <a16:creationId xmlns:a16="http://schemas.microsoft.com/office/drawing/2014/main" id="{FF24DACF-E1A7-AFC9-8944-BE53BD0B9656}"/>
              </a:ext>
            </a:extLst>
          </p:cNvPr>
          <p:cNvSpPr txBox="1">
            <a:spLocks noChangeArrowheads="1"/>
          </p:cNvSpPr>
          <p:nvPr/>
        </p:nvSpPr>
        <p:spPr bwMode="auto">
          <a:xfrm>
            <a:off x="5522913" y="4286251"/>
            <a:ext cx="29051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400">
                <a:solidFill>
                  <a:schemeClr val="bg1"/>
                </a:solidFill>
              </a:rPr>
              <a:t>3</a:t>
            </a:r>
            <a:endParaRPr lang="ru-RU" altLang="en-US" sz="1400">
              <a:solidFill>
                <a:schemeClr val="bg1"/>
              </a:solidFill>
            </a:endParaRPr>
          </a:p>
        </p:txBody>
      </p:sp>
      <p:sp>
        <p:nvSpPr>
          <p:cNvPr id="53306" name="Text Box 61">
            <a:extLst>
              <a:ext uri="{FF2B5EF4-FFF2-40B4-BE49-F238E27FC236}">
                <a16:creationId xmlns:a16="http://schemas.microsoft.com/office/drawing/2014/main" id="{58346B21-5128-FAB6-CD40-10311611015B}"/>
              </a:ext>
            </a:extLst>
          </p:cNvPr>
          <p:cNvSpPr txBox="1">
            <a:spLocks noChangeArrowheads="1"/>
          </p:cNvSpPr>
          <p:nvPr/>
        </p:nvSpPr>
        <p:spPr bwMode="auto">
          <a:xfrm>
            <a:off x="7010401" y="3654426"/>
            <a:ext cx="288925"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400">
                <a:solidFill>
                  <a:schemeClr val="bg1"/>
                </a:solidFill>
              </a:rPr>
              <a:t>0</a:t>
            </a:r>
            <a:endParaRPr lang="ru-RU" altLang="en-US" sz="1400">
              <a:solidFill>
                <a:schemeClr val="bg1"/>
              </a:solidFill>
            </a:endParaRPr>
          </a:p>
        </p:txBody>
      </p:sp>
      <p:sp>
        <p:nvSpPr>
          <p:cNvPr id="53307" name="Text Box 62">
            <a:extLst>
              <a:ext uri="{FF2B5EF4-FFF2-40B4-BE49-F238E27FC236}">
                <a16:creationId xmlns:a16="http://schemas.microsoft.com/office/drawing/2014/main" id="{8D4AB26F-FD51-6B89-A7E7-1E4B98199EE3}"/>
              </a:ext>
            </a:extLst>
          </p:cNvPr>
          <p:cNvSpPr txBox="1">
            <a:spLocks noChangeArrowheads="1"/>
          </p:cNvSpPr>
          <p:nvPr/>
        </p:nvSpPr>
        <p:spPr bwMode="auto">
          <a:xfrm>
            <a:off x="6999289" y="3863976"/>
            <a:ext cx="288925"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400">
                <a:solidFill>
                  <a:schemeClr val="bg1"/>
                </a:solidFill>
              </a:rPr>
              <a:t>1</a:t>
            </a:r>
            <a:endParaRPr lang="ru-RU" altLang="en-US" sz="1400">
              <a:solidFill>
                <a:schemeClr val="bg1"/>
              </a:solidFill>
            </a:endParaRPr>
          </a:p>
        </p:txBody>
      </p:sp>
      <p:sp>
        <p:nvSpPr>
          <p:cNvPr id="53308" name="Text Box 63">
            <a:extLst>
              <a:ext uri="{FF2B5EF4-FFF2-40B4-BE49-F238E27FC236}">
                <a16:creationId xmlns:a16="http://schemas.microsoft.com/office/drawing/2014/main" id="{CBBC5E90-81E4-7F97-C56C-D868772E87D6}"/>
              </a:ext>
            </a:extLst>
          </p:cNvPr>
          <p:cNvSpPr txBox="1">
            <a:spLocks noChangeArrowheads="1"/>
          </p:cNvSpPr>
          <p:nvPr/>
        </p:nvSpPr>
        <p:spPr bwMode="auto">
          <a:xfrm>
            <a:off x="7010401" y="4098926"/>
            <a:ext cx="288925"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400">
                <a:solidFill>
                  <a:schemeClr val="bg1"/>
                </a:solidFill>
              </a:rPr>
              <a:t>2</a:t>
            </a:r>
            <a:endParaRPr lang="ru-RU" altLang="en-US" sz="1400">
              <a:solidFill>
                <a:schemeClr val="bg1"/>
              </a:solidFill>
            </a:endParaRPr>
          </a:p>
        </p:txBody>
      </p:sp>
      <p:sp>
        <p:nvSpPr>
          <p:cNvPr id="53309" name="Text Box 64">
            <a:extLst>
              <a:ext uri="{FF2B5EF4-FFF2-40B4-BE49-F238E27FC236}">
                <a16:creationId xmlns:a16="http://schemas.microsoft.com/office/drawing/2014/main" id="{F8858662-CC2E-2352-C5F9-E2E5EE14FE7F}"/>
              </a:ext>
            </a:extLst>
          </p:cNvPr>
          <p:cNvSpPr txBox="1">
            <a:spLocks noChangeArrowheads="1"/>
          </p:cNvSpPr>
          <p:nvPr/>
        </p:nvSpPr>
        <p:spPr bwMode="auto">
          <a:xfrm>
            <a:off x="7021514" y="4310064"/>
            <a:ext cx="288925"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400">
                <a:solidFill>
                  <a:schemeClr val="bg1"/>
                </a:solidFill>
              </a:rPr>
              <a:t>3</a:t>
            </a:r>
            <a:endParaRPr lang="ru-RU" altLang="en-US" sz="1400">
              <a:solidFill>
                <a:schemeClr val="bg1"/>
              </a:solidFill>
            </a:endParaRPr>
          </a:p>
        </p:txBody>
      </p:sp>
      <p:sp>
        <p:nvSpPr>
          <p:cNvPr id="53310" name="Line 65">
            <a:extLst>
              <a:ext uri="{FF2B5EF4-FFF2-40B4-BE49-F238E27FC236}">
                <a16:creationId xmlns:a16="http://schemas.microsoft.com/office/drawing/2014/main" id="{24AE4099-2896-292B-98C1-A75D14FA13B9}"/>
              </a:ext>
            </a:extLst>
          </p:cNvPr>
          <p:cNvSpPr>
            <a:spLocks noChangeShapeType="1"/>
          </p:cNvSpPr>
          <p:nvPr/>
        </p:nvSpPr>
        <p:spPr bwMode="auto">
          <a:xfrm>
            <a:off x="1870075" y="3209925"/>
            <a:ext cx="4827588"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3311" name="Line 66">
            <a:extLst>
              <a:ext uri="{FF2B5EF4-FFF2-40B4-BE49-F238E27FC236}">
                <a16:creationId xmlns:a16="http://schemas.microsoft.com/office/drawing/2014/main" id="{2D27ECE2-9E89-F469-07CC-BCD96D9EDA42}"/>
              </a:ext>
            </a:extLst>
          </p:cNvPr>
          <p:cNvSpPr>
            <a:spLocks noChangeShapeType="1"/>
          </p:cNvSpPr>
          <p:nvPr/>
        </p:nvSpPr>
        <p:spPr bwMode="auto">
          <a:xfrm>
            <a:off x="1676401" y="3009900"/>
            <a:ext cx="4854575"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3312" name="Line 67">
            <a:extLst>
              <a:ext uri="{FF2B5EF4-FFF2-40B4-BE49-F238E27FC236}">
                <a16:creationId xmlns:a16="http://schemas.microsoft.com/office/drawing/2014/main" id="{71DCD110-40EB-163E-7ED4-969FE717282C}"/>
              </a:ext>
            </a:extLst>
          </p:cNvPr>
          <p:cNvSpPr>
            <a:spLocks noChangeShapeType="1"/>
          </p:cNvSpPr>
          <p:nvPr/>
        </p:nvSpPr>
        <p:spPr bwMode="auto">
          <a:xfrm>
            <a:off x="2171700" y="2824163"/>
            <a:ext cx="4192588"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3313" name="Line 68">
            <a:extLst>
              <a:ext uri="{FF2B5EF4-FFF2-40B4-BE49-F238E27FC236}">
                <a16:creationId xmlns:a16="http://schemas.microsoft.com/office/drawing/2014/main" id="{9F58C36F-1019-354C-0F88-82A352B6A160}"/>
              </a:ext>
            </a:extLst>
          </p:cNvPr>
          <p:cNvSpPr>
            <a:spLocks noChangeShapeType="1"/>
          </p:cNvSpPr>
          <p:nvPr/>
        </p:nvSpPr>
        <p:spPr bwMode="auto">
          <a:xfrm>
            <a:off x="2020889" y="3397250"/>
            <a:ext cx="4808537"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3314" name="Line 69">
            <a:extLst>
              <a:ext uri="{FF2B5EF4-FFF2-40B4-BE49-F238E27FC236}">
                <a16:creationId xmlns:a16="http://schemas.microsoft.com/office/drawing/2014/main" id="{3264F6A7-229E-B715-0330-4B2BD065F2A5}"/>
              </a:ext>
            </a:extLst>
          </p:cNvPr>
          <p:cNvSpPr>
            <a:spLocks noChangeShapeType="1"/>
          </p:cNvSpPr>
          <p:nvPr/>
        </p:nvSpPr>
        <p:spPr bwMode="auto">
          <a:xfrm flipV="1">
            <a:off x="4125913" y="2300288"/>
            <a:ext cx="0" cy="1104900"/>
          </a:xfrm>
          <a:prstGeom prst="line">
            <a:avLst/>
          </a:prstGeom>
          <a:noFill/>
          <a:ln w="22225">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53315" name="Line 70">
            <a:extLst>
              <a:ext uri="{FF2B5EF4-FFF2-40B4-BE49-F238E27FC236}">
                <a16:creationId xmlns:a16="http://schemas.microsoft.com/office/drawing/2014/main" id="{ECE900C2-0054-7014-0FCF-B8AF448E492D}"/>
              </a:ext>
            </a:extLst>
          </p:cNvPr>
          <p:cNvSpPr>
            <a:spLocks noChangeShapeType="1"/>
          </p:cNvSpPr>
          <p:nvPr/>
        </p:nvSpPr>
        <p:spPr bwMode="auto">
          <a:xfrm flipV="1">
            <a:off x="4344988" y="2020888"/>
            <a:ext cx="0" cy="1192212"/>
          </a:xfrm>
          <a:prstGeom prst="line">
            <a:avLst/>
          </a:prstGeom>
          <a:noFill/>
          <a:ln w="22225">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53316" name="Line 71">
            <a:extLst>
              <a:ext uri="{FF2B5EF4-FFF2-40B4-BE49-F238E27FC236}">
                <a16:creationId xmlns:a16="http://schemas.microsoft.com/office/drawing/2014/main" id="{82B4EEC2-9A03-F04C-A593-F85BEDBC665D}"/>
              </a:ext>
            </a:extLst>
          </p:cNvPr>
          <p:cNvSpPr>
            <a:spLocks noChangeShapeType="1"/>
          </p:cNvSpPr>
          <p:nvPr/>
        </p:nvSpPr>
        <p:spPr bwMode="auto">
          <a:xfrm flipV="1">
            <a:off x="4541838" y="1763713"/>
            <a:ext cx="0" cy="1250950"/>
          </a:xfrm>
          <a:prstGeom prst="line">
            <a:avLst/>
          </a:prstGeom>
          <a:noFill/>
          <a:ln w="22225">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53317" name="Line 72">
            <a:extLst>
              <a:ext uri="{FF2B5EF4-FFF2-40B4-BE49-F238E27FC236}">
                <a16:creationId xmlns:a16="http://schemas.microsoft.com/office/drawing/2014/main" id="{5C9E9AF8-3651-B83C-3217-2DB70BD23BCF}"/>
              </a:ext>
            </a:extLst>
          </p:cNvPr>
          <p:cNvSpPr>
            <a:spLocks noChangeShapeType="1"/>
          </p:cNvSpPr>
          <p:nvPr/>
        </p:nvSpPr>
        <p:spPr bwMode="auto">
          <a:xfrm flipV="1">
            <a:off x="4738688" y="1519238"/>
            <a:ext cx="0" cy="1308100"/>
          </a:xfrm>
          <a:prstGeom prst="line">
            <a:avLst/>
          </a:prstGeom>
          <a:noFill/>
          <a:ln w="22225">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53318" name="Line 73">
            <a:extLst>
              <a:ext uri="{FF2B5EF4-FFF2-40B4-BE49-F238E27FC236}">
                <a16:creationId xmlns:a16="http://schemas.microsoft.com/office/drawing/2014/main" id="{304E4D92-D3B0-55D0-3C7C-1E7DDED1A5D7}"/>
              </a:ext>
            </a:extLst>
          </p:cNvPr>
          <p:cNvSpPr>
            <a:spLocks noChangeShapeType="1"/>
          </p:cNvSpPr>
          <p:nvPr/>
        </p:nvSpPr>
        <p:spPr bwMode="auto">
          <a:xfrm flipV="1">
            <a:off x="3743325" y="3013075"/>
            <a:ext cx="0" cy="744538"/>
          </a:xfrm>
          <a:prstGeom prst="line">
            <a:avLst/>
          </a:prstGeom>
          <a:noFill/>
          <a:ln w="22225">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53319" name="Line 74">
            <a:extLst>
              <a:ext uri="{FF2B5EF4-FFF2-40B4-BE49-F238E27FC236}">
                <a16:creationId xmlns:a16="http://schemas.microsoft.com/office/drawing/2014/main" id="{B48C753B-BE22-8A01-723D-38993AF0AD6A}"/>
              </a:ext>
            </a:extLst>
          </p:cNvPr>
          <p:cNvSpPr>
            <a:spLocks noChangeShapeType="1"/>
          </p:cNvSpPr>
          <p:nvPr/>
        </p:nvSpPr>
        <p:spPr bwMode="auto">
          <a:xfrm flipV="1">
            <a:off x="5384800" y="3206751"/>
            <a:ext cx="0" cy="557213"/>
          </a:xfrm>
          <a:prstGeom prst="line">
            <a:avLst/>
          </a:prstGeom>
          <a:noFill/>
          <a:ln w="22225">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53320" name="Line 75">
            <a:extLst>
              <a:ext uri="{FF2B5EF4-FFF2-40B4-BE49-F238E27FC236}">
                <a16:creationId xmlns:a16="http://schemas.microsoft.com/office/drawing/2014/main" id="{A97452DD-EC93-34B9-3B70-38CB0706720F}"/>
              </a:ext>
            </a:extLst>
          </p:cNvPr>
          <p:cNvSpPr>
            <a:spLocks noChangeShapeType="1"/>
          </p:cNvSpPr>
          <p:nvPr/>
        </p:nvSpPr>
        <p:spPr bwMode="auto">
          <a:xfrm flipV="1">
            <a:off x="6837364" y="3394076"/>
            <a:ext cx="3175" cy="377825"/>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3321" name="Text Box 76">
            <a:extLst>
              <a:ext uri="{FF2B5EF4-FFF2-40B4-BE49-F238E27FC236}">
                <a16:creationId xmlns:a16="http://schemas.microsoft.com/office/drawing/2014/main" id="{C4A994D8-B83B-4C19-F708-A472AE49DCA6}"/>
              </a:ext>
            </a:extLst>
          </p:cNvPr>
          <p:cNvSpPr txBox="1">
            <a:spLocks noChangeArrowheads="1"/>
          </p:cNvSpPr>
          <p:nvPr/>
        </p:nvSpPr>
        <p:spPr bwMode="auto">
          <a:xfrm>
            <a:off x="2689226" y="3811588"/>
            <a:ext cx="51752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a:t>y3</a:t>
            </a:r>
            <a:endParaRPr lang="ru-RU" altLang="en-US" sz="1600"/>
          </a:p>
        </p:txBody>
      </p:sp>
      <p:sp>
        <p:nvSpPr>
          <p:cNvPr id="53322" name="Text Box 77">
            <a:extLst>
              <a:ext uri="{FF2B5EF4-FFF2-40B4-BE49-F238E27FC236}">
                <a16:creationId xmlns:a16="http://schemas.microsoft.com/office/drawing/2014/main" id="{A28B796D-5BD7-CB2A-66C0-F7469A1E74D3}"/>
              </a:ext>
            </a:extLst>
          </p:cNvPr>
          <p:cNvSpPr txBox="1">
            <a:spLocks noChangeArrowheads="1"/>
          </p:cNvSpPr>
          <p:nvPr/>
        </p:nvSpPr>
        <p:spPr bwMode="auto">
          <a:xfrm>
            <a:off x="4300539" y="3783013"/>
            <a:ext cx="51752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a:t>y2</a:t>
            </a:r>
            <a:endParaRPr lang="ru-RU" altLang="en-US" sz="1600"/>
          </a:p>
        </p:txBody>
      </p:sp>
      <p:sp>
        <p:nvSpPr>
          <p:cNvPr id="53323" name="Text Box 78">
            <a:extLst>
              <a:ext uri="{FF2B5EF4-FFF2-40B4-BE49-F238E27FC236}">
                <a16:creationId xmlns:a16="http://schemas.microsoft.com/office/drawing/2014/main" id="{8451D2B8-C6C8-B68A-255C-DA388A86C059}"/>
              </a:ext>
            </a:extLst>
          </p:cNvPr>
          <p:cNvSpPr txBox="1">
            <a:spLocks noChangeArrowheads="1"/>
          </p:cNvSpPr>
          <p:nvPr/>
        </p:nvSpPr>
        <p:spPr bwMode="auto">
          <a:xfrm>
            <a:off x="5949951" y="3786188"/>
            <a:ext cx="51752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a:t>y1</a:t>
            </a:r>
            <a:endParaRPr lang="ru-RU" altLang="en-US" sz="1600"/>
          </a:p>
        </p:txBody>
      </p:sp>
      <p:sp>
        <p:nvSpPr>
          <p:cNvPr id="53324" name="Text Box 79">
            <a:extLst>
              <a:ext uri="{FF2B5EF4-FFF2-40B4-BE49-F238E27FC236}">
                <a16:creationId xmlns:a16="http://schemas.microsoft.com/office/drawing/2014/main" id="{95B71A13-F0F5-CC70-CC5D-5BBEC7AC48E0}"/>
              </a:ext>
            </a:extLst>
          </p:cNvPr>
          <p:cNvSpPr txBox="1">
            <a:spLocks noChangeArrowheads="1"/>
          </p:cNvSpPr>
          <p:nvPr/>
        </p:nvSpPr>
        <p:spPr bwMode="auto">
          <a:xfrm>
            <a:off x="7418388" y="3748088"/>
            <a:ext cx="57785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a:t>y0</a:t>
            </a:r>
            <a:endParaRPr lang="ru-RU" altLang="en-US" sz="1600"/>
          </a:p>
        </p:txBody>
      </p:sp>
      <p:sp>
        <p:nvSpPr>
          <p:cNvPr id="53325" name="Line 80">
            <a:extLst>
              <a:ext uri="{FF2B5EF4-FFF2-40B4-BE49-F238E27FC236}">
                <a16:creationId xmlns:a16="http://schemas.microsoft.com/office/drawing/2014/main" id="{C622985B-E493-E85D-E7DE-13F5552B3C9B}"/>
              </a:ext>
            </a:extLst>
          </p:cNvPr>
          <p:cNvSpPr>
            <a:spLocks noChangeShapeType="1"/>
          </p:cNvSpPr>
          <p:nvPr/>
        </p:nvSpPr>
        <p:spPr bwMode="auto">
          <a:xfrm>
            <a:off x="7418389" y="4087813"/>
            <a:ext cx="230187"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3326" name="Line 81">
            <a:extLst>
              <a:ext uri="{FF2B5EF4-FFF2-40B4-BE49-F238E27FC236}">
                <a16:creationId xmlns:a16="http://schemas.microsoft.com/office/drawing/2014/main" id="{CE9C4400-7320-2266-D59D-47F4464CE523}"/>
              </a:ext>
            </a:extLst>
          </p:cNvPr>
          <p:cNvSpPr>
            <a:spLocks noChangeShapeType="1"/>
          </p:cNvSpPr>
          <p:nvPr/>
        </p:nvSpPr>
        <p:spPr bwMode="auto">
          <a:xfrm flipV="1">
            <a:off x="2171700" y="2830514"/>
            <a:ext cx="0" cy="935037"/>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3327" name="Line 82">
            <a:extLst>
              <a:ext uri="{FF2B5EF4-FFF2-40B4-BE49-F238E27FC236}">
                <a16:creationId xmlns:a16="http://schemas.microsoft.com/office/drawing/2014/main" id="{ECF4BD35-033D-282C-EBC1-8D72973DD4D1}"/>
              </a:ext>
            </a:extLst>
          </p:cNvPr>
          <p:cNvSpPr>
            <a:spLocks noChangeShapeType="1"/>
          </p:cNvSpPr>
          <p:nvPr/>
        </p:nvSpPr>
        <p:spPr bwMode="auto">
          <a:xfrm flipH="1" flipV="1">
            <a:off x="3571875" y="2830514"/>
            <a:ext cx="0" cy="1165225"/>
          </a:xfrm>
          <a:prstGeom prst="line">
            <a:avLst/>
          </a:prstGeom>
          <a:noFill/>
          <a:ln w="22225">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53328" name="Line 83">
            <a:extLst>
              <a:ext uri="{FF2B5EF4-FFF2-40B4-BE49-F238E27FC236}">
                <a16:creationId xmlns:a16="http://schemas.microsoft.com/office/drawing/2014/main" id="{6890989E-15F9-07F6-DDDD-E6BEAEB0640A}"/>
              </a:ext>
            </a:extLst>
          </p:cNvPr>
          <p:cNvSpPr>
            <a:spLocks noChangeShapeType="1"/>
          </p:cNvSpPr>
          <p:nvPr/>
        </p:nvSpPr>
        <p:spPr bwMode="auto">
          <a:xfrm flipV="1">
            <a:off x="2020888" y="3405189"/>
            <a:ext cx="0" cy="579437"/>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3329" name="Line 84">
            <a:extLst>
              <a:ext uri="{FF2B5EF4-FFF2-40B4-BE49-F238E27FC236}">
                <a16:creationId xmlns:a16="http://schemas.microsoft.com/office/drawing/2014/main" id="{308C307E-F3C3-F9E0-2DB2-F6D0B8F16A07}"/>
              </a:ext>
            </a:extLst>
          </p:cNvPr>
          <p:cNvSpPr>
            <a:spLocks noChangeShapeType="1"/>
          </p:cNvSpPr>
          <p:nvPr/>
        </p:nvSpPr>
        <p:spPr bwMode="auto">
          <a:xfrm flipV="1">
            <a:off x="5227638" y="3014664"/>
            <a:ext cx="0" cy="981075"/>
          </a:xfrm>
          <a:prstGeom prst="line">
            <a:avLst/>
          </a:prstGeom>
          <a:noFill/>
          <a:ln w="22225">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53330" name="Line 85">
            <a:extLst>
              <a:ext uri="{FF2B5EF4-FFF2-40B4-BE49-F238E27FC236}">
                <a16:creationId xmlns:a16="http://schemas.microsoft.com/office/drawing/2014/main" id="{37CED297-E0F2-53EC-BD58-A9A4FB544952}"/>
              </a:ext>
            </a:extLst>
          </p:cNvPr>
          <p:cNvSpPr>
            <a:spLocks noChangeShapeType="1"/>
          </p:cNvSpPr>
          <p:nvPr/>
        </p:nvSpPr>
        <p:spPr bwMode="auto">
          <a:xfrm flipV="1">
            <a:off x="6699250" y="3209926"/>
            <a:ext cx="0" cy="798513"/>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3331" name="Line 86">
            <a:extLst>
              <a:ext uri="{FF2B5EF4-FFF2-40B4-BE49-F238E27FC236}">
                <a16:creationId xmlns:a16="http://schemas.microsoft.com/office/drawing/2014/main" id="{815827A8-A9D6-D36E-F0AD-D1230BFDD9F2}"/>
              </a:ext>
            </a:extLst>
          </p:cNvPr>
          <p:cNvSpPr>
            <a:spLocks noChangeShapeType="1"/>
          </p:cNvSpPr>
          <p:nvPr/>
        </p:nvSpPr>
        <p:spPr bwMode="auto">
          <a:xfrm>
            <a:off x="1870075" y="3209925"/>
            <a:ext cx="0" cy="1017588"/>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3332" name="Line 87">
            <a:extLst>
              <a:ext uri="{FF2B5EF4-FFF2-40B4-BE49-F238E27FC236}">
                <a16:creationId xmlns:a16="http://schemas.microsoft.com/office/drawing/2014/main" id="{636296EA-B010-E677-A10B-C88BD9B9D452}"/>
              </a:ext>
            </a:extLst>
          </p:cNvPr>
          <p:cNvSpPr>
            <a:spLocks noChangeShapeType="1"/>
          </p:cNvSpPr>
          <p:nvPr/>
        </p:nvSpPr>
        <p:spPr bwMode="auto">
          <a:xfrm flipV="1">
            <a:off x="3425825" y="3405189"/>
            <a:ext cx="0" cy="828675"/>
          </a:xfrm>
          <a:prstGeom prst="line">
            <a:avLst/>
          </a:prstGeom>
          <a:noFill/>
          <a:ln w="22225">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53333" name="Line 88">
            <a:extLst>
              <a:ext uri="{FF2B5EF4-FFF2-40B4-BE49-F238E27FC236}">
                <a16:creationId xmlns:a16="http://schemas.microsoft.com/office/drawing/2014/main" id="{758C0E8A-4052-9BD8-30C4-9F085BC4DB3E}"/>
              </a:ext>
            </a:extLst>
          </p:cNvPr>
          <p:cNvSpPr>
            <a:spLocks noChangeShapeType="1"/>
          </p:cNvSpPr>
          <p:nvPr/>
        </p:nvSpPr>
        <p:spPr bwMode="auto">
          <a:xfrm flipV="1">
            <a:off x="3252788" y="3221038"/>
            <a:ext cx="0" cy="1231900"/>
          </a:xfrm>
          <a:prstGeom prst="line">
            <a:avLst/>
          </a:prstGeom>
          <a:noFill/>
          <a:ln w="22225">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53334" name="Line 89">
            <a:extLst>
              <a:ext uri="{FF2B5EF4-FFF2-40B4-BE49-F238E27FC236}">
                <a16:creationId xmlns:a16="http://schemas.microsoft.com/office/drawing/2014/main" id="{98013736-ACC9-50FD-7AFF-41CC69D937CC}"/>
              </a:ext>
            </a:extLst>
          </p:cNvPr>
          <p:cNvSpPr>
            <a:spLocks noChangeShapeType="1"/>
          </p:cNvSpPr>
          <p:nvPr/>
        </p:nvSpPr>
        <p:spPr bwMode="auto">
          <a:xfrm flipV="1">
            <a:off x="5065713" y="2825751"/>
            <a:ext cx="0" cy="1382713"/>
          </a:xfrm>
          <a:prstGeom prst="line">
            <a:avLst/>
          </a:prstGeom>
          <a:noFill/>
          <a:ln w="22225">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53335" name="Line 90">
            <a:extLst>
              <a:ext uri="{FF2B5EF4-FFF2-40B4-BE49-F238E27FC236}">
                <a16:creationId xmlns:a16="http://schemas.microsoft.com/office/drawing/2014/main" id="{1872FDFC-E43E-24FE-DDC6-1AA378729121}"/>
              </a:ext>
            </a:extLst>
          </p:cNvPr>
          <p:cNvSpPr>
            <a:spLocks noChangeShapeType="1"/>
          </p:cNvSpPr>
          <p:nvPr/>
        </p:nvSpPr>
        <p:spPr bwMode="auto">
          <a:xfrm>
            <a:off x="4883150" y="3405189"/>
            <a:ext cx="0" cy="1031875"/>
          </a:xfrm>
          <a:prstGeom prst="line">
            <a:avLst/>
          </a:prstGeom>
          <a:noFill/>
          <a:ln w="22225">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53336" name="Line 91">
            <a:extLst>
              <a:ext uri="{FF2B5EF4-FFF2-40B4-BE49-F238E27FC236}">
                <a16:creationId xmlns:a16="http://schemas.microsoft.com/office/drawing/2014/main" id="{0C34FBAB-0B9C-6C2C-2775-B74A9FBB1989}"/>
              </a:ext>
            </a:extLst>
          </p:cNvPr>
          <p:cNvSpPr>
            <a:spLocks noChangeShapeType="1"/>
          </p:cNvSpPr>
          <p:nvPr/>
        </p:nvSpPr>
        <p:spPr bwMode="auto">
          <a:xfrm flipV="1">
            <a:off x="1687513" y="3014664"/>
            <a:ext cx="0" cy="1411287"/>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3337" name="Line 92">
            <a:extLst>
              <a:ext uri="{FF2B5EF4-FFF2-40B4-BE49-F238E27FC236}">
                <a16:creationId xmlns:a16="http://schemas.microsoft.com/office/drawing/2014/main" id="{18838BB3-F074-FBB2-119D-AFE92373D26A}"/>
              </a:ext>
            </a:extLst>
          </p:cNvPr>
          <p:cNvSpPr>
            <a:spLocks noChangeShapeType="1"/>
          </p:cNvSpPr>
          <p:nvPr/>
        </p:nvSpPr>
        <p:spPr bwMode="auto">
          <a:xfrm>
            <a:off x="6534150" y="3014663"/>
            <a:ext cx="0" cy="1217612"/>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3338" name="Line 93">
            <a:extLst>
              <a:ext uri="{FF2B5EF4-FFF2-40B4-BE49-F238E27FC236}">
                <a16:creationId xmlns:a16="http://schemas.microsoft.com/office/drawing/2014/main" id="{29D513C5-660E-5EBD-415B-0FEC0C1FD304}"/>
              </a:ext>
            </a:extLst>
          </p:cNvPr>
          <p:cNvSpPr>
            <a:spLocks noChangeShapeType="1"/>
          </p:cNvSpPr>
          <p:nvPr/>
        </p:nvSpPr>
        <p:spPr bwMode="auto">
          <a:xfrm>
            <a:off x="6373813" y="2817813"/>
            <a:ext cx="0" cy="1636712"/>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3339" name="Line 94">
            <a:extLst>
              <a:ext uri="{FF2B5EF4-FFF2-40B4-BE49-F238E27FC236}">
                <a16:creationId xmlns:a16="http://schemas.microsoft.com/office/drawing/2014/main" id="{CA6A88EC-2070-D1DE-CA6C-656FA68137B7}"/>
              </a:ext>
            </a:extLst>
          </p:cNvPr>
          <p:cNvSpPr>
            <a:spLocks noChangeShapeType="1"/>
          </p:cNvSpPr>
          <p:nvPr/>
        </p:nvSpPr>
        <p:spPr bwMode="auto">
          <a:xfrm>
            <a:off x="2757488" y="1517650"/>
            <a:ext cx="3175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3340" name="Line 95">
            <a:extLst>
              <a:ext uri="{FF2B5EF4-FFF2-40B4-BE49-F238E27FC236}">
                <a16:creationId xmlns:a16="http://schemas.microsoft.com/office/drawing/2014/main" id="{9FC283BF-E660-4759-D065-9A7BC6A107F1}"/>
              </a:ext>
            </a:extLst>
          </p:cNvPr>
          <p:cNvSpPr>
            <a:spLocks noChangeShapeType="1"/>
          </p:cNvSpPr>
          <p:nvPr/>
        </p:nvSpPr>
        <p:spPr bwMode="auto">
          <a:xfrm>
            <a:off x="2757488" y="1762125"/>
            <a:ext cx="3175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3341" name="Line 96">
            <a:extLst>
              <a:ext uri="{FF2B5EF4-FFF2-40B4-BE49-F238E27FC236}">
                <a16:creationId xmlns:a16="http://schemas.microsoft.com/office/drawing/2014/main" id="{D1057B00-FCCE-D8BE-6D85-F4104526898F}"/>
              </a:ext>
            </a:extLst>
          </p:cNvPr>
          <p:cNvSpPr>
            <a:spLocks noChangeShapeType="1"/>
          </p:cNvSpPr>
          <p:nvPr/>
        </p:nvSpPr>
        <p:spPr bwMode="auto">
          <a:xfrm>
            <a:off x="2757488" y="2020888"/>
            <a:ext cx="3175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3342" name="Line 97">
            <a:extLst>
              <a:ext uri="{FF2B5EF4-FFF2-40B4-BE49-F238E27FC236}">
                <a16:creationId xmlns:a16="http://schemas.microsoft.com/office/drawing/2014/main" id="{390F5D3A-EE80-CFD9-66C1-3FAEB34CF816}"/>
              </a:ext>
            </a:extLst>
          </p:cNvPr>
          <p:cNvSpPr>
            <a:spLocks noChangeShapeType="1"/>
          </p:cNvSpPr>
          <p:nvPr/>
        </p:nvSpPr>
        <p:spPr bwMode="auto">
          <a:xfrm>
            <a:off x="2757488" y="2276475"/>
            <a:ext cx="3175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3343" name="Text Box 98">
            <a:extLst>
              <a:ext uri="{FF2B5EF4-FFF2-40B4-BE49-F238E27FC236}">
                <a16:creationId xmlns:a16="http://schemas.microsoft.com/office/drawing/2014/main" id="{227AF406-A5D3-04D5-1E35-EB94E10A0E3A}"/>
              </a:ext>
            </a:extLst>
          </p:cNvPr>
          <p:cNvSpPr txBox="1">
            <a:spLocks noChangeArrowheads="1"/>
          </p:cNvSpPr>
          <p:nvPr/>
        </p:nvSpPr>
        <p:spPr bwMode="auto">
          <a:xfrm>
            <a:off x="2376489" y="1368425"/>
            <a:ext cx="51752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a:t>d3</a:t>
            </a:r>
            <a:endParaRPr lang="ru-RU" altLang="en-US" sz="1600"/>
          </a:p>
        </p:txBody>
      </p:sp>
      <p:sp>
        <p:nvSpPr>
          <p:cNvPr id="53344" name="Text Box 99">
            <a:extLst>
              <a:ext uri="{FF2B5EF4-FFF2-40B4-BE49-F238E27FC236}">
                <a16:creationId xmlns:a16="http://schemas.microsoft.com/office/drawing/2014/main" id="{E05C8AF4-221A-23DA-E395-D7EDC85D0F47}"/>
              </a:ext>
            </a:extLst>
          </p:cNvPr>
          <p:cNvSpPr txBox="1">
            <a:spLocks noChangeArrowheads="1"/>
          </p:cNvSpPr>
          <p:nvPr/>
        </p:nvSpPr>
        <p:spPr bwMode="auto">
          <a:xfrm>
            <a:off x="2373314" y="1617663"/>
            <a:ext cx="51752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a:t>d2</a:t>
            </a:r>
            <a:endParaRPr lang="ru-RU" altLang="en-US" sz="1600"/>
          </a:p>
        </p:txBody>
      </p:sp>
      <p:sp>
        <p:nvSpPr>
          <p:cNvPr id="53345" name="Text Box 100">
            <a:extLst>
              <a:ext uri="{FF2B5EF4-FFF2-40B4-BE49-F238E27FC236}">
                <a16:creationId xmlns:a16="http://schemas.microsoft.com/office/drawing/2014/main" id="{4322F026-5474-8D9D-E6EB-46E7B7325BEF}"/>
              </a:ext>
            </a:extLst>
          </p:cNvPr>
          <p:cNvSpPr txBox="1">
            <a:spLocks noChangeArrowheads="1"/>
          </p:cNvSpPr>
          <p:nvPr/>
        </p:nvSpPr>
        <p:spPr bwMode="auto">
          <a:xfrm>
            <a:off x="2390776" y="1851025"/>
            <a:ext cx="51752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a:t>d1</a:t>
            </a:r>
            <a:endParaRPr lang="ru-RU" altLang="en-US" sz="1600"/>
          </a:p>
        </p:txBody>
      </p:sp>
      <p:sp>
        <p:nvSpPr>
          <p:cNvPr id="53346" name="Text Box 101">
            <a:extLst>
              <a:ext uri="{FF2B5EF4-FFF2-40B4-BE49-F238E27FC236}">
                <a16:creationId xmlns:a16="http://schemas.microsoft.com/office/drawing/2014/main" id="{2A261E60-3F01-BF53-C598-DA5A36452D6A}"/>
              </a:ext>
            </a:extLst>
          </p:cNvPr>
          <p:cNvSpPr txBox="1">
            <a:spLocks noChangeArrowheads="1"/>
          </p:cNvSpPr>
          <p:nvPr/>
        </p:nvSpPr>
        <p:spPr bwMode="auto">
          <a:xfrm>
            <a:off x="2398714" y="2112963"/>
            <a:ext cx="51593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a:t>d0</a:t>
            </a:r>
            <a:endParaRPr lang="ru-RU" altLang="en-US" sz="1600"/>
          </a:p>
        </p:txBody>
      </p:sp>
      <p:sp>
        <p:nvSpPr>
          <p:cNvPr id="53347" name="Line 102">
            <a:extLst>
              <a:ext uri="{FF2B5EF4-FFF2-40B4-BE49-F238E27FC236}">
                <a16:creationId xmlns:a16="http://schemas.microsoft.com/office/drawing/2014/main" id="{88AD2568-579D-C739-E2E8-F5C6EB020B9D}"/>
              </a:ext>
            </a:extLst>
          </p:cNvPr>
          <p:cNvSpPr>
            <a:spLocks noChangeShapeType="1"/>
          </p:cNvSpPr>
          <p:nvPr/>
        </p:nvSpPr>
        <p:spPr bwMode="auto">
          <a:xfrm>
            <a:off x="2735264" y="2473325"/>
            <a:ext cx="344487"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3348" name="Freeform 103">
            <a:extLst>
              <a:ext uri="{FF2B5EF4-FFF2-40B4-BE49-F238E27FC236}">
                <a16:creationId xmlns:a16="http://schemas.microsoft.com/office/drawing/2014/main" id="{9A13FE83-A460-2A1F-6D41-571EC0737AB4}"/>
              </a:ext>
            </a:extLst>
          </p:cNvPr>
          <p:cNvSpPr>
            <a:spLocks/>
          </p:cNvSpPr>
          <p:nvPr/>
        </p:nvSpPr>
        <p:spPr bwMode="auto">
          <a:xfrm>
            <a:off x="3076576" y="2411414"/>
            <a:ext cx="100013" cy="141287"/>
          </a:xfrm>
          <a:custGeom>
            <a:avLst/>
            <a:gdLst>
              <a:gd name="T0" fmla="*/ 0 w 129"/>
              <a:gd name="T1" fmla="*/ 51030102 h 133"/>
              <a:gd name="T2" fmla="*/ 6042646 w 129"/>
              <a:gd name="T3" fmla="*/ 26081793 h 133"/>
              <a:gd name="T4" fmla="*/ 0 w 129"/>
              <a:gd name="T5" fmla="*/ 0 h 133"/>
              <a:gd name="T6" fmla="*/ 0 60000 65536"/>
              <a:gd name="T7" fmla="*/ 0 60000 65536"/>
              <a:gd name="T8" fmla="*/ 0 60000 65536"/>
              <a:gd name="T9" fmla="*/ 0 w 129"/>
              <a:gd name="T10" fmla="*/ 0 h 133"/>
              <a:gd name="T11" fmla="*/ 129 w 129"/>
              <a:gd name="T12" fmla="*/ 133 h 133"/>
            </a:gdLst>
            <a:ahLst/>
            <a:cxnLst>
              <a:cxn ang="T6">
                <a:pos x="T0" y="T1"/>
              </a:cxn>
              <a:cxn ang="T7">
                <a:pos x="T2" y="T3"/>
              </a:cxn>
              <a:cxn ang="T8">
                <a:pos x="T4" y="T5"/>
              </a:cxn>
            </a:cxnLst>
            <a:rect l="T9" t="T10" r="T11" b="T12"/>
            <a:pathLst>
              <a:path w="129" h="133">
                <a:moveTo>
                  <a:pt x="0" y="133"/>
                </a:moveTo>
                <a:lnTo>
                  <a:pt x="129" y="66"/>
                </a:lnTo>
                <a:lnTo>
                  <a:pt x="0" y="0"/>
                </a:lnTo>
              </a:path>
            </a:pathLst>
          </a:custGeom>
          <a:noFill/>
          <a:ln w="25400" cap="flat">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3349" name="Text Box 104">
            <a:extLst>
              <a:ext uri="{FF2B5EF4-FFF2-40B4-BE49-F238E27FC236}">
                <a16:creationId xmlns:a16="http://schemas.microsoft.com/office/drawing/2014/main" id="{6EEC97B9-96C1-077B-2A28-654B7DD24CC1}"/>
              </a:ext>
            </a:extLst>
          </p:cNvPr>
          <p:cNvSpPr txBox="1">
            <a:spLocks noChangeArrowheads="1"/>
          </p:cNvSpPr>
          <p:nvPr/>
        </p:nvSpPr>
        <p:spPr bwMode="auto">
          <a:xfrm>
            <a:off x="4514851" y="5213350"/>
            <a:ext cx="80327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a:t>S1  S0</a:t>
            </a:r>
            <a:endParaRPr lang="ru-RU" altLang="en-US" sz="1600"/>
          </a:p>
        </p:txBody>
      </p:sp>
      <p:sp>
        <p:nvSpPr>
          <p:cNvPr id="53350" name="Text Box 76">
            <a:extLst>
              <a:ext uri="{FF2B5EF4-FFF2-40B4-BE49-F238E27FC236}">
                <a16:creationId xmlns:a16="http://schemas.microsoft.com/office/drawing/2014/main" id="{1E1C8D5D-366E-358C-06E2-F9D319CDDC4C}"/>
              </a:ext>
            </a:extLst>
          </p:cNvPr>
          <p:cNvSpPr txBox="1">
            <a:spLocks noChangeArrowheads="1"/>
          </p:cNvSpPr>
          <p:nvPr/>
        </p:nvSpPr>
        <p:spPr bwMode="auto">
          <a:xfrm>
            <a:off x="2632075" y="4360864"/>
            <a:ext cx="515938"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a:t>M3</a:t>
            </a:r>
            <a:endParaRPr lang="ru-RU" altLang="en-US" sz="1600"/>
          </a:p>
        </p:txBody>
      </p:sp>
      <p:sp>
        <p:nvSpPr>
          <p:cNvPr id="53351" name="Text Box 76">
            <a:extLst>
              <a:ext uri="{FF2B5EF4-FFF2-40B4-BE49-F238E27FC236}">
                <a16:creationId xmlns:a16="http://schemas.microsoft.com/office/drawing/2014/main" id="{35847850-26FD-2535-3498-B1555374E134}"/>
              </a:ext>
            </a:extLst>
          </p:cNvPr>
          <p:cNvSpPr txBox="1">
            <a:spLocks noChangeArrowheads="1"/>
          </p:cNvSpPr>
          <p:nvPr/>
        </p:nvSpPr>
        <p:spPr bwMode="auto">
          <a:xfrm>
            <a:off x="4224339" y="4343400"/>
            <a:ext cx="51752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a:t>M2</a:t>
            </a:r>
            <a:endParaRPr lang="ru-RU" altLang="en-US" sz="1600"/>
          </a:p>
        </p:txBody>
      </p:sp>
      <p:sp>
        <p:nvSpPr>
          <p:cNvPr id="53352" name="Text Box 76">
            <a:extLst>
              <a:ext uri="{FF2B5EF4-FFF2-40B4-BE49-F238E27FC236}">
                <a16:creationId xmlns:a16="http://schemas.microsoft.com/office/drawing/2014/main" id="{30ABE161-21E3-56A1-C6A4-7F954872B3A1}"/>
              </a:ext>
            </a:extLst>
          </p:cNvPr>
          <p:cNvSpPr txBox="1">
            <a:spLocks noChangeArrowheads="1"/>
          </p:cNvSpPr>
          <p:nvPr/>
        </p:nvSpPr>
        <p:spPr bwMode="auto">
          <a:xfrm>
            <a:off x="5856289" y="4343400"/>
            <a:ext cx="51752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a:t>M1</a:t>
            </a:r>
            <a:endParaRPr lang="ru-RU" altLang="en-US" sz="1600"/>
          </a:p>
        </p:txBody>
      </p:sp>
      <p:sp>
        <p:nvSpPr>
          <p:cNvPr id="53353" name="Text Box 76">
            <a:extLst>
              <a:ext uri="{FF2B5EF4-FFF2-40B4-BE49-F238E27FC236}">
                <a16:creationId xmlns:a16="http://schemas.microsoft.com/office/drawing/2014/main" id="{94E61B54-204D-EE9B-99EB-C257F2B3DCE5}"/>
              </a:ext>
            </a:extLst>
          </p:cNvPr>
          <p:cNvSpPr txBox="1">
            <a:spLocks noChangeArrowheads="1"/>
          </p:cNvSpPr>
          <p:nvPr/>
        </p:nvSpPr>
        <p:spPr bwMode="auto">
          <a:xfrm>
            <a:off x="7407276" y="4292601"/>
            <a:ext cx="517525"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a:t>M0</a:t>
            </a:r>
            <a:endParaRPr lang="ru-RU" altLang="en-US" sz="1600"/>
          </a:p>
        </p:txBody>
      </p:sp>
      <p:sp>
        <p:nvSpPr>
          <p:cNvPr id="53354" name="Rectangle 2">
            <a:extLst>
              <a:ext uri="{FF2B5EF4-FFF2-40B4-BE49-F238E27FC236}">
                <a16:creationId xmlns:a16="http://schemas.microsoft.com/office/drawing/2014/main" id="{EE853B69-2D58-D8D2-9747-00C06F348332}"/>
              </a:ext>
            </a:extLst>
          </p:cNvPr>
          <p:cNvSpPr>
            <a:spLocks noGrp="1" noChangeArrowheads="1"/>
          </p:cNvSpPr>
          <p:nvPr>
            <p:ph type="title"/>
          </p:nvPr>
        </p:nvSpPr>
        <p:spPr/>
        <p:txBody>
          <a:bodyPr/>
          <a:lstStyle/>
          <a:p>
            <a:r>
              <a:rPr lang="en-US" altLang="en-US"/>
              <a:t>Barrel Shifter (2)</a:t>
            </a:r>
            <a:endParaRPr lang="ru-RU" altLang="en-US"/>
          </a:p>
        </p:txBody>
      </p:sp>
      <p:sp>
        <p:nvSpPr>
          <p:cNvPr id="53355" name="TextBox 103">
            <a:extLst>
              <a:ext uri="{FF2B5EF4-FFF2-40B4-BE49-F238E27FC236}">
                <a16:creationId xmlns:a16="http://schemas.microsoft.com/office/drawing/2014/main" id="{8D424BB7-5053-80F6-17A9-3A0D8A7B447F}"/>
              </a:ext>
            </a:extLst>
          </p:cNvPr>
          <p:cNvSpPr txBox="1">
            <a:spLocks noChangeArrowheads="1"/>
          </p:cNvSpPr>
          <p:nvPr/>
        </p:nvSpPr>
        <p:spPr bwMode="auto">
          <a:xfrm>
            <a:off x="6934200" y="1371600"/>
            <a:ext cx="3352800" cy="203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b="1"/>
              <a:t>module  </a:t>
            </a:r>
            <a:r>
              <a:rPr lang="en-US" altLang="en-US"/>
              <a:t>barrel_shifter(X,S,Y);</a:t>
            </a:r>
            <a:endParaRPr lang="en-GB" altLang="en-US"/>
          </a:p>
          <a:p>
            <a:pPr eaLnBrk="1" hangingPunct="1"/>
            <a:r>
              <a:rPr lang="en-US" altLang="en-US" b="1"/>
              <a:t>input</a:t>
            </a:r>
            <a:r>
              <a:rPr lang="en-US" altLang="en-US"/>
              <a:t> [15:0] X;</a:t>
            </a:r>
            <a:endParaRPr lang="en-GB" altLang="en-US"/>
          </a:p>
          <a:p>
            <a:pPr eaLnBrk="1" hangingPunct="1"/>
            <a:r>
              <a:rPr lang="en-US" altLang="en-US" b="1"/>
              <a:t>input </a:t>
            </a:r>
            <a:r>
              <a:rPr lang="en-US" altLang="en-US"/>
              <a:t>[3:0] S;</a:t>
            </a:r>
            <a:endParaRPr lang="en-GB" altLang="en-US"/>
          </a:p>
          <a:p>
            <a:pPr eaLnBrk="1" hangingPunct="1"/>
            <a:r>
              <a:rPr lang="en-US" altLang="en-US" b="1"/>
              <a:t>output</a:t>
            </a:r>
            <a:r>
              <a:rPr lang="en-US" altLang="en-US"/>
              <a:t> [15:0] Y;</a:t>
            </a:r>
            <a:endParaRPr lang="en-GB" altLang="en-US"/>
          </a:p>
          <a:p>
            <a:pPr eaLnBrk="1" hangingPunct="1"/>
            <a:r>
              <a:rPr lang="en-US" altLang="en-US" b="1"/>
              <a:t>wire</a:t>
            </a:r>
            <a:r>
              <a:rPr lang="en-US" altLang="en-US"/>
              <a:t> [15:0] T;</a:t>
            </a:r>
          </a:p>
          <a:p>
            <a:pPr eaLnBrk="1" hangingPunct="1"/>
            <a:r>
              <a:rPr lang="en-US" altLang="en-US" b="1"/>
              <a:t>assign</a:t>
            </a:r>
            <a:r>
              <a:rPr lang="en-US" altLang="en-US"/>
              <a:t> {T,Y} = {X,X} &gt;&gt;S;</a:t>
            </a:r>
            <a:endParaRPr lang="en-GB" altLang="en-US"/>
          </a:p>
          <a:p>
            <a:pPr eaLnBrk="1" hangingPunct="1"/>
            <a:r>
              <a:rPr lang="en-US" altLang="en-US" b="1"/>
              <a:t>endmodule</a:t>
            </a:r>
            <a:endParaRPr lang="en-GB" altLang="en-US"/>
          </a:p>
        </p:txBody>
      </p:sp>
      <p:sp>
        <p:nvSpPr>
          <p:cNvPr id="53356" name="TextBox 104">
            <a:extLst>
              <a:ext uri="{FF2B5EF4-FFF2-40B4-BE49-F238E27FC236}">
                <a16:creationId xmlns:a16="http://schemas.microsoft.com/office/drawing/2014/main" id="{73F5D5AE-00E5-DE8D-275D-9516FA8B1084}"/>
              </a:ext>
            </a:extLst>
          </p:cNvPr>
          <p:cNvSpPr txBox="1">
            <a:spLocks noChangeArrowheads="1"/>
          </p:cNvSpPr>
          <p:nvPr/>
        </p:nvSpPr>
        <p:spPr bwMode="auto">
          <a:xfrm>
            <a:off x="7162800" y="914400"/>
            <a:ext cx="31242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Verilog Description (16 bit)</a:t>
            </a:r>
            <a:endParaRPr lang="en-GB" altLang="en-US"/>
          </a:p>
        </p:txBody>
      </p:sp>
      <p:sp>
        <p:nvSpPr>
          <p:cNvPr id="53357" name="TextBox 1">
            <a:extLst>
              <a:ext uri="{FF2B5EF4-FFF2-40B4-BE49-F238E27FC236}">
                <a16:creationId xmlns:a16="http://schemas.microsoft.com/office/drawing/2014/main" id="{020A7D2E-E6EC-908D-84A7-6D3FE8CC33C1}"/>
              </a:ext>
            </a:extLst>
          </p:cNvPr>
          <p:cNvSpPr txBox="1">
            <a:spLocks noChangeArrowheads="1"/>
          </p:cNvSpPr>
          <p:nvPr/>
        </p:nvSpPr>
        <p:spPr bwMode="auto">
          <a:xfrm>
            <a:off x="7996238" y="3484564"/>
            <a:ext cx="2366962" cy="1201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1011</a:t>
            </a:r>
          </a:p>
          <a:p>
            <a:pPr eaLnBrk="1" hangingPunct="1"/>
            <a:r>
              <a:rPr lang="en-US" altLang="en-US"/>
              <a:t>1101</a:t>
            </a:r>
          </a:p>
          <a:p>
            <a:pPr eaLnBrk="1" hangingPunct="1"/>
            <a:r>
              <a:rPr lang="en-US" altLang="en-US"/>
              <a:t>1110</a:t>
            </a:r>
          </a:p>
          <a:p>
            <a:pPr eaLnBrk="1" hangingPunct="1"/>
            <a:r>
              <a:rPr lang="en-US" altLang="en-US"/>
              <a:t>0111</a:t>
            </a:r>
          </a:p>
        </p:txBody>
      </p:sp>
      <p:sp>
        <p:nvSpPr>
          <p:cNvPr id="53358" name="TextBox 2">
            <a:extLst>
              <a:ext uri="{FF2B5EF4-FFF2-40B4-BE49-F238E27FC236}">
                <a16:creationId xmlns:a16="http://schemas.microsoft.com/office/drawing/2014/main" id="{79C9EED5-0ECC-C7D3-72EF-72AB297B17B5}"/>
              </a:ext>
            </a:extLst>
          </p:cNvPr>
          <p:cNvSpPr txBox="1">
            <a:spLocks noChangeArrowheads="1"/>
          </p:cNvSpPr>
          <p:nvPr/>
        </p:nvSpPr>
        <p:spPr bwMode="auto">
          <a:xfrm>
            <a:off x="4292600" y="1187451"/>
            <a:ext cx="45085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400"/>
              <a:t>1</a:t>
            </a:r>
          </a:p>
        </p:txBody>
      </p:sp>
      <p:sp>
        <p:nvSpPr>
          <p:cNvPr id="53359" name="TextBox 111">
            <a:extLst>
              <a:ext uri="{FF2B5EF4-FFF2-40B4-BE49-F238E27FC236}">
                <a16:creationId xmlns:a16="http://schemas.microsoft.com/office/drawing/2014/main" id="{3DD44FA7-5016-4376-F563-19C3297AADD1}"/>
              </a:ext>
            </a:extLst>
          </p:cNvPr>
          <p:cNvSpPr txBox="1">
            <a:spLocks noChangeArrowheads="1"/>
          </p:cNvSpPr>
          <p:nvPr/>
        </p:nvSpPr>
        <p:spPr bwMode="auto">
          <a:xfrm>
            <a:off x="4276726" y="1549401"/>
            <a:ext cx="449263"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400"/>
              <a:t>0</a:t>
            </a:r>
          </a:p>
        </p:txBody>
      </p:sp>
      <p:sp>
        <p:nvSpPr>
          <p:cNvPr id="53360" name="TextBox 112">
            <a:extLst>
              <a:ext uri="{FF2B5EF4-FFF2-40B4-BE49-F238E27FC236}">
                <a16:creationId xmlns:a16="http://schemas.microsoft.com/office/drawing/2014/main" id="{9058356E-A7CD-89D1-11B7-4FBEA4DE008C}"/>
              </a:ext>
            </a:extLst>
          </p:cNvPr>
          <p:cNvSpPr txBox="1">
            <a:spLocks noChangeArrowheads="1"/>
          </p:cNvSpPr>
          <p:nvPr/>
        </p:nvSpPr>
        <p:spPr bwMode="auto">
          <a:xfrm>
            <a:off x="4276726" y="1787525"/>
            <a:ext cx="449263" cy="306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400"/>
              <a:t>1</a:t>
            </a:r>
          </a:p>
        </p:txBody>
      </p:sp>
      <p:sp>
        <p:nvSpPr>
          <p:cNvPr id="53361" name="TextBox 113">
            <a:extLst>
              <a:ext uri="{FF2B5EF4-FFF2-40B4-BE49-F238E27FC236}">
                <a16:creationId xmlns:a16="http://schemas.microsoft.com/office/drawing/2014/main" id="{42092501-4E1C-CDDA-854E-E4BF8184792E}"/>
              </a:ext>
            </a:extLst>
          </p:cNvPr>
          <p:cNvSpPr txBox="1">
            <a:spLocks noChangeArrowheads="1"/>
          </p:cNvSpPr>
          <p:nvPr/>
        </p:nvSpPr>
        <p:spPr bwMode="auto">
          <a:xfrm>
            <a:off x="4300538" y="2127251"/>
            <a:ext cx="45085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400"/>
              <a:t>1</a:t>
            </a:r>
          </a:p>
        </p:txBody>
      </p:sp>
      <p:sp>
        <p:nvSpPr>
          <p:cNvPr id="53362" name="TextBox 114">
            <a:extLst>
              <a:ext uri="{FF2B5EF4-FFF2-40B4-BE49-F238E27FC236}">
                <a16:creationId xmlns:a16="http://schemas.microsoft.com/office/drawing/2014/main" id="{2C10300F-6EA3-0346-9D22-61B34B911B69}"/>
              </a:ext>
            </a:extLst>
          </p:cNvPr>
          <p:cNvSpPr txBox="1">
            <a:spLocks noChangeArrowheads="1"/>
          </p:cNvSpPr>
          <p:nvPr/>
        </p:nvSpPr>
        <p:spPr bwMode="auto">
          <a:xfrm>
            <a:off x="4643439" y="5391151"/>
            <a:ext cx="592137"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400"/>
              <a:t>1   1</a:t>
            </a:r>
          </a:p>
        </p:txBody>
      </p:sp>
      <p:sp>
        <p:nvSpPr>
          <p:cNvPr id="53363" name="TextBox 115">
            <a:extLst>
              <a:ext uri="{FF2B5EF4-FFF2-40B4-BE49-F238E27FC236}">
                <a16:creationId xmlns:a16="http://schemas.microsoft.com/office/drawing/2014/main" id="{17C8C67F-BDD8-A08F-A033-427D7ADCFD30}"/>
              </a:ext>
            </a:extLst>
          </p:cNvPr>
          <p:cNvSpPr txBox="1">
            <a:spLocks noChangeArrowheads="1"/>
          </p:cNvSpPr>
          <p:nvPr/>
        </p:nvSpPr>
        <p:spPr bwMode="auto">
          <a:xfrm>
            <a:off x="2720976" y="4089401"/>
            <a:ext cx="449263"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400"/>
              <a:t>0</a:t>
            </a:r>
          </a:p>
        </p:txBody>
      </p:sp>
      <p:sp>
        <p:nvSpPr>
          <p:cNvPr id="53364" name="TextBox 117">
            <a:extLst>
              <a:ext uri="{FF2B5EF4-FFF2-40B4-BE49-F238E27FC236}">
                <a16:creationId xmlns:a16="http://schemas.microsoft.com/office/drawing/2014/main" id="{0CAFF807-A54C-9DBE-127E-18E9514F2D0E}"/>
              </a:ext>
            </a:extLst>
          </p:cNvPr>
          <p:cNvSpPr txBox="1">
            <a:spLocks noChangeArrowheads="1"/>
          </p:cNvSpPr>
          <p:nvPr/>
        </p:nvSpPr>
        <p:spPr bwMode="auto">
          <a:xfrm>
            <a:off x="4368801" y="4048126"/>
            <a:ext cx="449263"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400"/>
              <a:t>1</a:t>
            </a:r>
          </a:p>
        </p:txBody>
      </p:sp>
      <p:sp>
        <p:nvSpPr>
          <p:cNvPr id="53365" name="TextBox 118">
            <a:extLst>
              <a:ext uri="{FF2B5EF4-FFF2-40B4-BE49-F238E27FC236}">
                <a16:creationId xmlns:a16="http://schemas.microsoft.com/office/drawing/2014/main" id="{8E97FBDB-FB30-5E57-1670-12EEEE472B9F}"/>
              </a:ext>
            </a:extLst>
          </p:cNvPr>
          <p:cNvSpPr txBox="1">
            <a:spLocks noChangeArrowheads="1"/>
          </p:cNvSpPr>
          <p:nvPr/>
        </p:nvSpPr>
        <p:spPr bwMode="auto">
          <a:xfrm>
            <a:off x="5949950" y="4089401"/>
            <a:ext cx="45085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400"/>
              <a:t>1</a:t>
            </a:r>
          </a:p>
        </p:txBody>
      </p:sp>
      <p:sp>
        <p:nvSpPr>
          <p:cNvPr id="53366" name="TextBox 119">
            <a:extLst>
              <a:ext uri="{FF2B5EF4-FFF2-40B4-BE49-F238E27FC236}">
                <a16:creationId xmlns:a16="http://schemas.microsoft.com/office/drawing/2014/main" id="{7FEF52D6-1D7D-9B9B-3041-04F315934433}"/>
              </a:ext>
            </a:extLst>
          </p:cNvPr>
          <p:cNvSpPr txBox="1">
            <a:spLocks noChangeArrowheads="1"/>
          </p:cNvSpPr>
          <p:nvPr/>
        </p:nvSpPr>
        <p:spPr bwMode="auto">
          <a:xfrm>
            <a:off x="7481888" y="4054476"/>
            <a:ext cx="45085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400"/>
              <a:t>1</a:t>
            </a:r>
          </a:p>
        </p:txBody>
      </p:sp>
      <p:sp>
        <p:nvSpPr>
          <p:cNvPr id="53367" name="TextBox 120">
            <a:extLst>
              <a:ext uri="{FF2B5EF4-FFF2-40B4-BE49-F238E27FC236}">
                <a16:creationId xmlns:a16="http://schemas.microsoft.com/office/drawing/2014/main" id="{4BB5A1AA-65E0-B0BA-C982-0885993FC708}"/>
              </a:ext>
            </a:extLst>
          </p:cNvPr>
          <p:cNvSpPr txBox="1">
            <a:spLocks noChangeArrowheads="1"/>
          </p:cNvSpPr>
          <p:nvPr/>
        </p:nvSpPr>
        <p:spPr bwMode="auto">
          <a:xfrm>
            <a:off x="4652964" y="5545139"/>
            <a:ext cx="592137"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400">
                <a:solidFill>
                  <a:srgbClr val="FF0000"/>
                </a:solidFill>
              </a:rPr>
              <a:t>1</a:t>
            </a:r>
            <a:r>
              <a:rPr lang="en-US" altLang="en-US" sz="1400"/>
              <a:t>  </a:t>
            </a:r>
            <a:r>
              <a:rPr lang="en-US" altLang="en-US" sz="1400">
                <a:solidFill>
                  <a:srgbClr val="FF0000"/>
                </a:solidFill>
              </a:rPr>
              <a:t>0</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Title 1">
            <a:extLst>
              <a:ext uri="{FF2B5EF4-FFF2-40B4-BE49-F238E27FC236}">
                <a16:creationId xmlns:a16="http://schemas.microsoft.com/office/drawing/2014/main" id="{9E8655E0-9916-9A87-2F41-EE9EA189A570}"/>
              </a:ext>
            </a:extLst>
          </p:cNvPr>
          <p:cNvSpPr>
            <a:spLocks noGrp="1" noChangeArrowheads="1"/>
          </p:cNvSpPr>
          <p:nvPr>
            <p:ph type="title"/>
          </p:nvPr>
        </p:nvSpPr>
        <p:spPr/>
        <p:txBody>
          <a:bodyPr/>
          <a:lstStyle/>
          <a:p>
            <a:r>
              <a:rPr lang="en-GB" altLang="en-US"/>
              <a:t>Combinational Shift</a:t>
            </a:r>
          </a:p>
        </p:txBody>
      </p:sp>
      <p:sp>
        <p:nvSpPr>
          <p:cNvPr id="3" name="Text Placeholder 2">
            <a:extLst>
              <a:ext uri="{FF2B5EF4-FFF2-40B4-BE49-F238E27FC236}">
                <a16:creationId xmlns:a16="http://schemas.microsoft.com/office/drawing/2014/main" id="{6BD7F244-183B-7824-179F-FD94C818F30D}"/>
              </a:ext>
            </a:extLst>
          </p:cNvPr>
          <p:cNvSpPr>
            <a:spLocks noGrp="1"/>
          </p:cNvSpPr>
          <p:nvPr>
            <p:ph type="body" sz="quarter" idx="10"/>
          </p:nvPr>
        </p:nvSpPr>
        <p:spPr/>
        <p:txBody>
          <a:bodyPr/>
          <a:lstStyle/>
          <a:p>
            <a:r>
              <a:rPr lang="en-US" dirty="0"/>
              <a:t>Logical  Shift  to  the Left (barrel shifter)</a:t>
            </a:r>
          </a:p>
          <a:p>
            <a:endParaRPr lang="en-US" dirty="0"/>
          </a:p>
        </p:txBody>
      </p:sp>
      <p:grpSp>
        <p:nvGrpSpPr>
          <p:cNvPr id="54275" name="Group 1">
            <a:extLst>
              <a:ext uri="{FF2B5EF4-FFF2-40B4-BE49-F238E27FC236}">
                <a16:creationId xmlns:a16="http://schemas.microsoft.com/office/drawing/2014/main" id="{1A29EDF2-0400-3752-024B-3261E3253FB8}"/>
              </a:ext>
            </a:extLst>
          </p:cNvPr>
          <p:cNvGrpSpPr>
            <a:grpSpLocks/>
          </p:cNvGrpSpPr>
          <p:nvPr/>
        </p:nvGrpSpPr>
        <p:grpSpPr bwMode="auto">
          <a:xfrm>
            <a:off x="2446338" y="2133600"/>
            <a:ext cx="6926262" cy="3657600"/>
            <a:chOff x="922338" y="2133600"/>
            <a:chExt cx="6926262" cy="3657600"/>
          </a:xfrm>
        </p:grpSpPr>
        <p:sp>
          <p:nvSpPr>
            <p:cNvPr id="54277" name="Line 3">
              <a:extLst>
                <a:ext uri="{FF2B5EF4-FFF2-40B4-BE49-F238E27FC236}">
                  <a16:creationId xmlns:a16="http://schemas.microsoft.com/office/drawing/2014/main" id="{DD95B681-BEEB-B8F9-2B12-1BEFE67E397E}"/>
                </a:ext>
              </a:extLst>
            </p:cNvPr>
            <p:cNvSpPr>
              <a:spLocks noChangeShapeType="1"/>
            </p:cNvSpPr>
            <p:nvPr/>
          </p:nvSpPr>
          <p:spPr bwMode="auto">
            <a:xfrm>
              <a:off x="1416050" y="3652838"/>
              <a:ext cx="17145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4278" name="Line 4">
              <a:extLst>
                <a:ext uri="{FF2B5EF4-FFF2-40B4-BE49-F238E27FC236}">
                  <a16:creationId xmlns:a16="http://schemas.microsoft.com/office/drawing/2014/main" id="{4443CB89-817F-66A5-1C41-1A02C3628CEF}"/>
                </a:ext>
              </a:extLst>
            </p:cNvPr>
            <p:cNvSpPr>
              <a:spLocks noChangeShapeType="1"/>
            </p:cNvSpPr>
            <p:nvPr/>
          </p:nvSpPr>
          <p:spPr bwMode="auto">
            <a:xfrm flipV="1">
              <a:off x="1416050" y="2430463"/>
              <a:ext cx="0" cy="1217612"/>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4279" name="Line 5">
              <a:extLst>
                <a:ext uri="{FF2B5EF4-FFF2-40B4-BE49-F238E27FC236}">
                  <a16:creationId xmlns:a16="http://schemas.microsoft.com/office/drawing/2014/main" id="{4558FBF4-73C0-3830-86D7-E44EB20CB797}"/>
                </a:ext>
              </a:extLst>
            </p:cNvPr>
            <p:cNvSpPr>
              <a:spLocks noChangeShapeType="1"/>
            </p:cNvSpPr>
            <p:nvPr/>
          </p:nvSpPr>
          <p:spPr bwMode="auto">
            <a:xfrm>
              <a:off x="1412875" y="2417763"/>
              <a:ext cx="5940425"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4280" name="Line 6">
              <a:extLst>
                <a:ext uri="{FF2B5EF4-FFF2-40B4-BE49-F238E27FC236}">
                  <a16:creationId xmlns:a16="http://schemas.microsoft.com/office/drawing/2014/main" id="{D48CDAF6-084E-E1EB-92BA-ACE708B26235}"/>
                </a:ext>
              </a:extLst>
            </p:cNvPr>
            <p:cNvSpPr>
              <a:spLocks noChangeShapeType="1"/>
            </p:cNvSpPr>
            <p:nvPr/>
          </p:nvSpPr>
          <p:spPr bwMode="auto">
            <a:xfrm>
              <a:off x="1246188" y="2630488"/>
              <a:ext cx="6099175"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4281" name="Line 7">
              <a:extLst>
                <a:ext uri="{FF2B5EF4-FFF2-40B4-BE49-F238E27FC236}">
                  <a16:creationId xmlns:a16="http://schemas.microsoft.com/office/drawing/2014/main" id="{0CC0C5FE-EDED-7D7A-C282-85E75FF46EC3}"/>
                </a:ext>
              </a:extLst>
            </p:cNvPr>
            <p:cNvSpPr>
              <a:spLocks noChangeShapeType="1"/>
            </p:cNvSpPr>
            <p:nvPr/>
          </p:nvSpPr>
          <p:spPr bwMode="auto">
            <a:xfrm>
              <a:off x="1106488" y="2836863"/>
              <a:ext cx="6257925"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4282" name="Line 8">
              <a:extLst>
                <a:ext uri="{FF2B5EF4-FFF2-40B4-BE49-F238E27FC236}">
                  <a16:creationId xmlns:a16="http://schemas.microsoft.com/office/drawing/2014/main" id="{53D171F5-F746-3931-0B1B-AEDFC19398A2}"/>
                </a:ext>
              </a:extLst>
            </p:cNvPr>
            <p:cNvSpPr>
              <a:spLocks noChangeShapeType="1"/>
            </p:cNvSpPr>
            <p:nvPr/>
          </p:nvSpPr>
          <p:spPr bwMode="auto">
            <a:xfrm>
              <a:off x="922338" y="3057525"/>
              <a:ext cx="6443662"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4283" name="Line 9">
              <a:extLst>
                <a:ext uri="{FF2B5EF4-FFF2-40B4-BE49-F238E27FC236}">
                  <a16:creationId xmlns:a16="http://schemas.microsoft.com/office/drawing/2014/main" id="{F2D08571-90D7-B30C-633A-6E9325F54036}"/>
                </a:ext>
              </a:extLst>
            </p:cNvPr>
            <p:cNvSpPr>
              <a:spLocks noChangeShapeType="1"/>
            </p:cNvSpPr>
            <p:nvPr/>
          </p:nvSpPr>
          <p:spPr bwMode="auto">
            <a:xfrm>
              <a:off x="2039938" y="3952875"/>
              <a:ext cx="220662"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4284" name="Line 10">
              <a:extLst>
                <a:ext uri="{FF2B5EF4-FFF2-40B4-BE49-F238E27FC236}">
                  <a16:creationId xmlns:a16="http://schemas.microsoft.com/office/drawing/2014/main" id="{AEE4E982-723D-B642-AA30-6D41275A16E4}"/>
                </a:ext>
              </a:extLst>
            </p:cNvPr>
            <p:cNvSpPr>
              <a:spLocks noChangeShapeType="1"/>
            </p:cNvSpPr>
            <p:nvPr/>
          </p:nvSpPr>
          <p:spPr bwMode="auto">
            <a:xfrm>
              <a:off x="3130550" y="3690938"/>
              <a:ext cx="17145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4285" name="Line 11">
              <a:extLst>
                <a:ext uri="{FF2B5EF4-FFF2-40B4-BE49-F238E27FC236}">
                  <a16:creationId xmlns:a16="http://schemas.microsoft.com/office/drawing/2014/main" id="{43EC18E7-D346-A7EF-D2D6-ADE45F552019}"/>
                </a:ext>
              </a:extLst>
            </p:cNvPr>
            <p:cNvSpPr>
              <a:spLocks noChangeShapeType="1"/>
            </p:cNvSpPr>
            <p:nvPr/>
          </p:nvSpPr>
          <p:spPr bwMode="auto">
            <a:xfrm>
              <a:off x="4879975" y="3670300"/>
              <a:ext cx="17145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4286" name="Line 12">
              <a:extLst>
                <a:ext uri="{FF2B5EF4-FFF2-40B4-BE49-F238E27FC236}">
                  <a16:creationId xmlns:a16="http://schemas.microsoft.com/office/drawing/2014/main" id="{CA898F36-28F0-9BF6-2E15-08BB154C5A8C}"/>
                </a:ext>
              </a:extLst>
            </p:cNvPr>
            <p:cNvSpPr>
              <a:spLocks noChangeShapeType="1"/>
            </p:cNvSpPr>
            <p:nvPr/>
          </p:nvSpPr>
          <p:spPr bwMode="auto">
            <a:xfrm>
              <a:off x="6492875" y="3725863"/>
              <a:ext cx="173038"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4287" name="Line 13">
              <a:extLst>
                <a:ext uri="{FF2B5EF4-FFF2-40B4-BE49-F238E27FC236}">
                  <a16:creationId xmlns:a16="http://schemas.microsoft.com/office/drawing/2014/main" id="{5D6018D1-6A71-D6FA-3F72-998A2900F61F}"/>
                </a:ext>
              </a:extLst>
            </p:cNvPr>
            <p:cNvSpPr>
              <a:spLocks noChangeShapeType="1"/>
            </p:cNvSpPr>
            <p:nvPr/>
          </p:nvSpPr>
          <p:spPr bwMode="auto">
            <a:xfrm>
              <a:off x="3125788" y="2630488"/>
              <a:ext cx="0" cy="1069975"/>
            </a:xfrm>
            <a:prstGeom prst="line">
              <a:avLst/>
            </a:prstGeom>
            <a:noFill/>
            <a:ln w="28575">
              <a:solidFill>
                <a:srgbClr val="000000"/>
              </a:solidFill>
              <a:round/>
              <a:headEnd type="oval" w="sm" len="sm"/>
              <a:tailEnd/>
            </a:ln>
            <a:extLst>
              <a:ext uri="{909E8E84-426E-40DD-AFC4-6F175D3DCCD1}">
                <a14:hiddenFill xmlns:a14="http://schemas.microsoft.com/office/drawing/2010/main">
                  <a:noFill/>
                </a14:hiddenFill>
              </a:ext>
            </a:extLst>
          </p:spPr>
          <p:txBody>
            <a:bodyPr/>
            <a:lstStyle/>
            <a:p>
              <a:endParaRPr lang="en-US"/>
            </a:p>
          </p:txBody>
        </p:sp>
        <p:sp>
          <p:nvSpPr>
            <p:cNvPr id="54288" name="Line 14">
              <a:extLst>
                <a:ext uri="{FF2B5EF4-FFF2-40B4-BE49-F238E27FC236}">
                  <a16:creationId xmlns:a16="http://schemas.microsoft.com/office/drawing/2014/main" id="{C1578DF7-0C68-B5C5-0790-74617C40DFC0}"/>
                </a:ext>
              </a:extLst>
            </p:cNvPr>
            <p:cNvSpPr>
              <a:spLocks noChangeShapeType="1"/>
            </p:cNvSpPr>
            <p:nvPr/>
          </p:nvSpPr>
          <p:spPr bwMode="auto">
            <a:xfrm>
              <a:off x="4729163" y="3059113"/>
              <a:ext cx="0" cy="827087"/>
            </a:xfrm>
            <a:prstGeom prst="line">
              <a:avLst/>
            </a:prstGeom>
            <a:noFill/>
            <a:ln w="28575">
              <a:solidFill>
                <a:srgbClr val="000000"/>
              </a:solidFill>
              <a:round/>
              <a:headEnd type="oval" w="sm" len="sm"/>
              <a:tailEnd/>
            </a:ln>
            <a:extLst>
              <a:ext uri="{909E8E84-426E-40DD-AFC4-6F175D3DCCD1}">
                <a14:hiddenFill xmlns:a14="http://schemas.microsoft.com/office/drawing/2010/main">
                  <a:noFill/>
                </a14:hiddenFill>
              </a:ext>
            </a:extLst>
          </p:spPr>
          <p:txBody>
            <a:bodyPr/>
            <a:lstStyle/>
            <a:p>
              <a:endParaRPr lang="en-US"/>
            </a:p>
          </p:txBody>
        </p:sp>
        <p:sp>
          <p:nvSpPr>
            <p:cNvPr id="54289" name="Line 15">
              <a:extLst>
                <a:ext uri="{FF2B5EF4-FFF2-40B4-BE49-F238E27FC236}">
                  <a16:creationId xmlns:a16="http://schemas.microsoft.com/office/drawing/2014/main" id="{F61D276F-895C-8DF8-E887-389ABD1F7C4C}"/>
                </a:ext>
              </a:extLst>
            </p:cNvPr>
            <p:cNvSpPr>
              <a:spLocks noChangeShapeType="1"/>
            </p:cNvSpPr>
            <p:nvPr/>
          </p:nvSpPr>
          <p:spPr bwMode="auto">
            <a:xfrm>
              <a:off x="6494463" y="3057525"/>
              <a:ext cx="0" cy="669925"/>
            </a:xfrm>
            <a:prstGeom prst="line">
              <a:avLst/>
            </a:prstGeom>
            <a:noFill/>
            <a:ln w="28575">
              <a:solidFill>
                <a:srgbClr val="000000"/>
              </a:solidFill>
              <a:round/>
              <a:headEnd type="oval" w="sm" len="sm"/>
              <a:tailEnd/>
            </a:ln>
            <a:extLst>
              <a:ext uri="{909E8E84-426E-40DD-AFC4-6F175D3DCCD1}">
                <a14:hiddenFill xmlns:a14="http://schemas.microsoft.com/office/drawing/2010/main">
                  <a:noFill/>
                </a14:hiddenFill>
              </a:ext>
            </a:extLst>
          </p:spPr>
          <p:txBody>
            <a:bodyPr/>
            <a:lstStyle/>
            <a:p>
              <a:endParaRPr lang="en-US"/>
            </a:p>
          </p:txBody>
        </p:sp>
        <p:sp>
          <p:nvSpPr>
            <p:cNvPr id="54290" name="Line 16">
              <a:extLst>
                <a:ext uri="{FF2B5EF4-FFF2-40B4-BE49-F238E27FC236}">
                  <a16:creationId xmlns:a16="http://schemas.microsoft.com/office/drawing/2014/main" id="{6EACA840-5C53-6CC5-51A7-AA7828391BC0}"/>
                </a:ext>
              </a:extLst>
            </p:cNvPr>
            <p:cNvSpPr>
              <a:spLocks noChangeShapeType="1"/>
            </p:cNvSpPr>
            <p:nvPr/>
          </p:nvSpPr>
          <p:spPr bwMode="auto">
            <a:xfrm flipH="1">
              <a:off x="1265238" y="3870325"/>
              <a:ext cx="339725"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4291" name="Line 17">
              <a:extLst>
                <a:ext uri="{FF2B5EF4-FFF2-40B4-BE49-F238E27FC236}">
                  <a16:creationId xmlns:a16="http://schemas.microsoft.com/office/drawing/2014/main" id="{5EF0F3FE-5ADE-74F5-C65B-5FEC6204D987}"/>
                </a:ext>
              </a:extLst>
            </p:cNvPr>
            <p:cNvSpPr>
              <a:spLocks noChangeShapeType="1"/>
            </p:cNvSpPr>
            <p:nvPr/>
          </p:nvSpPr>
          <p:spPr bwMode="auto">
            <a:xfrm flipV="1">
              <a:off x="1252538" y="2619375"/>
              <a:ext cx="0" cy="1239838"/>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42" name="AutoShape 18">
              <a:extLst>
                <a:ext uri="{FF2B5EF4-FFF2-40B4-BE49-F238E27FC236}">
                  <a16:creationId xmlns:a16="http://schemas.microsoft.com/office/drawing/2014/main" id="{DF77015F-B683-4B61-9C17-41779E8CD2F9}"/>
                </a:ext>
              </a:extLst>
            </p:cNvPr>
            <p:cNvSpPr>
              <a:spLocks noChangeArrowheads="1"/>
            </p:cNvSpPr>
            <p:nvPr/>
          </p:nvSpPr>
          <p:spPr bwMode="auto">
            <a:xfrm rot="16200000">
              <a:off x="2945606" y="3813969"/>
              <a:ext cx="1198563" cy="415925"/>
            </a:xfrm>
            <a:custGeom>
              <a:avLst/>
              <a:gdLst>
                <a:gd name="G0" fmla="+- 5400 0 0"/>
                <a:gd name="G1" fmla="+- 21600 0 5400"/>
                <a:gd name="G2" fmla="*/ 5400 1 2"/>
                <a:gd name="G3" fmla="+- 21600 0 G2"/>
                <a:gd name="G4" fmla="+/ 5400 21600 2"/>
                <a:gd name="G5" fmla="+/ G1 0 2"/>
                <a:gd name="G6" fmla="*/ 21600 21600 5400"/>
                <a:gd name="G7" fmla="*/ G6 1 2"/>
                <a:gd name="G8" fmla="+- 21600 0 G7"/>
                <a:gd name="G9" fmla="*/ 21600 1 2"/>
                <a:gd name="G10" fmla="+- 5400 0 G9"/>
                <a:gd name="G11" fmla="?: G10 G8 0"/>
                <a:gd name="G12" fmla="?: G10 G7 21600"/>
                <a:gd name="T0" fmla="*/ 18900 w 21600"/>
                <a:gd name="T1" fmla="*/ 10800 h 21600"/>
                <a:gd name="T2" fmla="*/ 10800 w 21600"/>
                <a:gd name="T3" fmla="*/ 21600 h 21600"/>
                <a:gd name="T4" fmla="*/ 2700 w 21600"/>
                <a:gd name="T5" fmla="*/ 10800 h 21600"/>
                <a:gd name="T6" fmla="*/ 10800 w 21600"/>
                <a:gd name="T7" fmla="*/ 0 h 21600"/>
                <a:gd name="T8" fmla="*/ 4500 w 21600"/>
                <a:gd name="T9" fmla="*/ 4500 h 21600"/>
                <a:gd name="T10" fmla="*/ 17100 w 21600"/>
                <a:gd name="T11" fmla="*/ 17100 h 21600"/>
              </a:gdLst>
              <a:ahLst/>
              <a:cxnLst>
                <a:cxn ang="0">
                  <a:pos x="T0" y="T1"/>
                </a:cxn>
                <a:cxn ang="0">
                  <a:pos x="T2" y="T3"/>
                </a:cxn>
                <a:cxn ang="0">
                  <a:pos x="T4" y="T5"/>
                </a:cxn>
                <a:cxn ang="0">
                  <a:pos x="T6" y="T7"/>
                </a:cxn>
              </a:cxnLst>
              <a:rect l="T8" t="T9" r="T10" b="T11"/>
              <a:pathLst>
                <a:path w="21600" h="21600">
                  <a:moveTo>
                    <a:pt x="0" y="0"/>
                  </a:moveTo>
                  <a:lnTo>
                    <a:pt x="5400" y="21600"/>
                  </a:lnTo>
                  <a:lnTo>
                    <a:pt x="16200" y="21600"/>
                  </a:lnTo>
                  <a:lnTo>
                    <a:pt x="21600" y="0"/>
                  </a:lnTo>
                  <a:close/>
                </a:path>
              </a:pathLst>
            </a:custGeom>
            <a:solidFill>
              <a:schemeClr val="accent1">
                <a:lumMod val="60000"/>
                <a:lumOff val="40000"/>
              </a:schemeClr>
            </a:solidFill>
            <a:ln w="28575">
              <a:solidFill>
                <a:srgbClr val="000000"/>
              </a:solidFill>
              <a:miter lim="800000"/>
              <a:headEnd/>
              <a:tailEnd/>
            </a:ln>
          </p:spPr>
          <p:txBody>
            <a:bodyPr/>
            <a:lstStyle/>
            <a:p>
              <a:pPr eaLnBrk="1" hangingPunct="1">
                <a:defRPr/>
              </a:pPr>
              <a:endParaRPr lang="en-GB"/>
            </a:p>
          </p:txBody>
        </p:sp>
        <p:sp>
          <p:nvSpPr>
            <p:cNvPr id="54293" name="Text Box 19">
              <a:extLst>
                <a:ext uri="{FF2B5EF4-FFF2-40B4-BE49-F238E27FC236}">
                  <a16:creationId xmlns:a16="http://schemas.microsoft.com/office/drawing/2014/main" id="{85F05C3A-C4FE-68A5-DCD9-11F4AC0E6E6B}"/>
                </a:ext>
              </a:extLst>
            </p:cNvPr>
            <p:cNvSpPr txBox="1">
              <a:spLocks noChangeArrowheads="1"/>
            </p:cNvSpPr>
            <p:nvPr/>
          </p:nvSpPr>
          <p:spPr bwMode="auto">
            <a:xfrm>
              <a:off x="3287713" y="3487738"/>
              <a:ext cx="3206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Aft>
                  <a:spcPts val="1000"/>
                </a:spcAft>
              </a:pPr>
              <a:r>
                <a:rPr lang="en-US" altLang="en-US">
                  <a:latin typeface="Times New Roman" panose="02020603050405020304" pitchFamily="18" charset="0"/>
                </a:rPr>
                <a:t>0</a:t>
              </a:r>
              <a:endParaRPr lang="en-US" altLang="en-US"/>
            </a:p>
          </p:txBody>
        </p:sp>
        <p:sp>
          <p:nvSpPr>
            <p:cNvPr id="54294" name="Text Box 20">
              <a:extLst>
                <a:ext uri="{FF2B5EF4-FFF2-40B4-BE49-F238E27FC236}">
                  <a16:creationId xmlns:a16="http://schemas.microsoft.com/office/drawing/2014/main" id="{EE13BAD2-59C5-EA5C-D09A-FE11910DFA0D}"/>
                </a:ext>
              </a:extLst>
            </p:cNvPr>
            <p:cNvSpPr txBox="1">
              <a:spLocks noChangeArrowheads="1"/>
            </p:cNvSpPr>
            <p:nvPr/>
          </p:nvSpPr>
          <p:spPr bwMode="auto">
            <a:xfrm>
              <a:off x="3300413" y="3711575"/>
              <a:ext cx="481012"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Aft>
                  <a:spcPts val="1000"/>
                </a:spcAft>
              </a:pPr>
              <a:r>
                <a:rPr lang="en-US" altLang="en-US">
                  <a:latin typeface="Calibri" panose="020F0502020204030204" pitchFamily="34" charset="0"/>
                </a:rPr>
                <a:t>1</a:t>
              </a:r>
              <a:endParaRPr lang="en-US" altLang="en-US"/>
            </a:p>
          </p:txBody>
        </p:sp>
        <p:sp>
          <p:nvSpPr>
            <p:cNvPr id="54295" name="Text Box 21">
              <a:extLst>
                <a:ext uri="{FF2B5EF4-FFF2-40B4-BE49-F238E27FC236}">
                  <a16:creationId xmlns:a16="http://schemas.microsoft.com/office/drawing/2014/main" id="{9C68F4AC-406F-99D7-B387-681BC9F47C4A}"/>
                </a:ext>
              </a:extLst>
            </p:cNvPr>
            <p:cNvSpPr txBox="1">
              <a:spLocks noChangeArrowheads="1"/>
            </p:cNvSpPr>
            <p:nvPr/>
          </p:nvSpPr>
          <p:spPr bwMode="auto">
            <a:xfrm>
              <a:off x="3286125" y="3930650"/>
              <a:ext cx="320675" cy="385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Aft>
                  <a:spcPts val="1000"/>
                </a:spcAft>
              </a:pPr>
              <a:r>
                <a:rPr lang="en-US" altLang="en-US">
                  <a:latin typeface="Calibri" panose="020F0502020204030204" pitchFamily="34" charset="0"/>
                </a:rPr>
                <a:t>2</a:t>
              </a:r>
              <a:endParaRPr lang="en-US" altLang="en-US"/>
            </a:p>
          </p:txBody>
        </p:sp>
        <p:sp>
          <p:nvSpPr>
            <p:cNvPr id="54296" name="Text Box 22">
              <a:extLst>
                <a:ext uri="{FF2B5EF4-FFF2-40B4-BE49-F238E27FC236}">
                  <a16:creationId xmlns:a16="http://schemas.microsoft.com/office/drawing/2014/main" id="{160633CB-DC24-DD92-19E4-C93E16743577}"/>
                </a:ext>
              </a:extLst>
            </p:cNvPr>
            <p:cNvSpPr txBox="1">
              <a:spLocks noChangeArrowheads="1"/>
            </p:cNvSpPr>
            <p:nvPr/>
          </p:nvSpPr>
          <p:spPr bwMode="auto">
            <a:xfrm>
              <a:off x="3281363" y="4144963"/>
              <a:ext cx="320675" cy="41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Aft>
                  <a:spcPts val="1000"/>
                </a:spcAft>
              </a:pPr>
              <a:r>
                <a:rPr lang="en-US" altLang="en-US">
                  <a:latin typeface="Calibri" panose="020F0502020204030204" pitchFamily="34" charset="0"/>
                </a:rPr>
                <a:t>3</a:t>
              </a:r>
              <a:endParaRPr lang="en-US" altLang="en-US"/>
            </a:p>
          </p:txBody>
        </p:sp>
        <p:sp>
          <p:nvSpPr>
            <p:cNvPr id="54297" name="Line 23">
              <a:extLst>
                <a:ext uri="{FF2B5EF4-FFF2-40B4-BE49-F238E27FC236}">
                  <a16:creationId xmlns:a16="http://schemas.microsoft.com/office/drawing/2014/main" id="{067C01FB-1F1E-DA3A-C41E-F55BB27A15BE}"/>
                </a:ext>
              </a:extLst>
            </p:cNvPr>
            <p:cNvSpPr>
              <a:spLocks noChangeShapeType="1"/>
            </p:cNvSpPr>
            <p:nvPr/>
          </p:nvSpPr>
          <p:spPr bwMode="auto">
            <a:xfrm>
              <a:off x="2990850" y="3916363"/>
              <a:ext cx="322263"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4298" name="Line 24">
              <a:extLst>
                <a:ext uri="{FF2B5EF4-FFF2-40B4-BE49-F238E27FC236}">
                  <a16:creationId xmlns:a16="http://schemas.microsoft.com/office/drawing/2014/main" id="{52E2ED08-D7FD-F6E5-8C30-B8EE7CF8CC97}"/>
                </a:ext>
              </a:extLst>
            </p:cNvPr>
            <p:cNvSpPr>
              <a:spLocks noChangeShapeType="1"/>
            </p:cNvSpPr>
            <p:nvPr/>
          </p:nvSpPr>
          <p:spPr bwMode="auto">
            <a:xfrm flipV="1">
              <a:off x="2990850" y="2838450"/>
              <a:ext cx="0" cy="1079500"/>
            </a:xfrm>
            <a:prstGeom prst="line">
              <a:avLst/>
            </a:prstGeom>
            <a:noFill/>
            <a:ln w="28575">
              <a:solidFill>
                <a:srgbClr val="000000"/>
              </a:solidFill>
              <a:round/>
              <a:headEnd/>
              <a:tailEnd type="oval" w="sm" len="sm"/>
            </a:ln>
            <a:extLst>
              <a:ext uri="{909E8E84-426E-40DD-AFC4-6F175D3DCCD1}">
                <a14:hiddenFill xmlns:a14="http://schemas.microsoft.com/office/drawing/2010/main">
                  <a:noFill/>
                </a14:hiddenFill>
              </a:ext>
            </a:extLst>
          </p:spPr>
          <p:txBody>
            <a:bodyPr/>
            <a:lstStyle/>
            <a:p>
              <a:endParaRPr lang="en-US"/>
            </a:p>
          </p:txBody>
        </p:sp>
        <p:sp>
          <p:nvSpPr>
            <p:cNvPr id="54299" name="Line 25">
              <a:extLst>
                <a:ext uri="{FF2B5EF4-FFF2-40B4-BE49-F238E27FC236}">
                  <a16:creationId xmlns:a16="http://schemas.microsoft.com/office/drawing/2014/main" id="{80532D73-79DA-E8F7-F91E-5E5625337388}"/>
                </a:ext>
              </a:extLst>
            </p:cNvPr>
            <p:cNvSpPr>
              <a:spLocks noChangeShapeType="1"/>
            </p:cNvSpPr>
            <p:nvPr/>
          </p:nvSpPr>
          <p:spPr bwMode="auto">
            <a:xfrm>
              <a:off x="2803525" y="4154488"/>
              <a:ext cx="52705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4300" name="Line 26">
              <a:extLst>
                <a:ext uri="{FF2B5EF4-FFF2-40B4-BE49-F238E27FC236}">
                  <a16:creationId xmlns:a16="http://schemas.microsoft.com/office/drawing/2014/main" id="{3BED6CDB-585F-3B8A-7F1E-1AD0880737EF}"/>
                </a:ext>
              </a:extLst>
            </p:cNvPr>
            <p:cNvSpPr>
              <a:spLocks noChangeShapeType="1"/>
            </p:cNvSpPr>
            <p:nvPr/>
          </p:nvSpPr>
          <p:spPr bwMode="auto">
            <a:xfrm>
              <a:off x="3128963" y="4383088"/>
              <a:ext cx="211137"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4301" name="Line 27">
              <a:extLst>
                <a:ext uri="{FF2B5EF4-FFF2-40B4-BE49-F238E27FC236}">
                  <a16:creationId xmlns:a16="http://schemas.microsoft.com/office/drawing/2014/main" id="{63291227-305F-539A-4602-543B9B720685}"/>
                </a:ext>
              </a:extLst>
            </p:cNvPr>
            <p:cNvSpPr>
              <a:spLocks noChangeShapeType="1"/>
            </p:cNvSpPr>
            <p:nvPr/>
          </p:nvSpPr>
          <p:spPr bwMode="auto">
            <a:xfrm flipV="1">
              <a:off x="2794000" y="3046413"/>
              <a:ext cx="0" cy="1103312"/>
            </a:xfrm>
            <a:prstGeom prst="line">
              <a:avLst/>
            </a:prstGeom>
            <a:noFill/>
            <a:ln w="28575">
              <a:solidFill>
                <a:srgbClr val="000000"/>
              </a:solidFill>
              <a:round/>
              <a:headEnd/>
              <a:tailEnd type="oval" w="sm" len="sm"/>
            </a:ln>
            <a:extLst>
              <a:ext uri="{909E8E84-426E-40DD-AFC4-6F175D3DCCD1}">
                <a14:hiddenFill xmlns:a14="http://schemas.microsoft.com/office/drawing/2010/main">
                  <a:noFill/>
                </a14:hiddenFill>
              </a:ext>
            </a:extLst>
          </p:spPr>
          <p:txBody>
            <a:bodyPr/>
            <a:lstStyle/>
            <a:p>
              <a:endParaRPr lang="en-US"/>
            </a:p>
          </p:txBody>
        </p:sp>
        <p:sp>
          <p:nvSpPr>
            <p:cNvPr id="54302" name="Line 28">
              <a:extLst>
                <a:ext uri="{FF2B5EF4-FFF2-40B4-BE49-F238E27FC236}">
                  <a16:creationId xmlns:a16="http://schemas.microsoft.com/office/drawing/2014/main" id="{55065937-4596-9869-F5E8-CC66906D0268}"/>
                </a:ext>
              </a:extLst>
            </p:cNvPr>
            <p:cNvSpPr>
              <a:spLocks noChangeShapeType="1"/>
            </p:cNvSpPr>
            <p:nvPr/>
          </p:nvSpPr>
          <p:spPr bwMode="auto">
            <a:xfrm>
              <a:off x="4729163" y="3873500"/>
              <a:ext cx="303212"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4303" name="Line 29">
              <a:extLst>
                <a:ext uri="{FF2B5EF4-FFF2-40B4-BE49-F238E27FC236}">
                  <a16:creationId xmlns:a16="http://schemas.microsoft.com/office/drawing/2014/main" id="{42A4A5DA-CF5D-E072-1185-199EA03CDC5A}"/>
                </a:ext>
              </a:extLst>
            </p:cNvPr>
            <p:cNvSpPr>
              <a:spLocks noChangeShapeType="1"/>
            </p:cNvSpPr>
            <p:nvPr/>
          </p:nvSpPr>
          <p:spPr bwMode="auto">
            <a:xfrm>
              <a:off x="4830763" y="4102100"/>
              <a:ext cx="212725"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54" name="AutoShape 30">
              <a:extLst>
                <a:ext uri="{FF2B5EF4-FFF2-40B4-BE49-F238E27FC236}">
                  <a16:creationId xmlns:a16="http://schemas.microsoft.com/office/drawing/2014/main" id="{7EEA7110-BC98-4FC5-AD56-29EF868BB15F}"/>
                </a:ext>
              </a:extLst>
            </p:cNvPr>
            <p:cNvSpPr>
              <a:spLocks noChangeArrowheads="1"/>
            </p:cNvSpPr>
            <p:nvPr/>
          </p:nvSpPr>
          <p:spPr bwMode="auto">
            <a:xfrm rot="16200000">
              <a:off x="4656138" y="3797300"/>
              <a:ext cx="1200150" cy="415925"/>
            </a:xfrm>
            <a:custGeom>
              <a:avLst/>
              <a:gdLst>
                <a:gd name="G0" fmla="+- 5400 0 0"/>
                <a:gd name="G1" fmla="+- 21600 0 5400"/>
                <a:gd name="G2" fmla="*/ 5400 1 2"/>
                <a:gd name="G3" fmla="+- 21600 0 G2"/>
                <a:gd name="G4" fmla="+/ 5400 21600 2"/>
                <a:gd name="G5" fmla="+/ G1 0 2"/>
                <a:gd name="G6" fmla="*/ 21600 21600 5400"/>
                <a:gd name="G7" fmla="*/ G6 1 2"/>
                <a:gd name="G8" fmla="+- 21600 0 G7"/>
                <a:gd name="G9" fmla="*/ 21600 1 2"/>
                <a:gd name="G10" fmla="+- 5400 0 G9"/>
                <a:gd name="G11" fmla="?: G10 G8 0"/>
                <a:gd name="G12" fmla="?: G10 G7 21600"/>
                <a:gd name="T0" fmla="*/ 18900 w 21600"/>
                <a:gd name="T1" fmla="*/ 10800 h 21600"/>
                <a:gd name="T2" fmla="*/ 10800 w 21600"/>
                <a:gd name="T3" fmla="*/ 21600 h 21600"/>
                <a:gd name="T4" fmla="*/ 2700 w 21600"/>
                <a:gd name="T5" fmla="*/ 10800 h 21600"/>
                <a:gd name="T6" fmla="*/ 10800 w 21600"/>
                <a:gd name="T7" fmla="*/ 0 h 21600"/>
                <a:gd name="T8" fmla="*/ 4500 w 21600"/>
                <a:gd name="T9" fmla="*/ 4500 h 21600"/>
                <a:gd name="T10" fmla="*/ 17100 w 21600"/>
                <a:gd name="T11" fmla="*/ 17100 h 21600"/>
              </a:gdLst>
              <a:ahLst/>
              <a:cxnLst>
                <a:cxn ang="0">
                  <a:pos x="T0" y="T1"/>
                </a:cxn>
                <a:cxn ang="0">
                  <a:pos x="T2" y="T3"/>
                </a:cxn>
                <a:cxn ang="0">
                  <a:pos x="T4" y="T5"/>
                </a:cxn>
                <a:cxn ang="0">
                  <a:pos x="T6" y="T7"/>
                </a:cxn>
              </a:cxnLst>
              <a:rect l="T8" t="T9" r="T10" b="T11"/>
              <a:pathLst>
                <a:path w="21600" h="21600">
                  <a:moveTo>
                    <a:pt x="0" y="0"/>
                  </a:moveTo>
                  <a:lnTo>
                    <a:pt x="5400" y="21600"/>
                  </a:lnTo>
                  <a:lnTo>
                    <a:pt x="16200" y="21600"/>
                  </a:lnTo>
                  <a:lnTo>
                    <a:pt x="21600" y="0"/>
                  </a:lnTo>
                  <a:close/>
                </a:path>
              </a:pathLst>
            </a:custGeom>
            <a:solidFill>
              <a:schemeClr val="accent1">
                <a:lumMod val="60000"/>
                <a:lumOff val="40000"/>
              </a:schemeClr>
            </a:solidFill>
            <a:ln w="28575">
              <a:solidFill>
                <a:srgbClr val="000000"/>
              </a:solidFill>
              <a:miter lim="800000"/>
              <a:headEnd/>
              <a:tailEnd/>
            </a:ln>
          </p:spPr>
          <p:txBody>
            <a:bodyPr/>
            <a:lstStyle/>
            <a:p>
              <a:pPr eaLnBrk="1" hangingPunct="1">
                <a:defRPr/>
              </a:pPr>
              <a:endParaRPr lang="en-GB"/>
            </a:p>
          </p:txBody>
        </p:sp>
        <p:sp>
          <p:nvSpPr>
            <p:cNvPr id="54305" name="Text Box 31">
              <a:extLst>
                <a:ext uri="{FF2B5EF4-FFF2-40B4-BE49-F238E27FC236}">
                  <a16:creationId xmlns:a16="http://schemas.microsoft.com/office/drawing/2014/main" id="{B089958B-04F1-74DE-3883-680305BCDB3E}"/>
                </a:ext>
              </a:extLst>
            </p:cNvPr>
            <p:cNvSpPr txBox="1">
              <a:spLocks noChangeArrowheads="1"/>
            </p:cNvSpPr>
            <p:nvPr/>
          </p:nvSpPr>
          <p:spPr bwMode="auto">
            <a:xfrm>
              <a:off x="5006975" y="3454400"/>
              <a:ext cx="320675"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Aft>
                  <a:spcPts val="1000"/>
                </a:spcAft>
              </a:pPr>
              <a:r>
                <a:rPr lang="en-US" altLang="en-US">
                  <a:latin typeface="Times New Roman" panose="02020603050405020304" pitchFamily="18" charset="0"/>
                </a:rPr>
                <a:t>0</a:t>
              </a:r>
              <a:endParaRPr lang="en-US" altLang="en-US"/>
            </a:p>
          </p:txBody>
        </p:sp>
        <p:sp>
          <p:nvSpPr>
            <p:cNvPr id="54306" name="Text Box 32">
              <a:extLst>
                <a:ext uri="{FF2B5EF4-FFF2-40B4-BE49-F238E27FC236}">
                  <a16:creationId xmlns:a16="http://schemas.microsoft.com/office/drawing/2014/main" id="{CC8DFC0E-2509-F43C-0072-B1FEE3F7DE2D}"/>
                </a:ext>
              </a:extLst>
            </p:cNvPr>
            <p:cNvSpPr txBox="1">
              <a:spLocks noChangeArrowheads="1"/>
            </p:cNvSpPr>
            <p:nvPr/>
          </p:nvSpPr>
          <p:spPr bwMode="auto">
            <a:xfrm>
              <a:off x="5006975" y="3678238"/>
              <a:ext cx="481013"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Aft>
                  <a:spcPts val="1000"/>
                </a:spcAft>
              </a:pPr>
              <a:r>
                <a:rPr lang="en-US" altLang="en-US">
                  <a:latin typeface="Calibri" panose="020F0502020204030204" pitchFamily="34" charset="0"/>
                </a:rPr>
                <a:t>1</a:t>
              </a:r>
              <a:endParaRPr lang="en-US" altLang="en-US"/>
            </a:p>
          </p:txBody>
        </p:sp>
        <p:sp>
          <p:nvSpPr>
            <p:cNvPr id="54307" name="Text Box 33">
              <a:extLst>
                <a:ext uri="{FF2B5EF4-FFF2-40B4-BE49-F238E27FC236}">
                  <a16:creationId xmlns:a16="http://schemas.microsoft.com/office/drawing/2014/main" id="{58E944B3-092C-C794-D62C-6CA22E9B36FB}"/>
                </a:ext>
              </a:extLst>
            </p:cNvPr>
            <p:cNvSpPr txBox="1">
              <a:spLocks noChangeArrowheads="1"/>
            </p:cNvSpPr>
            <p:nvPr/>
          </p:nvSpPr>
          <p:spPr bwMode="auto">
            <a:xfrm>
              <a:off x="5006975" y="3916363"/>
              <a:ext cx="320675" cy="38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Aft>
                  <a:spcPts val="1000"/>
                </a:spcAft>
              </a:pPr>
              <a:r>
                <a:rPr lang="en-US" altLang="en-US">
                  <a:latin typeface="Calibri" panose="020F0502020204030204" pitchFamily="34" charset="0"/>
                </a:rPr>
                <a:t>2</a:t>
              </a:r>
              <a:endParaRPr lang="en-US" altLang="en-US"/>
            </a:p>
          </p:txBody>
        </p:sp>
        <p:sp>
          <p:nvSpPr>
            <p:cNvPr id="54308" name="Text Box 34">
              <a:extLst>
                <a:ext uri="{FF2B5EF4-FFF2-40B4-BE49-F238E27FC236}">
                  <a16:creationId xmlns:a16="http://schemas.microsoft.com/office/drawing/2014/main" id="{DFE7140B-3E1B-09CB-A3F9-0851F92B87BD}"/>
                </a:ext>
              </a:extLst>
            </p:cNvPr>
            <p:cNvSpPr txBox="1">
              <a:spLocks noChangeArrowheads="1"/>
            </p:cNvSpPr>
            <p:nvPr/>
          </p:nvSpPr>
          <p:spPr bwMode="auto">
            <a:xfrm>
              <a:off x="5006975" y="4129088"/>
              <a:ext cx="320675"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Aft>
                  <a:spcPts val="1000"/>
                </a:spcAft>
              </a:pPr>
              <a:r>
                <a:rPr lang="en-US" altLang="en-US">
                  <a:latin typeface="Calibri" panose="020F0502020204030204" pitchFamily="34" charset="0"/>
                </a:rPr>
                <a:t>3</a:t>
              </a:r>
              <a:endParaRPr lang="en-US" altLang="en-US"/>
            </a:p>
          </p:txBody>
        </p:sp>
        <p:sp>
          <p:nvSpPr>
            <p:cNvPr id="54309" name="Line 35">
              <a:extLst>
                <a:ext uri="{FF2B5EF4-FFF2-40B4-BE49-F238E27FC236}">
                  <a16:creationId xmlns:a16="http://schemas.microsoft.com/office/drawing/2014/main" id="{92E2E997-D1F5-4F4B-C975-FAAE8598C43A}"/>
                </a:ext>
              </a:extLst>
            </p:cNvPr>
            <p:cNvSpPr>
              <a:spLocks noChangeShapeType="1"/>
            </p:cNvSpPr>
            <p:nvPr/>
          </p:nvSpPr>
          <p:spPr bwMode="auto">
            <a:xfrm>
              <a:off x="7105650" y="4025900"/>
              <a:ext cx="22225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60" name="AutoShape 36">
              <a:extLst>
                <a:ext uri="{FF2B5EF4-FFF2-40B4-BE49-F238E27FC236}">
                  <a16:creationId xmlns:a16="http://schemas.microsoft.com/office/drawing/2014/main" id="{9BB4110D-51C9-4ECD-9DB9-471417331BEF}"/>
                </a:ext>
              </a:extLst>
            </p:cNvPr>
            <p:cNvSpPr>
              <a:spLocks noChangeArrowheads="1"/>
            </p:cNvSpPr>
            <p:nvPr/>
          </p:nvSpPr>
          <p:spPr bwMode="auto">
            <a:xfrm rot="16200000">
              <a:off x="6300788" y="3832225"/>
              <a:ext cx="1200150" cy="415925"/>
            </a:xfrm>
            <a:custGeom>
              <a:avLst/>
              <a:gdLst>
                <a:gd name="G0" fmla="+- 5400 0 0"/>
                <a:gd name="G1" fmla="+- 21600 0 5400"/>
                <a:gd name="G2" fmla="*/ 5400 1 2"/>
                <a:gd name="G3" fmla="+- 21600 0 G2"/>
                <a:gd name="G4" fmla="+/ 5400 21600 2"/>
                <a:gd name="G5" fmla="+/ G1 0 2"/>
                <a:gd name="G6" fmla="*/ 21600 21600 5400"/>
                <a:gd name="G7" fmla="*/ G6 1 2"/>
                <a:gd name="G8" fmla="+- 21600 0 G7"/>
                <a:gd name="G9" fmla="*/ 21600 1 2"/>
                <a:gd name="G10" fmla="+- 5400 0 G9"/>
                <a:gd name="G11" fmla="?: G10 G8 0"/>
                <a:gd name="G12" fmla="?: G10 G7 21600"/>
                <a:gd name="T0" fmla="*/ 18900 w 21600"/>
                <a:gd name="T1" fmla="*/ 10800 h 21600"/>
                <a:gd name="T2" fmla="*/ 10800 w 21600"/>
                <a:gd name="T3" fmla="*/ 21600 h 21600"/>
                <a:gd name="T4" fmla="*/ 2700 w 21600"/>
                <a:gd name="T5" fmla="*/ 10800 h 21600"/>
                <a:gd name="T6" fmla="*/ 10800 w 21600"/>
                <a:gd name="T7" fmla="*/ 0 h 21600"/>
                <a:gd name="T8" fmla="*/ 4500 w 21600"/>
                <a:gd name="T9" fmla="*/ 4500 h 21600"/>
                <a:gd name="T10" fmla="*/ 17100 w 21600"/>
                <a:gd name="T11" fmla="*/ 17100 h 21600"/>
              </a:gdLst>
              <a:ahLst/>
              <a:cxnLst>
                <a:cxn ang="0">
                  <a:pos x="T0" y="T1"/>
                </a:cxn>
                <a:cxn ang="0">
                  <a:pos x="T2" y="T3"/>
                </a:cxn>
                <a:cxn ang="0">
                  <a:pos x="T4" y="T5"/>
                </a:cxn>
                <a:cxn ang="0">
                  <a:pos x="T6" y="T7"/>
                </a:cxn>
              </a:cxnLst>
              <a:rect l="T8" t="T9" r="T10" b="T11"/>
              <a:pathLst>
                <a:path w="21600" h="21600">
                  <a:moveTo>
                    <a:pt x="0" y="0"/>
                  </a:moveTo>
                  <a:lnTo>
                    <a:pt x="5400" y="21600"/>
                  </a:lnTo>
                  <a:lnTo>
                    <a:pt x="16200" y="21600"/>
                  </a:lnTo>
                  <a:lnTo>
                    <a:pt x="21600" y="0"/>
                  </a:lnTo>
                  <a:close/>
                </a:path>
              </a:pathLst>
            </a:custGeom>
            <a:solidFill>
              <a:schemeClr val="accent1">
                <a:lumMod val="60000"/>
                <a:lumOff val="40000"/>
              </a:schemeClr>
            </a:solidFill>
            <a:ln w="28575">
              <a:solidFill>
                <a:srgbClr val="000000"/>
              </a:solidFill>
              <a:miter lim="800000"/>
              <a:headEnd/>
              <a:tailEnd/>
            </a:ln>
          </p:spPr>
          <p:txBody>
            <a:bodyPr/>
            <a:lstStyle/>
            <a:p>
              <a:pPr eaLnBrk="1" hangingPunct="1">
                <a:defRPr/>
              </a:pPr>
              <a:endParaRPr lang="en-GB"/>
            </a:p>
          </p:txBody>
        </p:sp>
        <p:sp>
          <p:nvSpPr>
            <p:cNvPr id="54311" name="Text Box 37">
              <a:extLst>
                <a:ext uri="{FF2B5EF4-FFF2-40B4-BE49-F238E27FC236}">
                  <a16:creationId xmlns:a16="http://schemas.microsoft.com/office/drawing/2014/main" id="{5C37B7BE-A2AA-B55D-6C48-2216A59D7115}"/>
                </a:ext>
              </a:extLst>
            </p:cNvPr>
            <p:cNvSpPr txBox="1">
              <a:spLocks noChangeArrowheads="1"/>
            </p:cNvSpPr>
            <p:nvPr/>
          </p:nvSpPr>
          <p:spPr bwMode="auto">
            <a:xfrm>
              <a:off x="6651625" y="3495675"/>
              <a:ext cx="322263"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Aft>
                  <a:spcPts val="1000"/>
                </a:spcAft>
              </a:pPr>
              <a:r>
                <a:rPr lang="en-US" altLang="en-US">
                  <a:latin typeface="Times New Roman" panose="02020603050405020304" pitchFamily="18" charset="0"/>
                </a:rPr>
                <a:t>0</a:t>
              </a:r>
              <a:endParaRPr lang="en-US" altLang="en-US"/>
            </a:p>
          </p:txBody>
        </p:sp>
        <p:sp>
          <p:nvSpPr>
            <p:cNvPr id="54312" name="Text Box 38">
              <a:extLst>
                <a:ext uri="{FF2B5EF4-FFF2-40B4-BE49-F238E27FC236}">
                  <a16:creationId xmlns:a16="http://schemas.microsoft.com/office/drawing/2014/main" id="{3E176444-3F68-FD2D-DA1C-BAE45041C8B1}"/>
                </a:ext>
              </a:extLst>
            </p:cNvPr>
            <p:cNvSpPr txBox="1">
              <a:spLocks noChangeArrowheads="1"/>
            </p:cNvSpPr>
            <p:nvPr/>
          </p:nvSpPr>
          <p:spPr bwMode="auto">
            <a:xfrm>
              <a:off x="6650038" y="3692525"/>
              <a:ext cx="481012"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Aft>
                  <a:spcPts val="1000"/>
                </a:spcAft>
              </a:pPr>
              <a:r>
                <a:rPr lang="en-US" altLang="en-US">
                  <a:latin typeface="Calibri" panose="020F0502020204030204" pitchFamily="34" charset="0"/>
                </a:rPr>
                <a:t>1</a:t>
              </a:r>
              <a:endParaRPr lang="en-US" altLang="en-US"/>
            </a:p>
          </p:txBody>
        </p:sp>
        <p:sp>
          <p:nvSpPr>
            <p:cNvPr id="54313" name="Text Box 39">
              <a:extLst>
                <a:ext uri="{FF2B5EF4-FFF2-40B4-BE49-F238E27FC236}">
                  <a16:creationId xmlns:a16="http://schemas.microsoft.com/office/drawing/2014/main" id="{24D42EDD-826C-D415-A966-A050F9C06A42}"/>
                </a:ext>
              </a:extLst>
            </p:cNvPr>
            <p:cNvSpPr txBox="1">
              <a:spLocks noChangeArrowheads="1"/>
            </p:cNvSpPr>
            <p:nvPr/>
          </p:nvSpPr>
          <p:spPr bwMode="auto">
            <a:xfrm>
              <a:off x="6651625" y="3911600"/>
              <a:ext cx="322263" cy="385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Aft>
                  <a:spcPts val="1000"/>
                </a:spcAft>
              </a:pPr>
              <a:r>
                <a:rPr lang="en-US" altLang="en-US">
                  <a:latin typeface="Calibri" panose="020F0502020204030204" pitchFamily="34" charset="0"/>
                </a:rPr>
                <a:t>2</a:t>
              </a:r>
              <a:endParaRPr lang="en-US" altLang="en-US"/>
            </a:p>
          </p:txBody>
        </p:sp>
        <p:sp>
          <p:nvSpPr>
            <p:cNvPr id="54314" name="Text Box 40">
              <a:extLst>
                <a:ext uri="{FF2B5EF4-FFF2-40B4-BE49-F238E27FC236}">
                  <a16:creationId xmlns:a16="http://schemas.microsoft.com/office/drawing/2014/main" id="{2593B759-6370-AAA5-9A12-BF5764F458F9}"/>
                </a:ext>
              </a:extLst>
            </p:cNvPr>
            <p:cNvSpPr txBox="1">
              <a:spLocks noChangeArrowheads="1"/>
            </p:cNvSpPr>
            <p:nvPr/>
          </p:nvSpPr>
          <p:spPr bwMode="auto">
            <a:xfrm>
              <a:off x="6645275" y="4162425"/>
              <a:ext cx="320675" cy="414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Aft>
                  <a:spcPts val="1000"/>
                </a:spcAft>
              </a:pPr>
              <a:r>
                <a:rPr lang="en-US" altLang="en-US">
                  <a:latin typeface="Calibri" panose="020F0502020204030204" pitchFamily="34" charset="0"/>
                </a:rPr>
                <a:t>3</a:t>
              </a:r>
              <a:endParaRPr lang="en-US" altLang="en-US"/>
            </a:p>
          </p:txBody>
        </p:sp>
        <p:sp>
          <p:nvSpPr>
            <p:cNvPr id="1065" name="AutoShape 41">
              <a:extLst>
                <a:ext uri="{FF2B5EF4-FFF2-40B4-BE49-F238E27FC236}">
                  <a16:creationId xmlns:a16="http://schemas.microsoft.com/office/drawing/2014/main" id="{49B0F235-D3E1-4196-A262-A271DCC876DD}"/>
                </a:ext>
              </a:extLst>
            </p:cNvPr>
            <p:cNvSpPr>
              <a:spLocks noChangeArrowheads="1"/>
            </p:cNvSpPr>
            <p:nvPr/>
          </p:nvSpPr>
          <p:spPr bwMode="auto">
            <a:xfrm rot="16200000">
              <a:off x="1217613" y="3749675"/>
              <a:ext cx="1200150" cy="415925"/>
            </a:xfrm>
            <a:custGeom>
              <a:avLst/>
              <a:gdLst>
                <a:gd name="G0" fmla="+- 5400 0 0"/>
                <a:gd name="G1" fmla="+- 21600 0 5400"/>
                <a:gd name="G2" fmla="*/ 5400 1 2"/>
                <a:gd name="G3" fmla="+- 21600 0 G2"/>
                <a:gd name="G4" fmla="+/ 5400 21600 2"/>
                <a:gd name="G5" fmla="+/ G1 0 2"/>
                <a:gd name="G6" fmla="*/ 21600 21600 5400"/>
                <a:gd name="G7" fmla="*/ G6 1 2"/>
                <a:gd name="G8" fmla="+- 21600 0 G7"/>
                <a:gd name="G9" fmla="*/ 21600 1 2"/>
                <a:gd name="G10" fmla="+- 5400 0 G9"/>
                <a:gd name="G11" fmla="?: G10 G8 0"/>
                <a:gd name="G12" fmla="?: G10 G7 21600"/>
                <a:gd name="T0" fmla="*/ 18900 w 21600"/>
                <a:gd name="T1" fmla="*/ 10800 h 21600"/>
                <a:gd name="T2" fmla="*/ 10800 w 21600"/>
                <a:gd name="T3" fmla="*/ 21600 h 21600"/>
                <a:gd name="T4" fmla="*/ 2700 w 21600"/>
                <a:gd name="T5" fmla="*/ 10800 h 21600"/>
                <a:gd name="T6" fmla="*/ 10800 w 21600"/>
                <a:gd name="T7" fmla="*/ 0 h 21600"/>
                <a:gd name="T8" fmla="*/ 4500 w 21600"/>
                <a:gd name="T9" fmla="*/ 4500 h 21600"/>
                <a:gd name="T10" fmla="*/ 17100 w 21600"/>
                <a:gd name="T11" fmla="*/ 17100 h 21600"/>
              </a:gdLst>
              <a:ahLst/>
              <a:cxnLst>
                <a:cxn ang="0">
                  <a:pos x="T0" y="T1"/>
                </a:cxn>
                <a:cxn ang="0">
                  <a:pos x="T2" y="T3"/>
                </a:cxn>
                <a:cxn ang="0">
                  <a:pos x="T4" y="T5"/>
                </a:cxn>
                <a:cxn ang="0">
                  <a:pos x="T6" y="T7"/>
                </a:cxn>
              </a:cxnLst>
              <a:rect l="T8" t="T9" r="T10" b="T11"/>
              <a:pathLst>
                <a:path w="21600" h="21600">
                  <a:moveTo>
                    <a:pt x="0" y="0"/>
                  </a:moveTo>
                  <a:lnTo>
                    <a:pt x="5400" y="21600"/>
                  </a:lnTo>
                  <a:lnTo>
                    <a:pt x="16200" y="21600"/>
                  </a:lnTo>
                  <a:lnTo>
                    <a:pt x="21600" y="0"/>
                  </a:lnTo>
                  <a:close/>
                </a:path>
              </a:pathLst>
            </a:custGeom>
            <a:solidFill>
              <a:schemeClr val="accent1">
                <a:lumMod val="60000"/>
                <a:lumOff val="40000"/>
              </a:schemeClr>
            </a:solidFill>
            <a:ln w="28575">
              <a:solidFill>
                <a:srgbClr val="000000"/>
              </a:solidFill>
              <a:miter lim="800000"/>
              <a:headEnd/>
              <a:tailEnd/>
            </a:ln>
          </p:spPr>
          <p:txBody>
            <a:bodyPr/>
            <a:lstStyle/>
            <a:p>
              <a:pPr eaLnBrk="1" hangingPunct="1">
                <a:defRPr/>
              </a:pPr>
              <a:endParaRPr lang="en-GB"/>
            </a:p>
          </p:txBody>
        </p:sp>
        <p:sp>
          <p:nvSpPr>
            <p:cNvPr id="54316" name="Text Box 42">
              <a:extLst>
                <a:ext uri="{FF2B5EF4-FFF2-40B4-BE49-F238E27FC236}">
                  <a16:creationId xmlns:a16="http://schemas.microsoft.com/office/drawing/2014/main" id="{0477DDA8-6C17-0631-99F0-3202D9C7073D}"/>
                </a:ext>
              </a:extLst>
            </p:cNvPr>
            <p:cNvSpPr txBox="1">
              <a:spLocks noChangeArrowheads="1"/>
            </p:cNvSpPr>
            <p:nvPr/>
          </p:nvSpPr>
          <p:spPr bwMode="auto">
            <a:xfrm>
              <a:off x="1584325" y="3440113"/>
              <a:ext cx="320675"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Aft>
                  <a:spcPts val="1000"/>
                </a:spcAft>
              </a:pPr>
              <a:r>
                <a:rPr lang="en-US" altLang="en-US">
                  <a:latin typeface="Times New Roman" panose="02020603050405020304" pitchFamily="18" charset="0"/>
                </a:rPr>
                <a:t>0</a:t>
              </a:r>
              <a:endParaRPr lang="en-US" altLang="en-US"/>
            </a:p>
          </p:txBody>
        </p:sp>
        <p:sp>
          <p:nvSpPr>
            <p:cNvPr id="54317" name="Text Box 43">
              <a:extLst>
                <a:ext uri="{FF2B5EF4-FFF2-40B4-BE49-F238E27FC236}">
                  <a16:creationId xmlns:a16="http://schemas.microsoft.com/office/drawing/2014/main" id="{4F08EF8F-BAFA-3710-0BD8-8A2118BE8A6E}"/>
                </a:ext>
              </a:extLst>
            </p:cNvPr>
            <p:cNvSpPr txBox="1">
              <a:spLocks noChangeArrowheads="1"/>
            </p:cNvSpPr>
            <p:nvPr/>
          </p:nvSpPr>
          <p:spPr bwMode="auto">
            <a:xfrm>
              <a:off x="1576388" y="3668713"/>
              <a:ext cx="481012"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Aft>
                  <a:spcPts val="1000"/>
                </a:spcAft>
              </a:pPr>
              <a:r>
                <a:rPr lang="en-US" altLang="en-US">
                  <a:latin typeface="Calibri" panose="020F0502020204030204" pitchFamily="34" charset="0"/>
                </a:rPr>
                <a:t>1</a:t>
              </a:r>
              <a:endParaRPr lang="en-US" altLang="en-US"/>
            </a:p>
          </p:txBody>
        </p:sp>
        <p:sp>
          <p:nvSpPr>
            <p:cNvPr id="54318" name="Text Box 44">
              <a:extLst>
                <a:ext uri="{FF2B5EF4-FFF2-40B4-BE49-F238E27FC236}">
                  <a16:creationId xmlns:a16="http://schemas.microsoft.com/office/drawing/2014/main" id="{6039BCE3-C22D-9882-7034-E9714FDB32BF}"/>
                </a:ext>
              </a:extLst>
            </p:cNvPr>
            <p:cNvSpPr txBox="1">
              <a:spLocks noChangeArrowheads="1"/>
            </p:cNvSpPr>
            <p:nvPr/>
          </p:nvSpPr>
          <p:spPr bwMode="auto">
            <a:xfrm>
              <a:off x="1584325" y="3884613"/>
              <a:ext cx="320675" cy="38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Aft>
                  <a:spcPts val="1000"/>
                </a:spcAft>
              </a:pPr>
              <a:r>
                <a:rPr lang="en-US" altLang="en-US">
                  <a:latin typeface="Calibri" panose="020F0502020204030204" pitchFamily="34" charset="0"/>
                </a:rPr>
                <a:t>2</a:t>
              </a:r>
              <a:endParaRPr lang="en-US" altLang="en-US"/>
            </a:p>
          </p:txBody>
        </p:sp>
        <p:sp>
          <p:nvSpPr>
            <p:cNvPr id="54319" name="Text Box 45">
              <a:extLst>
                <a:ext uri="{FF2B5EF4-FFF2-40B4-BE49-F238E27FC236}">
                  <a16:creationId xmlns:a16="http://schemas.microsoft.com/office/drawing/2014/main" id="{54ABA658-24E8-12CB-34BC-B6551A5CE0E9}"/>
                </a:ext>
              </a:extLst>
            </p:cNvPr>
            <p:cNvSpPr txBox="1">
              <a:spLocks noChangeArrowheads="1"/>
            </p:cNvSpPr>
            <p:nvPr/>
          </p:nvSpPr>
          <p:spPr bwMode="auto">
            <a:xfrm>
              <a:off x="1584325" y="4079875"/>
              <a:ext cx="320675" cy="43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Aft>
                  <a:spcPts val="1000"/>
                </a:spcAft>
              </a:pPr>
              <a:r>
                <a:rPr lang="en-US" altLang="en-US">
                  <a:latin typeface="Calibri" panose="020F0502020204030204" pitchFamily="34" charset="0"/>
                </a:rPr>
                <a:t>3</a:t>
              </a:r>
              <a:endParaRPr lang="en-US" altLang="en-US"/>
            </a:p>
          </p:txBody>
        </p:sp>
        <p:sp>
          <p:nvSpPr>
            <p:cNvPr id="54320" name="Line 46">
              <a:extLst>
                <a:ext uri="{FF2B5EF4-FFF2-40B4-BE49-F238E27FC236}">
                  <a16:creationId xmlns:a16="http://schemas.microsoft.com/office/drawing/2014/main" id="{A252B259-21E1-AE57-FB8E-069AB98B4508}"/>
                </a:ext>
              </a:extLst>
            </p:cNvPr>
            <p:cNvSpPr>
              <a:spLocks noChangeShapeType="1"/>
            </p:cNvSpPr>
            <p:nvPr/>
          </p:nvSpPr>
          <p:spPr bwMode="auto">
            <a:xfrm>
              <a:off x="1104900" y="2849563"/>
              <a:ext cx="0" cy="120650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4321" name="Line 47">
              <a:extLst>
                <a:ext uri="{FF2B5EF4-FFF2-40B4-BE49-F238E27FC236}">
                  <a16:creationId xmlns:a16="http://schemas.microsoft.com/office/drawing/2014/main" id="{BB05984F-1149-E8A9-18AB-DF9E4BAE2FE9}"/>
                </a:ext>
              </a:extLst>
            </p:cNvPr>
            <p:cNvSpPr>
              <a:spLocks noChangeShapeType="1"/>
            </p:cNvSpPr>
            <p:nvPr/>
          </p:nvSpPr>
          <p:spPr bwMode="auto">
            <a:xfrm>
              <a:off x="1104900" y="4070350"/>
              <a:ext cx="481013"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4322" name="Line 48">
              <a:extLst>
                <a:ext uri="{FF2B5EF4-FFF2-40B4-BE49-F238E27FC236}">
                  <a16:creationId xmlns:a16="http://schemas.microsoft.com/office/drawing/2014/main" id="{7177338B-39C3-B3C6-6709-FE51850C2CC4}"/>
                </a:ext>
              </a:extLst>
            </p:cNvPr>
            <p:cNvSpPr>
              <a:spLocks noChangeShapeType="1"/>
            </p:cNvSpPr>
            <p:nvPr/>
          </p:nvSpPr>
          <p:spPr bwMode="auto">
            <a:xfrm flipH="1">
              <a:off x="944563" y="4284663"/>
              <a:ext cx="64135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4323" name="Line 49">
              <a:extLst>
                <a:ext uri="{FF2B5EF4-FFF2-40B4-BE49-F238E27FC236}">
                  <a16:creationId xmlns:a16="http://schemas.microsoft.com/office/drawing/2014/main" id="{1BE90963-3233-49E3-2612-81B0B16CF063}"/>
                </a:ext>
              </a:extLst>
            </p:cNvPr>
            <p:cNvSpPr>
              <a:spLocks noChangeShapeType="1"/>
            </p:cNvSpPr>
            <p:nvPr/>
          </p:nvSpPr>
          <p:spPr bwMode="auto">
            <a:xfrm flipV="1">
              <a:off x="928688" y="3046413"/>
              <a:ext cx="0" cy="1239837"/>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4324" name="Text Box 50">
              <a:extLst>
                <a:ext uri="{FF2B5EF4-FFF2-40B4-BE49-F238E27FC236}">
                  <a16:creationId xmlns:a16="http://schemas.microsoft.com/office/drawing/2014/main" id="{15BD25FD-578E-3078-3677-FE089147B69A}"/>
                </a:ext>
              </a:extLst>
            </p:cNvPr>
            <p:cNvSpPr txBox="1">
              <a:spLocks noChangeArrowheads="1"/>
            </p:cNvSpPr>
            <p:nvPr/>
          </p:nvSpPr>
          <p:spPr bwMode="auto">
            <a:xfrm>
              <a:off x="2201863" y="3738563"/>
              <a:ext cx="482600" cy="595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Aft>
                  <a:spcPts val="1000"/>
                </a:spcAft>
              </a:pPr>
              <a:r>
                <a:rPr lang="en-US" altLang="en-US">
                  <a:latin typeface="Calibri" panose="020F0502020204030204" pitchFamily="34" charset="0"/>
                </a:rPr>
                <a:t>y3</a:t>
              </a:r>
              <a:endParaRPr lang="en-US" altLang="en-US"/>
            </a:p>
          </p:txBody>
        </p:sp>
        <p:sp>
          <p:nvSpPr>
            <p:cNvPr id="54325" name="Line 51">
              <a:extLst>
                <a:ext uri="{FF2B5EF4-FFF2-40B4-BE49-F238E27FC236}">
                  <a16:creationId xmlns:a16="http://schemas.microsoft.com/office/drawing/2014/main" id="{B97495A8-CC90-128E-E052-FA6E54CFC5F7}"/>
                </a:ext>
              </a:extLst>
            </p:cNvPr>
            <p:cNvSpPr>
              <a:spLocks noChangeShapeType="1"/>
            </p:cNvSpPr>
            <p:nvPr/>
          </p:nvSpPr>
          <p:spPr bwMode="auto">
            <a:xfrm>
              <a:off x="3767138" y="4019550"/>
              <a:ext cx="22225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4326" name="Text Box 52">
              <a:extLst>
                <a:ext uri="{FF2B5EF4-FFF2-40B4-BE49-F238E27FC236}">
                  <a16:creationId xmlns:a16="http://schemas.microsoft.com/office/drawing/2014/main" id="{C37C402F-A6EC-293A-B1EC-69D185393DE8}"/>
                </a:ext>
              </a:extLst>
            </p:cNvPr>
            <p:cNvSpPr txBox="1">
              <a:spLocks noChangeArrowheads="1"/>
            </p:cNvSpPr>
            <p:nvPr/>
          </p:nvSpPr>
          <p:spPr bwMode="auto">
            <a:xfrm>
              <a:off x="3927475" y="3787775"/>
              <a:ext cx="481013" cy="595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Aft>
                  <a:spcPts val="1000"/>
                </a:spcAft>
              </a:pPr>
              <a:r>
                <a:rPr lang="en-US" altLang="en-US">
                  <a:latin typeface="Calibri" panose="020F0502020204030204" pitchFamily="34" charset="0"/>
                </a:rPr>
                <a:t>y2</a:t>
              </a:r>
              <a:endParaRPr lang="en-US" altLang="en-US"/>
            </a:p>
          </p:txBody>
        </p:sp>
        <p:sp>
          <p:nvSpPr>
            <p:cNvPr id="54327" name="Line 53">
              <a:extLst>
                <a:ext uri="{FF2B5EF4-FFF2-40B4-BE49-F238E27FC236}">
                  <a16:creationId xmlns:a16="http://schemas.microsoft.com/office/drawing/2014/main" id="{8853D265-4EAA-99F1-C563-DD0358B8CF2A}"/>
                </a:ext>
              </a:extLst>
            </p:cNvPr>
            <p:cNvSpPr>
              <a:spLocks noChangeShapeType="1"/>
            </p:cNvSpPr>
            <p:nvPr/>
          </p:nvSpPr>
          <p:spPr bwMode="auto">
            <a:xfrm>
              <a:off x="5478463" y="4003675"/>
              <a:ext cx="22225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4328" name="Text Box 54">
              <a:extLst>
                <a:ext uri="{FF2B5EF4-FFF2-40B4-BE49-F238E27FC236}">
                  <a16:creationId xmlns:a16="http://schemas.microsoft.com/office/drawing/2014/main" id="{BA2D22CD-E163-9D1F-2508-3B4E3AD2EE91}"/>
                </a:ext>
              </a:extLst>
            </p:cNvPr>
            <p:cNvSpPr txBox="1">
              <a:spLocks noChangeArrowheads="1"/>
            </p:cNvSpPr>
            <p:nvPr/>
          </p:nvSpPr>
          <p:spPr bwMode="auto">
            <a:xfrm>
              <a:off x="5622925" y="3771900"/>
              <a:ext cx="482600" cy="595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Aft>
                  <a:spcPts val="1000"/>
                </a:spcAft>
              </a:pPr>
              <a:r>
                <a:rPr lang="en-US" altLang="en-US">
                  <a:latin typeface="Calibri" panose="020F0502020204030204" pitchFamily="34" charset="0"/>
                </a:rPr>
                <a:t>y1</a:t>
              </a:r>
              <a:endParaRPr lang="en-US" altLang="en-US"/>
            </a:p>
          </p:txBody>
        </p:sp>
        <p:sp>
          <p:nvSpPr>
            <p:cNvPr id="54329" name="Text Box 55">
              <a:extLst>
                <a:ext uri="{FF2B5EF4-FFF2-40B4-BE49-F238E27FC236}">
                  <a16:creationId xmlns:a16="http://schemas.microsoft.com/office/drawing/2014/main" id="{FAFB407E-28A6-754E-4F96-5A6627A48C3F}"/>
                </a:ext>
              </a:extLst>
            </p:cNvPr>
            <p:cNvSpPr txBox="1">
              <a:spLocks noChangeArrowheads="1"/>
            </p:cNvSpPr>
            <p:nvPr/>
          </p:nvSpPr>
          <p:spPr bwMode="auto">
            <a:xfrm>
              <a:off x="7254875" y="3787775"/>
              <a:ext cx="482600" cy="595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Aft>
                  <a:spcPts val="1000"/>
                </a:spcAft>
              </a:pPr>
              <a:r>
                <a:rPr lang="en-US" altLang="en-US">
                  <a:latin typeface="Calibri" panose="020F0502020204030204" pitchFamily="34" charset="0"/>
                </a:rPr>
                <a:t>y0</a:t>
              </a:r>
              <a:endParaRPr lang="en-US" altLang="en-US"/>
            </a:p>
          </p:txBody>
        </p:sp>
        <p:sp>
          <p:nvSpPr>
            <p:cNvPr id="54330" name="Line 56">
              <a:extLst>
                <a:ext uri="{FF2B5EF4-FFF2-40B4-BE49-F238E27FC236}">
                  <a16:creationId xmlns:a16="http://schemas.microsoft.com/office/drawing/2014/main" id="{6B1D6284-E1D2-E3DD-A162-36F886F214F4}"/>
                </a:ext>
              </a:extLst>
            </p:cNvPr>
            <p:cNvSpPr>
              <a:spLocks noChangeShapeType="1"/>
            </p:cNvSpPr>
            <p:nvPr/>
          </p:nvSpPr>
          <p:spPr bwMode="auto">
            <a:xfrm>
              <a:off x="4886325" y="2838450"/>
              <a:ext cx="0" cy="827088"/>
            </a:xfrm>
            <a:prstGeom prst="line">
              <a:avLst/>
            </a:prstGeom>
            <a:noFill/>
            <a:ln w="28575">
              <a:solidFill>
                <a:srgbClr val="000000"/>
              </a:solidFill>
              <a:round/>
              <a:headEnd type="oval" w="sm" len="sm"/>
              <a:tailEnd/>
            </a:ln>
            <a:extLst>
              <a:ext uri="{909E8E84-426E-40DD-AFC4-6F175D3DCCD1}">
                <a14:hiddenFill xmlns:a14="http://schemas.microsoft.com/office/drawing/2010/main">
                  <a:noFill/>
                </a14:hiddenFill>
              </a:ext>
            </a:extLst>
          </p:spPr>
          <p:txBody>
            <a:bodyPr/>
            <a:lstStyle/>
            <a:p>
              <a:endParaRPr lang="en-US"/>
            </a:p>
          </p:txBody>
        </p:sp>
        <p:sp>
          <p:nvSpPr>
            <p:cNvPr id="54331" name="Line 57">
              <a:extLst>
                <a:ext uri="{FF2B5EF4-FFF2-40B4-BE49-F238E27FC236}">
                  <a16:creationId xmlns:a16="http://schemas.microsoft.com/office/drawing/2014/main" id="{CC1D6EE9-D413-22D5-01F7-E3B9B448789D}"/>
                </a:ext>
              </a:extLst>
            </p:cNvPr>
            <p:cNvSpPr>
              <a:spLocks noChangeShapeType="1"/>
            </p:cNvSpPr>
            <p:nvPr/>
          </p:nvSpPr>
          <p:spPr bwMode="auto">
            <a:xfrm>
              <a:off x="4814888" y="4333875"/>
              <a:ext cx="212725" cy="0"/>
            </a:xfrm>
            <a:prstGeom prst="line">
              <a:avLst/>
            </a:prstGeom>
            <a:noFill/>
            <a:ln w="28575">
              <a:solidFill>
                <a:srgbClr val="000000"/>
              </a:solidFill>
              <a:round/>
              <a:headEnd type="oval" w="sm" len="sm"/>
              <a:tailEnd/>
            </a:ln>
            <a:extLst>
              <a:ext uri="{909E8E84-426E-40DD-AFC4-6F175D3DCCD1}">
                <a14:hiddenFill xmlns:a14="http://schemas.microsoft.com/office/drawing/2010/main">
                  <a:noFill/>
                </a14:hiddenFill>
              </a:ext>
            </a:extLst>
          </p:spPr>
          <p:txBody>
            <a:bodyPr/>
            <a:lstStyle/>
            <a:p>
              <a:endParaRPr lang="en-US"/>
            </a:p>
          </p:txBody>
        </p:sp>
        <p:sp>
          <p:nvSpPr>
            <p:cNvPr id="54332" name="Line 58">
              <a:extLst>
                <a:ext uri="{FF2B5EF4-FFF2-40B4-BE49-F238E27FC236}">
                  <a16:creationId xmlns:a16="http://schemas.microsoft.com/office/drawing/2014/main" id="{C88C279C-D71E-E523-362C-86803CDC3194}"/>
                </a:ext>
              </a:extLst>
            </p:cNvPr>
            <p:cNvSpPr>
              <a:spLocks noChangeShapeType="1"/>
            </p:cNvSpPr>
            <p:nvPr/>
          </p:nvSpPr>
          <p:spPr bwMode="auto">
            <a:xfrm>
              <a:off x="6480175" y="3903663"/>
              <a:ext cx="212725"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4333" name="Line 59">
              <a:extLst>
                <a:ext uri="{FF2B5EF4-FFF2-40B4-BE49-F238E27FC236}">
                  <a16:creationId xmlns:a16="http://schemas.microsoft.com/office/drawing/2014/main" id="{01E8FDBC-0155-720B-DE19-01CD3C78CCF9}"/>
                </a:ext>
              </a:extLst>
            </p:cNvPr>
            <p:cNvSpPr>
              <a:spLocks noChangeShapeType="1"/>
            </p:cNvSpPr>
            <p:nvPr/>
          </p:nvSpPr>
          <p:spPr bwMode="auto">
            <a:xfrm>
              <a:off x="6489700" y="4117975"/>
              <a:ext cx="212725" cy="0"/>
            </a:xfrm>
            <a:prstGeom prst="line">
              <a:avLst/>
            </a:prstGeom>
            <a:noFill/>
            <a:ln w="28575">
              <a:solidFill>
                <a:srgbClr val="000000"/>
              </a:solidFill>
              <a:round/>
              <a:headEnd type="oval" w="sm" len="sm"/>
              <a:tailEnd/>
            </a:ln>
            <a:extLst>
              <a:ext uri="{909E8E84-426E-40DD-AFC4-6F175D3DCCD1}">
                <a14:hiddenFill xmlns:a14="http://schemas.microsoft.com/office/drawing/2010/main">
                  <a:noFill/>
                </a14:hiddenFill>
              </a:ext>
            </a:extLst>
          </p:spPr>
          <p:txBody>
            <a:bodyPr/>
            <a:lstStyle/>
            <a:p>
              <a:endParaRPr lang="en-US"/>
            </a:p>
          </p:txBody>
        </p:sp>
        <p:sp>
          <p:nvSpPr>
            <p:cNvPr id="54334" name="Line 60">
              <a:extLst>
                <a:ext uri="{FF2B5EF4-FFF2-40B4-BE49-F238E27FC236}">
                  <a16:creationId xmlns:a16="http://schemas.microsoft.com/office/drawing/2014/main" id="{88DBB51F-9CF5-8933-0ED6-2563F4822F94}"/>
                </a:ext>
              </a:extLst>
            </p:cNvPr>
            <p:cNvSpPr>
              <a:spLocks noChangeShapeType="1"/>
            </p:cNvSpPr>
            <p:nvPr/>
          </p:nvSpPr>
          <p:spPr bwMode="auto">
            <a:xfrm>
              <a:off x="6475413" y="4349750"/>
              <a:ext cx="212725" cy="0"/>
            </a:xfrm>
            <a:prstGeom prst="line">
              <a:avLst/>
            </a:prstGeom>
            <a:noFill/>
            <a:ln w="28575">
              <a:solidFill>
                <a:srgbClr val="000000"/>
              </a:solidFill>
              <a:round/>
              <a:headEnd type="oval" w="sm" len="sm"/>
              <a:tailEnd/>
            </a:ln>
            <a:extLst>
              <a:ext uri="{909E8E84-426E-40DD-AFC4-6F175D3DCCD1}">
                <a14:hiddenFill xmlns:a14="http://schemas.microsoft.com/office/drawing/2010/main">
                  <a:noFill/>
                </a14:hiddenFill>
              </a:ext>
            </a:extLst>
          </p:spPr>
          <p:txBody>
            <a:bodyPr/>
            <a:lstStyle/>
            <a:p>
              <a:endParaRPr lang="en-US"/>
            </a:p>
          </p:txBody>
        </p:sp>
        <p:sp>
          <p:nvSpPr>
            <p:cNvPr id="54335" name="Line 61">
              <a:extLst>
                <a:ext uri="{FF2B5EF4-FFF2-40B4-BE49-F238E27FC236}">
                  <a16:creationId xmlns:a16="http://schemas.microsoft.com/office/drawing/2014/main" id="{6DCC9560-0222-0E2D-A184-18CA0BC04DC6}"/>
                </a:ext>
              </a:extLst>
            </p:cNvPr>
            <p:cNvSpPr>
              <a:spLocks noChangeShapeType="1"/>
            </p:cNvSpPr>
            <p:nvPr/>
          </p:nvSpPr>
          <p:spPr bwMode="auto">
            <a:xfrm>
              <a:off x="1893888" y="4348163"/>
              <a:ext cx="0" cy="503237"/>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4336" name="Line 62">
              <a:extLst>
                <a:ext uri="{FF2B5EF4-FFF2-40B4-BE49-F238E27FC236}">
                  <a16:creationId xmlns:a16="http://schemas.microsoft.com/office/drawing/2014/main" id="{038F1604-CF8F-D1A0-53B0-9393FE96B940}"/>
                </a:ext>
              </a:extLst>
            </p:cNvPr>
            <p:cNvSpPr>
              <a:spLocks noChangeShapeType="1"/>
            </p:cNvSpPr>
            <p:nvPr/>
          </p:nvSpPr>
          <p:spPr bwMode="auto">
            <a:xfrm>
              <a:off x="1893888" y="4859338"/>
              <a:ext cx="5106987"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4337" name="Line 63">
              <a:extLst>
                <a:ext uri="{FF2B5EF4-FFF2-40B4-BE49-F238E27FC236}">
                  <a16:creationId xmlns:a16="http://schemas.microsoft.com/office/drawing/2014/main" id="{A13BCC34-5277-7EF4-E4B7-5F5D8BEDD94B}"/>
                </a:ext>
              </a:extLst>
            </p:cNvPr>
            <p:cNvSpPr>
              <a:spLocks noChangeShapeType="1"/>
            </p:cNvSpPr>
            <p:nvPr/>
          </p:nvSpPr>
          <p:spPr bwMode="auto">
            <a:xfrm flipV="1">
              <a:off x="7016750" y="4419600"/>
              <a:ext cx="0" cy="43815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4338" name="Line 64">
              <a:extLst>
                <a:ext uri="{FF2B5EF4-FFF2-40B4-BE49-F238E27FC236}">
                  <a16:creationId xmlns:a16="http://schemas.microsoft.com/office/drawing/2014/main" id="{8C7FC8D8-BD97-C6AC-57B6-AEA400C5EB33}"/>
                </a:ext>
              </a:extLst>
            </p:cNvPr>
            <p:cNvSpPr>
              <a:spLocks noChangeShapeType="1"/>
            </p:cNvSpPr>
            <p:nvPr/>
          </p:nvSpPr>
          <p:spPr bwMode="auto">
            <a:xfrm flipV="1">
              <a:off x="5332413" y="4398963"/>
              <a:ext cx="0" cy="438150"/>
            </a:xfrm>
            <a:prstGeom prst="line">
              <a:avLst/>
            </a:prstGeom>
            <a:noFill/>
            <a:ln w="28575">
              <a:solidFill>
                <a:srgbClr val="000000"/>
              </a:solidFill>
              <a:round/>
              <a:headEnd type="oval" w="sm" len="sm"/>
              <a:tailEnd/>
            </a:ln>
            <a:extLst>
              <a:ext uri="{909E8E84-426E-40DD-AFC4-6F175D3DCCD1}">
                <a14:hiddenFill xmlns:a14="http://schemas.microsoft.com/office/drawing/2010/main">
                  <a:noFill/>
                </a14:hiddenFill>
              </a:ext>
            </a:extLst>
          </p:spPr>
          <p:txBody>
            <a:bodyPr/>
            <a:lstStyle/>
            <a:p>
              <a:endParaRPr lang="en-US"/>
            </a:p>
          </p:txBody>
        </p:sp>
        <p:sp>
          <p:nvSpPr>
            <p:cNvPr id="54339" name="Line 65">
              <a:extLst>
                <a:ext uri="{FF2B5EF4-FFF2-40B4-BE49-F238E27FC236}">
                  <a16:creationId xmlns:a16="http://schemas.microsoft.com/office/drawing/2014/main" id="{F826CD1E-2204-F7BF-822B-F0F80D1E25EA}"/>
                </a:ext>
              </a:extLst>
            </p:cNvPr>
            <p:cNvSpPr>
              <a:spLocks noChangeShapeType="1"/>
            </p:cNvSpPr>
            <p:nvPr/>
          </p:nvSpPr>
          <p:spPr bwMode="auto">
            <a:xfrm flipV="1">
              <a:off x="3633788" y="4416425"/>
              <a:ext cx="0" cy="436563"/>
            </a:xfrm>
            <a:prstGeom prst="line">
              <a:avLst/>
            </a:prstGeom>
            <a:noFill/>
            <a:ln w="28575">
              <a:solidFill>
                <a:srgbClr val="000000"/>
              </a:solidFill>
              <a:round/>
              <a:headEnd type="oval" w="sm" len="sm"/>
              <a:tailEnd/>
            </a:ln>
            <a:extLst>
              <a:ext uri="{909E8E84-426E-40DD-AFC4-6F175D3DCCD1}">
                <a14:hiddenFill xmlns:a14="http://schemas.microsoft.com/office/drawing/2010/main">
                  <a:noFill/>
                </a14:hiddenFill>
              </a:ext>
            </a:extLst>
          </p:spPr>
          <p:txBody>
            <a:bodyPr/>
            <a:lstStyle/>
            <a:p>
              <a:endParaRPr lang="en-US"/>
            </a:p>
          </p:txBody>
        </p:sp>
        <p:sp>
          <p:nvSpPr>
            <p:cNvPr id="54340" name="Line 66">
              <a:extLst>
                <a:ext uri="{FF2B5EF4-FFF2-40B4-BE49-F238E27FC236}">
                  <a16:creationId xmlns:a16="http://schemas.microsoft.com/office/drawing/2014/main" id="{015B0BC8-B8EE-1E8D-3040-3CA2B11A9684}"/>
                </a:ext>
              </a:extLst>
            </p:cNvPr>
            <p:cNvSpPr>
              <a:spLocks noChangeShapeType="1"/>
            </p:cNvSpPr>
            <p:nvPr/>
          </p:nvSpPr>
          <p:spPr bwMode="auto">
            <a:xfrm>
              <a:off x="1747838" y="4465638"/>
              <a:ext cx="0" cy="604837"/>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4341" name="Line 67">
              <a:extLst>
                <a:ext uri="{FF2B5EF4-FFF2-40B4-BE49-F238E27FC236}">
                  <a16:creationId xmlns:a16="http://schemas.microsoft.com/office/drawing/2014/main" id="{9A96819F-E109-3082-73F9-57D0C8750277}"/>
                </a:ext>
              </a:extLst>
            </p:cNvPr>
            <p:cNvSpPr>
              <a:spLocks noChangeShapeType="1"/>
            </p:cNvSpPr>
            <p:nvPr/>
          </p:nvSpPr>
          <p:spPr bwMode="auto">
            <a:xfrm>
              <a:off x="1747838" y="5081588"/>
              <a:ext cx="5126037"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4342" name="Line 68">
              <a:extLst>
                <a:ext uri="{FF2B5EF4-FFF2-40B4-BE49-F238E27FC236}">
                  <a16:creationId xmlns:a16="http://schemas.microsoft.com/office/drawing/2014/main" id="{05934636-D041-124A-2442-2CE1ED83F8CC}"/>
                </a:ext>
              </a:extLst>
            </p:cNvPr>
            <p:cNvSpPr>
              <a:spLocks noChangeShapeType="1"/>
            </p:cNvSpPr>
            <p:nvPr/>
          </p:nvSpPr>
          <p:spPr bwMode="auto">
            <a:xfrm>
              <a:off x="3498850" y="4498975"/>
              <a:ext cx="0" cy="581025"/>
            </a:xfrm>
            <a:prstGeom prst="line">
              <a:avLst/>
            </a:prstGeom>
            <a:noFill/>
            <a:ln w="28575">
              <a:solidFill>
                <a:srgbClr val="000000"/>
              </a:solidFill>
              <a:round/>
              <a:headEnd type="none" w="sm" len="sm"/>
              <a:tailEnd type="oval" w="sm" len="sm"/>
            </a:ln>
            <a:extLst>
              <a:ext uri="{909E8E84-426E-40DD-AFC4-6F175D3DCCD1}">
                <a14:hiddenFill xmlns:a14="http://schemas.microsoft.com/office/drawing/2010/main">
                  <a:noFill/>
                </a14:hiddenFill>
              </a:ext>
            </a:extLst>
          </p:spPr>
          <p:txBody>
            <a:bodyPr/>
            <a:lstStyle/>
            <a:p>
              <a:endParaRPr lang="en-US"/>
            </a:p>
          </p:txBody>
        </p:sp>
        <p:sp>
          <p:nvSpPr>
            <p:cNvPr id="54343" name="Line 69">
              <a:extLst>
                <a:ext uri="{FF2B5EF4-FFF2-40B4-BE49-F238E27FC236}">
                  <a16:creationId xmlns:a16="http://schemas.microsoft.com/office/drawing/2014/main" id="{DB828360-A967-B79A-0DAB-FFB26BDD7F44}"/>
                </a:ext>
              </a:extLst>
            </p:cNvPr>
            <p:cNvSpPr>
              <a:spLocks noChangeShapeType="1"/>
            </p:cNvSpPr>
            <p:nvPr/>
          </p:nvSpPr>
          <p:spPr bwMode="auto">
            <a:xfrm>
              <a:off x="5199063" y="4498975"/>
              <a:ext cx="0" cy="581025"/>
            </a:xfrm>
            <a:prstGeom prst="line">
              <a:avLst/>
            </a:prstGeom>
            <a:noFill/>
            <a:ln w="28575">
              <a:solidFill>
                <a:srgbClr val="000000"/>
              </a:solidFill>
              <a:round/>
              <a:headEnd type="none" w="sm" len="sm"/>
              <a:tailEnd type="oval" w="sm" len="sm"/>
            </a:ln>
            <a:extLst>
              <a:ext uri="{909E8E84-426E-40DD-AFC4-6F175D3DCCD1}">
                <a14:hiddenFill xmlns:a14="http://schemas.microsoft.com/office/drawing/2010/main">
                  <a:noFill/>
                </a14:hiddenFill>
              </a:ext>
            </a:extLst>
          </p:spPr>
          <p:txBody>
            <a:bodyPr/>
            <a:lstStyle/>
            <a:p>
              <a:endParaRPr lang="en-US"/>
            </a:p>
          </p:txBody>
        </p:sp>
        <p:sp>
          <p:nvSpPr>
            <p:cNvPr id="54344" name="Line 70">
              <a:extLst>
                <a:ext uri="{FF2B5EF4-FFF2-40B4-BE49-F238E27FC236}">
                  <a16:creationId xmlns:a16="http://schemas.microsoft.com/office/drawing/2014/main" id="{CACC261E-4D03-261B-FCAC-679DD5AC8B13}"/>
                </a:ext>
              </a:extLst>
            </p:cNvPr>
            <p:cNvSpPr>
              <a:spLocks noChangeShapeType="1"/>
            </p:cNvSpPr>
            <p:nvPr/>
          </p:nvSpPr>
          <p:spPr bwMode="auto">
            <a:xfrm>
              <a:off x="6883400" y="4498975"/>
              <a:ext cx="0" cy="581025"/>
            </a:xfrm>
            <a:prstGeom prst="line">
              <a:avLst/>
            </a:prstGeom>
            <a:noFill/>
            <a:ln w="28575">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54345" name="Line 71">
              <a:extLst>
                <a:ext uri="{FF2B5EF4-FFF2-40B4-BE49-F238E27FC236}">
                  <a16:creationId xmlns:a16="http://schemas.microsoft.com/office/drawing/2014/main" id="{29E2B119-0DCB-998E-2871-0BAB8680944A}"/>
                </a:ext>
              </a:extLst>
            </p:cNvPr>
            <p:cNvSpPr>
              <a:spLocks noChangeShapeType="1"/>
            </p:cNvSpPr>
            <p:nvPr/>
          </p:nvSpPr>
          <p:spPr bwMode="auto">
            <a:xfrm flipV="1">
              <a:off x="4075113" y="5078413"/>
              <a:ext cx="0" cy="311150"/>
            </a:xfrm>
            <a:prstGeom prst="line">
              <a:avLst/>
            </a:prstGeom>
            <a:noFill/>
            <a:ln w="28575">
              <a:solidFill>
                <a:srgbClr val="000000"/>
              </a:solidFill>
              <a:round/>
              <a:headEnd type="none" w="sm" len="sm"/>
              <a:tailEnd type="oval" w="sm" len="sm"/>
            </a:ln>
            <a:extLst>
              <a:ext uri="{909E8E84-426E-40DD-AFC4-6F175D3DCCD1}">
                <a14:hiddenFill xmlns:a14="http://schemas.microsoft.com/office/drawing/2010/main">
                  <a:noFill/>
                </a14:hiddenFill>
              </a:ext>
            </a:extLst>
          </p:spPr>
          <p:txBody>
            <a:bodyPr/>
            <a:lstStyle/>
            <a:p>
              <a:endParaRPr lang="en-US"/>
            </a:p>
          </p:txBody>
        </p:sp>
        <p:sp>
          <p:nvSpPr>
            <p:cNvPr id="54346" name="Line 72">
              <a:extLst>
                <a:ext uri="{FF2B5EF4-FFF2-40B4-BE49-F238E27FC236}">
                  <a16:creationId xmlns:a16="http://schemas.microsoft.com/office/drawing/2014/main" id="{EA6AB37F-2B9F-58B4-6EF6-58E0D7366F4B}"/>
                </a:ext>
              </a:extLst>
            </p:cNvPr>
            <p:cNvSpPr>
              <a:spLocks noChangeShapeType="1"/>
            </p:cNvSpPr>
            <p:nvPr/>
          </p:nvSpPr>
          <p:spPr bwMode="auto">
            <a:xfrm flipV="1">
              <a:off x="4302125" y="4860925"/>
              <a:ext cx="0" cy="549275"/>
            </a:xfrm>
            <a:prstGeom prst="line">
              <a:avLst/>
            </a:prstGeom>
            <a:noFill/>
            <a:ln w="28575">
              <a:solidFill>
                <a:srgbClr val="000000"/>
              </a:solidFill>
              <a:round/>
              <a:headEnd type="none" w="sm" len="sm"/>
              <a:tailEnd type="oval" w="sm" len="sm"/>
            </a:ln>
            <a:extLst>
              <a:ext uri="{909E8E84-426E-40DD-AFC4-6F175D3DCCD1}">
                <a14:hiddenFill xmlns:a14="http://schemas.microsoft.com/office/drawing/2010/main">
                  <a:noFill/>
                </a14:hiddenFill>
              </a:ext>
            </a:extLst>
          </p:spPr>
          <p:txBody>
            <a:bodyPr/>
            <a:lstStyle/>
            <a:p>
              <a:endParaRPr lang="en-US"/>
            </a:p>
          </p:txBody>
        </p:sp>
        <p:sp>
          <p:nvSpPr>
            <p:cNvPr id="54347" name="Text Box 73">
              <a:extLst>
                <a:ext uri="{FF2B5EF4-FFF2-40B4-BE49-F238E27FC236}">
                  <a16:creationId xmlns:a16="http://schemas.microsoft.com/office/drawing/2014/main" id="{2FA352A3-33D4-876C-7BFB-BFB201C033BD}"/>
                </a:ext>
              </a:extLst>
            </p:cNvPr>
            <p:cNvSpPr txBox="1">
              <a:spLocks noChangeArrowheads="1"/>
            </p:cNvSpPr>
            <p:nvPr/>
          </p:nvSpPr>
          <p:spPr bwMode="auto">
            <a:xfrm>
              <a:off x="3803650" y="5362575"/>
              <a:ext cx="801688"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Aft>
                  <a:spcPts val="1000"/>
                </a:spcAft>
              </a:pPr>
              <a:r>
                <a:rPr lang="en-US" altLang="en-US">
                  <a:latin typeface="Calibri" panose="020F0502020204030204" pitchFamily="34" charset="0"/>
                </a:rPr>
                <a:t>S1  S0</a:t>
              </a:r>
              <a:endParaRPr lang="en-US" altLang="en-US"/>
            </a:p>
          </p:txBody>
        </p:sp>
        <p:sp>
          <p:nvSpPr>
            <p:cNvPr id="54348" name="Text Box 74">
              <a:extLst>
                <a:ext uri="{FF2B5EF4-FFF2-40B4-BE49-F238E27FC236}">
                  <a16:creationId xmlns:a16="http://schemas.microsoft.com/office/drawing/2014/main" id="{14C49F29-5BD9-2D0C-2ADE-BD4642FEB790}"/>
                </a:ext>
              </a:extLst>
            </p:cNvPr>
            <p:cNvSpPr txBox="1">
              <a:spLocks noChangeArrowheads="1"/>
            </p:cNvSpPr>
            <p:nvPr/>
          </p:nvSpPr>
          <p:spPr bwMode="auto">
            <a:xfrm>
              <a:off x="6991350" y="3382963"/>
              <a:ext cx="841375" cy="595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Aft>
                  <a:spcPts val="1000"/>
                </a:spcAft>
              </a:pPr>
              <a:r>
                <a:rPr lang="en-US" altLang="en-US">
                  <a:latin typeface="Calibri" panose="020F0502020204030204" pitchFamily="34" charset="0"/>
                </a:rPr>
                <a:t>MUX0</a:t>
              </a:r>
              <a:endParaRPr lang="en-US" altLang="en-US"/>
            </a:p>
          </p:txBody>
        </p:sp>
        <p:sp>
          <p:nvSpPr>
            <p:cNvPr id="54349" name="Text Box 75">
              <a:extLst>
                <a:ext uri="{FF2B5EF4-FFF2-40B4-BE49-F238E27FC236}">
                  <a16:creationId xmlns:a16="http://schemas.microsoft.com/office/drawing/2014/main" id="{37608532-BA6A-7837-56B3-A16EA972A935}"/>
                </a:ext>
              </a:extLst>
            </p:cNvPr>
            <p:cNvSpPr txBox="1">
              <a:spLocks noChangeArrowheads="1"/>
            </p:cNvSpPr>
            <p:nvPr/>
          </p:nvSpPr>
          <p:spPr bwMode="auto">
            <a:xfrm>
              <a:off x="5307013" y="3346450"/>
              <a:ext cx="841375" cy="595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Aft>
                  <a:spcPts val="1000"/>
                </a:spcAft>
              </a:pPr>
              <a:r>
                <a:rPr lang="en-US" altLang="en-US">
                  <a:latin typeface="Calibri" panose="020F0502020204030204" pitchFamily="34" charset="0"/>
                </a:rPr>
                <a:t>MUX1</a:t>
              </a:r>
              <a:endParaRPr lang="en-US" altLang="en-US"/>
            </a:p>
          </p:txBody>
        </p:sp>
        <p:sp>
          <p:nvSpPr>
            <p:cNvPr id="54350" name="Text Box 76">
              <a:extLst>
                <a:ext uri="{FF2B5EF4-FFF2-40B4-BE49-F238E27FC236}">
                  <a16:creationId xmlns:a16="http://schemas.microsoft.com/office/drawing/2014/main" id="{8F59A731-61C7-D968-28DA-B3B47BD4A6D3}"/>
                </a:ext>
              </a:extLst>
            </p:cNvPr>
            <p:cNvSpPr txBox="1">
              <a:spLocks noChangeArrowheads="1"/>
            </p:cNvSpPr>
            <p:nvPr/>
          </p:nvSpPr>
          <p:spPr bwMode="auto">
            <a:xfrm>
              <a:off x="3662363" y="3346450"/>
              <a:ext cx="841375" cy="595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Aft>
                  <a:spcPts val="1000"/>
                </a:spcAft>
              </a:pPr>
              <a:r>
                <a:rPr lang="en-US" altLang="en-US">
                  <a:latin typeface="Calibri" panose="020F0502020204030204" pitchFamily="34" charset="0"/>
                </a:rPr>
                <a:t>MUX2</a:t>
              </a:r>
              <a:endParaRPr lang="en-US" altLang="en-US"/>
            </a:p>
          </p:txBody>
        </p:sp>
        <p:sp>
          <p:nvSpPr>
            <p:cNvPr id="54351" name="Text Box 77">
              <a:extLst>
                <a:ext uri="{FF2B5EF4-FFF2-40B4-BE49-F238E27FC236}">
                  <a16:creationId xmlns:a16="http://schemas.microsoft.com/office/drawing/2014/main" id="{8C1017D9-2EF8-91AA-8EE2-3FFCC52E0472}"/>
                </a:ext>
              </a:extLst>
            </p:cNvPr>
            <p:cNvSpPr txBox="1">
              <a:spLocks noChangeArrowheads="1"/>
            </p:cNvSpPr>
            <p:nvPr/>
          </p:nvSpPr>
          <p:spPr bwMode="auto">
            <a:xfrm>
              <a:off x="1920875" y="3346450"/>
              <a:ext cx="841375"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Aft>
                  <a:spcPts val="1000"/>
                </a:spcAft>
              </a:pPr>
              <a:r>
                <a:rPr lang="en-US" altLang="en-US">
                  <a:latin typeface="Calibri" panose="020F0502020204030204" pitchFamily="34" charset="0"/>
                </a:rPr>
                <a:t>MUX3</a:t>
              </a:r>
              <a:endParaRPr lang="en-US" altLang="en-US"/>
            </a:p>
          </p:txBody>
        </p:sp>
        <p:sp>
          <p:nvSpPr>
            <p:cNvPr id="54352" name="Text Box 78">
              <a:extLst>
                <a:ext uri="{FF2B5EF4-FFF2-40B4-BE49-F238E27FC236}">
                  <a16:creationId xmlns:a16="http://schemas.microsoft.com/office/drawing/2014/main" id="{021D0B12-746B-427E-AB6C-DB6217C6BC6C}"/>
                </a:ext>
              </a:extLst>
            </p:cNvPr>
            <p:cNvSpPr txBox="1">
              <a:spLocks noChangeArrowheads="1"/>
            </p:cNvSpPr>
            <p:nvPr/>
          </p:nvSpPr>
          <p:spPr bwMode="auto">
            <a:xfrm>
              <a:off x="7348538" y="2133600"/>
              <a:ext cx="482600" cy="595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Aft>
                  <a:spcPts val="1000"/>
                </a:spcAft>
              </a:pPr>
              <a:r>
                <a:rPr lang="en-US" altLang="en-US">
                  <a:latin typeface="Calibri" panose="020F0502020204030204" pitchFamily="34" charset="0"/>
                </a:rPr>
                <a:t>x3</a:t>
              </a:r>
              <a:endParaRPr lang="en-US" altLang="en-US"/>
            </a:p>
          </p:txBody>
        </p:sp>
        <p:sp>
          <p:nvSpPr>
            <p:cNvPr id="54353" name="Text Box 79">
              <a:extLst>
                <a:ext uri="{FF2B5EF4-FFF2-40B4-BE49-F238E27FC236}">
                  <a16:creationId xmlns:a16="http://schemas.microsoft.com/office/drawing/2014/main" id="{3059AE77-30E4-2D6F-6945-711EAA646A65}"/>
                </a:ext>
              </a:extLst>
            </p:cNvPr>
            <p:cNvSpPr txBox="1">
              <a:spLocks noChangeArrowheads="1"/>
            </p:cNvSpPr>
            <p:nvPr/>
          </p:nvSpPr>
          <p:spPr bwMode="auto">
            <a:xfrm>
              <a:off x="7348538" y="2379663"/>
              <a:ext cx="482600" cy="593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Aft>
                  <a:spcPts val="1000"/>
                </a:spcAft>
              </a:pPr>
              <a:r>
                <a:rPr lang="en-US" altLang="en-US">
                  <a:latin typeface="Calibri" panose="020F0502020204030204" pitchFamily="34" charset="0"/>
                </a:rPr>
                <a:t>x2</a:t>
              </a:r>
              <a:endParaRPr lang="en-US" altLang="en-US"/>
            </a:p>
          </p:txBody>
        </p:sp>
        <p:sp>
          <p:nvSpPr>
            <p:cNvPr id="54354" name="Text Box 80">
              <a:extLst>
                <a:ext uri="{FF2B5EF4-FFF2-40B4-BE49-F238E27FC236}">
                  <a16:creationId xmlns:a16="http://schemas.microsoft.com/office/drawing/2014/main" id="{26A3348D-8183-45E2-18EF-CCD8DAAAF81F}"/>
                </a:ext>
              </a:extLst>
            </p:cNvPr>
            <p:cNvSpPr txBox="1">
              <a:spLocks noChangeArrowheads="1"/>
            </p:cNvSpPr>
            <p:nvPr/>
          </p:nvSpPr>
          <p:spPr bwMode="auto">
            <a:xfrm>
              <a:off x="7367588" y="2614613"/>
              <a:ext cx="481012" cy="593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Aft>
                  <a:spcPts val="1000"/>
                </a:spcAft>
              </a:pPr>
              <a:r>
                <a:rPr lang="en-US" altLang="en-US">
                  <a:latin typeface="Calibri" panose="020F0502020204030204" pitchFamily="34" charset="0"/>
                </a:rPr>
                <a:t>x1</a:t>
              </a:r>
              <a:endParaRPr lang="en-US" altLang="en-US"/>
            </a:p>
          </p:txBody>
        </p:sp>
        <p:sp>
          <p:nvSpPr>
            <p:cNvPr id="54355" name="Text Box 81">
              <a:extLst>
                <a:ext uri="{FF2B5EF4-FFF2-40B4-BE49-F238E27FC236}">
                  <a16:creationId xmlns:a16="http://schemas.microsoft.com/office/drawing/2014/main" id="{9036CB63-D9CF-100B-6C09-AE9333D61D5D}"/>
                </a:ext>
              </a:extLst>
            </p:cNvPr>
            <p:cNvSpPr txBox="1">
              <a:spLocks noChangeArrowheads="1"/>
            </p:cNvSpPr>
            <p:nvPr/>
          </p:nvSpPr>
          <p:spPr bwMode="auto">
            <a:xfrm>
              <a:off x="7364413" y="2879725"/>
              <a:ext cx="482600" cy="593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Aft>
                  <a:spcPts val="1000"/>
                </a:spcAft>
              </a:pPr>
              <a:r>
                <a:rPr lang="en-US" altLang="en-US">
                  <a:latin typeface="Calibri" panose="020F0502020204030204" pitchFamily="34" charset="0"/>
                </a:rPr>
                <a:t>x0</a:t>
              </a:r>
              <a:endParaRPr lang="en-US" altLang="en-US"/>
            </a:p>
          </p:txBody>
        </p:sp>
        <p:cxnSp>
          <p:nvCxnSpPr>
            <p:cNvPr id="54356" name="AutoShape 82">
              <a:extLst>
                <a:ext uri="{FF2B5EF4-FFF2-40B4-BE49-F238E27FC236}">
                  <a16:creationId xmlns:a16="http://schemas.microsoft.com/office/drawing/2014/main" id="{8A8B2204-0771-BAD2-8024-F5E56814CC7E}"/>
                </a:ext>
              </a:extLst>
            </p:cNvPr>
            <p:cNvCxnSpPr>
              <a:cxnSpLocks noChangeShapeType="1"/>
            </p:cNvCxnSpPr>
            <p:nvPr/>
          </p:nvCxnSpPr>
          <p:spPr bwMode="auto">
            <a:xfrm flipH="1">
              <a:off x="6472238" y="3889375"/>
              <a:ext cx="7937" cy="69850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sp>
          <p:nvSpPr>
            <p:cNvPr id="54357" name="AutoShape 83">
              <a:extLst>
                <a:ext uri="{FF2B5EF4-FFF2-40B4-BE49-F238E27FC236}">
                  <a16:creationId xmlns:a16="http://schemas.microsoft.com/office/drawing/2014/main" id="{3BD8FD2D-1DD2-BC1C-DBC2-DD1CF4F08290}"/>
                </a:ext>
              </a:extLst>
            </p:cNvPr>
            <p:cNvSpPr>
              <a:spLocks noChangeArrowheads="1"/>
            </p:cNvSpPr>
            <p:nvPr/>
          </p:nvSpPr>
          <p:spPr bwMode="auto">
            <a:xfrm rot="10800000">
              <a:off x="6373813" y="4597400"/>
              <a:ext cx="211137" cy="138113"/>
            </a:xfrm>
            <a:prstGeom prst="triangle">
              <a:avLst>
                <a:gd name="adj" fmla="val 50000"/>
              </a:avLst>
            </a:prstGeom>
            <a:solidFill>
              <a:srgbClr val="FFFFFF"/>
            </a:solidFill>
            <a:ln w="28575">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cxnSp>
          <p:nvCxnSpPr>
            <p:cNvPr id="54358" name="AutoShape 84">
              <a:extLst>
                <a:ext uri="{FF2B5EF4-FFF2-40B4-BE49-F238E27FC236}">
                  <a16:creationId xmlns:a16="http://schemas.microsoft.com/office/drawing/2014/main" id="{045ED84A-CDA3-019A-C07E-75823B5F765B}"/>
                </a:ext>
              </a:extLst>
            </p:cNvPr>
            <p:cNvCxnSpPr>
              <a:cxnSpLocks noChangeShapeType="1"/>
            </p:cNvCxnSpPr>
            <p:nvPr/>
          </p:nvCxnSpPr>
          <p:spPr bwMode="auto">
            <a:xfrm flipH="1">
              <a:off x="4814888" y="4102100"/>
              <a:ext cx="0" cy="484188"/>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sp>
          <p:nvSpPr>
            <p:cNvPr id="54359" name="AutoShape 85">
              <a:extLst>
                <a:ext uri="{FF2B5EF4-FFF2-40B4-BE49-F238E27FC236}">
                  <a16:creationId xmlns:a16="http://schemas.microsoft.com/office/drawing/2014/main" id="{4118788B-4733-4A5D-C785-FD056436B13B}"/>
                </a:ext>
              </a:extLst>
            </p:cNvPr>
            <p:cNvSpPr>
              <a:spLocks noChangeArrowheads="1"/>
            </p:cNvSpPr>
            <p:nvPr/>
          </p:nvSpPr>
          <p:spPr bwMode="auto">
            <a:xfrm rot="10800000">
              <a:off x="4729163" y="4592638"/>
              <a:ext cx="212725" cy="138112"/>
            </a:xfrm>
            <a:prstGeom prst="triangle">
              <a:avLst>
                <a:gd name="adj" fmla="val 50000"/>
              </a:avLst>
            </a:prstGeom>
            <a:solidFill>
              <a:srgbClr val="FFFFFF"/>
            </a:solidFill>
            <a:ln w="28575">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sp>
          <p:nvSpPr>
            <p:cNvPr id="54360" name="AutoShape 86">
              <a:extLst>
                <a:ext uri="{FF2B5EF4-FFF2-40B4-BE49-F238E27FC236}">
                  <a16:creationId xmlns:a16="http://schemas.microsoft.com/office/drawing/2014/main" id="{6966FD95-227A-E438-71AC-715E7A93B51D}"/>
                </a:ext>
              </a:extLst>
            </p:cNvPr>
            <p:cNvSpPr>
              <a:spLocks noChangeArrowheads="1"/>
            </p:cNvSpPr>
            <p:nvPr/>
          </p:nvSpPr>
          <p:spPr bwMode="auto">
            <a:xfrm rot="10800000">
              <a:off x="3025775" y="4608513"/>
              <a:ext cx="212725" cy="138112"/>
            </a:xfrm>
            <a:prstGeom prst="triangle">
              <a:avLst>
                <a:gd name="adj" fmla="val 50000"/>
              </a:avLst>
            </a:prstGeom>
            <a:solidFill>
              <a:srgbClr val="FFFFFF"/>
            </a:solidFill>
            <a:ln w="28575">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cxnSp>
          <p:nvCxnSpPr>
            <p:cNvPr id="54361" name="AutoShape 87">
              <a:extLst>
                <a:ext uri="{FF2B5EF4-FFF2-40B4-BE49-F238E27FC236}">
                  <a16:creationId xmlns:a16="http://schemas.microsoft.com/office/drawing/2014/main" id="{5F5D0635-8BA2-8045-5FCF-4BA691BDDF70}"/>
                </a:ext>
              </a:extLst>
            </p:cNvPr>
            <p:cNvCxnSpPr>
              <a:cxnSpLocks noChangeShapeType="1"/>
            </p:cNvCxnSpPr>
            <p:nvPr/>
          </p:nvCxnSpPr>
          <p:spPr bwMode="auto">
            <a:xfrm flipH="1">
              <a:off x="3125788" y="4398963"/>
              <a:ext cx="0" cy="207962"/>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sp>
          <p:nvSpPr>
            <p:cNvPr id="54362" name="Text Box 88">
              <a:extLst>
                <a:ext uri="{FF2B5EF4-FFF2-40B4-BE49-F238E27FC236}">
                  <a16:creationId xmlns:a16="http://schemas.microsoft.com/office/drawing/2014/main" id="{154615CF-B020-CD83-813F-C4887A9B1A60}"/>
                </a:ext>
              </a:extLst>
            </p:cNvPr>
            <p:cNvSpPr txBox="1">
              <a:spLocks noChangeArrowheads="1"/>
            </p:cNvSpPr>
            <p:nvPr/>
          </p:nvSpPr>
          <p:spPr bwMode="auto">
            <a:xfrm>
              <a:off x="1295400" y="5210175"/>
              <a:ext cx="801688"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Aft>
                  <a:spcPts val="1000"/>
                </a:spcAft>
              </a:pPr>
              <a:endParaRPr lang="en-US" altLang="en-US"/>
            </a:p>
          </p:txBody>
        </p:sp>
      </p:gr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Title 1">
            <a:extLst>
              <a:ext uri="{FF2B5EF4-FFF2-40B4-BE49-F238E27FC236}">
                <a16:creationId xmlns:a16="http://schemas.microsoft.com/office/drawing/2014/main" id="{2EE18DA1-F393-1532-7D08-8585128018C7}"/>
              </a:ext>
            </a:extLst>
          </p:cNvPr>
          <p:cNvSpPr>
            <a:spLocks noGrp="1" noChangeArrowheads="1"/>
          </p:cNvSpPr>
          <p:nvPr>
            <p:ph type="title"/>
          </p:nvPr>
        </p:nvSpPr>
        <p:spPr/>
        <p:txBody>
          <a:bodyPr/>
          <a:lstStyle/>
          <a:p>
            <a:r>
              <a:rPr lang="en-GB" altLang="en-US"/>
              <a:t>Combinational Shift</a:t>
            </a:r>
          </a:p>
        </p:txBody>
      </p:sp>
      <p:sp>
        <p:nvSpPr>
          <p:cNvPr id="3" name="Text Placeholder 2">
            <a:extLst>
              <a:ext uri="{FF2B5EF4-FFF2-40B4-BE49-F238E27FC236}">
                <a16:creationId xmlns:a16="http://schemas.microsoft.com/office/drawing/2014/main" id="{7288B957-887D-CEDA-4C1B-658E028CC3F9}"/>
              </a:ext>
            </a:extLst>
          </p:cNvPr>
          <p:cNvSpPr>
            <a:spLocks noGrp="1"/>
          </p:cNvSpPr>
          <p:nvPr>
            <p:ph type="body" sz="quarter" idx="10"/>
          </p:nvPr>
        </p:nvSpPr>
        <p:spPr/>
        <p:txBody>
          <a:bodyPr/>
          <a:lstStyle/>
          <a:p>
            <a:r>
              <a:rPr lang="en-GB" altLang="en-US" sz="2400" dirty="0"/>
              <a:t>Logical  Shift  to the Right (Barrel shifter)</a:t>
            </a:r>
          </a:p>
          <a:p>
            <a:endParaRPr lang="en-US" dirty="0"/>
          </a:p>
        </p:txBody>
      </p:sp>
      <p:grpSp>
        <p:nvGrpSpPr>
          <p:cNvPr id="55300" name="Group 2">
            <a:extLst>
              <a:ext uri="{FF2B5EF4-FFF2-40B4-BE49-F238E27FC236}">
                <a16:creationId xmlns:a16="http://schemas.microsoft.com/office/drawing/2014/main" id="{3D43FF17-20D3-64F0-72AC-A856B9A0AA49}"/>
              </a:ext>
            </a:extLst>
          </p:cNvPr>
          <p:cNvGrpSpPr>
            <a:grpSpLocks/>
          </p:cNvGrpSpPr>
          <p:nvPr/>
        </p:nvGrpSpPr>
        <p:grpSpPr bwMode="auto">
          <a:xfrm>
            <a:off x="3048000" y="2530476"/>
            <a:ext cx="6781800" cy="3108325"/>
            <a:chOff x="1848" y="6980"/>
            <a:chExt cx="7029" cy="3007"/>
          </a:xfrm>
        </p:grpSpPr>
        <p:sp>
          <p:nvSpPr>
            <p:cNvPr id="55301" name="Text Box 3">
              <a:extLst>
                <a:ext uri="{FF2B5EF4-FFF2-40B4-BE49-F238E27FC236}">
                  <a16:creationId xmlns:a16="http://schemas.microsoft.com/office/drawing/2014/main" id="{C4D45CE6-1097-8F61-97DA-D9C6ED8947FA}"/>
                </a:ext>
              </a:extLst>
            </p:cNvPr>
            <p:cNvSpPr txBox="1">
              <a:spLocks noChangeArrowheads="1"/>
            </p:cNvSpPr>
            <p:nvPr/>
          </p:nvSpPr>
          <p:spPr bwMode="auto">
            <a:xfrm>
              <a:off x="1959" y="9543"/>
              <a:ext cx="857" cy="3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Aft>
                  <a:spcPts val="1000"/>
                </a:spcAft>
              </a:pPr>
              <a:endParaRPr lang="en-US" altLang="en-US" sz="1600"/>
            </a:p>
          </p:txBody>
        </p:sp>
        <p:sp>
          <p:nvSpPr>
            <p:cNvPr id="55302" name="Line 4">
              <a:extLst>
                <a:ext uri="{FF2B5EF4-FFF2-40B4-BE49-F238E27FC236}">
                  <a16:creationId xmlns:a16="http://schemas.microsoft.com/office/drawing/2014/main" id="{ACCFCD1E-0D6D-A849-B16A-4D3AF9497248}"/>
                </a:ext>
              </a:extLst>
            </p:cNvPr>
            <p:cNvSpPr>
              <a:spLocks noChangeShapeType="1"/>
            </p:cNvSpPr>
            <p:nvPr/>
          </p:nvSpPr>
          <p:spPr bwMode="auto">
            <a:xfrm>
              <a:off x="2000" y="8229"/>
              <a:ext cx="184"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03" name="Line 5">
              <a:extLst>
                <a:ext uri="{FF2B5EF4-FFF2-40B4-BE49-F238E27FC236}">
                  <a16:creationId xmlns:a16="http://schemas.microsoft.com/office/drawing/2014/main" id="{AA9CFE30-B439-1A3A-E065-A46F60FB0671}"/>
                </a:ext>
              </a:extLst>
            </p:cNvPr>
            <p:cNvSpPr>
              <a:spLocks noChangeShapeType="1"/>
            </p:cNvSpPr>
            <p:nvPr/>
          </p:nvSpPr>
          <p:spPr bwMode="auto">
            <a:xfrm flipV="1">
              <a:off x="2000" y="7224"/>
              <a:ext cx="0" cy="1001"/>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04" name="Line 6">
              <a:extLst>
                <a:ext uri="{FF2B5EF4-FFF2-40B4-BE49-F238E27FC236}">
                  <a16:creationId xmlns:a16="http://schemas.microsoft.com/office/drawing/2014/main" id="{2A9EC7D4-7FC0-A366-36C8-F2D79E8374C9}"/>
                </a:ext>
              </a:extLst>
            </p:cNvPr>
            <p:cNvSpPr>
              <a:spLocks noChangeShapeType="1"/>
            </p:cNvSpPr>
            <p:nvPr/>
          </p:nvSpPr>
          <p:spPr bwMode="auto">
            <a:xfrm>
              <a:off x="1998" y="7213"/>
              <a:ext cx="635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05" name="Line 7">
              <a:extLst>
                <a:ext uri="{FF2B5EF4-FFF2-40B4-BE49-F238E27FC236}">
                  <a16:creationId xmlns:a16="http://schemas.microsoft.com/office/drawing/2014/main" id="{3AB00BC0-9083-B4C8-98E1-433CE5E2D789}"/>
                </a:ext>
              </a:extLst>
            </p:cNvPr>
            <p:cNvSpPr>
              <a:spLocks noChangeShapeType="1"/>
            </p:cNvSpPr>
            <p:nvPr/>
          </p:nvSpPr>
          <p:spPr bwMode="auto">
            <a:xfrm>
              <a:off x="3835" y="7389"/>
              <a:ext cx="4501"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06" name="Line 8">
              <a:extLst>
                <a:ext uri="{FF2B5EF4-FFF2-40B4-BE49-F238E27FC236}">
                  <a16:creationId xmlns:a16="http://schemas.microsoft.com/office/drawing/2014/main" id="{21C4BFF6-8009-7293-8C9C-882FDB55B32E}"/>
                </a:ext>
              </a:extLst>
            </p:cNvPr>
            <p:cNvSpPr>
              <a:spLocks noChangeShapeType="1"/>
            </p:cNvSpPr>
            <p:nvPr/>
          </p:nvSpPr>
          <p:spPr bwMode="auto">
            <a:xfrm>
              <a:off x="5701" y="7573"/>
              <a:ext cx="2608"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07" name="Line 9">
              <a:extLst>
                <a:ext uri="{FF2B5EF4-FFF2-40B4-BE49-F238E27FC236}">
                  <a16:creationId xmlns:a16="http://schemas.microsoft.com/office/drawing/2014/main" id="{2BE660DF-31F9-0ECC-82C4-D4C89DB0E79E}"/>
                </a:ext>
              </a:extLst>
            </p:cNvPr>
            <p:cNvSpPr>
              <a:spLocks noChangeShapeType="1"/>
            </p:cNvSpPr>
            <p:nvPr/>
          </p:nvSpPr>
          <p:spPr bwMode="auto">
            <a:xfrm>
              <a:off x="7437" y="7737"/>
              <a:ext cx="879"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08" name="Line 10">
              <a:extLst>
                <a:ext uri="{FF2B5EF4-FFF2-40B4-BE49-F238E27FC236}">
                  <a16:creationId xmlns:a16="http://schemas.microsoft.com/office/drawing/2014/main" id="{64B072AD-6E2F-2B1C-417F-E89FA4F5BAEE}"/>
                </a:ext>
              </a:extLst>
            </p:cNvPr>
            <p:cNvSpPr>
              <a:spLocks noChangeShapeType="1"/>
            </p:cNvSpPr>
            <p:nvPr/>
          </p:nvSpPr>
          <p:spPr bwMode="auto">
            <a:xfrm>
              <a:off x="2667" y="8476"/>
              <a:ext cx="237"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09" name="Line 11">
              <a:extLst>
                <a:ext uri="{FF2B5EF4-FFF2-40B4-BE49-F238E27FC236}">
                  <a16:creationId xmlns:a16="http://schemas.microsoft.com/office/drawing/2014/main" id="{CB3CF705-958A-3000-051B-14E20C3435A0}"/>
                </a:ext>
              </a:extLst>
            </p:cNvPr>
            <p:cNvSpPr>
              <a:spLocks noChangeShapeType="1"/>
            </p:cNvSpPr>
            <p:nvPr/>
          </p:nvSpPr>
          <p:spPr bwMode="auto">
            <a:xfrm>
              <a:off x="3833" y="8253"/>
              <a:ext cx="184"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10" name="Line 12">
              <a:extLst>
                <a:ext uri="{FF2B5EF4-FFF2-40B4-BE49-F238E27FC236}">
                  <a16:creationId xmlns:a16="http://schemas.microsoft.com/office/drawing/2014/main" id="{4A66B1AB-85EF-3C72-6868-8E2C412572CA}"/>
                </a:ext>
              </a:extLst>
            </p:cNvPr>
            <p:cNvSpPr>
              <a:spLocks noChangeShapeType="1"/>
            </p:cNvSpPr>
            <p:nvPr/>
          </p:nvSpPr>
          <p:spPr bwMode="auto">
            <a:xfrm>
              <a:off x="5703" y="8243"/>
              <a:ext cx="184"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11" name="Line 13">
              <a:extLst>
                <a:ext uri="{FF2B5EF4-FFF2-40B4-BE49-F238E27FC236}">
                  <a16:creationId xmlns:a16="http://schemas.microsoft.com/office/drawing/2014/main" id="{9985AD33-4869-ABBA-FEDB-4FACF57623FA}"/>
                </a:ext>
              </a:extLst>
            </p:cNvPr>
            <p:cNvSpPr>
              <a:spLocks noChangeShapeType="1"/>
            </p:cNvSpPr>
            <p:nvPr/>
          </p:nvSpPr>
          <p:spPr bwMode="auto">
            <a:xfrm>
              <a:off x="7428" y="8289"/>
              <a:ext cx="184"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12" name="Line 14">
              <a:extLst>
                <a:ext uri="{FF2B5EF4-FFF2-40B4-BE49-F238E27FC236}">
                  <a16:creationId xmlns:a16="http://schemas.microsoft.com/office/drawing/2014/main" id="{E98E6B87-A436-8D4F-55E0-7F9910C0E925}"/>
                </a:ext>
              </a:extLst>
            </p:cNvPr>
            <p:cNvSpPr>
              <a:spLocks noChangeShapeType="1"/>
            </p:cNvSpPr>
            <p:nvPr/>
          </p:nvSpPr>
          <p:spPr bwMode="auto">
            <a:xfrm>
              <a:off x="3828" y="7403"/>
              <a:ext cx="0" cy="850"/>
            </a:xfrm>
            <a:prstGeom prst="line">
              <a:avLst/>
            </a:prstGeom>
            <a:noFill/>
            <a:ln w="28575">
              <a:solidFill>
                <a:srgbClr val="000000"/>
              </a:solidFill>
              <a:round/>
              <a:headEnd type="none" w="sm" len="sm"/>
              <a:tailEnd/>
            </a:ln>
            <a:extLst>
              <a:ext uri="{909E8E84-426E-40DD-AFC4-6F175D3DCCD1}">
                <a14:hiddenFill xmlns:a14="http://schemas.microsoft.com/office/drawing/2010/main">
                  <a:noFill/>
                </a14:hiddenFill>
              </a:ext>
            </a:extLst>
          </p:spPr>
          <p:txBody>
            <a:bodyPr/>
            <a:lstStyle/>
            <a:p>
              <a:endParaRPr lang="en-US"/>
            </a:p>
          </p:txBody>
        </p:sp>
        <p:sp>
          <p:nvSpPr>
            <p:cNvPr id="55313" name="Line 15">
              <a:extLst>
                <a:ext uri="{FF2B5EF4-FFF2-40B4-BE49-F238E27FC236}">
                  <a16:creationId xmlns:a16="http://schemas.microsoft.com/office/drawing/2014/main" id="{95AEA7E7-8220-4064-CAD0-42B66D1548BA}"/>
                </a:ext>
              </a:extLst>
            </p:cNvPr>
            <p:cNvSpPr>
              <a:spLocks noChangeShapeType="1"/>
            </p:cNvSpPr>
            <p:nvPr/>
          </p:nvSpPr>
          <p:spPr bwMode="auto">
            <a:xfrm>
              <a:off x="7430" y="7737"/>
              <a:ext cx="0" cy="550"/>
            </a:xfrm>
            <a:prstGeom prst="line">
              <a:avLst/>
            </a:prstGeom>
            <a:noFill/>
            <a:ln w="28575">
              <a:solidFill>
                <a:srgbClr val="000000"/>
              </a:solidFill>
              <a:round/>
              <a:headEnd type="none" w="sm" len="sm"/>
              <a:tailEnd/>
            </a:ln>
            <a:extLst>
              <a:ext uri="{909E8E84-426E-40DD-AFC4-6F175D3DCCD1}">
                <a14:hiddenFill xmlns:a14="http://schemas.microsoft.com/office/drawing/2010/main">
                  <a:noFill/>
                </a14:hiddenFill>
              </a:ext>
            </a:extLst>
          </p:spPr>
          <p:txBody>
            <a:bodyPr/>
            <a:lstStyle/>
            <a:p>
              <a:endParaRPr lang="en-US"/>
            </a:p>
          </p:txBody>
        </p:sp>
        <p:sp>
          <p:nvSpPr>
            <p:cNvPr id="55314" name="Line 16">
              <a:extLst>
                <a:ext uri="{FF2B5EF4-FFF2-40B4-BE49-F238E27FC236}">
                  <a16:creationId xmlns:a16="http://schemas.microsoft.com/office/drawing/2014/main" id="{AEFDAC31-FBF3-23FD-5188-F9672D63F297}"/>
                </a:ext>
              </a:extLst>
            </p:cNvPr>
            <p:cNvSpPr>
              <a:spLocks noChangeShapeType="1"/>
            </p:cNvSpPr>
            <p:nvPr/>
          </p:nvSpPr>
          <p:spPr bwMode="auto">
            <a:xfrm flipH="1">
              <a:off x="1966" y="8408"/>
              <a:ext cx="227"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65" name="AutoShape 17">
              <a:extLst>
                <a:ext uri="{FF2B5EF4-FFF2-40B4-BE49-F238E27FC236}">
                  <a16:creationId xmlns:a16="http://schemas.microsoft.com/office/drawing/2014/main" id="{5C0E657D-A19C-44F9-999D-1C090C6513CF}"/>
                </a:ext>
              </a:extLst>
            </p:cNvPr>
            <p:cNvSpPr>
              <a:spLocks noChangeArrowheads="1"/>
            </p:cNvSpPr>
            <p:nvPr/>
          </p:nvSpPr>
          <p:spPr bwMode="auto">
            <a:xfrm rot="16200000">
              <a:off x="3783" y="8310"/>
              <a:ext cx="986" cy="446"/>
            </a:xfrm>
            <a:custGeom>
              <a:avLst/>
              <a:gdLst>
                <a:gd name="G0" fmla="+- 5400 0 0"/>
                <a:gd name="G1" fmla="+- 21600 0 5400"/>
                <a:gd name="G2" fmla="*/ 5400 1 2"/>
                <a:gd name="G3" fmla="+- 21600 0 G2"/>
                <a:gd name="G4" fmla="+/ 5400 21600 2"/>
                <a:gd name="G5" fmla="+/ G1 0 2"/>
                <a:gd name="G6" fmla="*/ 21600 21600 5400"/>
                <a:gd name="G7" fmla="*/ G6 1 2"/>
                <a:gd name="G8" fmla="+- 21600 0 G7"/>
                <a:gd name="G9" fmla="*/ 21600 1 2"/>
                <a:gd name="G10" fmla="+- 5400 0 G9"/>
                <a:gd name="G11" fmla="?: G10 G8 0"/>
                <a:gd name="G12" fmla="?: G10 G7 21600"/>
                <a:gd name="T0" fmla="*/ 18900 w 21600"/>
                <a:gd name="T1" fmla="*/ 10800 h 21600"/>
                <a:gd name="T2" fmla="*/ 10800 w 21600"/>
                <a:gd name="T3" fmla="*/ 21600 h 21600"/>
                <a:gd name="T4" fmla="*/ 2700 w 21600"/>
                <a:gd name="T5" fmla="*/ 10800 h 21600"/>
                <a:gd name="T6" fmla="*/ 10800 w 21600"/>
                <a:gd name="T7" fmla="*/ 0 h 21600"/>
                <a:gd name="T8" fmla="*/ 4500 w 21600"/>
                <a:gd name="T9" fmla="*/ 4500 h 21600"/>
                <a:gd name="T10" fmla="*/ 17100 w 21600"/>
                <a:gd name="T11" fmla="*/ 17100 h 21600"/>
              </a:gdLst>
              <a:ahLst/>
              <a:cxnLst>
                <a:cxn ang="0">
                  <a:pos x="T0" y="T1"/>
                </a:cxn>
                <a:cxn ang="0">
                  <a:pos x="T2" y="T3"/>
                </a:cxn>
                <a:cxn ang="0">
                  <a:pos x="T4" y="T5"/>
                </a:cxn>
                <a:cxn ang="0">
                  <a:pos x="T6" y="T7"/>
                </a:cxn>
              </a:cxnLst>
              <a:rect l="T8" t="T9" r="T10" b="T11"/>
              <a:pathLst>
                <a:path w="21600" h="21600">
                  <a:moveTo>
                    <a:pt x="0" y="0"/>
                  </a:moveTo>
                  <a:lnTo>
                    <a:pt x="5400" y="21600"/>
                  </a:lnTo>
                  <a:lnTo>
                    <a:pt x="16200" y="21600"/>
                  </a:lnTo>
                  <a:lnTo>
                    <a:pt x="21600" y="0"/>
                  </a:lnTo>
                  <a:close/>
                </a:path>
              </a:pathLst>
            </a:custGeom>
            <a:solidFill>
              <a:schemeClr val="accent1">
                <a:lumMod val="60000"/>
                <a:lumOff val="40000"/>
              </a:schemeClr>
            </a:solidFill>
            <a:ln w="28575">
              <a:solidFill>
                <a:srgbClr val="000000"/>
              </a:solidFill>
              <a:miter lim="800000"/>
              <a:headEnd/>
              <a:tailEnd/>
            </a:ln>
          </p:spPr>
          <p:txBody>
            <a:bodyPr/>
            <a:lstStyle/>
            <a:p>
              <a:pPr eaLnBrk="1" hangingPunct="1">
                <a:defRPr/>
              </a:pPr>
              <a:endParaRPr lang="en-GB" sz="1600"/>
            </a:p>
          </p:txBody>
        </p:sp>
        <p:sp>
          <p:nvSpPr>
            <p:cNvPr id="55316" name="Text Box 18">
              <a:extLst>
                <a:ext uri="{FF2B5EF4-FFF2-40B4-BE49-F238E27FC236}">
                  <a16:creationId xmlns:a16="http://schemas.microsoft.com/office/drawing/2014/main" id="{1159C576-F630-EAF4-9D0A-A68B27B318B9}"/>
                </a:ext>
              </a:extLst>
            </p:cNvPr>
            <p:cNvSpPr txBox="1">
              <a:spLocks noChangeArrowheads="1"/>
            </p:cNvSpPr>
            <p:nvPr/>
          </p:nvSpPr>
          <p:spPr bwMode="auto">
            <a:xfrm>
              <a:off x="4005" y="8077"/>
              <a:ext cx="343" cy="3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Aft>
                  <a:spcPts val="1000"/>
                </a:spcAft>
              </a:pPr>
              <a:r>
                <a:rPr lang="en-US" altLang="en-US" sz="1600"/>
                <a:t>0</a:t>
              </a:r>
            </a:p>
          </p:txBody>
        </p:sp>
        <p:sp>
          <p:nvSpPr>
            <p:cNvPr id="55317" name="Text Box 19">
              <a:extLst>
                <a:ext uri="{FF2B5EF4-FFF2-40B4-BE49-F238E27FC236}">
                  <a16:creationId xmlns:a16="http://schemas.microsoft.com/office/drawing/2014/main" id="{821F6715-769D-734A-F6B0-403C20858EB7}"/>
                </a:ext>
              </a:extLst>
            </p:cNvPr>
            <p:cNvSpPr txBox="1">
              <a:spLocks noChangeArrowheads="1"/>
            </p:cNvSpPr>
            <p:nvPr/>
          </p:nvSpPr>
          <p:spPr bwMode="auto">
            <a:xfrm>
              <a:off x="3995" y="8277"/>
              <a:ext cx="515" cy="3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Aft>
                  <a:spcPts val="1000"/>
                </a:spcAft>
              </a:pPr>
              <a:r>
                <a:rPr lang="en-US" altLang="en-US" sz="1600"/>
                <a:t>1</a:t>
              </a:r>
            </a:p>
          </p:txBody>
        </p:sp>
        <p:sp>
          <p:nvSpPr>
            <p:cNvPr id="55318" name="Text Box 20">
              <a:extLst>
                <a:ext uri="{FF2B5EF4-FFF2-40B4-BE49-F238E27FC236}">
                  <a16:creationId xmlns:a16="http://schemas.microsoft.com/office/drawing/2014/main" id="{9027CBCD-91E8-25B3-412B-C281007BE0FF}"/>
                </a:ext>
              </a:extLst>
            </p:cNvPr>
            <p:cNvSpPr txBox="1">
              <a:spLocks noChangeArrowheads="1"/>
            </p:cNvSpPr>
            <p:nvPr/>
          </p:nvSpPr>
          <p:spPr bwMode="auto">
            <a:xfrm>
              <a:off x="4005" y="8457"/>
              <a:ext cx="343"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Aft>
                  <a:spcPts val="1000"/>
                </a:spcAft>
              </a:pPr>
              <a:r>
                <a:rPr lang="en-US" altLang="en-US" sz="1600"/>
                <a:t>2</a:t>
              </a:r>
            </a:p>
          </p:txBody>
        </p:sp>
        <p:sp>
          <p:nvSpPr>
            <p:cNvPr id="55319" name="Text Box 21">
              <a:extLst>
                <a:ext uri="{FF2B5EF4-FFF2-40B4-BE49-F238E27FC236}">
                  <a16:creationId xmlns:a16="http://schemas.microsoft.com/office/drawing/2014/main" id="{462B7F3B-4F8E-5968-E1E7-DD3811F200BB}"/>
                </a:ext>
              </a:extLst>
            </p:cNvPr>
            <p:cNvSpPr txBox="1">
              <a:spLocks noChangeArrowheads="1"/>
            </p:cNvSpPr>
            <p:nvPr/>
          </p:nvSpPr>
          <p:spPr bwMode="auto">
            <a:xfrm>
              <a:off x="3995" y="8642"/>
              <a:ext cx="343" cy="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Aft>
                  <a:spcPts val="1000"/>
                </a:spcAft>
              </a:pPr>
              <a:r>
                <a:rPr lang="en-US" altLang="en-US" sz="1600"/>
                <a:t>3</a:t>
              </a:r>
            </a:p>
          </p:txBody>
        </p:sp>
        <p:sp>
          <p:nvSpPr>
            <p:cNvPr id="55320" name="Line 22">
              <a:extLst>
                <a:ext uri="{FF2B5EF4-FFF2-40B4-BE49-F238E27FC236}">
                  <a16:creationId xmlns:a16="http://schemas.microsoft.com/office/drawing/2014/main" id="{D75CEFBE-F462-7A6E-FE2A-6A47C2B2DDD0}"/>
                </a:ext>
              </a:extLst>
            </p:cNvPr>
            <p:cNvSpPr>
              <a:spLocks noChangeShapeType="1"/>
            </p:cNvSpPr>
            <p:nvPr/>
          </p:nvSpPr>
          <p:spPr bwMode="auto">
            <a:xfrm>
              <a:off x="3685" y="8446"/>
              <a:ext cx="343"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21" name="Line 23">
              <a:extLst>
                <a:ext uri="{FF2B5EF4-FFF2-40B4-BE49-F238E27FC236}">
                  <a16:creationId xmlns:a16="http://schemas.microsoft.com/office/drawing/2014/main" id="{3B97D1AB-A7DD-4AA5-C14B-F8685E692A99}"/>
                </a:ext>
              </a:extLst>
            </p:cNvPr>
            <p:cNvSpPr>
              <a:spLocks noChangeShapeType="1"/>
            </p:cNvSpPr>
            <p:nvPr/>
          </p:nvSpPr>
          <p:spPr bwMode="auto">
            <a:xfrm flipV="1">
              <a:off x="3674" y="7224"/>
              <a:ext cx="0" cy="1219"/>
            </a:xfrm>
            <a:prstGeom prst="line">
              <a:avLst/>
            </a:prstGeom>
            <a:noFill/>
            <a:ln w="28575">
              <a:solidFill>
                <a:srgbClr val="000000"/>
              </a:solidFill>
              <a:round/>
              <a:headEnd/>
              <a:tailEnd type="oval" w="sm" len="sm"/>
            </a:ln>
            <a:extLst>
              <a:ext uri="{909E8E84-426E-40DD-AFC4-6F175D3DCCD1}">
                <a14:hiddenFill xmlns:a14="http://schemas.microsoft.com/office/drawing/2010/main">
                  <a:noFill/>
                </a14:hiddenFill>
              </a:ext>
            </a:extLst>
          </p:spPr>
          <p:txBody>
            <a:bodyPr/>
            <a:lstStyle/>
            <a:p>
              <a:endParaRPr lang="en-US"/>
            </a:p>
          </p:txBody>
        </p:sp>
        <p:sp>
          <p:nvSpPr>
            <p:cNvPr id="55322" name="Line 24">
              <a:extLst>
                <a:ext uri="{FF2B5EF4-FFF2-40B4-BE49-F238E27FC236}">
                  <a16:creationId xmlns:a16="http://schemas.microsoft.com/office/drawing/2014/main" id="{29B104C3-F9B8-9710-BDA6-437D19C91D69}"/>
                </a:ext>
              </a:extLst>
            </p:cNvPr>
            <p:cNvSpPr>
              <a:spLocks noChangeShapeType="1"/>
            </p:cNvSpPr>
            <p:nvPr/>
          </p:nvSpPr>
          <p:spPr bwMode="auto">
            <a:xfrm>
              <a:off x="3834" y="8642"/>
              <a:ext cx="227"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23" name="Line 25">
              <a:extLst>
                <a:ext uri="{FF2B5EF4-FFF2-40B4-BE49-F238E27FC236}">
                  <a16:creationId xmlns:a16="http://schemas.microsoft.com/office/drawing/2014/main" id="{C3B9E294-3301-FF41-A3BA-9415B08DB9DA}"/>
                </a:ext>
              </a:extLst>
            </p:cNvPr>
            <p:cNvSpPr>
              <a:spLocks noChangeShapeType="1"/>
            </p:cNvSpPr>
            <p:nvPr/>
          </p:nvSpPr>
          <p:spPr bwMode="auto">
            <a:xfrm>
              <a:off x="3831" y="8815"/>
              <a:ext cx="227" cy="0"/>
            </a:xfrm>
            <a:prstGeom prst="line">
              <a:avLst/>
            </a:prstGeom>
            <a:noFill/>
            <a:ln w="28575">
              <a:solidFill>
                <a:srgbClr val="000000"/>
              </a:solidFill>
              <a:round/>
              <a:headEnd type="oval" w="sm" len="sm"/>
              <a:tailEnd/>
            </a:ln>
            <a:extLst>
              <a:ext uri="{909E8E84-426E-40DD-AFC4-6F175D3DCCD1}">
                <a14:hiddenFill xmlns:a14="http://schemas.microsoft.com/office/drawing/2010/main">
                  <a:noFill/>
                </a14:hiddenFill>
              </a:ext>
            </a:extLst>
          </p:spPr>
          <p:txBody>
            <a:bodyPr/>
            <a:lstStyle/>
            <a:p>
              <a:endParaRPr lang="en-US"/>
            </a:p>
          </p:txBody>
        </p:sp>
        <p:sp>
          <p:nvSpPr>
            <p:cNvPr id="55324" name="Line 26">
              <a:extLst>
                <a:ext uri="{FF2B5EF4-FFF2-40B4-BE49-F238E27FC236}">
                  <a16:creationId xmlns:a16="http://schemas.microsoft.com/office/drawing/2014/main" id="{7478DFD8-D465-7566-EBBD-BDA0B7885E8C}"/>
                </a:ext>
              </a:extLst>
            </p:cNvPr>
            <p:cNvSpPr>
              <a:spLocks noChangeShapeType="1"/>
            </p:cNvSpPr>
            <p:nvPr/>
          </p:nvSpPr>
          <p:spPr bwMode="auto">
            <a:xfrm>
              <a:off x="5543" y="8411"/>
              <a:ext cx="324"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25" name="Line 27">
              <a:extLst>
                <a:ext uri="{FF2B5EF4-FFF2-40B4-BE49-F238E27FC236}">
                  <a16:creationId xmlns:a16="http://schemas.microsoft.com/office/drawing/2014/main" id="{1DCD4C9F-DA63-6E84-8D6A-E6CBD6634A65}"/>
                </a:ext>
              </a:extLst>
            </p:cNvPr>
            <p:cNvSpPr>
              <a:spLocks noChangeShapeType="1"/>
            </p:cNvSpPr>
            <p:nvPr/>
          </p:nvSpPr>
          <p:spPr bwMode="auto">
            <a:xfrm>
              <a:off x="5357" y="8599"/>
              <a:ext cx="51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76" name="AutoShape 28">
              <a:extLst>
                <a:ext uri="{FF2B5EF4-FFF2-40B4-BE49-F238E27FC236}">
                  <a16:creationId xmlns:a16="http://schemas.microsoft.com/office/drawing/2014/main" id="{AE2DC765-CF8C-485A-A906-461AC76E5FEF}"/>
                </a:ext>
              </a:extLst>
            </p:cNvPr>
            <p:cNvSpPr>
              <a:spLocks noChangeArrowheads="1"/>
            </p:cNvSpPr>
            <p:nvPr/>
          </p:nvSpPr>
          <p:spPr bwMode="auto">
            <a:xfrm rot="16200000">
              <a:off x="5613" y="8297"/>
              <a:ext cx="986" cy="444"/>
            </a:xfrm>
            <a:custGeom>
              <a:avLst/>
              <a:gdLst>
                <a:gd name="G0" fmla="+- 5400 0 0"/>
                <a:gd name="G1" fmla="+- 21600 0 5400"/>
                <a:gd name="G2" fmla="*/ 5400 1 2"/>
                <a:gd name="G3" fmla="+- 21600 0 G2"/>
                <a:gd name="G4" fmla="+/ 5400 21600 2"/>
                <a:gd name="G5" fmla="+/ G1 0 2"/>
                <a:gd name="G6" fmla="*/ 21600 21600 5400"/>
                <a:gd name="G7" fmla="*/ G6 1 2"/>
                <a:gd name="G8" fmla="+- 21600 0 G7"/>
                <a:gd name="G9" fmla="*/ 21600 1 2"/>
                <a:gd name="G10" fmla="+- 5400 0 G9"/>
                <a:gd name="G11" fmla="?: G10 G8 0"/>
                <a:gd name="G12" fmla="?: G10 G7 21600"/>
                <a:gd name="T0" fmla="*/ 18900 w 21600"/>
                <a:gd name="T1" fmla="*/ 10800 h 21600"/>
                <a:gd name="T2" fmla="*/ 10800 w 21600"/>
                <a:gd name="T3" fmla="*/ 21600 h 21600"/>
                <a:gd name="T4" fmla="*/ 2700 w 21600"/>
                <a:gd name="T5" fmla="*/ 10800 h 21600"/>
                <a:gd name="T6" fmla="*/ 10800 w 21600"/>
                <a:gd name="T7" fmla="*/ 0 h 21600"/>
                <a:gd name="T8" fmla="*/ 4500 w 21600"/>
                <a:gd name="T9" fmla="*/ 4500 h 21600"/>
                <a:gd name="T10" fmla="*/ 17100 w 21600"/>
                <a:gd name="T11" fmla="*/ 17100 h 21600"/>
              </a:gdLst>
              <a:ahLst/>
              <a:cxnLst>
                <a:cxn ang="0">
                  <a:pos x="T0" y="T1"/>
                </a:cxn>
                <a:cxn ang="0">
                  <a:pos x="T2" y="T3"/>
                </a:cxn>
                <a:cxn ang="0">
                  <a:pos x="T4" y="T5"/>
                </a:cxn>
                <a:cxn ang="0">
                  <a:pos x="T6" y="T7"/>
                </a:cxn>
              </a:cxnLst>
              <a:rect l="T8" t="T9" r="T10" b="T11"/>
              <a:pathLst>
                <a:path w="21600" h="21600">
                  <a:moveTo>
                    <a:pt x="0" y="0"/>
                  </a:moveTo>
                  <a:lnTo>
                    <a:pt x="5400" y="21600"/>
                  </a:lnTo>
                  <a:lnTo>
                    <a:pt x="16200" y="21600"/>
                  </a:lnTo>
                  <a:lnTo>
                    <a:pt x="21600" y="0"/>
                  </a:lnTo>
                  <a:close/>
                </a:path>
              </a:pathLst>
            </a:custGeom>
            <a:solidFill>
              <a:schemeClr val="accent1">
                <a:lumMod val="60000"/>
                <a:lumOff val="40000"/>
              </a:schemeClr>
            </a:solidFill>
            <a:ln w="28575">
              <a:solidFill>
                <a:srgbClr val="000000"/>
              </a:solidFill>
              <a:miter lim="800000"/>
              <a:headEnd/>
              <a:tailEnd/>
            </a:ln>
          </p:spPr>
          <p:txBody>
            <a:bodyPr/>
            <a:lstStyle/>
            <a:p>
              <a:pPr eaLnBrk="1" hangingPunct="1">
                <a:defRPr/>
              </a:pPr>
              <a:endParaRPr lang="en-GB" sz="1600"/>
            </a:p>
          </p:txBody>
        </p:sp>
        <p:sp>
          <p:nvSpPr>
            <p:cNvPr id="55327" name="Text Box 29">
              <a:extLst>
                <a:ext uri="{FF2B5EF4-FFF2-40B4-BE49-F238E27FC236}">
                  <a16:creationId xmlns:a16="http://schemas.microsoft.com/office/drawing/2014/main" id="{74B7AB48-7278-4003-9F7D-02D2471E3556}"/>
                </a:ext>
              </a:extLst>
            </p:cNvPr>
            <p:cNvSpPr txBox="1">
              <a:spLocks noChangeArrowheads="1"/>
            </p:cNvSpPr>
            <p:nvPr/>
          </p:nvSpPr>
          <p:spPr bwMode="auto">
            <a:xfrm>
              <a:off x="5839" y="8063"/>
              <a:ext cx="343" cy="3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Aft>
                  <a:spcPts val="1000"/>
                </a:spcAft>
              </a:pPr>
              <a:r>
                <a:rPr lang="en-US" altLang="en-US" sz="1600"/>
                <a:t>0</a:t>
              </a:r>
            </a:p>
          </p:txBody>
        </p:sp>
        <p:sp>
          <p:nvSpPr>
            <p:cNvPr id="55328" name="Text Box 30">
              <a:extLst>
                <a:ext uri="{FF2B5EF4-FFF2-40B4-BE49-F238E27FC236}">
                  <a16:creationId xmlns:a16="http://schemas.microsoft.com/office/drawing/2014/main" id="{1D865FA0-A86E-B08A-898A-C576981975AE}"/>
                </a:ext>
              </a:extLst>
            </p:cNvPr>
            <p:cNvSpPr txBox="1">
              <a:spLocks noChangeArrowheads="1"/>
            </p:cNvSpPr>
            <p:nvPr/>
          </p:nvSpPr>
          <p:spPr bwMode="auto">
            <a:xfrm>
              <a:off x="5839" y="8250"/>
              <a:ext cx="515" cy="3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Aft>
                  <a:spcPts val="1000"/>
                </a:spcAft>
              </a:pPr>
              <a:r>
                <a:rPr lang="en-US" altLang="en-US" sz="1600"/>
                <a:t>1</a:t>
              </a:r>
            </a:p>
          </p:txBody>
        </p:sp>
        <p:sp>
          <p:nvSpPr>
            <p:cNvPr id="55329" name="Text Box 31">
              <a:extLst>
                <a:ext uri="{FF2B5EF4-FFF2-40B4-BE49-F238E27FC236}">
                  <a16:creationId xmlns:a16="http://schemas.microsoft.com/office/drawing/2014/main" id="{B9A3521F-7F56-AF4D-3F22-F44F9C560B3A}"/>
                </a:ext>
              </a:extLst>
            </p:cNvPr>
            <p:cNvSpPr txBox="1">
              <a:spLocks noChangeArrowheads="1"/>
            </p:cNvSpPr>
            <p:nvPr/>
          </p:nvSpPr>
          <p:spPr bwMode="auto">
            <a:xfrm>
              <a:off x="5839" y="8445"/>
              <a:ext cx="343"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Aft>
                  <a:spcPts val="1000"/>
                </a:spcAft>
              </a:pPr>
              <a:r>
                <a:rPr lang="en-US" altLang="en-US" sz="1600"/>
                <a:t>2</a:t>
              </a:r>
            </a:p>
          </p:txBody>
        </p:sp>
        <p:sp>
          <p:nvSpPr>
            <p:cNvPr id="55330" name="Text Box 32">
              <a:extLst>
                <a:ext uri="{FF2B5EF4-FFF2-40B4-BE49-F238E27FC236}">
                  <a16:creationId xmlns:a16="http://schemas.microsoft.com/office/drawing/2014/main" id="{15FAC915-AB7B-B625-EC4D-7E3D18C88BF6}"/>
                </a:ext>
              </a:extLst>
            </p:cNvPr>
            <p:cNvSpPr txBox="1">
              <a:spLocks noChangeArrowheads="1"/>
            </p:cNvSpPr>
            <p:nvPr/>
          </p:nvSpPr>
          <p:spPr bwMode="auto">
            <a:xfrm>
              <a:off x="5839" y="8630"/>
              <a:ext cx="343" cy="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Aft>
                  <a:spcPts val="1000"/>
                </a:spcAft>
              </a:pPr>
              <a:r>
                <a:rPr lang="en-US" altLang="en-US" sz="1600"/>
                <a:t>3</a:t>
              </a:r>
            </a:p>
          </p:txBody>
        </p:sp>
        <p:sp>
          <p:nvSpPr>
            <p:cNvPr id="55331" name="Line 33">
              <a:extLst>
                <a:ext uri="{FF2B5EF4-FFF2-40B4-BE49-F238E27FC236}">
                  <a16:creationId xmlns:a16="http://schemas.microsoft.com/office/drawing/2014/main" id="{D2C1E5CC-BD17-26EB-D2F2-C69319AB87C8}"/>
                </a:ext>
              </a:extLst>
            </p:cNvPr>
            <p:cNvSpPr>
              <a:spLocks noChangeShapeType="1"/>
            </p:cNvSpPr>
            <p:nvPr/>
          </p:nvSpPr>
          <p:spPr bwMode="auto">
            <a:xfrm>
              <a:off x="8082" y="8536"/>
              <a:ext cx="238"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82" name="AutoShape 34">
              <a:extLst>
                <a:ext uri="{FF2B5EF4-FFF2-40B4-BE49-F238E27FC236}">
                  <a16:creationId xmlns:a16="http://schemas.microsoft.com/office/drawing/2014/main" id="{EB30D4E0-A316-430B-853A-066FDB8B3B6A}"/>
                </a:ext>
              </a:extLst>
            </p:cNvPr>
            <p:cNvSpPr>
              <a:spLocks noChangeArrowheads="1"/>
            </p:cNvSpPr>
            <p:nvPr/>
          </p:nvSpPr>
          <p:spPr bwMode="auto">
            <a:xfrm rot="16200000">
              <a:off x="7370" y="8324"/>
              <a:ext cx="986" cy="444"/>
            </a:xfrm>
            <a:custGeom>
              <a:avLst/>
              <a:gdLst>
                <a:gd name="G0" fmla="+- 5400 0 0"/>
                <a:gd name="G1" fmla="+- 21600 0 5400"/>
                <a:gd name="G2" fmla="*/ 5400 1 2"/>
                <a:gd name="G3" fmla="+- 21600 0 G2"/>
                <a:gd name="G4" fmla="+/ 5400 21600 2"/>
                <a:gd name="G5" fmla="+/ G1 0 2"/>
                <a:gd name="G6" fmla="*/ 21600 21600 5400"/>
                <a:gd name="G7" fmla="*/ G6 1 2"/>
                <a:gd name="G8" fmla="+- 21600 0 G7"/>
                <a:gd name="G9" fmla="*/ 21600 1 2"/>
                <a:gd name="G10" fmla="+- 5400 0 G9"/>
                <a:gd name="G11" fmla="?: G10 G8 0"/>
                <a:gd name="G12" fmla="?: G10 G7 21600"/>
                <a:gd name="T0" fmla="*/ 18900 w 21600"/>
                <a:gd name="T1" fmla="*/ 10800 h 21600"/>
                <a:gd name="T2" fmla="*/ 10800 w 21600"/>
                <a:gd name="T3" fmla="*/ 21600 h 21600"/>
                <a:gd name="T4" fmla="*/ 2700 w 21600"/>
                <a:gd name="T5" fmla="*/ 10800 h 21600"/>
                <a:gd name="T6" fmla="*/ 10800 w 21600"/>
                <a:gd name="T7" fmla="*/ 0 h 21600"/>
                <a:gd name="T8" fmla="*/ 4500 w 21600"/>
                <a:gd name="T9" fmla="*/ 4500 h 21600"/>
                <a:gd name="T10" fmla="*/ 17100 w 21600"/>
                <a:gd name="T11" fmla="*/ 17100 h 21600"/>
              </a:gdLst>
              <a:ahLst/>
              <a:cxnLst>
                <a:cxn ang="0">
                  <a:pos x="T0" y="T1"/>
                </a:cxn>
                <a:cxn ang="0">
                  <a:pos x="T2" y="T3"/>
                </a:cxn>
                <a:cxn ang="0">
                  <a:pos x="T4" y="T5"/>
                </a:cxn>
                <a:cxn ang="0">
                  <a:pos x="T6" y="T7"/>
                </a:cxn>
              </a:cxnLst>
              <a:rect l="T8" t="T9" r="T10" b="T11"/>
              <a:pathLst>
                <a:path w="21600" h="21600">
                  <a:moveTo>
                    <a:pt x="0" y="0"/>
                  </a:moveTo>
                  <a:lnTo>
                    <a:pt x="5400" y="21600"/>
                  </a:lnTo>
                  <a:lnTo>
                    <a:pt x="16200" y="21600"/>
                  </a:lnTo>
                  <a:lnTo>
                    <a:pt x="21600" y="0"/>
                  </a:lnTo>
                  <a:close/>
                </a:path>
              </a:pathLst>
            </a:custGeom>
            <a:solidFill>
              <a:schemeClr val="accent1">
                <a:lumMod val="60000"/>
                <a:lumOff val="40000"/>
              </a:schemeClr>
            </a:solidFill>
            <a:ln w="28575">
              <a:solidFill>
                <a:srgbClr val="000000"/>
              </a:solidFill>
              <a:miter lim="800000"/>
              <a:headEnd/>
              <a:tailEnd/>
            </a:ln>
          </p:spPr>
          <p:txBody>
            <a:bodyPr/>
            <a:lstStyle/>
            <a:p>
              <a:pPr eaLnBrk="1" hangingPunct="1">
                <a:defRPr/>
              </a:pPr>
              <a:endParaRPr lang="en-GB" sz="1600"/>
            </a:p>
          </p:txBody>
        </p:sp>
        <p:sp>
          <p:nvSpPr>
            <p:cNvPr id="55333" name="Text Box 35">
              <a:extLst>
                <a:ext uri="{FF2B5EF4-FFF2-40B4-BE49-F238E27FC236}">
                  <a16:creationId xmlns:a16="http://schemas.microsoft.com/office/drawing/2014/main" id="{AFA49B7B-72F6-352D-5BB6-5216FAA10197}"/>
                </a:ext>
              </a:extLst>
            </p:cNvPr>
            <p:cNvSpPr txBox="1">
              <a:spLocks noChangeArrowheads="1"/>
            </p:cNvSpPr>
            <p:nvPr/>
          </p:nvSpPr>
          <p:spPr bwMode="auto">
            <a:xfrm>
              <a:off x="7598" y="8092"/>
              <a:ext cx="343" cy="3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Aft>
                  <a:spcPts val="1000"/>
                </a:spcAft>
              </a:pPr>
              <a:r>
                <a:rPr lang="en-US" altLang="en-US" sz="1600"/>
                <a:t>0</a:t>
              </a:r>
            </a:p>
          </p:txBody>
        </p:sp>
        <p:sp>
          <p:nvSpPr>
            <p:cNvPr id="55334" name="Text Box 36">
              <a:extLst>
                <a:ext uri="{FF2B5EF4-FFF2-40B4-BE49-F238E27FC236}">
                  <a16:creationId xmlns:a16="http://schemas.microsoft.com/office/drawing/2014/main" id="{EDC0C118-2EE9-7DE9-EA6E-A27B59C3F384}"/>
                </a:ext>
              </a:extLst>
            </p:cNvPr>
            <p:cNvSpPr txBox="1">
              <a:spLocks noChangeArrowheads="1"/>
            </p:cNvSpPr>
            <p:nvPr/>
          </p:nvSpPr>
          <p:spPr bwMode="auto">
            <a:xfrm>
              <a:off x="7585" y="8262"/>
              <a:ext cx="514" cy="3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Aft>
                  <a:spcPts val="1000"/>
                </a:spcAft>
              </a:pPr>
              <a:r>
                <a:rPr lang="en-US" altLang="en-US" sz="1600"/>
                <a:t>1</a:t>
              </a:r>
            </a:p>
          </p:txBody>
        </p:sp>
        <p:sp>
          <p:nvSpPr>
            <p:cNvPr id="55335" name="Text Box 37">
              <a:extLst>
                <a:ext uri="{FF2B5EF4-FFF2-40B4-BE49-F238E27FC236}">
                  <a16:creationId xmlns:a16="http://schemas.microsoft.com/office/drawing/2014/main" id="{17F3F1A6-15C8-08E5-9C5A-F16D839351EE}"/>
                </a:ext>
              </a:extLst>
            </p:cNvPr>
            <p:cNvSpPr txBox="1">
              <a:spLocks noChangeArrowheads="1"/>
            </p:cNvSpPr>
            <p:nvPr/>
          </p:nvSpPr>
          <p:spPr bwMode="auto">
            <a:xfrm>
              <a:off x="7588" y="8442"/>
              <a:ext cx="343"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Aft>
                  <a:spcPts val="1000"/>
                </a:spcAft>
              </a:pPr>
              <a:r>
                <a:rPr lang="en-US" altLang="en-US" sz="1600"/>
                <a:t>2</a:t>
              </a:r>
            </a:p>
          </p:txBody>
        </p:sp>
        <p:sp>
          <p:nvSpPr>
            <p:cNvPr id="55336" name="Text Box 38">
              <a:extLst>
                <a:ext uri="{FF2B5EF4-FFF2-40B4-BE49-F238E27FC236}">
                  <a16:creationId xmlns:a16="http://schemas.microsoft.com/office/drawing/2014/main" id="{16613217-73D0-D172-B893-5F861E7CA634}"/>
                </a:ext>
              </a:extLst>
            </p:cNvPr>
            <p:cNvSpPr txBox="1">
              <a:spLocks noChangeArrowheads="1"/>
            </p:cNvSpPr>
            <p:nvPr/>
          </p:nvSpPr>
          <p:spPr bwMode="auto">
            <a:xfrm>
              <a:off x="7590" y="8648"/>
              <a:ext cx="343" cy="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Aft>
                  <a:spcPts val="1000"/>
                </a:spcAft>
              </a:pPr>
              <a:r>
                <a:rPr lang="en-US" altLang="en-US" sz="1600"/>
                <a:t>3</a:t>
              </a:r>
            </a:p>
          </p:txBody>
        </p:sp>
        <p:sp>
          <p:nvSpPr>
            <p:cNvPr id="2087" name="AutoShape 39">
              <a:extLst>
                <a:ext uri="{FF2B5EF4-FFF2-40B4-BE49-F238E27FC236}">
                  <a16:creationId xmlns:a16="http://schemas.microsoft.com/office/drawing/2014/main" id="{A1D52149-3B35-4F4B-9717-7E31D2369EB4}"/>
                </a:ext>
              </a:extLst>
            </p:cNvPr>
            <p:cNvSpPr>
              <a:spLocks noChangeArrowheads="1"/>
            </p:cNvSpPr>
            <p:nvPr/>
          </p:nvSpPr>
          <p:spPr bwMode="auto">
            <a:xfrm rot="16200000">
              <a:off x="1937" y="8258"/>
              <a:ext cx="987" cy="444"/>
            </a:xfrm>
            <a:custGeom>
              <a:avLst/>
              <a:gdLst>
                <a:gd name="G0" fmla="+- 5400 0 0"/>
                <a:gd name="G1" fmla="+- 21600 0 5400"/>
                <a:gd name="G2" fmla="*/ 5400 1 2"/>
                <a:gd name="G3" fmla="+- 21600 0 G2"/>
                <a:gd name="G4" fmla="+/ 5400 21600 2"/>
                <a:gd name="G5" fmla="+/ G1 0 2"/>
                <a:gd name="G6" fmla="*/ 21600 21600 5400"/>
                <a:gd name="G7" fmla="*/ G6 1 2"/>
                <a:gd name="G8" fmla="+- 21600 0 G7"/>
                <a:gd name="G9" fmla="*/ 21600 1 2"/>
                <a:gd name="G10" fmla="+- 5400 0 G9"/>
                <a:gd name="G11" fmla="?: G10 G8 0"/>
                <a:gd name="G12" fmla="?: G10 G7 21600"/>
                <a:gd name="T0" fmla="*/ 18900 w 21600"/>
                <a:gd name="T1" fmla="*/ 10800 h 21600"/>
                <a:gd name="T2" fmla="*/ 10800 w 21600"/>
                <a:gd name="T3" fmla="*/ 21600 h 21600"/>
                <a:gd name="T4" fmla="*/ 2700 w 21600"/>
                <a:gd name="T5" fmla="*/ 10800 h 21600"/>
                <a:gd name="T6" fmla="*/ 10800 w 21600"/>
                <a:gd name="T7" fmla="*/ 0 h 21600"/>
                <a:gd name="T8" fmla="*/ 4500 w 21600"/>
                <a:gd name="T9" fmla="*/ 4500 h 21600"/>
                <a:gd name="T10" fmla="*/ 17100 w 21600"/>
                <a:gd name="T11" fmla="*/ 17100 h 21600"/>
              </a:gdLst>
              <a:ahLst/>
              <a:cxnLst>
                <a:cxn ang="0">
                  <a:pos x="T0" y="T1"/>
                </a:cxn>
                <a:cxn ang="0">
                  <a:pos x="T2" y="T3"/>
                </a:cxn>
                <a:cxn ang="0">
                  <a:pos x="T4" y="T5"/>
                </a:cxn>
                <a:cxn ang="0">
                  <a:pos x="T6" y="T7"/>
                </a:cxn>
              </a:cxnLst>
              <a:rect l="T8" t="T9" r="T10" b="T11"/>
              <a:pathLst>
                <a:path w="21600" h="21600">
                  <a:moveTo>
                    <a:pt x="0" y="0"/>
                  </a:moveTo>
                  <a:lnTo>
                    <a:pt x="5400" y="21600"/>
                  </a:lnTo>
                  <a:lnTo>
                    <a:pt x="16200" y="21600"/>
                  </a:lnTo>
                  <a:lnTo>
                    <a:pt x="21600" y="0"/>
                  </a:lnTo>
                  <a:close/>
                </a:path>
              </a:pathLst>
            </a:custGeom>
            <a:solidFill>
              <a:schemeClr val="accent1">
                <a:lumMod val="60000"/>
                <a:lumOff val="40000"/>
              </a:schemeClr>
            </a:solidFill>
            <a:ln w="28575">
              <a:solidFill>
                <a:srgbClr val="000000"/>
              </a:solidFill>
              <a:miter lim="800000"/>
              <a:headEnd/>
              <a:tailEnd/>
            </a:ln>
          </p:spPr>
          <p:txBody>
            <a:bodyPr/>
            <a:lstStyle/>
            <a:p>
              <a:pPr eaLnBrk="1" hangingPunct="1">
                <a:defRPr/>
              </a:pPr>
              <a:endParaRPr lang="en-GB" sz="1600"/>
            </a:p>
          </p:txBody>
        </p:sp>
        <p:sp>
          <p:nvSpPr>
            <p:cNvPr id="55338" name="Text Box 40">
              <a:extLst>
                <a:ext uri="{FF2B5EF4-FFF2-40B4-BE49-F238E27FC236}">
                  <a16:creationId xmlns:a16="http://schemas.microsoft.com/office/drawing/2014/main" id="{73719C55-90C2-315B-E2AA-4B2B62A86C56}"/>
                </a:ext>
              </a:extLst>
            </p:cNvPr>
            <p:cNvSpPr txBox="1">
              <a:spLocks noChangeArrowheads="1"/>
            </p:cNvSpPr>
            <p:nvPr/>
          </p:nvSpPr>
          <p:spPr bwMode="auto">
            <a:xfrm>
              <a:off x="2175" y="8054"/>
              <a:ext cx="343" cy="3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Aft>
                  <a:spcPts val="1000"/>
                </a:spcAft>
              </a:pPr>
              <a:r>
                <a:rPr lang="en-US" altLang="en-US" sz="1600"/>
                <a:t>0</a:t>
              </a:r>
            </a:p>
          </p:txBody>
        </p:sp>
        <p:sp>
          <p:nvSpPr>
            <p:cNvPr id="55339" name="Text Box 41">
              <a:extLst>
                <a:ext uri="{FF2B5EF4-FFF2-40B4-BE49-F238E27FC236}">
                  <a16:creationId xmlns:a16="http://schemas.microsoft.com/office/drawing/2014/main" id="{9BB9A8E6-15FB-5062-6D15-0CF7FB012DE9}"/>
                </a:ext>
              </a:extLst>
            </p:cNvPr>
            <p:cNvSpPr txBox="1">
              <a:spLocks noChangeArrowheads="1"/>
            </p:cNvSpPr>
            <p:nvPr/>
          </p:nvSpPr>
          <p:spPr bwMode="auto">
            <a:xfrm>
              <a:off x="2165" y="8242"/>
              <a:ext cx="515" cy="3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Aft>
                  <a:spcPts val="1000"/>
                </a:spcAft>
              </a:pPr>
              <a:r>
                <a:rPr lang="en-US" altLang="en-US" sz="1600"/>
                <a:t>1</a:t>
              </a:r>
            </a:p>
          </p:txBody>
        </p:sp>
        <p:sp>
          <p:nvSpPr>
            <p:cNvPr id="55340" name="Text Box 42">
              <a:extLst>
                <a:ext uri="{FF2B5EF4-FFF2-40B4-BE49-F238E27FC236}">
                  <a16:creationId xmlns:a16="http://schemas.microsoft.com/office/drawing/2014/main" id="{48DDEC85-EAA9-C801-2274-A255C3453C81}"/>
                </a:ext>
              </a:extLst>
            </p:cNvPr>
            <p:cNvSpPr txBox="1">
              <a:spLocks noChangeArrowheads="1"/>
            </p:cNvSpPr>
            <p:nvPr/>
          </p:nvSpPr>
          <p:spPr bwMode="auto">
            <a:xfrm>
              <a:off x="2165" y="8419"/>
              <a:ext cx="343"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Aft>
                  <a:spcPts val="1000"/>
                </a:spcAft>
              </a:pPr>
              <a:r>
                <a:rPr lang="en-US" altLang="en-US" sz="1600"/>
                <a:t>2</a:t>
              </a:r>
            </a:p>
          </p:txBody>
        </p:sp>
        <p:sp>
          <p:nvSpPr>
            <p:cNvPr id="55341" name="Text Box 43">
              <a:extLst>
                <a:ext uri="{FF2B5EF4-FFF2-40B4-BE49-F238E27FC236}">
                  <a16:creationId xmlns:a16="http://schemas.microsoft.com/office/drawing/2014/main" id="{F7D3FE6A-BA91-2E8C-86C4-A745AE282FF1}"/>
                </a:ext>
              </a:extLst>
            </p:cNvPr>
            <p:cNvSpPr txBox="1">
              <a:spLocks noChangeArrowheads="1"/>
            </p:cNvSpPr>
            <p:nvPr/>
          </p:nvSpPr>
          <p:spPr bwMode="auto">
            <a:xfrm>
              <a:off x="2165" y="8580"/>
              <a:ext cx="343" cy="3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Aft>
                  <a:spcPts val="1000"/>
                </a:spcAft>
              </a:pPr>
              <a:r>
                <a:rPr lang="en-US" altLang="en-US" sz="1600"/>
                <a:t>3</a:t>
              </a:r>
            </a:p>
          </p:txBody>
        </p:sp>
        <p:sp>
          <p:nvSpPr>
            <p:cNvPr id="55342" name="Line 44">
              <a:extLst>
                <a:ext uri="{FF2B5EF4-FFF2-40B4-BE49-F238E27FC236}">
                  <a16:creationId xmlns:a16="http://schemas.microsoft.com/office/drawing/2014/main" id="{12A04705-C8E7-ED6E-8CC6-04A33D54058A}"/>
                </a:ext>
              </a:extLst>
            </p:cNvPr>
            <p:cNvSpPr>
              <a:spLocks noChangeShapeType="1"/>
            </p:cNvSpPr>
            <p:nvPr/>
          </p:nvSpPr>
          <p:spPr bwMode="auto">
            <a:xfrm>
              <a:off x="1962" y="8572"/>
              <a:ext cx="255" cy="1"/>
            </a:xfrm>
            <a:prstGeom prst="line">
              <a:avLst/>
            </a:prstGeom>
            <a:noFill/>
            <a:ln w="28575">
              <a:solidFill>
                <a:srgbClr val="000000"/>
              </a:solidFill>
              <a:round/>
              <a:headEnd type="oval" w="sm" len="sm"/>
              <a:tailEnd/>
            </a:ln>
            <a:extLst>
              <a:ext uri="{909E8E84-426E-40DD-AFC4-6F175D3DCCD1}">
                <a14:hiddenFill xmlns:a14="http://schemas.microsoft.com/office/drawing/2010/main">
                  <a:noFill/>
                </a14:hiddenFill>
              </a:ext>
            </a:extLst>
          </p:spPr>
          <p:txBody>
            <a:bodyPr/>
            <a:lstStyle/>
            <a:p>
              <a:endParaRPr lang="en-US"/>
            </a:p>
          </p:txBody>
        </p:sp>
        <p:sp>
          <p:nvSpPr>
            <p:cNvPr id="55343" name="Line 45">
              <a:extLst>
                <a:ext uri="{FF2B5EF4-FFF2-40B4-BE49-F238E27FC236}">
                  <a16:creationId xmlns:a16="http://schemas.microsoft.com/office/drawing/2014/main" id="{2D2E3933-A54D-2F6C-37EA-6D0E32F44270}"/>
                </a:ext>
              </a:extLst>
            </p:cNvPr>
            <p:cNvSpPr>
              <a:spLocks noChangeShapeType="1"/>
            </p:cNvSpPr>
            <p:nvPr/>
          </p:nvSpPr>
          <p:spPr bwMode="auto">
            <a:xfrm flipH="1">
              <a:off x="1959" y="8748"/>
              <a:ext cx="255" cy="0"/>
            </a:xfrm>
            <a:prstGeom prst="line">
              <a:avLst/>
            </a:prstGeom>
            <a:noFill/>
            <a:ln w="28575">
              <a:solidFill>
                <a:srgbClr val="000000"/>
              </a:solidFill>
              <a:round/>
              <a:headEnd type="none" w="sm" len="sm"/>
              <a:tailEnd type="oval" w="sm" len="sm"/>
            </a:ln>
            <a:extLst>
              <a:ext uri="{909E8E84-426E-40DD-AFC4-6F175D3DCCD1}">
                <a14:hiddenFill xmlns:a14="http://schemas.microsoft.com/office/drawing/2010/main">
                  <a:noFill/>
                </a14:hiddenFill>
              </a:ext>
            </a:extLst>
          </p:spPr>
          <p:txBody>
            <a:bodyPr/>
            <a:lstStyle/>
            <a:p>
              <a:endParaRPr lang="en-US"/>
            </a:p>
          </p:txBody>
        </p:sp>
        <p:sp>
          <p:nvSpPr>
            <p:cNvPr id="55344" name="Line 46">
              <a:extLst>
                <a:ext uri="{FF2B5EF4-FFF2-40B4-BE49-F238E27FC236}">
                  <a16:creationId xmlns:a16="http://schemas.microsoft.com/office/drawing/2014/main" id="{AE1A9AD6-11C4-0D92-8E81-5E88F0B7C51D}"/>
                </a:ext>
              </a:extLst>
            </p:cNvPr>
            <p:cNvSpPr>
              <a:spLocks noChangeShapeType="1"/>
            </p:cNvSpPr>
            <p:nvPr/>
          </p:nvSpPr>
          <p:spPr bwMode="auto">
            <a:xfrm flipV="1">
              <a:off x="1960" y="8409"/>
              <a:ext cx="0" cy="624"/>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45" name="Text Box 47">
              <a:extLst>
                <a:ext uri="{FF2B5EF4-FFF2-40B4-BE49-F238E27FC236}">
                  <a16:creationId xmlns:a16="http://schemas.microsoft.com/office/drawing/2014/main" id="{D7B8EDAF-5875-CEBC-2412-53A86786E14B}"/>
                </a:ext>
              </a:extLst>
            </p:cNvPr>
            <p:cNvSpPr txBox="1">
              <a:spLocks noChangeArrowheads="1"/>
            </p:cNvSpPr>
            <p:nvPr/>
          </p:nvSpPr>
          <p:spPr bwMode="auto">
            <a:xfrm>
              <a:off x="2841" y="8300"/>
              <a:ext cx="515" cy="4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Aft>
                  <a:spcPts val="1000"/>
                </a:spcAft>
              </a:pPr>
              <a:r>
                <a:rPr lang="en-US" altLang="en-US" sz="1600"/>
                <a:t>y3</a:t>
              </a:r>
            </a:p>
          </p:txBody>
        </p:sp>
        <p:sp>
          <p:nvSpPr>
            <p:cNvPr id="55346" name="Line 48">
              <a:extLst>
                <a:ext uri="{FF2B5EF4-FFF2-40B4-BE49-F238E27FC236}">
                  <a16:creationId xmlns:a16="http://schemas.microsoft.com/office/drawing/2014/main" id="{C9CD0FFB-8A7B-D5E6-4EEF-84D8965F0A41}"/>
                </a:ext>
              </a:extLst>
            </p:cNvPr>
            <p:cNvSpPr>
              <a:spLocks noChangeShapeType="1"/>
            </p:cNvSpPr>
            <p:nvPr/>
          </p:nvSpPr>
          <p:spPr bwMode="auto">
            <a:xfrm>
              <a:off x="4514" y="8531"/>
              <a:ext cx="237"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47" name="Text Box 49">
              <a:extLst>
                <a:ext uri="{FF2B5EF4-FFF2-40B4-BE49-F238E27FC236}">
                  <a16:creationId xmlns:a16="http://schemas.microsoft.com/office/drawing/2014/main" id="{A5818DF5-28D2-C8ED-8C9F-9499E4C7E820}"/>
                </a:ext>
              </a:extLst>
            </p:cNvPr>
            <p:cNvSpPr txBox="1">
              <a:spLocks noChangeArrowheads="1"/>
            </p:cNvSpPr>
            <p:nvPr/>
          </p:nvSpPr>
          <p:spPr bwMode="auto">
            <a:xfrm>
              <a:off x="4685" y="8340"/>
              <a:ext cx="515" cy="4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Aft>
                  <a:spcPts val="1000"/>
                </a:spcAft>
              </a:pPr>
              <a:r>
                <a:rPr lang="en-US" altLang="en-US" sz="1600"/>
                <a:t>y2</a:t>
              </a:r>
            </a:p>
          </p:txBody>
        </p:sp>
        <p:sp>
          <p:nvSpPr>
            <p:cNvPr id="55348" name="Line 50">
              <a:extLst>
                <a:ext uri="{FF2B5EF4-FFF2-40B4-BE49-F238E27FC236}">
                  <a16:creationId xmlns:a16="http://schemas.microsoft.com/office/drawing/2014/main" id="{1F203915-0895-9BA7-FF63-F305315B0A94}"/>
                </a:ext>
              </a:extLst>
            </p:cNvPr>
            <p:cNvSpPr>
              <a:spLocks noChangeShapeType="1"/>
            </p:cNvSpPr>
            <p:nvPr/>
          </p:nvSpPr>
          <p:spPr bwMode="auto">
            <a:xfrm>
              <a:off x="6344" y="8517"/>
              <a:ext cx="237"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49" name="Text Box 51">
              <a:extLst>
                <a:ext uri="{FF2B5EF4-FFF2-40B4-BE49-F238E27FC236}">
                  <a16:creationId xmlns:a16="http://schemas.microsoft.com/office/drawing/2014/main" id="{7E07995D-7030-C085-785E-271F5B8A725D}"/>
                </a:ext>
              </a:extLst>
            </p:cNvPr>
            <p:cNvSpPr txBox="1">
              <a:spLocks noChangeArrowheads="1"/>
            </p:cNvSpPr>
            <p:nvPr/>
          </p:nvSpPr>
          <p:spPr bwMode="auto">
            <a:xfrm>
              <a:off x="6498" y="8327"/>
              <a:ext cx="515" cy="4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Aft>
                  <a:spcPts val="1000"/>
                </a:spcAft>
              </a:pPr>
              <a:r>
                <a:rPr lang="en-US" altLang="en-US" sz="1600"/>
                <a:t>y1</a:t>
              </a:r>
            </a:p>
          </p:txBody>
        </p:sp>
        <p:sp>
          <p:nvSpPr>
            <p:cNvPr id="55350" name="Text Box 52">
              <a:extLst>
                <a:ext uri="{FF2B5EF4-FFF2-40B4-BE49-F238E27FC236}">
                  <a16:creationId xmlns:a16="http://schemas.microsoft.com/office/drawing/2014/main" id="{CDA99F2E-9A3C-EE0D-1D18-D8FDC40DCE5A}"/>
                </a:ext>
              </a:extLst>
            </p:cNvPr>
            <p:cNvSpPr txBox="1">
              <a:spLocks noChangeArrowheads="1"/>
            </p:cNvSpPr>
            <p:nvPr/>
          </p:nvSpPr>
          <p:spPr bwMode="auto">
            <a:xfrm>
              <a:off x="8243" y="8340"/>
              <a:ext cx="515" cy="4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Aft>
                  <a:spcPts val="1000"/>
                </a:spcAft>
              </a:pPr>
              <a:r>
                <a:rPr lang="en-US" altLang="en-US" sz="1600"/>
                <a:t>y0</a:t>
              </a:r>
            </a:p>
          </p:txBody>
        </p:sp>
        <p:sp>
          <p:nvSpPr>
            <p:cNvPr id="55351" name="Line 53">
              <a:extLst>
                <a:ext uri="{FF2B5EF4-FFF2-40B4-BE49-F238E27FC236}">
                  <a16:creationId xmlns:a16="http://schemas.microsoft.com/office/drawing/2014/main" id="{DFDE9514-72D4-84D0-FC5D-9ED5F75C6E6A}"/>
                </a:ext>
              </a:extLst>
            </p:cNvPr>
            <p:cNvSpPr>
              <a:spLocks noChangeShapeType="1"/>
            </p:cNvSpPr>
            <p:nvPr/>
          </p:nvSpPr>
          <p:spPr bwMode="auto">
            <a:xfrm>
              <a:off x="5703" y="7563"/>
              <a:ext cx="0" cy="680"/>
            </a:xfrm>
            <a:prstGeom prst="line">
              <a:avLst/>
            </a:prstGeom>
            <a:noFill/>
            <a:ln w="28575">
              <a:solidFill>
                <a:srgbClr val="000000"/>
              </a:solidFill>
              <a:round/>
              <a:headEnd type="none" w="sm" len="sm"/>
              <a:tailEnd/>
            </a:ln>
            <a:extLst>
              <a:ext uri="{909E8E84-426E-40DD-AFC4-6F175D3DCCD1}">
                <a14:hiddenFill xmlns:a14="http://schemas.microsoft.com/office/drawing/2010/main">
                  <a:noFill/>
                </a14:hiddenFill>
              </a:ext>
            </a:extLst>
          </p:spPr>
          <p:txBody>
            <a:bodyPr/>
            <a:lstStyle/>
            <a:p>
              <a:endParaRPr lang="en-US"/>
            </a:p>
          </p:txBody>
        </p:sp>
        <p:sp>
          <p:nvSpPr>
            <p:cNvPr id="55352" name="Line 54">
              <a:extLst>
                <a:ext uri="{FF2B5EF4-FFF2-40B4-BE49-F238E27FC236}">
                  <a16:creationId xmlns:a16="http://schemas.microsoft.com/office/drawing/2014/main" id="{06C2357E-A2AD-7BD4-26BC-EFD52B0CBEA3}"/>
                </a:ext>
              </a:extLst>
            </p:cNvPr>
            <p:cNvSpPr>
              <a:spLocks noChangeShapeType="1"/>
            </p:cNvSpPr>
            <p:nvPr/>
          </p:nvSpPr>
          <p:spPr bwMode="auto">
            <a:xfrm>
              <a:off x="5634" y="8789"/>
              <a:ext cx="227"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53" name="Line 55">
              <a:extLst>
                <a:ext uri="{FF2B5EF4-FFF2-40B4-BE49-F238E27FC236}">
                  <a16:creationId xmlns:a16="http://schemas.microsoft.com/office/drawing/2014/main" id="{EC9F91B3-4CE3-4C78-B474-52C0B6C781BB}"/>
                </a:ext>
              </a:extLst>
            </p:cNvPr>
            <p:cNvSpPr>
              <a:spLocks noChangeShapeType="1"/>
            </p:cNvSpPr>
            <p:nvPr/>
          </p:nvSpPr>
          <p:spPr bwMode="auto">
            <a:xfrm>
              <a:off x="7288" y="8435"/>
              <a:ext cx="34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54" name="Line 56">
              <a:extLst>
                <a:ext uri="{FF2B5EF4-FFF2-40B4-BE49-F238E27FC236}">
                  <a16:creationId xmlns:a16="http://schemas.microsoft.com/office/drawing/2014/main" id="{59D1A721-1CD7-BC8B-5376-B787B9F8D059}"/>
                </a:ext>
              </a:extLst>
            </p:cNvPr>
            <p:cNvSpPr>
              <a:spLocks noChangeShapeType="1"/>
            </p:cNvSpPr>
            <p:nvPr/>
          </p:nvSpPr>
          <p:spPr bwMode="auto">
            <a:xfrm>
              <a:off x="7116" y="8612"/>
              <a:ext cx="51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55" name="Line 57">
              <a:extLst>
                <a:ext uri="{FF2B5EF4-FFF2-40B4-BE49-F238E27FC236}">
                  <a16:creationId xmlns:a16="http://schemas.microsoft.com/office/drawing/2014/main" id="{AF26FD22-86D2-F09C-E7EA-793C5162C7E3}"/>
                </a:ext>
              </a:extLst>
            </p:cNvPr>
            <p:cNvSpPr>
              <a:spLocks noChangeShapeType="1"/>
            </p:cNvSpPr>
            <p:nvPr/>
          </p:nvSpPr>
          <p:spPr bwMode="auto">
            <a:xfrm>
              <a:off x="6930" y="8816"/>
              <a:ext cx="709"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56" name="Line 58">
              <a:extLst>
                <a:ext uri="{FF2B5EF4-FFF2-40B4-BE49-F238E27FC236}">
                  <a16:creationId xmlns:a16="http://schemas.microsoft.com/office/drawing/2014/main" id="{BA15B4D1-0E2D-70FE-E8EE-35BCD78FEC6F}"/>
                </a:ext>
              </a:extLst>
            </p:cNvPr>
            <p:cNvSpPr>
              <a:spLocks noChangeShapeType="1"/>
            </p:cNvSpPr>
            <p:nvPr/>
          </p:nvSpPr>
          <p:spPr bwMode="auto">
            <a:xfrm>
              <a:off x="2512" y="8800"/>
              <a:ext cx="0" cy="415"/>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57" name="Line 59">
              <a:extLst>
                <a:ext uri="{FF2B5EF4-FFF2-40B4-BE49-F238E27FC236}">
                  <a16:creationId xmlns:a16="http://schemas.microsoft.com/office/drawing/2014/main" id="{F0CE0CB5-D983-08D2-40A3-B62258C42377}"/>
                </a:ext>
              </a:extLst>
            </p:cNvPr>
            <p:cNvSpPr>
              <a:spLocks noChangeShapeType="1"/>
            </p:cNvSpPr>
            <p:nvPr/>
          </p:nvSpPr>
          <p:spPr bwMode="auto">
            <a:xfrm>
              <a:off x="2512" y="9221"/>
              <a:ext cx="5487"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58" name="Line 60">
              <a:extLst>
                <a:ext uri="{FF2B5EF4-FFF2-40B4-BE49-F238E27FC236}">
                  <a16:creationId xmlns:a16="http://schemas.microsoft.com/office/drawing/2014/main" id="{6C479BAC-E42F-2DB1-A714-7E7CE8339220}"/>
                </a:ext>
              </a:extLst>
            </p:cNvPr>
            <p:cNvSpPr>
              <a:spLocks noChangeShapeType="1"/>
            </p:cNvSpPr>
            <p:nvPr/>
          </p:nvSpPr>
          <p:spPr bwMode="auto">
            <a:xfrm flipV="1">
              <a:off x="7988" y="8859"/>
              <a:ext cx="0" cy="36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59" name="Line 61">
              <a:extLst>
                <a:ext uri="{FF2B5EF4-FFF2-40B4-BE49-F238E27FC236}">
                  <a16:creationId xmlns:a16="http://schemas.microsoft.com/office/drawing/2014/main" id="{F2266D93-5683-4C0F-A3BD-FC854A9702FF}"/>
                </a:ext>
              </a:extLst>
            </p:cNvPr>
            <p:cNvSpPr>
              <a:spLocks noChangeShapeType="1"/>
            </p:cNvSpPr>
            <p:nvPr/>
          </p:nvSpPr>
          <p:spPr bwMode="auto">
            <a:xfrm flipV="1">
              <a:off x="6187" y="8843"/>
              <a:ext cx="0" cy="360"/>
            </a:xfrm>
            <a:prstGeom prst="line">
              <a:avLst/>
            </a:prstGeom>
            <a:noFill/>
            <a:ln w="28575">
              <a:solidFill>
                <a:srgbClr val="000000"/>
              </a:solidFill>
              <a:round/>
              <a:headEnd type="oval" w="sm" len="sm"/>
              <a:tailEnd/>
            </a:ln>
            <a:extLst>
              <a:ext uri="{909E8E84-426E-40DD-AFC4-6F175D3DCCD1}">
                <a14:hiddenFill xmlns:a14="http://schemas.microsoft.com/office/drawing/2010/main">
                  <a:noFill/>
                </a14:hiddenFill>
              </a:ext>
            </a:extLst>
          </p:spPr>
          <p:txBody>
            <a:bodyPr/>
            <a:lstStyle/>
            <a:p>
              <a:endParaRPr lang="en-US"/>
            </a:p>
          </p:txBody>
        </p:sp>
        <p:sp>
          <p:nvSpPr>
            <p:cNvPr id="55360" name="Line 62">
              <a:extLst>
                <a:ext uri="{FF2B5EF4-FFF2-40B4-BE49-F238E27FC236}">
                  <a16:creationId xmlns:a16="http://schemas.microsoft.com/office/drawing/2014/main" id="{CCF6BD75-E696-5228-7086-4273320243ED}"/>
                </a:ext>
              </a:extLst>
            </p:cNvPr>
            <p:cNvSpPr>
              <a:spLocks noChangeShapeType="1"/>
            </p:cNvSpPr>
            <p:nvPr/>
          </p:nvSpPr>
          <p:spPr bwMode="auto">
            <a:xfrm flipV="1">
              <a:off x="4371" y="8857"/>
              <a:ext cx="0" cy="359"/>
            </a:xfrm>
            <a:prstGeom prst="line">
              <a:avLst/>
            </a:prstGeom>
            <a:noFill/>
            <a:ln w="28575">
              <a:solidFill>
                <a:srgbClr val="000000"/>
              </a:solidFill>
              <a:round/>
              <a:headEnd type="oval" w="sm" len="sm"/>
              <a:tailEnd/>
            </a:ln>
            <a:extLst>
              <a:ext uri="{909E8E84-426E-40DD-AFC4-6F175D3DCCD1}">
                <a14:hiddenFill xmlns:a14="http://schemas.microsoft.com/office/drawing/2010/main">
                  <a:noFill/>
                </a14:hiddenFill>
              </a:ext>
            </a:extLst>
          </p:spPr>
          <p:txBody>
            <a:bodyPr/>
            <a:lstStyle/>
            <a:p>
              <a:endParaRPr lang="en-US"/>
            </a:p>
          </p:txBody>
        </p:sp>
        <p:sp>
          <p:nvSpPr>
            <p:cNvPr id="55361" name="Line 63">
              <a:extLst>
                <a:ext uri="{FF2B5EF4-FFF2-40B4-BE49-F238E27FC236}">
                  <a16:creationId xmlns:a16="http://schemas.microsoft.com/office/drawing/2014/main" id="{DFB92A92-8E90-44AF-83A7-BE5D5422B0D9}"/>
                </a:ext>
              </a:extLst>
            </p:cNvPr>
            <p:cNvSpPr>
              <a:spLocks noChangeShapeType="1"/>
            </p:cNvSpPr>
            <p:nvPr/>
          </p:nvSpPr>
          <p:spPr bwMode="auto">
            <a:xfrm>
              <a:off x="2355" y="8897"/>
              <a:ext cx="0" cy="498"/>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62" name="Line 64">
              <a:extLst>
                <a:ext uri="{FF2B5EF4-FFF2-40B4-BE49-F238E27FC236}">
                  <a16:creationId xmlns:a16="http://schemas.microsoft.com/office/drawing/2014/main" id="{E05E1371-BC9A-CA65-7C99-A39AE668F350}"/>
                </a:ext>
              </a:extLst>
            </p:cNvPr>
            <p:cNvSpPr>
              <a:spLocks noChangeShapeType="1"/>
            </p:cNvSpPr>
            <p:nvPr/>
          </p:nvSpPr>
          <p:spPr bwMode="auto">
            <a:xfrm>
              <a:off x="2355" y="9403"/>
              <a:ext cx="548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63" name="Line 65">
              <a:extLst>
                <a:ext uri="{FF2B5EF4-FFF2-40B4-BE49-F238E27FC236}">
                  <a16:creationId xmlns:a16="http://schemas.microsoft.com/office/drawing/2014/main" id="{7132777D-7F9A-2F42-79A2-8601451113CB}"/>
                </a:ext>
              </a:extLst>
            </p:cNvPr>
            <p:cNvSpPr>
              <a:spLocks noChangeShapeType="1"/>
            </p:cNvSpPr>
            <p:nvPr/>
          </p:nvSpPr>
          <p:spPr bwMode="auto">
            <a:xfrm>
              <a:off x="4228" y="8925"/>
              <a:ext cx="0" cy="477"/>
            </a:xfrm>
            <a:prstGeom prst="line">
              <a:avLst/>
            </a:prstGeom>
            <a:noFill/>
            <a:ln w="28575">
              <a:solidFill>
                <a:srgbClr val="000000"/>
              </a:solidFill>
              <a:round/>
              <a:headEnd type="none" w="sm" len="sm"/>
              <a:tailEnd type="oval" w="sm" len="sm"/>
            </a:ln>
            <a:extLst>
              <a:ext uri="{909E8E84-426E-40DD-AFC4-6F175D3DCCD1}">
                <a14:hiddenFill xmlns:a14="http://schemas.microsoft.com/office/drawing/2010/main">
                  <a:noFill/>
                </a14:hiddenFill>
              </a:ext>
            </a:extLst>
          </p:spPr>
          <p:txBody>
            <a:bodyPr/>
            <a:lstStyle/>
            <a:p>
              <a:endParaRPr lang="en-US"/>
            </a:p>
          </p:txBody>
        </p:sp>
        <p:sp>
          <p:nvSpPr>
            <p:cNvPr id="55364" name="Line 66">
              <a:extLst>
                <a:ext uri="{FF2B5EF4-FFF2-40B4-BE49-F238E27FC236}">
                  <a16:creationId xmlns:a16="http://schemas.microsoft.com/office/drawing/2014/main" id="{2B635FC0-66BF-3C72-095D-1B488135F214}"/>
                </a:ext>
              </a:extLst>
            </p:cNvPr>
            <p:cNvSpPr>
              <a:spLocks noChangeShapeType="1"/>
            </p:cNvSpPr>
            <p:nvPr/>
          </p:nvSpPr>
          <p:spPr bwMode="auto">
            <a:xfrm>
              <a:off x="6044" y="8925"/>
              <a:ext cx="0" cy="477"/>
            </a:xfrm>
            <a:prstGeom prst="line">
              <a:avLst/>
            </a:prstGeom>
            <a:noFill/>
            <a:ln w="28575">
              <a:solidFill>
                <a:srgbClr val="000000"/>
              </a:solidFill>
              <a:round/>
              <a:headEnd type="none" w="sm" len="sm"/>
              <a:tailEnd type="oval" w="sm" len="sm"/>
            </a:ln>
            <a:extLst>
              <a:ext uri="{909E8E84-426E-40DD-AFC4-6F175D3DCCD1}">
                <a14:hiddenFill xmlns:a14="http://schemas.microsoft.com/office/drawing/2010/main">
                  <a:noFill/>
                </a14:hiddenFill>
              </a:ext>
            </a:extLst>
          </p:spPr>
          <p:txBody>
            <a:bodyPr/>
            <a:lstStyle/>
            <a:p>
              <a:endParaRPr lang="en-US"/>
            </a:p>
          </p:txBody>
        </p:sp>
        <p:sp>
          <p:nvSpPr>
            <p:cNvPr id="55365" name="Line 67">
              <a:extLst>
                <a:ext uri="{FF2B5EF4-FFF2-40B4-BE49-F238E27FC236}">
                  <a16:creationId xmlns:a16="http://schemas.microsoft.com/office/drawing/2014/main" id="{E7E229EA-3AE4-E571-67F4-112361D877A9}"/>
                </a:ext>
              </a:extLst>
            </p:cNvPr>
            <p:cNvSpPr>
              <a:spLocks noChangeShapeType="1"/>
            </p:cNvSpPr>
            <p:nvPr/>
          </p:nvSpPr>
          <p:spPr bwMode="auto">
            <a:xfrm>
              <a:off x="7845" y="8925"/>
              <a:ext cx="0" cy="477"/>
            </a:xfrm>
            <a:prstGeom prst="line">
              <a:avLst/>
            </a:prstGeom>
            <a:noFill/>
            <a:ln w="28575">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55366" name="Line 68">
              <a:extLst>
                <a:ext uri="{FF2B5EF4-FFF2-40B4-BE49-F238E27FC236}">
                  <a16:creationId xmlns:a16="http://schemas.microsoft.com/office/drawing/2014/main" id="{A4FF25DA-BE28-340C-F148-D2A22A462740}"/>
                </a:ext>
              </a:extLst>
            </p:cNvPr>
            <p:cNvSpPr>
              <a:spLocks noChangeShapeType="1"/>
            </p:cNvSpPr>
            <p:nvPr/>
          </p:nvSpPr>
          <p:spPr bwMode="auto">
            <a:xfrm flipV="1">
              <a:off x="4843" y="9401"/>
              <a:ext cx="0" cy="256"/>
            </a:xfrm>
            <a:prstGeom prst="line">
              <a:avLst/>
            </a:prstGeom>
            <a:noFill/>
            <a:ln w="28575">
              <a:solidFill>
                <a:srgbClr val="000000"/>
              </a:solidFill>
              <a:round/>
              <a:headEnd type="none" w="sm" len="sm"/>
              <a:tailEnd type="oval" w="sm" len="sm"/>
            </a:ln>
            <a:extLst>
              <a:ext uri="{909E8E84-426E-40DD-AFC4-6F175D3DCCD1}">
                <a14:hiddenFill xmlns:a14="http://schemas.microsoft.com/office/drawing/2010/main">
                  <a:noFill/>
                </a14:hiddenFill>
              </a:ext>
            </a:extLst>
          </p:spPr>
          <p:txBody>
            <a:bodyPr/>
            <a:lstStyle/>
            <a:p>
              <a:endParaRPr lang="en-US"/>
            </a:p>
          </p:txBody>
        </p:sp>
        <p:sp>
          <p:nvSpPr>
            <p:cNvPr id="55367" name="Line 69">
              <a:extLst>
                <a:ext uri="{FF2B5EF4-FFF2-40B4-BE49-F238E27FC236}">
                  <a16:creationId xmlns:a16="http://schemas.microsoft.com/office/drawing/2014/main" id="{24DB0FBC-2B42-5477-0410-BFABC93030C8}"/>
                </a:ext>
              </a:extLst>
            </p:cNvPr>
            <p:cNvSpPr>
              <a:spLocks noChangeShapeType="1"/>
            </p:cNvSpPr>
            <p:nvPr/>
          </p:nvSpPr>
          <p:spPr bwMode="auto">
            <a:xfrm flipV="1">
              <a:off x="5086" y="9225"/>
              <a:ext cx="0" cy="442"/>
            </a:xfrm>
            <a:prstGeom prst="line">
              <a:avLst/>
            </a:prstGeom>
            <a:noFill/>
            <a:ln w="28575">
              <a:solidFill>
                <a:srgbClr val="000000"/>
              </a:solidFill>
              <a:round/>
              <a:headEnd type="none" w="sm" len="sm"/>
              <a:tailEnd type="oval" w="sm" len="sm"/>
            </a:ln>
            <a:extLst>
              <a:ext uri="{909E8E84-426E-40DD-AFC4-6F175D3DCCD1}">
                <a14:hiddenFill xmlns:a14="http://schemas.microsoft.com/office/drawing/2010/main">
                  <a:noFill/>
                </a14:hiddenFill>
              </a:ext>
            </a:extLst>
          </p:spPr>
          <p:txBody>
            <a:bodyPr/>
            <a:lstStyle/>
            <a:p>
              <a:endParaRPr lang="en-US"/>
            </a:p>
          </p:txBody>
        </p:sp>
        <p:sp>
          <p:nvSpPr>
            <p:cNvPr id="55368" name="Text Box 70">
              <a:extLst>
                <a:ext uri="{FF2B5EF4-FFF2-40B4-BE49-F238E27FC236}">
                  <a16:creationId xmlns:a16="http://schemas.microsoft.com/office/drawing/2014/main" id="{3DDF0C0A-4816-2207-2CF8-FC3EABF475C3}"/>
                </a:ext>
              </a:extLst>
            </p:cNvPr>
            <p:cNvSpPr txBox="1">
              <a:spLocks noChangeArrowheads="1"/>
            </p:cNvSpPr>
            <p:nvPr/>
          </p:nvSpPr>
          <p:spPr bwMode="auto">
            <a:xfrm>
              <a:off x="4553" y="9634"/>
              <a:ext cx="857" cy="3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Aft>
                  <a:spcPts val="1000"/>
                </a:spcAft>
              </a:pPr>
              <a:r>
                <a:rPr lang="en-US" altLang="en-US" sz="1600"/>
                <a:t>S1  S0</a:t>
              </a:r>
            </a:p>
          </p:txBody>
        </p:sp>
        <p:sp>
          <p:nvSpPr>
            <p:cNvPr id="55369" name="Text Box 71">
              <a:extLst>
                <a:ext uri="{FF2B5EF4-FFF2-40B4-BE49-F238E27FC236}">
                  <a16:creationId xmlns:a16="http://schemas.microsoft.com/office/drawing/2014/main" id="{70BB92E7-EB41-DE9E-F23F-7CB15FF3CC98}"/>
                </a:ext>
              </a:extLst>
            </p:cNvPr>
            <p:cNvSpPr txBox="1">
              <a:spLocks noChangeArrowheads="1"/>
            </p:cNvSpPr>
            <p:nvPr/>
          </p:nvSpPr>
          <p:spPr bwMode="auto">
            <a:xfrm>
              <a:off x="7960" y="8007"/>
              <a:ext cx="900" cy="4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Aft>
                  <a:spcPts val="1000"/>
                </a:spcAft>
              </a:pPr>
              <a:r>
                <a:rPr lang="en-US" altLang="en-US" sz="1600"/>
                <a:t>MUX0</a:t>
              </a:r>
            </a:p>
          </p:txBody>
        </p:sp>
        <p:sp>
          <p:nvSpPr>
            <p:cNvPr id="55370" name="Text Box 72">
              <a:extLst>
                <a:ext uri="{FF2B5EF4-FFF2-40B4-BE49-F238E27FC236}">
                  <a16:creationId xmlns:a16="http://schemas.microsoft.com/office/drawing/2014/main" id="{CA47317C-77A0-E290-315B-3028AFC75381}"/>
                </a:ext>
              </a:extLst>
            </p:cNvPr>
            <p:cNvSpPr txBox="1">
              <a:spLocks noChangeArrowheads="1"/>
            </p:cNvSpPr>
            <p:nvPr/>
          </p:nvSpPr>
          <p:spPr bwMode="auto">
            <a:xfrm>
              <a:off x="6160" y="7977"/>
              <a:ext cx="900" cy="4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Aft>
                  <a:spcPts val="1000"/>
                </a:spcAft>
              </a:pPr>
              <a:r>
                <a:rPr lang="en-US" altLang="en-US" sz="1600"/>
                <a:t>MUX1</a:t>
              </a:r>
            </a:p>
          </p:txBody>
        </p:sp>
        <p:sp>
          <p:nvSpPr>
            <p:cNvPr id="55371" name="Text Box 73">
              <a:extLst>
                <a:ext uri="{FF2B5EF4-FFF2-40B4-BE49-F238E27FC236}">
                  <a16:creationId xmlns:a16="http://schemas.microsoft.com/office/drawing/2014/main" id="{254C7BB9-0C61-6FC9-18DD-3B7685591446}"/>
                </a:ext>
              </a:extLst>
            </p:cNvPr>
            <p:cNvSpPr txBox="1">
              <a:spLocks noChangeArrowheads="1"/>
            </p:cNvSpPr>
            <p:nvPr/>
          </p:nvSpPr>
          <p:spPr bwMode="auto">
            <a:xfrm>
              <a:off x="4402" y="7977"/>
              <a:ext cx="900" cy="4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Aft>
                  <a:spcPts val="1000"/>
                </a:spcAft>
              </a:pPr>
              <a:r>
                <a:rPr lang="en-US" altLang="en-US" sz="1600"/>
                <a:t>MUX2</a:t>
              </a:r>
            </a:p>
          </p:txBody>
        </p:sp>
        <p:sp>
          <p:nvSpPr>
            <p:cNvPr id="55372" name="Text Box 74">
              <a:extLst>
                <a:ext uri="{FF2B5EF4-FFF2-40B4-BE49-F238E27FC236}">
                  <a16:creationId xmlns:a16="http://schemas.microsoft.com/office/drawing/2014/main" id="{43E4F59A-A3F8-944B-9660-74288BBC1808}"/>
                </a:ext>
              </a:extLst>
            </p:cNvPr>
            <p:cNvSpPr txBox="1">
              <a:spLocks noChangeArrowheads="1"/>
            </p:cNvSpPr>
            <p:nvPr/>
          </p:nvSpPr>
          <p:spPr bwMode="auto">
            <a:xfrm>
              <a:off x="2540" y="7977"/>
              <a:ext cx="900"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Aft>
                  <a:spcPts val="1000"/>
                </a:spcAft>
              </a:pPr>
              <a:r>
                <a:rPr lang="en-US" altLang="en-US" sz="1600"/>
                <a:t>MUX3</a:t>
              </a:r>
            </a:p>
          </p:txBody>
        </p:sp>
        <p:sp>
          <p:nvSpPr>
            <p:cNvPr id="55373" name="Text Box 75">
              <a:extLst>
                <a:ext uri="{FF2B5EF4-FFF2-40B4-BE49-F238E27FC236}">
                  <a16:creationId xmlns:a16="http://schemas.microsoft.com/office/drawing/2014/main" id="{9D21F1E7-1FBC-8F32-B8DE-191F46E079F5}"/>
                </a:ext>
              </a:extLst>
            </p:cNvPr>
            <p:cNvSpPr txBox="1">
              <a:spLocks noChangeArrowheads="1"/>
            </p:cNvSpPr>
            <p:nvPr/>
          </p:nvSpPr>
          <p:spPr bwMode="auto">
            <a:xfrm>
              <a:off x="8343" y="6980"/>
              <a:ext cx="515" cy="4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Aft>
                  <a:spcPts val="1000"/>
                </a:spcAft>
              </a:pPr>
              <a:r>
                <a:rPr lang="en-US" altLang="en-US" sz="1600"/>
                <a:t>x3</a:t>
              </a:r>
            </a:p>
          </p:txBody>
        </p:sp>
        <p:sp>
          <p:nvSpPr>
            <p:cNvPr id="55374" name="Text Box 76">
              <a:extLst>
                <a:ext uri="{FF2B5EF4-FFF2-40B4-BE49-F238E27FC236}">
                  <a16:creationId xmlns:a16="http://schemas.microsoft.com/office/drawing/2014/main" id="{5CB7C081-92C5-6FF7-B5FA-0BBC480C1D58}"/>
                </a:ext>
              </a:extLst>
            </p:cNvPr>
            <p:cNvSpPr txBox="1">
              <a:spLocks noChangeArrowheads="1"/>
            </p:cNvSpPr>
            <p:nvPr/>
          </p:nvSpPr>
          <p:spPr bwMode="auto">
            <a:xfrm>
              <a:off x="8343" y="7182"/>
              <a:ext cx="515" cy="4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Aft>
                  <a:spcPts val="1000"/>
                </a:spcAft>
              </a:pPr>
              <a:r>
                <a:rPr lang="en-US" altLang="en-US" sz="1600"/>
                <a:t>x2</a:t>
              </a:r>
            </a:p>
          </p:txBody>
        </p:sp>
        <p:sp>
          <p:nvSpPr>
            <p:cNvPr id="55375" name="Text Box 77">
              <a:extLst>
                <a:ext uri="{FF2B5EF4-FFF2-40B4-BE49-F238E27FC236}">
                  <a16:creationId xmlns:a16="http://schemas.microsoft.com/office/drawing/2014/main" id="{8B55F0CA-1CEF-2D77-77F4-3F41718B8CF4}"/>
                </a:ext>
              </a:extLst>
            </p:cNvPr>
            <p:cNvSpPr txBox="1">
              <a:spLocks noChangeArrowheads="1"/>
            </p:cNvSpPr>
            <p:nvPr/>
          </p:nvSpPr>
          <p:spPr bwMode="auto">
            <a:xfrm>
              <a:off x="8362" y="7375"/>
              <a:ext cx="515" cy="4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Aft>
                  <a:spcPts val="1000"/>
                </a:spcAft>
              </a:pPr>
              <a:r>
                <a:rPr lang="en-US" altLang="en-US" sz="1600"/>
                <a:t>x1</a:t>
              </a:r>
            </a:p>
          </p:txBody>
        </p:sp>
        <p:sp>
          <p:nvSpPr>
            <p:cNvPr id="55376" name="Text Box 78">
              <a:extLst>
                <a:ext uri="{FF2B5EF4-FFF2-40B4-BE49-F238E27FC236}">
                  <a16:creationId xmlns:a16="http://schemas.microsoft.com/office/drawing/2014/main" id="{01FCA76D-F4A9-49F1-5896-3D440364766D}"/>
                </a:ext>
              </a:extLst>
            </p:cNvPr>
            <p:cNvSpPr txBox="1">
              <a:spLocks noChangeArrowheads="1"/>
            </p:cNvSpPr>
            <p:nvPr/>
          </p:nvSpPr>
          <p:spPr bwMode="auto">
            <a:xfrm>
              <a:off x="8360" y="7593"/>
              <a:ext cx="515" cy="4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Aft>
                  <a:spcPts val="1000"/>
                </a:spcAft>
              </a:pPr>
              <a:r>
                <a:rPr lang="en-US" altLang="en-US" sz="1600"/>
                <a:t>x0</a:t>
              </a:r>
            </a:p>
          </p:txBody>
        </p:sp>
        <p:sp>
          <p:nvSpPr>
            <p:cNvPr id="55377" name="AutoShape 79">
              <a:extLst>
                <a:ext uri="{FF2B5EF4-FFF2-40B4-BE49-F238E27FC236}">
                  <a16:creationId xmlns:a16="http://schemas.microsoft.com/office/drawing/2014/main" id="{D5FD1FEB-B81E-8462-2E11-78B639B0A9EF}"/>
                </a:ext>
              </a:extLst>
            </p:cNvPr>
            <p:cNvSpPr>
              <a:spLocks noChangeArrowheads="1"/>
            </p:cNvSpPr>
            <p:nvPr/>
          </p:nvSpPr>
          <p:spPr bwMode="auto">
            <a:xfrm rot="10800000">
              <a:off x="1848" y="9020"/>
              <a:ext cx="227" cy="113"/>
            </a:xfrm>
            <a:prstGeom prst="triangle">
              <a:avLst>
                <a:gd name="adj" fmla="val 50000"/>
              </a:avLst>
            </a:prstGeom>
            <a:solidFill>
              <a:srgbClr val="FFFFFF"/>
            </a:solidFill>
            <a:ln w="28575">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GB" altLang="en-US" sz="1600"/>
            </a:p>
          </p:txBody>
        </p:sp>
        <p:cxnSp>
          <p:nvCxnSpPr>
            <p:cNvPr id="55378" name="AutoShape 80">
              <a:extLst>
                <a:ext uri="{FF2B5EF4-FFF2-40B4-BE49-F238E27FC236}">
                  <a16:creationId xmlns:a16="http://schemas.microsoft.com/office/drawing/2014/main" id="{B314518C-9214-508A-23A4-C245C8AE6195}"/>
                </a:ext>
              </a:extLst>
            </p:cNvPr>
            <p:cNvCxnSpPr>
              <a:cxnSpLocks noChangeShapeType="1"/>
            </p:cNvCxnSpPr>
            <p:nvPr/>
          </p:nvCxnSpPr>
          <p:spPr bwMode="auto">
            <a:xfrm flipH="1">
              <a:off x="5634" y="8795"/>
              <a:ext cx="0" cy="17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sp>
          <p:nvSpPr>
            <p:cNvPr id="55379" name="AutoShape 81">
              <a:extLst>
                <a:ext uri="{FF2B5EF4-FFF2-40B4-BE49-F238E27FC236}">
                  <a16:creationId xmlns:a16="http://schemas.microsoft.com/office/drawing/2014/main" id="{F54F2607-E923-67E4-098D-C09D94208FA8}"/>
                </a:ext>
              </a:extLst>
            </p:cNvPr>
            <p:cNvSpPr>
              <a:spLocks noChangeArrowheads="1"/>
            </p:cNvSpPr>
            <p:nvPr/>
          </p:nvSpPr>
          <p:spPr bwMode="auto">
            <a:xfrm rot="10800000">
              <a:off x="5514" y="8988"/>
              <a:ext cx="227" cy="113"/>
            </a:xfrm>
            <a:prstGeom prst="triangle">
              <a:avLst>
                <a:gd name="adj" fmla="val 50000"/>
              </a:avLst>
            </a:prstGeom>
            <a:solidFill>
              <a:srgbClr val="FFFFFF"/>
            </a:solidFill>
            <a:ln w="28575">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GB" altLang="en-US" sz="1600"/>
            </a:p>
          </p:txBody>
        </p:sp>
        <p:sp>
          <p:nvSpPr>
            <p:cNvPr id="55380" name="AutoShape 82">
              <a:extLst>
                <a:ext uri="{FF2B5EF4-FFF2-40B4-BE49-F238E27FC236}">
                  <a16:creationId xmlns:a16="http://schemas.microsoft.com/office/drawing/2014/main" id="{9A22A277-ED8D-F760-F569-E671B4191161}"/>
                </a:ext>
              </a:extLst>
            </p:cNvPr>
            <p:cNvSpPr>
              <a:spLocks noChangeArrowheads="1"/>
            </p:cNvSpPr>
            <p:nvPr/>
          </p:nvSpPr>
          <p:spPr bwMode="auto">
            <a:xfrm rot="10800000">
              <a:off x="3708" y="9001"/>
              <a:ext cx="227" cy="113"/>
            </a:xfrm>
            <a:prstGeom prst="triangle">
              <a:avLst>
                <a:gd name="adj" fmla="val 50000"/>
              </a:avLst>
            </a:prstGeom>
            <a:solidFill>
              <a:srgbClr val="FFFFFF"/>
            </a:solidFill>
            <a:ln w="28575">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GB" altLang="en-US" sz="1600"/>
            </a:p>
          </p:txBody>
        </p:sp>
        <p:cxnSp>
          <p:nvCxnSpPr>
            <p:cNvPr id="55381" name="AutoShape 83">
              <a:extLst>
                <a:ext uri="{FF2B5EF4-FFF2-40B4-BE49-F238E27FC236}">
                  <a16:creationId xmlns:a16="http://schemas.microsoft.com/office/drawing/2014/main" id="{CC4E4F6E-B15E-62A6-F084-3A228E4BD3CF}"/>
                </a:ext>
              </a:extLst>
            </p:cNvPr>
            <p:cNvCxnSpPr>
              <a:cxnSpLocks noChangeShapeType="1"/>
            </p:cNvCxnSpPr>
            <p:nvPr/>
          </p:nvCxnSpPr>
          <p:spPr bwMode="auto">
            <a:xfrm flipH="1">
              <a:off x="3828" y="8647"/>
              <a:ext cx="0" cy="34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sp>
          <p:nvSpPr>
            <p:cNvPr id="55382" name="Line 84">
              <a:extLst>
                <a:ext uri="{FF2B5EF4-FFF2-40B4-BE49-F238E27FC236}">
                  <a16:creationId xmlns:a16="http://schemas.microsoft.com/office/drawing/2014/main" id="{706F4439-D3F6-CB95-6448-7F04C5364973}"/>
                </a:ext>
              </a:extLst>
            </p:cNvPr>
            <p:cNvSpPr>
              <a:spLocks noChangeShapeType="1"/>
            </p:cNvSpPr>
            <p:nvPr/>
          </p:nvSpPr>
          <p:spPr bwMode="auto">
            <a:xfrm>
              <a:off x="7277" y="7565"/>
              <a:ext cx="0" cy="873"/>
            </a:xfrm>
            <a:prstGeom prst="line">
              <a:avLst/>
            </a:prstGeom>
            <a:noFill/>
            <a:ln w="28575">
              <a:solidFill>
                <a:srgbClr val="000000"/>
              </a:solidFill>
              <a:round/>
              <a:headEnd type="oval" w="sm" len="sm"/>
              <a:tailEnd/>
            </a:ln>
            <a:extLst>
              <a:ext uri="{909E8E84-426E-40DD-AFC4-6F175D3DCCD1}">
                <a14:hiddenFill xmlns:a14="http://schemas.microsoft.com/office/drawing/2010/main">
                  <a:noFill/>
                </a14:hiddenFill>
              </a:ext>
            </a:extLst>
          </p:spPr>
          <p:txBody>
            <a:bodyPr/>
            <a:lstStyle/>
            <a:p>
              <a:endParaRPr lang="en-US"/>
            </a:p>
          </p:txBody>
        </p:sp>
        <p:cxnSp>
          <p:nvCxnSpPr>
            <p:cNvPr id="55383" name="AutoShape 85">
              <a:extLst>
                <a:ext uri="{FF2B5EF4-FFF2-40B4-BE49-F238E27FC236}">
                  <a16:creationId xmlns:a16="http://schemas.microsoft.com/office/drawing/2014/main" id="{F846832C-B2F4-8503-70EB-7D24CC17DD87}"/>
                </a:ext>
              </a:extLst>
            </p:cNvPr>
            <p:cNvCxnSpPr>
              <a:cxnSpLocks noChangeShapeType="1"/>
            </p:cNvCxnSpPr>
            <p:nvPr/>
          </p:nvCxnSpPr>
          <p:spPr bwMode="auto">
            <a:xfrm flipV="1">
              <a:off x="7102" y="7389"/>
              <a:ext cx="0" cy="1223"/>
            </a:xfrm>
            <a:prstGeom prst="straightConnector1">
              <a:avLst/>
            </a:prstGeom>
            <a:noFill/>
            <a:ln w="28575">
              <a:solidFill>
                <a:srgbClr val="000000"/>
              </a:solidFill>
              <a:round/>
              <a:headEnd type="none" w="sm" len="sm"/>
              <a:tailEnd type="oval" w="sm" len="sm"/>
            </a:ln>
            <a:extLst>
              <a:ext uri="{909E8E84-426E-40DD-AFC4-6F175D3DCCD1}">
                <a14:hiddenFill xmlns:a14="http://schemas.microsoft.com/office/drawing/2010/main">
                  <a:noFill/>
                </a14:hiddenFill>
              </a:ext>
            </a:extLst>
          </p:spPr>
        </p:cxnSp>
        <p:cxnSp>
          <p:nvCxnSpPr>
            <p:cNvPr id="55384" name="AutoShape 86">
              <a:extLst>
                <a:ext uri="{FF2B5EF4-FFF2-40B4-BE49-F238E27FC236}">
                  <a16:creationId xmlns:a16="http://schemas.microsoft.com/office/drawing/2014/main" id="{52F597B4-01F2-F8FC-FE83-0FBDBAEACB5B}"/>
                </a:ext>
              </a:extLst>
            </p:cNvPr>
            <p:cNvCxnSpPr>
              <a:cxnSpLocks noChangeShapeType="1"/>
            </p:cNvCxnSpPr>
            <p:nvPr/>
          </p:nvCxnSpPr>
          <p:spPr bwMode="auto">
            <a:xfrm flipV="1">
              <a:off x="6936" y="7210"/>
              <a:ext cx="0" cy="1592"/>
            </a:xfrm>
            <a:prstGeom prst="straightConnector1">
              <a:avLst/>
            </a:prstGeom>
            <a:noFill/>
            <a:ln w="28575">
              <a:solidFill>
                <a:srgbClr val="000000"/>
              </a:solidFill>
              <a:round/>
              <a:headEnd type="none" w="sm" len="sm"/>
              <a:tailEnd type="oval" w="sm" len="sm"/>
            </a:ln>
            <a:extLst>
              <a:ext uri="{909E8E84-426E-40DD-AFC4-6F175D3DCCD1}">
                <a14:hiddenFill xmlns:a14="http://schemas.microsoft.com/office/drawing/2010/main">
                  <a:noFill/>
                </a14:hiddenFill>
              </a:ext>
            </a:extLst>
          </p:spPr>
        </p:cxnSp>
        <p:sp>
          <p:nvSpPr>
            <p:cNvPr id="55385" name="Line 87">
              <a:extLst>
                <a:ext uri="{FF2B5EF4-FFF2-40B4-BE49-F238E27FC236}">
                  <a16:creationId xmlns:a16="http://schemas.microsoft.com/office/drawing/2014/main" id="{E2BC40BF-5BF1-55D4-2A3D-8684C85FBA2C}"/>
                </a:ext>
              </a:extLst>
            </p:cNvPr>
            <p:cNvSpPr>
              <a:spLocks noChangeShapeType="1"/>
            </p:cNvSpPr>
            <p:nvPr/>
          </p:nvSpPr>
          <p:spPr bwMode="auto">
            <a:xfrm>
              <a:off x="5543" y="7389"/>
              <a:ext cx="0" cy="1020"/>
            </a:xfrm>
            <a:prstGeom prst="line">
              <a:avLst/>
            </a:prstGeom>
            <a:noFill/>
            <a:ln w="28575">
              <a:solidFill>
                <a:srgbClr val="000000"/>
              </a:solidFill>
              <a:round/>
              <a:headEnd type="oval" w="sm" len="sm"/>
              <a:tailEnd/>
            </a:ln>
            <a:extLst>
              <a:ext uri="{909E8E84-426E-40DD-AFC4-6F175D3DCCD1}">
                <a14:hiddenFill xmlns:a14="http://schemas.microsoft.com/office/drawing/2010/main">
                  <a:noFill/>
                </a14:hiddenFill>
              </a:ext>
            </a:extLst>
          </p:spPr>
          <p:txBody>
            <a:bodyPr/>
            <a:lstStyle/>
            <a:p>
              <a:endParaRPr lang="en-US"/>
            </a:p>
          </p:txBody>
        </p:sp>
        <p:sp>
          <p:nvSpPr>
            <p:cNvPr id="55386" name="Line 88">
              <a:extLst>
                <a:ext uri="{FF2B5EF4-FFF2-40B4-BE49-F238E27FC236}">
                  <a16:creationId xmlns:a16="http://schemas.microsoft.com/office/drawing/2014/main" id="{48236D23-4163-C898-A1CA-EC661C0AF4CF}"/>
                </a:ext>
              </a:extLst>
            </p:cNvPr>
            <p:cNvSpPr>
              <a:spLocks noChangeShapeType="1"/>
            </p:cNvSpPr>
            <p:nvPr/>
          </p:nvSpPr>
          <p:spPr bwMode="auto">
            <a:xfrm>
              <a:off x="5359" y="7207"/>
              <a:ext cx="0" cy="1397"/>
            </a:xfrm>
            <a:prstGeom prst="line">
              <a:avLst/>
            </a:prstGeom>
            <a:noFill/>
            <a:ln w="28575">
              <a:solidFill>
                <a:srgbClr val="000000"/>
              </a:solidFill>
              <a:round/>
              <a:headEnd type="oval" w="sm" len="sm"/>
              <a:tailEnd/>
            </a:ln>
            <a:extLst>
              <a:ext uri="{909E8E84-426E-40DD-AFC4-6F175D3DCCD1}">
                <a14:hiddenFill xmlns:a14="http://schemas.microsoft.com/office/drawing/2010/main">
                  <a:noFill/>
                </a14:hiddenFill>
              </a:ext>
            </a:extLst>
          </p:spPr>
          <p:txBody>
            <a:bodyPr/>
            <a:lstStyle/>
            <a:p>
              <a:endParaRPr lang="en-US"/>
            </a:p>
          </p:txBody>
        </p:sp>
      </p:gr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Title 1">
            <a:extLst>
              <a:ext uri="{FF2B5EF4-FFF2-40B4-BE49-F238E27FC236}">
                <a16:creationId xmlns:a16="http://schemas.microsoft.com/office/drawing/2014/main" id="{938057B0-4B6E-1AE5-8860-EA6E213BAC5B}"/>
              </a:ext>
            </a:extLst>
          </p:cNvPr>
          <p:cNvSpPr>
            <a:spLocks noGrp="1" noChangeArrowheads="1"/>
          </p:cNvSpPr>
          <p:nvPr>
            <p:ph type="title"/>
          </p:nvPr>
        </p:nvSpPr>
        <p:spPr/>
        <p:txBody>
          <a:bodyPr/>
          <a:lstStyle/>
          <a:p>
            <a:r>
              <a:rPr lang="en-GB" altLang="en-US"/>
              <a:t>Combinational Shift</a:t>
            </a:r>
          </a:p>
        </p:txBody>
      </p:sp>
      <p:sp>
        <p:nvSpPr>
          <p:cNvPr id="3" name="Text Placeholder 2">
            <a:extLst>
              <a:ext uri="{FF2B5EF4-FFF2-40B4-BE49-F238E27FC236}">
                <a16:creationId xmlns:a16="http://schemas.microsoft.com/office/drawing/2014/main" id="{280531E5-DF9E-F9E3-9424-CB4697C910F9}"/>
              </a:ext>
            </a:extLst>
          </p:cNvPr>
          <p:cNvSpPr>
            <a:spLocks noGrp="1"/>
          </p:cNvSpPr>
          <p:nvPr>
            <p:ph type="body" sz="quarter" idx="10"/>
          </p:nvPr>
        </p:nvSpPr>
        <p:spPr/>
        <p:txBody>
          <a:bodyPr/>
          <a:lstStyle/>
          <a:p>
            <a:pPr eaLnBrk="1" hangingPunct="1"/>
            <a:r>
              <a:rPr lang="en-GB" altLang="en-US" dirty="0"/>
              <a:t>Arithmetical   Shift  to the Right</a:t>
            </a:r>
          </a:p>
          <a:p>
            <a:pPr eaLnBrk="1" hangingPunct="1"/>
            <a:endParaRPr lang="en-GB" altLang="en-US" dirty="0"/>
          </a:p>
          <a:p>
            <a:endParaRPr lang="en-US" dirty="0"/>
          </a:p>
        </p:txBody>
      </p:sp>
      <p:grpSp>
        <p:nvGrpSpPr>
          <p:cNvPr id="56324" name="Group 87">
            <a:extLst>
              <a:ext uri="{FF2B5EF4-FFF2-40B4-BE49-F238E27FC236}">
                <a16:creationId xmlns:a16="http://schemas.microsoft.com/office/drawing/2014/main" id="{DF8EBD33-63B7-3EAD-8AA8-E370407B47A1}"/>
              </a:ext>
            </a:extLst>
          </p:cNvPr>
          <p:cNvGrpSpPr>
            <a:grpSpLocks/>
          </p:cNvGrpSpPr>
          <p:nvPr/>
        </p:nvGrpSpPr>
        <p:grpSpPr bwMode="auto">
          <a:xfrm>
            <a:off x="2895600" y="2286001"/>
            <a:ext cx="6553200" cy="3027363"/>
            <a:chOff x="1371600" y="2286000"/>
            <a:chExt cx="6553200" cy="3026875"/>
          </a:xfrm>
        </p:grpSpPr>
        <p:sp>
          <p:nvSpPr>
            <p:cNvPr id="56325" name="Line 4">
              <a:extLst>
                <a:ext uri="{FF2B5EF4-FFF2-40B4-BE49-F238E27FC236}">
                  <a16:creationId xmlns:a16="http://schemas.microsoft.com/office/drawing/2014/main" id="{A13C96C5-10C3-D552-C157-E3FFC30F4F38}"/>
                </a:ext>
              </a:extLst>
            </p:cNvPr>
            <p:cNvSpPr>
              <a:spLocks noChangeShapeType="1"/>
            </p:cNvSpPr>
            <p:nvPr/>
          </p:nvSpPr>
          <p:spPr bwMode="auto">
            <a:xfrm>
              <a:off x="1376601" y="3567548"/>
              <a:ext cx="189218" cy="0"/>
            </a:xfrm>
            <a:prstGeom prst="line">
              <a:avLst/>
            </a:prstGeom>
            <a:noFill/>
            <a:ln w="28575">
              <a:solidFill>
                <a:srgbClr val="000000"/>
              </a:solidFill>
              <a:round/>
              <a:headEnd type="oval" w="sm" len="sm"/>
              <a:tailEnd/>
            </a:ln>
            <a:extLst>
              <a:ext uri="{909E8E84-426E-40DD-AFC4-6F175D3DCCD1}">
                <a14:hiddenFill xmlns:a14="http://schemas.microsoft.com/office/drawing/2010/main">
                  <a:noFill/>
                </a14:hiddenFill>
              </a:ext>
            </a:extLst>
          </p:spPr>
          <p:txBody>
            <a:bodyPr/>
            <a:lstStyle/>
            <a:p>
              <a:endParaRPr lang="en-US"/>
            </a:p>
          </p:txBody>
        </p:sp>
        <p:sp>
          <p:nvSpPr>
            <p:cNvPr id="56326" name="Line 5">
              <a:extLst>
                <a:ext uri="{FF2B5EF4-FFF2-40B4-BE49-F238E27FC236}">
                  <a16:creationId xmlns:a16="http://schemas.microsoft.com/office/drawing/2014/main" id="{F305A357-CBD4-14B8-5B1A-ED7E395F2F13}"/>
                </a:ext>
              </a:extLst>
            </p:cNvPr>
            <p:cNvSpPr>
              <a:spLocks noChangeShapeType="1"/>
            </p:cNvSpPr>
            <p:nvPr/>
          </p:nvSpPr>
          <p:spPr bwMode="auto">
            <a:xfrm flipV="1">
              <a:off x="1376601" y="2521994"/>
              <a:ext cx="0" cy="1570897"/>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327" name="Line 6">
              <a:extLst>
                <a:ext uri="{FF2B5EF4-FFF2-40B4-BE49-F238E27FC236}">
                  <a16:creationId xmlns:a16="http://schemas.microsoft.com/office/drawing/2014/main" id="{895179DD-5562-EF4B-A610-9E36D8608336}"/>
                </a:ext>
              </a:extLst>
            </p:cNvPr>
            <p:cNvSpPr>
              <a:spLocks noChangeShapeType="1"/>
            </p:cNvSpPr>
            <p:nvPr/>
          </p:nvSpPr>
          <p:spPr bwMode="auto">
            <a:xfrm>
              <a:off x="1386604" y="2525072"/>
              <a:ext cx="5293094"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328" name="Line 7">
              <a:extLst>
                <a:ext uri="{FF2B5EF4-FFF2-40B4-BE49-F238E27FC236}">
                  <a16:creationId xmlns:a16="http://schemas.microsoft.com/office/drawing/2014/main" id="{487191E6-BD0B-969F-2D9C-A0600A185B6E}"/>
                </a:ext>
              </a:extLst>
            </p:cNvPr>
            <p:cNvSpPr>
              <a:spLocks noChangeShapeType="1"/>
            </p:cNvSpPr>
            <p:nvPr/>
          </p:nvSpPr>
          <p:spPr bwMode="auto">
            <a:xfrm>
              <a:off x="2910470" y="2705658"/>
              <a:ext cx="3751845"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329" name="Line 8">
              <a:extLst>
                <a:ext uri="{FF2B5EF4-FFF2-40B4-BE49-F238E27FC236}">
                  <a16:creationId xmlns:a16="http://schemas.microsoft.com/office/drawing/2014/main" id="{E0295BE2-718D-43CE-11A4-A4CB6F95077A}"/>
                </a:ext>
              </a:extLst>
            </p:cNvPr>
            <p:cNvSpPr>
              <a:spLocks noChangeShapeType="1"/>
            </p:cNvSpPr>
            <p:nvPr/>
          </p:nvSpPr>
          <p:spPr bwMode="auto">
            <a:xfrm>
              <a:off x="4487918" y="2879062"/>
              <a:ext cx="219456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330" name="Line 9">
              <a:extLst>
                <a:ext uri="{FF2B5EF4-FFF2-40B4-BE49-F238E27FC236}">
                  <a16:creationId xmlns:a16="http://schemas.microsoft.com/office/drawing/2014/main" id="{78D75787-D909-F7CB-98F1-F1B13694443E}"/>
                </a:ext>
              </a:extLst>
            </p:cNvPr>
            <p:cNvSpPr>
              <a:spLocks noChangeShapeType="1"/>
            </p:cNvSpPr>
            <p:nvPr/>
          </p:nvSpPr>
          <p:spPr bwMode="auto">
            <a:xfrm>
              <a:off x="5931996" y="3062727"/>
              <a:ext cx="732698"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331" name="Line 10">
              <a:extLst>
                <a:ext uri="{FF2B5EF4-FFF2-40B4-BE49-F238E27FC236}">
                  <a16:creationId xmlns:a16="http://schemas.microsoft.com/office/drawing/2014/main" id="{09C61BE0-E494-89A3-BC03-344D2276B572}"/>
                </a:ext>
              </a:extLst>
            </p:cNvPr>
            <p:cNvSpPr>
              <a:spLocks noChangeShapeType="1"/>
            </p:cNvSpPr>
            <p:nvPr/>
          </p:nvSpPr>
          <p:spPr bwMode="auto">
            <a:xfrm>
              <a:off x="1955924" y="3820985"/>
              <a:ext cx="197553"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332" name="Line 11">
              <a:extLst>
                <a:ext uri="{FF2B5EF4-FFF2-40B4-BE49-F238E27FC236}">
                  <a16:creationId xmlns:a16="http://schemas.microsoft.com/office/drawing/2014/main" id="{7B073087-F4B0-E817-B054-725A2FB3F1AB}"/>
                </a:ext>
              </a:extLst>
            </p:cNvPr>
            <p:cNvSpPr>
              <a:spLocks noChangeShapeType="1"/>
            </p:cNvSpPr>
            <p:nvPr/>
          </p:nvSpPr>
          <p:spPr bwMode="auto">
            <a:xfrm>
              <a:off x="2927853" y="3592174"/>
              <a:ext cx="153375"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333" name="Line 12">
              <a:extLst>
                <a:ext uri="{FF2B5EF4-FFF2-40B4-BE49-F238E27FC236}">
                  <a16:creationId xmlns:a16="http://schemas.microsoft.com/office/drawing/2014/main" id="{A667D1DA-FB1D-74CF-3DC6-EAA0130BAAD0}"/>
                </a:ext>
              </a:extLst>
            </p:cNvPr>
            <p:cNvSpPr>
              <a:spLocks noChangeShapeType="1"/>
            </p:cNvSpPr>
            <p:nvPr/>
          </p:nvSpPr>
          <p:spPr bwMode="auto">
            <a:xfrm>
              <a:off x="4486607" y="3581913"/>
              <a:ext cx="153375"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334" name="Line 13">
              <a:extLst>
                <a:ext uri="{FF2B5EF4-FFF2-40B4-BE49-F238E27FC236}">
                  <a16:creationId xmlns:a16="http://schemas.microsoft.com/office/drawing/2014/main" id="{E28343A7-AF0B-7CD0-E4A7-38082E2E88BB}"/>
                </a:ext>
              </a:extLst>
            </p:cNvPr>
            <p:cNvSpPr>
              <a:spLocks noChangeShapeType="1"/>
            </p:cNvSpPr>
            <p:nvPr/>
          </p:nvSpPr>
          <p:spPr bwMode="auto">
            <a:xfrm>
              <a:off x="5924494" y="3629112"/>
              <a:ext cx="153375"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335" name="Line 14">
              <a:extLst>
                <a:ext uri="{FF2B5EF4-FFF2-40B4-BE49-F238E27FC236}">
                  <a16:creationId xmlns:a16="http://schemas.microsoft.com/office/drawing/2014/main" id="{B0A1D9F0-5C58-C575-A2BE-3AEB7B0455DD}"/>
                </a:ext>
              </a:extLst>
            </p:cNvPr>
            <p:cNvSpPr>
              <a:spLocks noChangeShapeType="1"/>
            </p:cNvSpPr>
            <p:nvPr/>
          </p:nvSpPr>
          <p:spPr bwMode="auto">
            <a:xfrm>
              <a:off x="2923685" y="2720023"/>
              <a:ext cx="0" cy="872150"/>
            </a:xfrm>
            <a:prstGeom prst="line">
              <a:avLst/>
            </a:prstGeom>
            <a:noFill/>
            <a:ln w="28575">
              <a:solidFill>
                <a:srgbClr val="000000"/>
              </a:solidFill>
              <a:round/>
              <a:headEnd type="none" w="sm" len="sm"/>
              <a:tailEnd/>
            </a:ln>
            <a:extLst>
              <a:ext uri="{909E8E84-426E-40DD-AFC4-6F175D3DCCD1}">
                <a14:hiddenFill xmlns:a14="http://schemas.microsoft.com/office/drawing/2010/main">
                  <a:noFill/>
                </a14:hiddenFill>
              </a:ext>
            </a:extLst>
          </p:spPr>
          <p:txBody>
            <a:bodyPr/>
            <a:lstStyle/>
            <a:p>
              <a:endParaRPr lang="en-US"/>
            </a:p>
          </p:txBody>
        </p:sp>
        <p:sp>
          <p:nvSpPr>
            <p:cNvPr id="56336" name="Line 15">
              <a:extLst>
                <a:ext uri="{FF2B5EF4-FFF2-40B4-BE49-F238E27FC236}">
                  <a16:creationId xmlns:a16="http://schemas.microsoft.com/office/drawing/2014/main" id="{80B10559-64A6-A99C-A409-CCD281B70FFD}"/>
                </a:ext>
              </a:extLst>
            </p:cNvPr>
            <p:cNvSpPr>
              <a:spLocks noChangeShapeType="1"/>
            </p:cNvSpPr>
            <p:nvPr/>
          </p:nvSpPr>
          <p:spPr bwMode="auto">
            <a:xfrm>
              <a:off x="5926161" y="3062727"/>
              <a:ext cx="0" cy="564333"/>
            </a:xfrm>
            <a:prstGeom prst="line">
              <a:avLst/>
            </a:prstGeom>
            <a:noFill/>
            <a:ln w="28575">
              <a:solidFill>
                <a:srgbClr val="000000"/>
              </a:solidFill>
              <a:round/>
              <a:headEnd type="none" w="sm" len="sm"/>
              <a:tailEnd/>
            </a:ln>
            <a:extLst>
              <a:ext uri="{909E8E84-426E-40DD-AFC4-6F175D3DCCD1}">
                <a14:hiddenFill xmlns:a14="http://schemas.microsoft.com/office/drawing/2010/main">
                  <a:noFill/>
                </a14:hiddenFill>
              </a:ext>
            </a:extLst>
          </p:spPr>
          <p:txBody>
            <a:bodyPr/>
            <a:lstStyle/>
            <a:p>
              <a:endParaRPr lang="en-US"/>
            </a:p>
          </p:txBody>
        </p:sp>
        <p:sp>
          <p:nvSpPr>
            <p:cNvPr id="56337" name="Line 16">
              <a:extLst>
                <a:ext uri="{FF2B5EF4-FFF2-40B4-BE49-F238E27FC236}">
                  <a16:creationId xmlns:a16="http://schemas.microsoft.com/office/drawing/2014/main" id="{9BBCC12C-A965-BAA9-5DFA-2F6665AA6D2D}"/>
                </a:ext>
              </a:extLst>
            </p:cNvPr>
            <p:cNvSpPr>
              <a:spLocks noChangeShapeType="1"/>
            </p:cNvSpPr>
            <p:nvPr/>
          </p:nvSpPr>
          <p:spPr bwMode="auto">
            <a:xfrm flipH="1">
              <a:off x="1371600" y="3751213"/>
              <a:ext cx="189218" cy="0"/>
            </a:xfrm>
            <a:prstGeom prst="line">
              <a:avLst/>
            </a:prstGeom>
            <a:noFill/>
            <a:ln w="28575">
              <a:solidFill>
                <a:srgbClr val="000000"/>
              </a:solidFill>
              <a:round/>
              <a:headEnd type="none" w="sm" len="sm"/>
              <a:tailEnd type="oval" w="sm" len="sm"/>
            </a:ln>
            <a:extLst>
              <a:ext uri="{909E8E84-426E-40DD-AFC4-6F175D3DCCD1}">
                <a14:hiddenFill xmlns:a14="http://schemas.microsoft.com/office/drawing/2010/main">
                  <a:noFill/>
                </a14:hiddenFill>
              </a:ext>
            </a:extLst>
          </p:spPr>
          <p:txBody>
            <a:bodyPr/>
            <a:lstStyle/>
            <a:p>
              <a:endParaRPr lang="en-US"/>
            </a:p>
          </p:txBody>
        </p:sp>
        <p:sp>
          <p:nvSpPr>
            <p:cNvPr id="3089" name="AutoShape 17">
              <a:extLst>
                <a:ext uri="{FF2B5EF4-FFF2-40B4-BE49-F238E27FC236}">
                  <a16:creationId xmlns:a16="http://schemas.microsoft.com/office/drawing/2014/main" id="{17628BA3-71A8-4646-8613-35B3F7DF5F93}"/>
                </a:ext>
              </a:extLst>
            </p:cNvPr>
            <p:cNvSpPr>
              <a:spLocks noChangeArrowheads="1"/>
            </p:cNvSpPr>
            <p:nvPr/>
          </p:nvSpPr>
          <p:spPr bwMode="auto">
            <a:xfrm rot="16200000">
              <a:off x="2791701" y="3693062"/>
              <a:ext cx="1011074" cy="371475"/>
            </a:xfrm>
            <a:custGeom>
              <a:avLst/>
              <a:gdLst>
                <a:gd name="G0" fmla="+- 5400 0 0"/>
                <a:gd name="G1" fmla="+- 21600 0 5400"/>
                <a:gd name="G2" fmla="*/ 5400 1 2"/>
                <a:gd name="G3" fmla="+- 21600 0 G2"/>
                <a:gd name="G4" fmla="+/ 5400 21600 2"/>
                <a:gd name="G5" fmla="+/ G1 0 2"/>
                <a:gd name="G6" fmla="*/ 21600 21600 5400"/>
                <a:gd name="G7" fmla="*/ G6 1 2"/>
                <a:gd name="G8" fmla="+- 21600 0 G7"/>
                <a:gd name="G9" fmla="*/ 21600 1 2"/>
                <a:gd name="G10" fmla="+- 5400 0 G9"/>
                <a:gd name="G11" fmla="?: G10 G8 0"/>
                <a:gd name="G12" fmla="?: G10 G7 21600"/>
                <a:gd name="T0" fmla="*/ 18900 w 21600"/>
                <a:gd name="T1" fmla="*/ 10800 h 21600"/>
                <a:gd name="T2" fmla="*/ 10800 w 21600"/>
                <a:gd name="T3" fmla="*/ 21600 h 21600"/>
                <a:gd name="T4" fmla="*/ 2700 w 21600"/>
                <a:gd name="T5" fmla="*/ 10800 h 21600"/>
                <a:gd name="T6" fmla="*/ 10800 w 21600"/>
                <a:gd name="T7" fmla="*/ 0 h 21600"/>
                <a:gd name="T8" fmla="*/ 4500 w 21600"/>
                <a:gd name="T9" fmla="*/ 4500 h 21600"/>
                <a:gd name="T10" fmla="*/ 17100 w 21600"/>
                <a:gd name="T11" fmla="*/ 17100 h 21600"/>
              </a:gdLst>
              <a:ahLst/>
              <a:cxnLst>
                <a:cxn ang="0">
                  <a:pos x="T0" y="T1"/>
                </a:cxn>
                <a:cxn ang="0">
                  <a:pos x="T2" y="T3"/>
                </a:cxn>
                <a:cxn ang="0">
                  <a:pos x="T4" y="T5"/>
                </a:cxn>
                <a:cxn ang="0">
                  <a:pos x="T6" y="T7"/>
                </a:cxn>
              </a:cxnLst>
              <a:rect l="T8" t="T9" r="T10" b="T11"/>
              <a:pathLst>
                <a:path w="21600" h="21600">
                  <a:moveTo>
                    <a:pt x="0" y="0"/>
                  </a:moveTo>
                  <a:lnTo>
                    <a:pt x="5400" y="21600"/>
                  </a:lnTo>
                  <a:lnTo>
                    <a:pt x="16200" y="21600"/>
                  </a:lnTo>
                  <a:lnTo>
                    <a:pt x="21600" y="0"/>
                  </a:lnTo>
                  <a:close/>
                </a:path>
              </a:pathLst>
            </a:custGeom>
            <a:solidFill>
              <a:schemeClr val="accent1">
                <a:lumMod val="60000"/>
                <a:lumOff val="40000"/>
              </a:schemeClr>
            </a:solidFill>
            <a:ln w="28575">
              <a:solidFill>
                <a:srgbClr val="000000"/>
              </a:solidFill>
              <a:miter lim="800000"/>
              <a:headEnd/>
              <a:tailEnd/>
            </a:ln>
          </p:spPr>
          <p:txBody>
            <a:bodyPr/>
            <a:lstStyle/>
            <a:p>
              <a:pPr eaLnBrk="1" hangingPunct="1">
                <a:defRPr/>
              </a:pPr>
              <a:endParaRPr lang="en-GB" sz="1600"/>
            </a:p>
          </p:txBody>
        </p:sp>
        <p:sp>
          <p:nvSpPr>
            <p:cNvPr id="56339" name="Text Box 18">
              <a:extLst>
                <a:ext uri="{FF2B5EF4-FFF2-40B4-BE49-F238E27FC236}">
                  <a16:creationId xmlns:a16="http://schemas.microsoft.com/office/drawing/2014/main" id="{F1EFC3B5-47CC-0C58-75DC-6F50F2E64A93}"/>
                </a:ext>
              </a:extLst>
            </p:cNvPr>
            <p:cNvSpPr txBox="1">
              <a:spLocks noChangeArrowheads="1"/>
            </p:cNvSpPr>
            <p:nvPr/>
          </p:nvSpPr>
          <p:spPr bwMode="auto">
            <a:xfrm>
              <a:off x="3054554" y="3411587"/>
              <a:ext cx="285910" cy="3909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Aft>
                  <a:spcPts val="1000"/>
                </a:spcAft>
              </a:pPr>
              <a:r>
                <a:rPr lang="en-US" altLang="en-US" sz="1600"/>
                <a:t>0</a:t>
              </a:r>
            </a:p>
          </p:txBody>
        </p:sp>
        <p:sp>
          <p:nvSpPr>
            <p:cNvPr id="56340" name="Text Box 19">
              <a:extLst>
                <a:ext uri="{FF2B5EF4-FFF2-40B4-BE49-F238E27FC236}">
                  <a16:creationId xmlns:a16="http://schemas.microsoft.com/office/drawing/2014/main" id="{D57C2069-06FE-ECDE-604F-7FCF76E9221A}"/>
                </a:ext>
              </a:extLst>
            </p:cNvPr>
            <p:cNvSpPr txBox="1">
              <a:spLocks noChangeArrowheads="1"/>
            </p:cNvSpPr>
            <p:nvPr/>
          </p:nvSpPr>
          <p:spPr bwMode="auto">
            <a:xfrm>
              <a:off x="3054554" y="3616799"/>
              <a:ext cx="429282" cy="3427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Aft>
                  <a:spcPts val="1000"/>
                </a:spcAft>
              </a:pPr>
              <a:r>
                <a:rPr lang="en-US" altLang="en-US" sz="1600"/>
                <a:t>1</a:t>
              </a:r>
            </a:p>
          </p:txBody>
        </p:sp>
        <p:sp>
          <p:nvSpPr>
            <p:cNvPr id="56341" name="Text Box 20">
              <a:extLst>
                <a:ext uri="{FF2B5EF4-FFF2-40B4-BE49-F238E27FC236}">
                  <a16:creationId xmlns:a16="http://schemas.microsoft.com/office/drawing/2014/main" id="{DE25E5E1-52A3-4FE3-EB7D-00A3235CED13}"/>
                </a:ext>
              </a:extLst>
            </p:cNvPr>
            <p:cNvSpPr txBox="1">
              <a:spLocks noChangeArrowheads="1"/>
            </p:cNvSpPr>
            <p:nvPr/>
          </p:nvSpPr>
          <p:spPr bwMode="auto">
            <a:xfrm>
              <a:off x="3054554" y="3801490"/>
              <a:ext cx="285910" cy="3252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Aft>
                  <a:spcPts val="1000"/>
                </a:spcAft>
              </a:pPr>
              <a:r>
                <a:rPr lang="en-US" altLang="en-US" sz="1600"/>
                <a:t>2</a:t>
              </a:r>
            </a:p>
          </p:txBody>
        </p:sp>
        <p:sp>
          <p:nvSpPr>
            <p:cNvPr id="56342" name="Text Box 21">
              <a:extLst>
                <a:ext uri="{FF2B5EF4-FFF2-40B4-BE49-F238E27FC236}">
                  <a16:creationId xmlns:a16="http://schemas.microsoft.com/office/drawing/2014/main" id="{03E2E8E6-09C2-0B00-40AC-EC55C6AF7A2F}"/>
                </a:ext>
              </a:extLst>
            </p:cNvPr>
            <p:cNvSpPr txBox="1">
              <a:spLocks noChangeArrowheads="1"/>
            </p:cNvSpPr>
            <p:nvPr/>
          </p:nvSpPr>
          <p:spPr bwMode="auto">
            <a:xfrm>
              <a:off x="3054554" y="3982076"/>
              <a:ext cx="285910" cy="3488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Aft>
                  <a:spcPts val="1000"/>
                </a:spcAft>
              </a:pPr>
              <a:r>
                <a:rPr lang="en-US" altLang="en-US" sz="1600"/>
                <a:t>3</a:t>
              </a:r>
            </a:p>
          </p:txBody>
        </p:sp>
        <p:sp>
          <p:nvSpPr>
            <p:cNvPr id="56343" name="Line 22">
              <a:extLst>
                <a:ext uri="{FF2B5EF4-FFF2-40B4-BE49-F238E27FC236}">
                  <a16:creationId xmlns:a16="http://schemas.microsoft.com/office/drawing/2014/main" id="{66BE7084-8801-5152-EAAA-563E923995C8}"/>
                </a:ext>
              </a:extLst>
            </p:cNvPr>
            <p:cNvSpPr>
              <a:spLocks noChangeShapeType="1"/>
            </p:cNvSpPr>
            <p:nvPr/>
          </p:nvSpPr>
          <p:spPr bwMode="auto">
            <a:xfrm>
              <a:off x="2801986" y="3793281"/>
              <a:ext cx="285910" cy="0"/>
            </a:xfrm>
            <a:prstGeom prst="line">
              <a:avLst/>
            </a:prstGeom>
            <a:noFill/>
            <a:ln w="28575">
              <a:solidFill>
                <a:srgbClr val="000000"/>
              </a:solidFill>
              <a:round/>
              <a:headEnd type="oval" w="sm" len="sm"/>
              <a:tailEnd/>
            </a:ln>
            <a:extLst>
              <a:ext uri="{909E8E84-426E-40DD-AFC4-6F175D3DCCD1}">
                <a14:hiddenFill xmlns:a14="http://schemas.microsoft.com/office/drawing/2010/main">
                  <a:noFill/>
                </a14:hiddenFill>
              </a:ext>
            </a:extLst>
          </p:spPr>
          <p:txBody>
            <a:bodyPr/>
            <a:lstStyle/>
            <a:p>
              <a:endParaRPr lang="en-US"/>
            </a:p>
          </p:txBody>
        </p:sp>
        <p:sp>
          <p:nvSpPr>
            <p:cNvPr id="56344" name="Line 23">
              <a:extLst>
                <a:ext uri="{FF2B5EF4-FFF2-40B4-BE49-F238E27FC236}">
                  <a16:creationId xmlns:a16="http://schemas.microsoft.com/office/drawing/2014/main" id="{E09499EA-9C4F-51F3-B148-24438367A189}"/>
                </a:ext>
              </a:extLst>
            </p:cNvPr>
            <p:cNvSpPr>
              <a:spLocks noChangeShapeType="1"/>
            </p:cNvSpPr>
            <p:nvPr/>
          </p:nvSpPr>
          <p:spPr bwMode="auto">
            <a:xfrm flipV="1">
              <a:off x="2795317" y="2521994"/>
              <a:ext cx="0" cy="1645920"/>
            </a:xfrm>
            <a:prstGeom prst="line">
              <a:avLst/>
            </a:prstGeom>
            <a:noFill/>
            <a:ln w="28575">
              <a:solidFill>
                <a:srgbClr val="000000"/>
              </a:solidFill>
              <a:round/>
              <a:headEnd/>
              <a:tailEnd type="oval" w="sm" len="sm"/>
            </a:ln>
            <a:extLst>
              <a:ext uri="{909E8E84-426E-40DD-AFC4-6F175D3DCCD1}">
                <a14:hiddenFill xmlns:a14="http://schemas.microsoft.com/office/drawing/2010/main">
                  <a:noFill/>
                </a14:hiddenFill>
              </a:ext>
            </a:extLst>
          </p:spPr>
          <p:txBody>
            <a:bodyPr/>
            <a:lstStyle/>
            <a:p>
              <a:endParaRPr lang="en-US"/>
            </a:p>
          </p:txBody>
        </p:sp>
        <p:sp>
          <p:nvSpPr>
            <p:cNvPr id="56345" name="Line 24">
              <a:extLst>
                <a:ext uri="{FF2B5EF4-FFF2-40B4-BE49-F238E27FC236}">
                  <a16:creationId xmlns:a16="http://schemas.microsoft.com/office/drawing/2014/main" id="{038461D0-8A4F-6E26-CAEC-436B518F1544}"/>
                </a:ext>
              </a:extLst>
            </p:cNvPr>
            <p:cNvSpPr>
              <a:spLocks noChangeShapeType="1"/>
            </p:cNvSpPr>
            <p:nvPr/>
          </p:nvSpPr>
          <p:spPr bwMode="auto">
            <a:xfrm>
              <a:off x="2800319" y="3976946"/>
              <a:ext cx="297580" cy="0"/>
            </a:xfrm>
            <a:prstGeom prst="line">
              <a:avLst/>
            </a:prstGeom>
            <a:noFill/>
            <a:ln w="28575">
              <a:solidFill>
                <a:srgbClr val="000000"/>
              </a:solidFill>
              <a:round/>
              <a:headEnd type="oval" w="sm" len="sm"/>
              <a:tailEnd/>
            </a:ln>
            <a:extLst>
              <a:ext uri="{909E8E84-426E-40DD-AFC4-6F175D3DCCD1}">
                <a14:hiddenFill xmlns:a14="http://schemas.microsoft.com/office/drawing/2010/main">
                  <a:noFill/>
                </a14:hiddenFill>
              </a:ext>
            </a:extLst>
          </p:spPr>
          <p:txBody>
            <a:bodyPr/>
            <a:lstStyle/>
            <a:p>
              <a:endParaRPr lang="en-US"/>
            </a:p>
          </p:txBody>
        </p:sp>
        <p:sp>
          <p:nvSpPr>
            <p:cNvPr id="56346" name="Line 25">
              <a:extLst>
                <a:ext uri="{FF2B5EF4-FFF2-40B4-BE49-F238E27FC236}">
                  <a16:creationId xmlns:a16="http://schemas.microsoft.com/office/drawing/2014/main" id="{2FAF2093-F54F-3AC4-DB1D-788EFDEBA591}"/>
                </a:ext>
              </a:extLst>
            </p:cNvPr>
            <p:cNvSpPr>
              <a:spLocks noChangeShapeType="1"/>
            </p:cNvSpPr>
            <p:nvPr/>
          </p:nvSpPr>
          <p:spPr bwMode="auto">
            <a:xfrm>
              <a:off x="2797818" y="4168819"/>
              <a:ext cx="307583"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347" name="Line 26">
              <a:extLst>
                <a:ext uri="{FF2B5EF4-FFF2-40B4-BE49-F238E27FC236}">
                  <a16:creationId xmlns:a16="http://schemas.microsoft.com/office/drawing/2014/main" id="{813140C0-F06D-9290-6648-D4B17F62EEF4}"/>
                </a:ext>
              </a:extLst>
            </p:cNvPr>
            <p:cNvSpPr>
              <a:spLocks noChangeShapeType="1"/>
            </p:cNvSpPr>
            <p:nvPr/>
          </p:nvSpPr>
          <p:spPr bwMode="auto">
            <a:xfrm>
              <a:off x="4353237" y="3754291"/>
              <a:ext cx="270073"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348" name="Line 27">
              <a:extLst>
                <a:ext uri="{FF2B5EF4-FFF2-40B4-BE49-F238E27FC236}">
                  <a16:creationId xmlns:a16="http://schemas.microsoft.com/office/drawing/2014/main" id="{9A00D6B3-716B-DD26-3FA8-C5B7BE8545D2}"/>
                </a:ext>
              </a:extLst>
            </p:cNvPr>
            <p:cNvSpPr>
              <a:spLocks noChangeShapeType="1"/>
            </p:cNvSpPr>
            <p:nvPr/>
          </p:nvSpPr>
          <p:spPr bwMode="auto">
            <a:xfrm>
              <a:off x="4198196" y="3944112"/>
              <a:ext cx="425115" cy="0"/>
            </a:xfrm>
            <a:prstGeom prst="line">
              <a:avLst/>
            </a:prstGeom>
            <a:noFill/>
            <a:ln w="28575">
              <a:solidFill>
                <a:srgbClr val="000000"/>
              </a:solidFill>
              <a:round/>
              <a:headEnd type="oval" w="sm" len="sm"/>
              <a:tailEnd/>
            </a:ln>
            <a:extLst>
              <a:ext uri="{909E8E84-426E-40DD-AFC4-6F175D3DCCD1}">
                <a14:hiddenFill xmlns:a14="http://schemas.microsoft.com/office/drawing/2010/main">
                  <a:noFill/>
                </a14:hiddenFill>
              </a:ext>
            </a:extLst>
          </p:spPr>
          <p:txBody>
            <a:bodyPr/>
            <a:lstStyle/>
            <a:p>
              <a:endParaRPr lang="en-US"/>
            </a:p>
          </p:txBody>
        </p:sp>
        <p:sp>
          <p:nvSpPr>
            <p:cNvPr id="3100" name="AutoShape 28">
              <a:extLst>
                <a:ext uri="{FF2B5EF4-FFF2-40B4-BE49-F238E27FC236}">
                  <a16:creationId xmlns:a16="http://schemas.microsoft.com/office/drawing/2014/main" id="{FC583310-4CC8-4D16-A0CA-6825697A890D}"/>
                </a:ext>
              </a:extLst>
            </p:cNvPr>
            <p:cNvSpPr>
              <a:spLocks noChangeArrowheads="1"/>
            </p:cNvSpPr>
            <p:nvPr/>
          </p:nvSpPr>
          <p:spPr bwMode="auto">
            <a:xfrm rot="16200000">
              <a:off x="4315701" y="3680364"/>
              <a:ext cx="1012662" cy="369887"/>
            </a:xfrm>
            <a:custGeom>
              <a:avLst/>
              <a:gdLst>
                <a:gd name="G0" fmla="+- 5400 0 0"/>
                <a:gd name="G1" fmla="+- 21600 0 5400"/>
                <a:gd name="G2" fmla="*/ 5400 1 2"/>
                <a:gd name="G3" fmla="+- 21600 0 G2"/>
                <a:gd name="G4" fmla="+/ 5400 21600 2"/>
                <a:gd name="G5" fmla="+/ G1 0 2"/>
                <a:gd name="G6" fmla="*/ 21600 21600 5400"/>
                <a:gd name="G7" fmla="*/ G6 1 2"/>
                <a:gd name="G8" fmla="+- 21600 0 G7"/>
                <a:gd name="G9" fmla="*/ 21600 1 2"/>
                <a:gd name="G10" fmla="+- 5400 0 G9"/>
                <a:gd name="G11" fmla="?: G10 G8 0"/>
                <a:gd name="G12" fmla="?: G10 G7 21600"/>
                <a:gd name="T0" fmla="*/ 18900 w 21600"/>
                <a:gd name="T1" fmla="*/ 10800 h 21600"/>
                <a:gd name="T2" fmla="*/ 10800 w 21600"/>
                <a:gd name="T3" fmla="*/ 21600 h 21600"/>
                <a:gd name="T4" fmla="*/ 2700 w 21600"/>
                <a:gd name="T5" fmla="*/ 10800 h 21600"/>
                <a:gd name="T6" fmla="*/ 10800 w 21600"/>
                <a:gd name="T7" fmla="*/ 0 h 21600"/>
                <a:gd name="T8" fmla="*/ 4500 w 21600"/>
                <a:gd name="T9" fmla="*/ 4500 h 21600"/>
                <a:gd name="T10" fmla="*/ 17100 w 21600"/>
                <a:gd name="T11" fmla="*/ 17100 h 21600"/>
              </a:gdLst>
              <a:ahLst/>
              <a:cxnLst>
                <a:cxn ang="0">
                  <a:pos x="T0" y="T1"/>
                </a:cxn>
                <a:cxn ang="0">
                  <a:pos x="T2" y="T3"/>
                </a:cxn>
                <a:cxn ang="0">
                  <a:pos x="T4" y="T5"/>
                </a:cxn>
                <a:cxn ang="0">
                  <a:pos x="T6" y="T7"/>
                </a:cxn>
              </a:cxnLst>
              <a:rect l="T8" t="T9" r="T10" b="T11"/>
              <a:pathLst>
                <a:path w="21600" h="21600">
                  <a:moveTo>
                    <a:pt x="0" y="0"/>
                  </a:moveTo>
                  <a:lnTo>
                    <a:pt x="5400" y="21600"/>
                  </a:lnTo>
                  <a:lnTo>
                    <a:pt x="16200" y="21600"/>
                  </a:lnTo>
                  <a:lnTo>
                    <a:pt x="21600" y="0"/>
                  </a:lnTo>
                  <a:close/>
                </a:path>
              </a:pathLst>
            </a:custGeom>
            <a:solidFill>
              <a:schemeClr val="accent1">
                <a:lumMod val="60000"/>
                <a:lumOff val="40000"/>
              </a:schemeClr>
            </a:solidFill>
            <a:ln w="28575">
              <a:solidFill>
                <a:srgbClr val="000000"/>
              </a:solidFill>
              <a:miter lim="800000"/>
              <a:headEnd/>
              <a:tailEnd/>
            </a:ln>
          </p:spPr>
          <p:txBody>
            <a:bodyPr/>
            <a:lstStyle/>
            <a:p>
              <a:pPr eaLnBrk="1" hangingPunct="1">
                <a:defRPr/>
              </a:pPr>
              <a:endParaRPr lang="en-GB" sz="1600"/>
            </a:p>
          </p:txBody>
        </p:sp>
        <p:sp>
          <p:nvSpPr>
            <p:cNvPr id="56350" name="Text Box 29">
              <a:extLst>
                <a:ext uri="{FF2B5EF4-FFF2-40B4-BE49-F238E27FC236}">
                  <a16:creationId xmlns:a16="http://schemas.microsoft.com/office/drawing/2014/main" id="{D5E6DDDD-118B-984D-C7A8-690CA7362694}"/>
                </a:ext>
              </a:extLst>
            </p:cNvPr>
            <p:cNvSpPr txBox="1">
              <a:spLocks noChangeArrowheads="1"/>
            </p:cNvSpPr>
            <p:nvPr/>
          </p:nvSpPr>
          <p:spPr bwMode="auto">
            <a:xfrm>
              <a:off x="4591635" y="3368493"/>
              <a:ext cx="285910" cy="3909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Aft>
                  <a:spcPts val="1000"/>
                </a:spcAft>
              </a:pPr>
              <a:r>
                <a:rPr lang="en-US" altLang="en-US" sz="1600"/>
                <a:t>0</a:t>
              </a:r>
            </a:p>
          </p:txBody>
        </p:sp>
        <p:sp>
          <p:nvSpPr>
            <p:cNvPr id="56351" name="Text Box 30">
              <a:extLst>
                <a:ext uri="{FF2B5EF4-FFF2-40B4-BE49-F238E27FC236}">
                  <a16:creationId xmlns:a16="http://schemas.microsoft.com/office/drawing/2014/main" id="{CD867B87-ABF8-CA78-8584-A42376E088A9}"/>
                </a:ext>
              </a:extLst>
            </p:cNvPr>
            <p:cNvSpPr txBox="1">
              <a:spLocks noChangeArrowheads="1"/>
            </p:cNvSpPr>
            <p:nvPr/>
          </p:nvSpPr>
          <p:spPr bwMode="auto">
            <a:xfrm>
              <a:off x="4591635" y="3589095"/>
              <a:ext cx="429282" cy="3427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Aft>
                  <a:spcPts val="1000"/>
                </a:spcAft>
              </a:pPr>
              <a:r>
                <a:rPr lang="en-US" altLang="en-US" sz="1600"/>
                <a:t>1</a:t>
              </a:r>
            </a:p>
          </p:txBody>
        </p:sp>
        <p:sp>
          <p:nvSpPr>
            <p:cNvPr id="56352" name="Text Box 31">
              <a:extLst>
                <a:ext uri="{FF2B5EF4-FFF2-40B4-BE49-F238E27FC236}">
                  <a16:creationId xmlns:a16="http://schemas.microsoft.com/office/drawing/2014/main" id="{73CEC7CE-5667-67CB-FD39-B7BF4461F9FA}"/>
                </a:ext>
              </a:extLst>
            </p:cNvPr>
            <p:cNvSpPr txBox="1">
              <a:spLocks noChangeArrowheads="1"/>
            </p:cNvSpPr>
            <p:nvPr/>
          </p:nvSpPr>
          <p:spPr bwMode="auto">
            <a:xfrm>
              <a:off x="4591635" y="3789177"/>
              <a:ext cx="285910" cy="3252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Aft>
                  <a:spcPts val="1000"/>
                </a:spcAft>
              </a:pPr>
              <a:r>
                <a:rPr lang="en-US" altLang="en-US" sz="1600"/>
                <a:t>2</a:t>
              </a:r>
            </a:p>
          </p:txBody>
        </p:sp>
        <p:sp>
          <p:nvSpPr>
            <p:cNvPr id="56353" name="Text Box 32">
              <a:extLst>
                <a:ext uri="{FF2B5EF4-FFF2-40B4-BE49-F238E27FC236}">
                  <a16:creationId xmlns:a16="http://schemas.microsoft.com/office/drawing/2014/main" id="{7321177D-345B-5D44-79BE-603BD4FADC17}"/>
                </a:ext>
              </a:extLst>
            </p:cNvPr>
            <p:cNvSpPr txBox="1">
              <a:spLocks noChangeArrowheads="1"/>
            </p:cNvSpPr>
            <p:nvPr/>
          </p:nvSpPr>
          <p:spPr bwMode="auto">
            <a:xfrm>
              <a:off x="4591635" y="3969763"/>
              <a:ext cx="285910" cy="3211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Aft>
                  <a:spcPts val="1000"/>
                </a:spcAft>
              </a:pPr>
              <a:r>
                <a:rPr lang="en-US" altLang="en-US" sz="1600"/>
                <a:t>3</a:t>
              </a:r>
            </a:p>
          </p:txBody>
        </p:sp>
        <p:sp>
          <p:nvSpPr>
            <p:cNvPr id="56354" name="Line 33">
              <a:extLst>
                <a:ext uri="{FF2B5EF4-FFF2-40B4-BE49-F238E27FC236}">
                  <a16:creationId xmlns:a16="http://schemas.microsoft.com/office/drawing/2014/main" id="{18E4A6A1-A6A6-A41E-B118-F372203193EA}"/>
                </a:ext>
              </a:extLst>
            </p:cNvPr>
            <p:cNvSpPr>
              <a:spLocks noChangeShapeType="1"/>
            </p:cNvSpPr>
            <p:nvPr/>
          </p:nvSpPr>
          <p:spPr bwMode="auto">
            <a:xfrm>
              <a:off x="6469641" y="3882548"/>
              <a:ext cx="198387"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06" name="AutoShape 34">
              <a:extLst>
                <a:ext uri="{FF2B5EF4-FFF2-40B4-BE49-F238E27FC236}">
                  <a16:creationId xmlns:a16="http://schemas.microsoft.com/office/drawing/2014/main" id="{D921B1A7-5043-4E81-85AF-C28885B624BA}"/>
                </a:ext>
              </a:extLst>
            </p:cNvPr>
            <p:cNvSpPr>
              <a:spLocks noChangeArrowheads="1"/>
            </p:cNvSpPr>
            <p:nvPr/>
          </p:nvSpPr>
          <p:spPr bwMode="auto">
            <a:xfrm rot="16200000">
              <a:off x="5780963" y="3708935"/>
              <a:ext cx="1012662" cy="369888"/>
            </a:xfrm>
            <a:custGeom>
              <a:avLst/>
              <a:gdLst>
                <a:gd name="G0" fmla="+- 5400 0 0"/>
                <a:gd name="G1" fmla="+- 21600 0 5400"/>
                <a:gd name="G2" fmla="*/ 5400 1 2"/>
                <a:gd name="G3" fmla="+- 21600 0 G2"/>
                <a:gd name="G4" fmla="+/ 5400 21600 2"/>
                <a:gd name="G5" fmla="+/ G1 0 2"/>
                <a:gd name="G6" fmla="*/ 21600 21600 5400"/>
                <a:gd name="G7" fmla="*/ G6 1 2"/>
                <a:gd name="G8" fmla="+- 21600 0 G7"/>
                <a:gd name="G9" fmla="*/ 21600 1 2"/>
                <a:gd name="G10" fmla="+- 5400 0 G9"/>
                <a:gd name="G11" fmla="?: G10 G8 0"/>
                <a:gd name="G12" fmla="?: G10 G7 21600"/>
                <a:gd name="T0" fmla="*/ 18900 w 21600"/>
                <a:gd name="T1" fmla="*/ 10800 h 21600"/>
                <a:gd name="T2" fmla="*/ 10800 w 21600"/>
                <a:gd name="T3" fmla="*/ 21600 h 21600"/>
                <a:gd name="T4" fmla="*/ 2700 w 21600"/>
                <a:gd name="T5" fmla="*/ 10800 h 21600"/>
                <a:gd name="T6" fmla="*/ 10800 w 21600"/>
                <a:gd name="T7" fmla="*/ 0 h 21600"/>
                <a:gd name="T8" fmla="*/ 4500 w 21600"/>
                <a:gd name="T9" fmla="*/ 4500 h 21600"/>
                <a:gd name="T10" fmla="*/ 17100 w 21600"/>
                <a:gd name="T11" fmla="*/ 17100 h 21600"/>
              </a:gdLst>
              <a:ahLst/>
              <a:cxnLst>
                <a:cxn ang="0">
                  <a:pos x="T0" y="T1"/>
                </a:cxn>
                <a:cxn ang="0">
                  <a:pos x="T2" y="T3"/>
                </a:cxn>
                <a:cxn ang="0">
                  <a:pos x="T4" y="T5"/>
                </a:cxn>
                <a:cxn ang="0">
                  <a:pos x="T6" y="T7"/>
                </a:cxn>
              </a:cxnLst>
              <a:rect l="T8" t="T9" r="T10" b="T11"/>
              <a:pathLst>
                <a:path w="21600" h="21600">
                  <a:moveTo>
                    <a:pt x="0" y="0"/>
                  </a:moveTo>
                  <a:lnTo>
                    <a:pt x="5400" y="21600"/>
                  </a:lnTo>
                  <a:lnTo>
                    <a:pt x="16200" y="21600"/>
                  </a:lnTo>
                  <a:lnTo>
                    <a:pt x="21600" y="0"/>
                  </a:lnTo>
                  <a:close/>
                </a:path>
              </a:pathLst>
            </a:custGeom>
            <a:solidFill>
              <a:schemeClr val="accent1">
                <a:lumMod val="60000"/>
                <a:lumOff val="40000"/>
              </a:schemeClr>
            </a:solidFill>
            <a:ln w="28575">
              <a:solidFill>
                <a:srgbClr val="000000"/>
              </a:solidFill>
              <a:miter lim="800000"/>
              <a:headEnd/>
              <a:tailEnd/>
            </a:ln>
          </p:spPr>
          <p:txBody>
            <a:bodyPr/>
            <a:lstStyle/>
            <a:p>
              <a:pPr eaLnBrk="1" hangingPunct="1">
                <a:defRPr/>
              </a:pPr>
              <a:endParaRPr lang="en-GB" sz="1600"/>
            </a:p>
          </p:txBody>
        </p:sp>
        <p:sp>
          <p:nvSpPr>
            <p:cNvPr id="56356" name="Text Box 35">
              <a:extLst>
                <a:ext uri="{FF2B5EF4-FFF2-40B4-BE49-F238E27FC236}">
                  <a16:creationId xmlns:a16="http://schemas.microsoft.com/office/drawing/2014/main" id="{E78CCBAA-1A5B-0E07-6FAE-8FE2923C2F6B}"/>
                </a:ext>
              </a:extLst>
            </p:cNvPr>
            <p:cNvSpPr txBox="1">
              <a:spLocks noChangeArrowheads="1"/>
            </p:cNvSpPr>
            <p:nvPr/>
          </p:nvSpPr>
          <p:spPr bwMode="auto">
            <a:xfrm>
              <a:off x="6057864" y="3426978"/>
              <a:ext cx="285910" cy="3909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Aft>
                  <a:spcPts val="1000"/>
                </a:spcAft>
              </a:pPr>
              <a:r>
                <a:rPr lang="en-US" altLang="en-US" sz="1600"/>
                <a:t>0</a:t>
              </a:r>
            </a:p>
          </p:txBody>
        </p:sp>
        <p:sp>
          <p:nvSpPr>
            <p:cNvPr id="56357" name="Text Box 36">
              <a:extLst>
                <a:ext uri="{FF2B5EF4-FFF2-40B4-BE49-F238E27FC236}">
                  <a16:creationId xmlns:a16="http://schemas.microsoft.com/office/drawing/2014/main" id="{8549B9FA-2BD6-02A8-5904-AD594A7C6144}"/>
                </a:ext>
              </a:extLst>
            </p:cNvPr>
            <p:cNvSpPr txBox="1">
              <a:spLocks noChangeArrowheads="1"/>
            </p:cNvSpPr>
            <p:nvPr/>
          </p:nvSpPr>
          <p:spPr bwMode="auto">
            <a:xfrm>
              <a:off x="6055363" y="3601408"/>
              <a:ext cx="428449" cy="3427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Aft>
                  <a:spcPts val="1000"/>
                </a:spcAft>
              </a:pPr>
              <a:r>
                <a:rPr lang="en-US" altLang="en-US" sz="1600"/>
                <a:t>1</a:t>
              </a:r>
            </a:p>
          </p:txBody>
        </p:sp>
        <p:sp>
          <p:nvSpPr>
            <p:cNvPr id="56358" name="Text Box 37">
              <a:extLst>
                <a:ext uri="{FF2B5EF4-FFF2-40B4-BE49-F238E27FC236}">
                  <a16:creationId xmlns:a16="http://schemas.microsoft.com/office/drawing/2014/main" id="{1A834FDC-92E9-ABE5-9F60-89C8F86EAD71}"/>
                </a:ext>
              </a:extLst>
            </p:cNvPr>
            <p:cNvSpPr txBox="1">
              <a:spLocks noChangeArrowheads="1"/>
            </p:cNvSpPr>
            <p:nvPr/>
          </p:nvSpPr>
          <p:spPr bwMode="auto">
            <a:xfrm>
              <a:off x="6057864" y="3786099"/>
              <a:ext cx="285910" cy="3252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Aft>
                  <a:spcPts val="1000"/>
                </a:spcAft>
              </a:pPr>
              <a:r>
                <a:rPr lang="en-US" altLang="en-US" sz="1600"/>
                <a:t>2</a:t>
              </a:r>
            </a:p>
          </p:txBody>
        </p:sp>
        <p:sp>
          <p:nvSpPr>
            <p:cNvPr id="56359" name="Text Box 38">
              <a:extLst>
                <a:ext uri="{FF2B5EF4-FFF2-40B4-BE49-F238E27FC236}">
                  <a16:creationId xmlns:a16="http://schemas.microsoft.com/office/drawing/2014/main" id="{5C5156F0-DAFE-8332-8AA9-E04BBE849928}"/>
                </a:ext>
              </a:extLst>
            </p:cNvPr>
            <p:cNvSpPr txBox="1">
              <a:spLocks noChangeArrowheads="1"/>
            </p:cNvSpPr>
            <p:nvPr/>
          </p:nvSpPr>
          <p:spPr bwMode="auto">
            <a:xfrm>
              <a:off x="6042860" y="3997467"/>
              <a:ext cx="285910" cy="3488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Aft>
                  <a:spcPts val="1000"/>
                </a:spcAft>
              </a:pPr>
              <a:r>
                <a:rPr lang="en-US" altLang="en-US" sz="1600"/>
                <a:t>3</a:t>
              </a:r>
            </a:p>
          </p:txBody>
        </p:sp>
        <p:sp>
          <p:nvSpPr>
            <p:cNvPr id="3111" name="AutoShape 39">
              <a:extLst>
                <a:ext uri="{FF2B5EF4-FFF2-40B4-BE49-F238E27FC236}">
                  <a16:creationId xmlns:a16="http://schemas.microsoft.com/office/drawing/2014/main" id="{357963FF-3CF4-4376-B5CA-65954B232CBD}"/>
                </a:ext>
              </a:extLst>
            </p:cNvPr>
            <p:cNvSpPr>
              <a:spLocks noChangeArrowheads="1"/>
            </p:cNvSpPr>
            <p:nvPr/>
          </p:nvSpPr>
          <p:spPr bwMode="auto">
            <a:xfrm rot="16200000">
              <a:off x="1251826" y="3640684"/>
              <a:ext cx="1012662" cy="369887"/>
            </a:xfrm>
            <a:custGeom>
              <a:avLst/>
              <a:gdLst>
                <a:gd name="G0" fmla="+- 5400 0 0"/>
                <a:gd name="G1" fmla="+- 21600 0 5400"/>
                <a:gd name="G2" fmla="*/ 5400 1 2"/>
                <a:gd name="G3" fmla="+- 21600 0 G2"/>
                <a:gd name="G4" fmla="+/ 5400 21600 2"/>
                <a:gd name="G5" fmla="+/ G1 0 2"/>
                <a:gd name="G6" fmla="*/ 21600 21600 5400"/>
                <a:gd name="G7" fmla="*/ G6 1 2"/>
                <a:gd name="G8" fmla="+- 21600 0 G7"/>
                <a:gd name="G9" fmla="*/ 21600 1 2"/>
                <a:gd name="G10" fmla="+- 5400 0 G9"/>
                <a:gd name="G11" fmla="?: G10 G8 0"/>
                <a:gd name="G12" fmla="?: G10 G7 21600"/>
                <a:gd name="T0" fmla="*/ 18900 w 21600"/>
                <a:gd name="T1" fmla="*/ 10800 h 21600"/>
                <a:gd name="T2" fmla="*/ 10800 w 21600"/>
                <a:gd name="T3" fmla="*/ 21600 h 21600"/>
                <a:gd name="T4" fmla="*/ 2700 w 21600"/>
                <a:gd name="T5" fmla="*/ 10800 h 21600"/>
                <a:gd name="T6" fmla="*/ 10800 w 21600"/>
                <a:gd name="T7" fmla="*/ 0 h 21600"/>
                <a:gd name="T8" fmla="*/ 4500 w 21600"/>
                <a:gd name="T9" fmla="*/ 4500 h 21600"/>
                <a:gd name="T10" fmla="*/ 17100 w 21600"/>
                <a:gd name="T11" fmla="*/ 17100 h 21600"/>
              </a:gdLst>
              <a:ahLst/>
              <a:cxnLst>
                <a:cxn ang="0">
                  <a:pos x="T0" y="T1"/>
                </a:cxn>
                <a:cxn ang="0">
                  <a:pos x="T2" y="T3"/>
                </a:cxn>
                <a:cxn ang="0">
                  <a:pos x="T4" y="T5"/>
                </a:cxn>
                <a:cxn ang="0">
                  <a:pos x="T6" y="T7"/>
                </a:cxn>
              </a:cxnLst>
              <a:rect l="T8" t="T9" r="T10" b="T11"/>
              <a:pathLst>
                <a:path w="21600" h="21600">
                  <a:moveTo>
                    <a:pt x="0" y="0"/>
                  </a:moveTo>
                  <a:lnTo>
                    <a:pt x="5400" y="21600"/>
                  </a:lnTo>
                  <a:lnTo>
                    <a:pt x="16200" y="21600"/>
                  </a:lnTo>
                  <a:lnTo>
                    <a:pt x="21600" y="0"/>
                  </a:lnTo>
                  <a:close/>
                </a:path>
              </a:pathLst>
            </a:custGeom>
            <a:solidFill>
              <a:schemeClr val="accent1">
                <a:lumMod val="60000"/>
                <a:lumOff val="40000"/>
              </a:schemeClr>
            </a:solidFill>
            <a:ln w="28575">
              <a:solidFill>
                <a:srgbClr val="000000"/>
              </a:solidFill>
              <a:miter lim="800000"/>
              <a:headEnd/>
              <a:tailEnd/>
            </a:ln>
          </p:spPr>
          <p:txBody>
            <a:bodyPr/>
            <a:lstStyle/>
            <a:p>
              <a:pPr eaLnBrk="1" hangingPunct="1">
                <a:defRPr/>
              </a:pPr>
              <a:endParaRPr lang="en-GB" sz="1600"/>
            </a:p>
          </p:txBody>
        </p:sp>
        <p:sp>
          <p:nvSpPr>
            <p:cNvPr id="56361" name="Text Box 40">
              <a:extLst>
                <a:ext uri="{FF2B5EF4-FFF2-40B4-BE49-F238E27FC236}">
                  <a16:creationId xmlns:a16="http://schemas.microsoft.com/office/drawing/2014/main" id="{0D50E0F4-729C-7A9A-94B8-D0225F911D79}"/>
                </a:ext>
              </a:extLst>
            </p:cNvPr>
            <p:cNvSpPr txBox="1">
              <a:spLocks noChangeArrowheads="1"/>
            </p:cNvSpPr>
            <p:nvPr/>
          </p:nvSpPr>
          <p:spPr bwMode="auto">
            <a:xfrm>
              <a:off x="1529142" y="3387988"/>
              <a:ext cx="285910" cy="3909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Aft>
                  <a:spcPts val="1000"/>
                </a:spcAft>
              </a:pPr>
              <a:r>
                <a:rPr lang="en-US" altLang="en-US" sz="1600"/>
                <a:t>0</a:t>
              </a:r>
            </a:p>
          </p:txBody>
        </p:sp>
        <p:sp>
          <p:nvSpPr>
            <p:cNvPr id="56362" name="Text Box 41">
              <a:extLst>
                <a:ext uri="{FF2B5EF4-FFF2-40B4-BE49-F238E27FC236}">
                  <a16:creationId xmlns:a16="http://schemas.microsoft.com/office/drawing/2014/main" id="{0112826B-6E55-4B51-CCB0-FD9EA7EACB06}"/>
                </a:ext>
              </a:extLst>
            </p:cNvPr>
            <p:cNvSpPr txBox="1">
              <a:spLocks noChangeArrowheads="1"/>
            </p:cNvSpPr>
            <p:nvPr/>
          </p:nvSpPr>
          <p:spPr bwMode="auto">
            <a:xfrm>
              <a:off x="1529142" y="3580887"/>
              <a:ext cx="429282" cy="3427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Aft>
                  <a:spcPts val="1000"/>
                </a:spcAft>
              </a:pPr>
              <a:r>
                <a:rPr lang="en-US" altLang="en-US" sz="1600"/>
                <a:t>1</a:t>
              </a:r>
            </a:p>
          </p:txBody>
        </p:sp>
        <p:sp>
          <p:nvSpPr>
            <p:cNvPr id="56363" name="Text Box 42">
              <a:extLst>
                <a:ext uri="{FF2B5EF4-FFF2-40B4-BE49-F238E27FC236}">
                  <a16:creationId xmlns:a16="http://schemas.microsoft.com/office/drawing/2014/main" id="{8C2864D8-1839-0D94-3D94-1FBB27DDBFE9}"/>
                </a:ext>
              </a:extLst>
            </p:cNvPr>
            <p:cNvSpPr txBox="1">
              <a:spLocks noChangeArrowheads="1"/>
            </p:cNvSpPr>
            <p:nvPr/>
          </p:nvSpPr>
          <p:spPr bwMode="auto">
            <a:xfrm>
              <a:off x="1529142" y="3762499"/>
              <a:ext cx="285910" cy="3252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Aft>
                  <a:spcPts val="1000"/>
                </a:spcAft>
              </a:pPr>
              <a:r>
                <a:rPr lang="en-US" altLang="en-US" sz="1600"/>
                <a:t>2</a:t>
              </a:r>
            </a:p>
          </p:txBody>
        </p:sp>
        <p:sp>
          <p:nvSpPr>
            <p:cNvPr id="56364" name="Text Box 43">
              <a:extLst>
                <a:ext uri="{FF2B5EF4-FFF2-40B4-BE49-F238E27FC236}">
                  <a16:creationId xmlns:a16="http://schemas.microsoft.com/office/drawing/2014/main" id="{1814D007-17D9-2EC3-79BA-1F3B50E25C67}"/>
                </a:ext>
              </a:extLst>
            </p:cNvPr>
            <p:cNvSpPr txBox="1">
              <a:spLocks noChangeArrowheads="1"/>
            </p:cNvSpPr>
            <p:nvPr/>
          </p:nvSpPr>
          <p:spPr bwMode="auto">
            <a:xfrm>
              <a:off x="1529142" y="3927695"/>
              <a:ext cx="285910" cy="363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Aft>
                  <a:spcPts val="1000"/>
                </a:spcAft>
              </a:pPr>
              <a:r>
                <a:rPr lang="en-US" altLang="en-US" sz="1600"/>
                <a:t>3</a:t>
              </a:r>
            </a:p>
          </p:txBody>
        </p:sp>
        <p:sp>
          <p:nvSpPr>
            <p:cNvPr id="56365" name="Line 44">
              <a:extLst>
                <a:ext uri="{FF2B5EF4-FFF2-40B4-BE49-F238E27FC236}">
                  <a16:creationId xmlns:a16="http://schemas.microsoft.com/office/drawing/2014/main" id="{2C13E332-2264-D634-F81D-786DB7B13BA1}"/>
                </a:ext>
              </a:extLst>
            </p:cNvPr>
            <p:cNvSpPr>
              <a:spLocks noChangeShapeType="1"/>
            </p:cNvSpPr>
            <p:nvPr/>
          </p:nvSpPr>
          <p:spPr bwMode="auto">
            <a:xfrm>
              <a:off x="1380769" y="3919487"/>
              <a:ext cx="189218" cy="0"/>
            </a:xfrm>
            <a:prstGeom prst="line">
              <a:avLst/>
            </a:prstGeom>
            <a:noFill/>
            <a:ln w="28575">
              <a:solidFill>
                <a:srgbClr val="000000"/>
              </a:solidFill>
              <a:round/>
              <a:headEnd type="oval" w="sm" len="sm"/>
              <a:tailEnd/>
            </a:ln>
            <a:extLst>
              <a:ext uri="{909E8E84-426E-40DD-AFC4-6F175D3DCCD1}">
                <a14:hiddenFill xmlns:a14="http://schemas.microsoft.com/office/drawing/2010/main">
                  <a:noFill/>
                </a14:hiddenFill>
              </a:ext>
            </a:extLst>
          </p:spPr>
          <p:txBody>
            <a:bodyPr/>
            <a:lstStyle/>
            <a:p>
              <a:endParaRPr lang="en-US"/>
            </a:p>
          </p:txBody>
        </p:sp>
        <p:sp>
          <p:nvSpPr>
            <p:cNvPr id="56366" name="Line 45">
              <a:extLst>
                <a:ext uri="{FF2B5EF4-FFF2-40B4-BE49-F238E27FC236}">
                  <a16:creationId xmlns:a16="http://schemas.microsoft.com/office/drawing/2014/main" id="{7A99DA07-FC69-8786-DFEF-30F47131EDE4}"/>
                </a:ext>
              </a:extLst>
            </p:cNvPr>
            <p:cNvSpPr>
              <a:spLocks noChangeShapeType="1"/>
            </p:cNvSpPr>
            <p:nvPr/>
          </p:nvSpPr>
          <p:spPr bwMode="auto">
            <a:xfrm flipH="1">
              <a:off x="1377435" y="4100073"/>
              <a:ext cx="189218"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367" name="Text Box 46">
              <a:extLst>
                <a:ext uri="{FF2B5EF4-FFF2-40B4-BE49-F238E27FC236}">
                  <a16:creationId xmlns:a16="http://schemas.microsoft.com/office/drawing/2014/main" id="{C374CFD4-EA7B-BCCB-C105-8B5A77198215}"/>
                </a:ext>
              </a:extLst>
            </p:cNvPr>
            <p:cNvSpPr txBox="1">
              <a:spLocks noChangeArrowheads="1"/>
            </p:cNvSpPr>
            <p:nvPr/>
          </p:nvSpPr>
          <p:spPr bwMode="auto">
            <a:xfrm>
              <a:off x="2100963" y="3640398"/>
              <a:ext cx="429282" cy="5017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Aft>
                  <a:spcPts val="1000"/>
                </a:spcAft>
              </a:pPr>
              <a:r>
                <a:rPr lang="en-US" altLang="en-US" sz="1600"/>
                <a:t>y3</a:t>
              </a:r>
            </a:p>
          </p:txBody>
        </p:sp>
        <p:sp>
          <p:nvSpPr>
            <p:cNvPr id="56368" name="Line 47">
              <a:extLst>
                <a:ext uri="{FF2B5EF4-FFF2-40B4-BE49-F238E27FC236}">
                  <a16:creationId xmlns:a16="http://schemas.microsoft.com/office/drawing/2014/main" id="{811FBBDF-4E21-56A9-08FB-9813244C3319}"/>
                </a:ext>
              </a:extLst>
            </p:cNvPr>
            <p:cNvSpPr>
              <a:spLocks noChangeShapeType="1"/>
            </p:cNvSpPr>
            <p:nvPr/>
          </p:nvSpPr>
          <p:spPr bwMode="auto">
            <a:xfrm>
              <a:off x="3495506" y="3877418"/>
              <a:ext cx="19755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369" name="Text Box 48">
              <a:extLst>
                <a:ext uri="{FF2B5EF4-FFF2-40B4-BE49-F238E27FC236}">
                  <a16:creationId xmlns:a16="http://schemas.microsoft.com/office/drawing/2014/main" id="{5CE66AF7-DA0F-3B94-C301-2698E0F3CB0D}"/>
                </a:ext>
              </a:extLst>
            </p:cNvPr>
            <p:cNvSpPr txBox="1">
              <a:spLocks noChangeArrowheads="1"/>
            </p:cNvSpPr>
            <p:nvPr/>
          </p:nvSpPr>
          <p:spPr bwMode="auto">
            <a:xfrm>
              <a:off x="3638044" y="3681441"/>
              <a:ext cx="429282" cy="5017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Aft>
                  <a:spcPts val="1000"/>
                </a:spcAft>
              </a:pPr>
              <a:r>
                <a:rPr lang="en-US" altLang="en-US" sz="1600"/>
                <a:t>y2</a:t>
              </a:r>
            </a:p>
          </p:txBody>
        </p:sp>
        <p:sp>
          <p:nvSpPr>
            <p:cNvPr id="56370" name="Line 49">
              <a:extLst>
                <a:ext uri="{FF2B5EF4-FFF2-40B4-BE49-F238E27FC236}">
                  <a16:creationId xmlns:a16="http://schemas.microsoft.com/office/drawing/2014/main" id="{F089420B-BE46-4F92-278B-66F2B0BC1D6F}"/>
                </a:ext>
              </a:extLst>
            </p:cNvPr>
            <p:cNvSpPr>
              <a:spLocks noChangeShapeType="1"/>
            </p:cNvSpPr>
            <p:nvPr/>
          </p:nvSpPr>
          <p:spPr bwMode="auto">
            <a:xfrm>
              <a:off x="5020917" y="3863053"/>
              <a:ext cx="197553"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371" name="Text Box 50">
              <a:extLst>
                <a:ext uri="{FF2B5EF4-FFF2-40B4-BE49-F238E27FC236}">
                  <a16:creationId xmlns:a16="http://schemas.microsoft.com/office/drawing/2014/main" id="{2672B776-7815-7C58-7ACB-94D68E89D81D}"/>
                </a:ext>
              </a:extLst>
            </p:cNvPr>
            <p:cNvSpPr txBox="1">
              <a:spLocks noChangeArrowheads="1"/>
            </p:cNvSpPr>
            <p:nvPr/>
          </p:nvSpPr>
          <p:spPr bwMode="auto">
            <a:xfrm>
              <a:off x="5149285" y="3668102"/>
              <a:ext cx="429282" cy="5017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Aft>
                  <a:spcPts val="1000"/>
                </a:spcAft>
              </a:pPr>
              <a:r>
                <a:rPr lang="en-US" altLang="en-US" sz="1600"/>
                <a:t>y1</a:t>
              </a:r>
            </a:p>
          </p:txBody>
        </p:sp>
        <p:sp>
          <p:nvSpPr>
            <p:cNvPr id="56372" name="Text Box 51">
              <a:extLst>
                <a:ext uri="{FF2B5EF4-FFF2-40B4-BE49-F238E27FC236}">
                  <a16:creationId xmlns:a16="http://schemas.microsoft.com/office/drawing/2014/main" id="{D5BCAB61-1B1D-C23C-1A63-43404A920452}"/>
                </a:ext>
              </a:extLst>
            </p:cNvPr>
            <p:cNvSpPr txBox="1">
              <a:spLocks noChangeArrowheads="1"/>
            </p:cNvSpPr>
            <p:nvPr/>
          </p:nvSpPr>
          <p:spPr bwMode="auto">
            <a:xfrm>
              <a:off x="6603844" y="3681441"/>
              <a:ext cx="429282" cy="5017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Aft>
                  <a:spcPts val="1000"/>
                </a:spcAft>
              </a:pPr>
              <a:r>
                <a:rPr lang="en-US" altLang="en-US" sz="1600"/>
                <a:t>y0</a:t>
              </a:r>
            </a:p>
          </p:txBody>
        </p:sp>
        <p:sp>
          <p:nvSpPr>
            <p:cNvPr id="56373" name="Line 52">
              <a:extLst>
                <a:ext uri="{FF2B5EF4-FFF2-40B4-BE49-F238E27FC236}">
                  <a16:creationId xmlns:a16="http://schemas.microsoft.com/office/drawing/2014/main" id="{8D602535-AE83-C69F-A62E-E07F4460E1EF}"/>
                </a:ext>
              </a:extLst>
            </p:cNvPr>
            <p:cNvSpPr>
              <a:spLocks noChangeShapeType="1"/>
            </p:cNvSpPr>
            <p:nvPr/>
          </p:nvSpPr>
          <p:spPr bwMode="auto">
            <a:xfrm>
              <a:off x="4486607" y="2884193"/>
              <a:ext cx="0" cy="697720"/>
            </a:xfrm>
            <a:prstGeom prst="line">
              <a:avLst/>
            </a:prstGeom>
            <a:noFill/>
            <a:ln w="28575">
              <a:solidFill>
                <a:srgbClr val="000000"/>
              </a:solidFill>
              <a:round/>
              <a:headEnd type="none" w="sm" len="sm"/>
              <a:tailEnd/>
            </a:ln>
            <a:extLst>
              <a:ext uri="{909E8E84-426E-40DD-AFC4-6F175D3DCCD1}">
                <a14:hiddenFill xmlns:a14="http://schemas.microsoft.com/office/drawing/2010/main">
                  <a:noFill/>
                </a14:hiddenFill>
              </a:ext>
            </a:extLst>
          </p:spPr>
          <p:txBody>
            <a:bodyPr/>
            <a:lstStyle/>
            <a:p>
              <a:endParaRPr lang="en-US"/>
            </a:p>
          </p:txBody>
        </p:sp>
        <p:sp>
          <p:nvSpPr>
            <p:cNvPr id="56374" name="Line 53">
              <a:extLst>
                <a:ext uri="{FF2B5EF4-FFF2-40B4-BE49-F238E27FC236}">
                  <a16:creationId xmlns:a16="http://schemas.microsoft.com/office/drawing/2014/main" id="{00D7FAF2-7E3A-1208-0EB6-0BE0E38AF01C}"/>
                </a:ext>
              </a:extLst>
            </p:cNvPr>
            <p:cNvSpPr>
              <a:spLocks noChangeShapeType="1"/>
            </p:cNvSpPr>
            <p:nvPr/>
          </p:nvSpPr>
          <p:spPr bwMode="auto">
            <a:xfrm>
              <a:off x="5807796" y="3778916"/>
              <a:ext cx="28341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375" name="Line 54">
              <a:extLst>
                <a:ext uri="{FF2B5EF4-FFF2-40B4-BE49-F238E27FC236}">
                  <a16:creationId xmlns:a16="http://schemas.microsoft.com/office/drawing/2014/main" id="{21A5C1BF-C4FB-8B02-9DD4-5C6C9B297A15}"/>
                </a:ext>
              </a:extLst>
            </p:cNvPr>
            <p:cNvSpPr>
              <a:spLocks noChangeShapeType="1"/>
            </p:cNvSpPr>
            <p:nvPr/>
          </p:nvSpPr>
          <p:spPr bwMode="auto">
            <a:xfrm>
              <a:off x="5664424" y="3960529"/>
              <a:ext cx="425115"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376" name="Line 55">
              <a:extLst>
                <a:ext uri="{FF2B5EF4-FFF2-40B4-BE49-F238E27FC236}">
                  <a16:creationId xmlns:a16="http://schemas.microsoft.com/office/drawing/2014/main" id="{A60C3417-9AF4-6F24-176D-801AFF2CC17D}"/>
                </a:ext>
              </a:extLst>
            </p:cNvPr>
            <p:cNvSpPr>
              <a:spLocks noChangeShapeType="1"/>
            </p:cNvSpPr>
            <p:nvPr/>
          </p:nvSpPr>
          <p:spPr bwMode="auto">
            <a:xfrm>
              <a:off x="5509382" y="4169845"/>
              <a:ext cx="590993"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377" name="Line 56">
              <a:extLst>
                <a:ext uri="{FF2B5EF4-FFF2-40B4-BE49-F238E27FC236}">
                  <a16:creationId xmlns:a16="http://schemas.microsoft.com/office/drawing/2014/main" id="{47ED9F32-5C0A-DDD2-A1FA-AA39053BA7D5}"/>
                </a:ext>
              </a:extLst>
            </p:cNvPr>
            <p:cNvSpPr>
              <a:spLocks noChangeShapeType="1"/>
            </p:cNvSpPr>
            <p:nvPr/>
          </p:nvSpPr>
          <p:spPr bwMode="auto">
            <a:xfrm>
              <a:off x="1826723" y="4153428"/>
              <a:ext cx="0" cy="425815"/>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378" name="Line 57">
              <a:extLst>
                <a:ext uri="{FF2B5EF4-FFF2-40B4-BE49-F238E27FC236}">
                  <a16:creationId xmlns:a16="http://schemas.microsoft.com/office/drawing/2014/main" id="{E319528B-C7DA-2E5C-E82F-EDC6ACFCB188}"/>
                </a:ext>
              </a:extLst>
            </p:cNvPr>
            <p:cNvSpPr>
              <a:spLocks noChangeShapeType="1"/>
            </p:cNvSpPr>
            <p:nvPr/>
          </p:nvSpPr>
          <p:spPr bwMode="auto">
            <a:xfrm>
              <a:off x="1826723" y="4585399"/>
              <a:ext cx="454956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379" name="Line 58">
              <a:extLst>
                <a:ext uri="{FF2B5EF4-FFF2-40B4-BE49-F238E27FC236}">
                  <a16:creationId xmlns:a16="http://schemas.microsoft.com/office/drawing/2014/main" id="{47435AE9-33C6-D95C-0109-69BFE6A01FAA}"/>
                </a:ext>
              </a:extLst>
            </p:cNvPr>
            <p:cNvSpPr>
              <a:spLocks noChangeShapeType="1"/>
            </p:cNvSpPr>
            <p:nvPr/>
          </p:nvSpPr>
          <p:spPr bwMode="auto">
            <a:xfrm flipV="1">
              <a:off x="6391287" y="4213966"/>
              <a:ext cx="0" cy="369381"/>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380" name="Line 59">
              <a:extLst>
                <a:ext uri="{FF2B5EF4-FFF2-40B4-BE49-F238E27FC236}">
                  <a16:creationId xmlns:a16="http://schemas.microsoft.com/office/drawing/2014/main" id="{588D5096-85FD-655E-865A-B280FF10D0ED}"/>
                </a:ext>
              </a:extLst>
            </p:cNvPr>
            <p:cNvSpPr>
              <a:spLocks noChangeShapeType="1"/>
            </p:cNvSpPr>
            <p:nvPr/>
          </p:nvSpPr>
          <p:spPr bwMode="auto">
            <a:xfrm flipV="1">
              <a:off x="4890049" y="4197549"/>
              <a:ext cx="0" cy="369381"/>
            </a:xfrm>
            <a:prstGeom prst="line">
              <a:avLst/>
            </a:prstGeom>
            <a:noFill/>
            <a:ln w="28575">
              <a:solidFill>
                <a:srgbClr val="000000"/>
              </a:solidFill>
              <a:round/>
              <a:headEnd type="oval" w="sm" len="sm"/>
              <a:tailEnd/>
            </a:ln>
            <a:extLst>
              <a:ext uri="{909E8E84-426E-40DD-AFC4-6F175D3DCCD1}">
                <a14:hiddenFill xmlns:a14="http://schemas.microsoft.com/office/drawing/2010/main">
                  <a:noFill/>
                </a14:hiddenFill>
              </a:ext>
            </a:extLst>
          </p:spPr>
          <p:txBody>
            <a:bodyPr/>
            <a:lstStyle/>
            <a:p>
              <a:endParaRPr lang="en-US"/>
            </a:p>
          </p:txBody>
        </p:sp>
        <p:sp>
          <p:nvSpPr>
            <p:cNvPr id="56381" name="Line 60">
              <a:extLst>
                <a:ext uri="{FF2B5EF4-FFF2-40B4-BE49-F238E27FC236}">
                  <a16:creationId xmlns:a16="http://schemas.microsoft.com/office/drawing/2014/main" id="{BEEB6A0F-7FFB-7DA1-6EE0-1E6CC9FA9708}"/>
                </a:ext>
              </a:extLst>
            </p:cNvPr>
            <p:cNvSpPr>
              <a:spLocks noChangeShapeType="1"/>
            </p:cNvSpPr>
            <p:nvPr/>
          </p:nvSpPr>
          <p:spPr bwMode="auto">
            <a:xfrm flipV="1">
              <a:off x="3376307" y="4211914"/>
              <a:ext cx="0" cy="368355"/>
            </a:xfrm>
            <a:prstGeom prst="line">
              <a:avLst/>
            </a:prstGeom>
            <a:noFill/>
            <a:ln w="28575">
              <a:solidFill>
                <a:srgbClr val="000000"/>
              </a:solidFill>
              <a:round/>
              <a:headEnd type="oval" w="sm" len="sm"/>
              <a:tailEnd/>
            </a:ln>
            <a:extLst>
              <a:ext uri="{909E8E84-426E-40DD-AFC4-6F175D3DCCD1}">
                <a14:hiddenFill xmlns:a14="http://schemas.microsoft.com/office/drawing/2010/main">
                  <a:noFill/>
                </a14:hiddenFill>
              </a:ext>
            </a:extLst>
          </p:spPr>
          <p:txBody>
            <a:bodyPr/>
            <a:lstStyle/>
            <a:p>
              <a:endParaRPr lang="en-US"/>
            </a:p>
          </p:txBody>
        </p:sp>
        <p:sp>
          <p:nvSpPr>
            <p:cNvPr id="56382" name="Line 61">
              <a:extLst>
                <a:ext uri="{FF2B5EF4-FFF2-40B4-BE49-F238E27FC236}">
                  <a16:creationId xmlns:a16="http://schemas.microsoft.com/office/drawing/2014/main" id="{BBAE3BC2-A765-B4B9-6133-C422D1954577}"/>
                </a:ext>
              </a:extLst>
            </p:cNvPr>
            <p:cNvSpPr>
              <a:spLocks noChangeShapeType="1"/>
            </p:cNvSpPr>
            <p:nvPr/>
          </p:nvSpPr>
          <p:spPr bwMode="auto">
            <a:xfrm>
              <a:off x="1695854" y="4252956"/>
              <a:ext cx="0" cy="510978"/>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383" name="Line 62">
              <a:extLst>
                <a:ext uri="{FF2B5EF4-FFF2-40B4-BE49-F238E27FC236}">
                  <a16:creationId xmlns:a16="http://schemas.microsoft.com/office/drawing/2014/main" id="{709FBD85-94DD-DDDB-BFE0-EDEB4E839695}"/>
                </a:ext>
              </a:extLst>
            </p:cNvPr>
            <p:cNvSpPr>
              <a:spLocks noChangeShapeType="1"/>
            </p:cNvSpPr>
            <p:nvPr/>
          </p:nvSpPr>
          <p:spPr bwMode="auto">
            <a:xfrm>
              <a:off x="1695854" y="4772142"/>
              <a:ext cx="4567898"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384" name="Line 63">
              <a:extLst>
                <a:ext uri="{FF2B5EF4-FFF2-40B4-BE49-F238E27FC236}">
                  <a16:creationId xmlns:a16="http://schemas.microsoft.com/office/drawing/2014/main" id="{972AF868-7D48-B9C8-5274-15F962DC2517}"/>
                </a:ext>
              </a:extLst>
            </p:cNvPr>
            <p:cNvSpPr>
              <a:spLocks noChangeShapeType="1"/>
            </p:cNvSpPr>
            <p:nvPr/>
          </p:nvSpPr>
          <p:spPr bwMode="auto">
            <a:xfrm>
              <a:off x="3257108" y="4281686"/>
              <a:ext cx="0" cy="489430"/>
            </a:xfrm>
            <a:prstGeom prst="line">
              <a:avLst/>
            </a:prstGeom>
            <a:noFill/>
            <a:ln w="28575">
              <a:solidFill>
                <a:srgbClr val="000000"/>
              </a:solidFill>
              <a:round/>
              <a:headEnd type="none" w="sm" len="sm"/>
              <a:tailEnd type="oval" w="sm" len="sm"/>
            </a:ln>
            <a:extLst>
              <a:ext uri="{909E8E84-426E-40DD-AFC4-6F175D3DCCD1}">
                <a14:hiddenFill xmlns:a14="http://schemas.microsoft.com/office/drawing/2010/main">
                  <a:noFill/>
                </a14:hiddenFill>
              </a:ext>
            </a:extLst>
          </p:spPr>
          <p:txBody>
            <a:bodyPr/>
            <a:lstStyle/>
            <a:p>
              <a:endParaRPr lang="en-US"/>
            </a:p>
          </p:txBody>
        </p:sp>
        <p:sp>
          <p:nvSpPr>
            <p:cNvPr id="56385" name="Line 64">
              <a:extLst>
                <a:ext uri="{FF2B5EF4-FFF2-40B4-BE49-F238E27FC236}">
                  <a16:creationId xmlns:a16="http://schemas.microsoft.com/office/drawing/2014/main" id="{F6949E38-4C61-3486-FA7E-39766E57E68B}"/>
                </a:ext>
              </a:extLst>
            </p:cNvPr>
            <p:cNvSpPr>
              <a:spLocks noChangeShapeType="1"/>
            </p:cNvSpPr>
            <p:nvPr/>
          </p:nvSpPr>
          <p:spPr bwMode="auto">
            <a:xfrm>
              <a:off x="4770850" y="4281686"/>
              <a:ext cx="0" cy="489430"/>
            </a:xfrm>
            <a:prstGeom prst="line">
              <a:avLst/>
            </a:prstGeom>
            <a:noFill/>
            <a:ln w="28575">
              <a:solidFill>
                <a:srgbClr val="000000"/>
              </a:solidFill>
              <a:round/>
              <a:headEnd type="none" w="sm" len="sm"/>
              <a:tailEnd type="oval" w="sm" len="sm"/>
            </a:ln>
            <a:extLst>
              <a:ext uri="{909E8E84-426E-40DD-AFC4-6F175D3DCCD1}">
                <a14:hiddenFill xmlns:a14="http://schemas.microsoft.com/office/drawing/2010/main">
                  <a:noFill/>
                </a14:hiddenFill>
              </a:ext>
            </a:extLst>
          </p:spPr>
          <p:txBody>
            <a:bodyPr/>
            <a:lstStyle/>
            <a:p>
              <a:endParaRPr lang="en-US"/>
            </a:p>
          </p:txBody>
        </p:sp>
        <p:sp>
          <p:nvSpPr>
            <p:cNvPr id="56386" name="Line 65">
              <a:extLst>
                <a:ext uri="{FF2B5EF4-FFF2-40B4-BE49-F238E27FC236}">
                  <a16:creationId xmlns:a16="http://schemas.microsoft.com/office/drawing/2014/main" id="{AD2E505E-82A0-C2B9-177D-7F582C0A9F71}"/>
                </a:ext>
              </a:extLst>
            </p:cNvPr>
            <p:cNvSpPr>
              <a:spLocks noChangeShapeType="1"/>
            </p:cNvSpPr>
            <p:nvPr/>
          </p:nvSpPr>
          <p:spPr bwMode="auto">
            <a:xfrm>
              <a:off x="6272088" y="4281686"/>
              <a:ext cx="0" cy="489430"/>
            </a:xfrm>
            <a:prstGeom prst="line">
              <a:avLst/>
            </a:prstGeom>
            <a:noFill/>
            <a:ln w="28575">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56387" name="Line 66">
              <a:extLst>
                <a:ext uri="{FF2B5EF4-FFF2-40B4-BE49-F238E27FC236}">
                  <a16:creationId xmlns:a16="http://schemas.microsoft.com/office/drawing/2014/main" id="{88522458-B10B-0DC7-E449-C33488EBC8EC}"/>
                </a:ext>
              </a:extLst>
            </p:cNvPr>
            <p:cNvSpPr>
              <a:spLocks noChangeShapeType="1"/>
            </p:cNvSpPr>
            <p:nvPr/>
          </p:nvSpPr>
          <p:spPr bwMode="auto">
            <a:xfrm flipV="1">
              <a:off x="3760222" y="4770090"/>
              <a:ext cx="0" cy="262671"/>
            </a:xfrm>
            <a:prstGeom prst="line">
              <a:avLst/>
            </a:prstGeom>
            <a:noFill/>
            <a:ln w="28575">
              <a:solidFill>
                <a:srgbClr val="000000"/>
              </a:solidFill>
              <a:round/>
              <a:headEnd type="none" w="sm" len="sm"/>
              <a:tailEnd type="oval" w="sm" len="sm"/>
            </a:ln>
            <a:extLst>
              <a:ext uri="{909E8E84-426E-40DD-AFC4-6F175D3DCCD1}">
                <a14:hiddenFill xmlns:a14="http://schemas.microsoft.com/office/drawing/2010/main">
                  <a:noFill/>
                </a14:hiddenFill>
              </a:ext>
            </a:extLst>
          </p:spPr>
          <p:txBody>
            <a:bodyPr/>
            <a:lstStyle/>
            <a:p>
              <a:endParaRPr lang="en-US"/>
            </a:p>
          </p:txBody>
        </p:sp>
        <p:sp>
          <p:nvSpPr>
            <p:cNvPr id="56388" name="Line 67">
              <a:extLst>
                <a:ext uri="{FF2B5EF4-FFF2-40B4-BE49-F238E27FC236}">
                  <a16:creationId xmlns:a16="http://schemas.microsoft.com/office/drawing/2014/main" id="{778FF06A-84AE-1C83-8E40-8B3F64672366}"/>
                </a:ext>
              </a:extLst>
            </p:cNvPr>
            <p:cNvSpPr>
              <a:spLocks noChangeShapeType="1"/>
            </p:cNvSpPr>
            <p:nvPr/>
          </p:nvSpPr>
          <p:spPr bwMode="auto">
            <a:xfrm flipV="1">
              <a:off x="4058026" y="4770090"/>
              <a:ext cx="0" cy="262671"/>
            </a:xfrm>
            <a:prstGeom prst="line">
              <a:avLst/>
            </a:prstGeom>
            <a:noFill/>
            <a:ln w="28575">
              <a:solidFill>
                <a:srgbClr val="000000"/>
              </a:solidFill>
              <a:round/>
              <a:headEnd type="none" w="sm" len="sm"/>
              <a:tailEnd type="oval" w="sm" len="sm"/>
            </a:ln>
            <a:extLst>
              <a:ext uri="{909E8E84-426E-40DD-AFC4-6F175D3DCCD1}">
                <a14:hiddenFill xmlns:a14="http://schemas.microsoft.com/office/drawing/2010/main">
                  <a:noFill/>
                </a14:hiddenFill>
              </a:ext>
            </a:extLst>
          </p:spPr>
          <p:txBody>
            <a:bodyPr/>
            <a:lstStyle/>
            <a:p>
              <a:endParaRPr lang="en-US"/>
            </a:p>
          </p:txBody>
        </p:sp>
        <p:sp>
          <p:nvSpPr>
            <p:cNvPr id="56389" name="Text Box 68">
              <a:extLst>
                <a:ext uri="{FF2B5EF4-FFF2-40B4-BE49-F238E27FC236}">
                  <a16:creationId xmlns:a16="http://schemas.microsoft.com/office/drawing/2014/main" id="{E1529CC2-4747-3EB6-0665-5F01BDF65BDB}"/>
                </a:ext>
              </a:extLst>
            </p:cNvPr>
            <p:cNvSpPr txBox="1">
              <a:spLocks noChangeArrowheads="1"/>
            </p:cNvSpPr>
            <p:nvPr/>
          </p:nvSpPr>
          <p:spPr bwMode="auto">
            <a:xfrm>
              <a:off x="6367947" y="3339763"/>
              <a:ext cx="750202" cy="5017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Aft>
                  <a:spcPts val="1000"/>
                </a:spcAft>
              </a:pPr>
              <a:r>
                <a:rPr lang="en-US" altLang="en-US" sz="1600"/>
                <a:t>MUX0</a:t>
              </a:r>
            </a:p>
          </p:txBody>
        </p:sp>
        <p:sp>
          <p:nvSpPr>
            <p:cNvPr id="56390" name="Text Box 69">
              <a:extLst>
                <a:ext uri="{FF2B5EF4-FFF2-40B4-BE49-F238E27FC236}">
                  <a16:creationId xmlns:a16="http://schemas.microsoft.com/office/drawing/2014/main" id="{0A578DC6-5AD4-4D82-A308-FE261E556FC6}"/>
                </a:ext>
              </a:extLst>
            </p:cNvPr>
            <p:cNvSpPr txBox="1">
              <a:spLocks noChangeArrowheads="1"/>
            </p:cNvSpPr>
            <p:nvPr/>
          </p:nvSpPr>
          <p:spPr bwMode="auto">
            <a:xfrm>
              <a:off x="4867543" y="3308981"/>
              <a:ext cx="750202" cy="5017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Aft>
                  <a:spcPts val="1000"/>
                </a:spcAft>
              </a:pPr>
              <a:r>
                <a:rPr lang="en-US" altLang="en-US" sz="1600"/>
                <a:t>MUX1</a:t>
              </a:r>
            </a:p>
          </p:txBody>
        </p:sp>
        <p:sp>
          <p:nvSpPr>
            <p:cNvPr id="56391" name="Text Box 70">
              <a:extLst>
                <a:ext uri="{FF2B5EF4-FFF2-40B4-BE49-F238E27FC236}">
                  <a16:creationId xmlns:a16="http://schemas.microsoft.com/office/drawing/2014/main" id="{FAF114FB-1AD9-0A2A-F336-9F1BFD3A304C}"/>
                </a:ext>
              </a:extLst>
            </p:cNvPr>
            <p:cNvSpPr txBox="1">
              <a:spLocks noChangeArrowheads="1"/>
            </p:cNvSpPr>
            <p:nvPr/>
          </p:nvSpPr>
          <p:spPr bwMode="auto">
            <a:xfrm>
              <a:off x="3402148" y="3308981"/>
              <a:ext cx="750202" cy="5017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Aft>
                  <a:spcPts val="1000"/>
                </a:spcAft>
              </a:pPr>
              <a:r>
                <a:rPr lang="en-US" altLang="en-US" sz="1600"/>
                <a:t>MUX2</a:t>
              </a:r>
            </a:p>
          </p:txBody>
        </p:sp>
        <p:sp>
          <p:nvSpPr>
            <p:cNvPr id="56392" name="Text Box 71">
              <a:extLst>
                <a:ext uri="{FF2B5EF4-FFF2-40B4-BE49-F238E27FC236}">
                  <a16:creationId xmlns:a16="http://schemas.microsoft.com/office/drawing/2014/main" id="{B723BA74-C1B4-B4A7-8871-3F46F7E26121}"/>
                </a:ext>
              </a:extLst>
            </p:cNvPr>
            <p:cNvSpPr txBox="1">
              <a:spLocks noChangeArrowheads="1"/>
            </p:cNvSpPr>
            <p:nvPr/>
          </p:nvSpPr>
          <p:spPr bwMode="auto">
            <a:xfrm>
              <a:off x="1850062" y="3308981"/>
              <a:ext cx="750202" cy="3486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Aft>
                  <a:spcPts val="1000"/>
                </a:spcAft>
              </a:pPr>
              <a:r>
                <a:rPr lang="en-US" altLang="en-US" sz="1600"/>
                <a:t>MUX3</a:t>
              </a:r>
            </a:p>
          </p:txBody>
        </p:sp>
        <p:sp>
          <p:nvSpPr>
            <p:cNvPr id="56393" name="Text Box 72">
              <a:extLst>
                <a:ext uri="{FF2B5EF4-FFF2-40B4-BE49-F238E27FC236}">
                  <a16:creationId xmlns:a16="http://schemas.microsoft.com/office/drawing/2014/main" id="{774EB259-8921-381C-1813-5A65D7685E9B}"/>
                </a:ext>
              </a:extLst>
            </p:cNvPr>
            <p:cNvSpPr txBox="1">
              <a:spLocks noChangeArrowheads="1"/>
            </p:cNvSpPr>
            <p:nvPr/>
          </p:nvSpPr>
          <p:spPr bwMode="auto">
            <a:xfrm>
              <a:off x="6687200" y="2286000"/>
              <a:ext cx="1237600" cy="886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Aft>
                  <a:spcPts val="1000"/>
                </a:spcAft>
              </a:pPr>
              <a:r>
                <a:rPr lang="en-US" altLang="en-US" sz="1600"/>
                <a:t>X3 (Sign)</a:t>
              </a:r>
            </a:p>
          </p:txBody>
        </p:sp>
        <p:sp>
          <p:nvSpPr>
            <p:cNvPr id="56394" name="Text Box 73">
              <a:extLst>
                <a:ext uri="{FF2B5EF4-FFF2-40B4-BE49-F238E27FC236}">
                  <a16:creationId xmlns:a16="http://schemas.microsoft.com/office/drawing/2014/main" id="{35A449B1-7F86-F4B3-FEB4-EAC82971998F}"/>
                </a:ext>
              </a:extLst>
            </p:cNvPr>
            <p:cNvSpPr txBox="1">
              <a:spLocks noChangeArrowheads="1"/>
            </p:cNvSpPr>
            <p:nvPr/>
          </p:nvSpPr>
          <p:spPr bwMode="auto">
            <a:xfrm>
              <a:off x="6687200" y="2493264"/>
              <a:ext cx="429282" cy="5017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Aft>
                  <a:spcPts val="1000"/>
                </a:spcAft>
              </a:pPr>
              <a:r>
                <a:rPr lang="en-US" altLang="en-US" sz="1600"/>
                <a:t>x2</a:t>
              </a:r>
            </a:p>
          </p:txBody>
        </p:sp>
        <p:sp>
          <p:nvSpPr>
            <p:cNvPr id="56395" name="Text Box 74">
              <a:extLst>
                <a:ext uri="{FF2B5EF4-FFF2-40B4-BE49-F238E27FC236}">
                  <a16:creationId xmlns:a16="http://schemas.microsoft.com/office/drawing/2014/main" id="{92872D91-3D3A-CAB6-8E0B-0B804D6496F8}"/>
                </a:ext>
              </a:extLst>
            </p:cNvPr>
            <p:cNvSpPr txBox="1">
              <a:spLocks noChangeArrowheads="1"/>
            </p:cNvSpPr>
            <p:nvPr/>
          </p:nvSpPr>
          <p:spPr bwMode="auto">
            <a:xfrm>
              <a:off x="6703038" y="2691293"/>
              <a:ext cx="429282" cy="5017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Aft>
                  <a:spcPts val="1000"/>
                </a:spcAft>
              </a:pPr>
              <a:r>
                <a:rPr lang="en-US" altLang="en-US" sz="1600"/>
                <a:t>x1</a:t>
              </a:r>
            </a:p>
          </p:txBody>
        </p:sp>
        <p:sp>
          <p:nvSpPr>
            <p:cNvPr id="56396" name="Text Box 75">
              <a:extLst>
                <a:ext uri="{FF2B5EF4-FFF2-40B4-BE49-F238E27FC236}">
                  <a16:creationId xmlns:a16="http://schemas.microsoft.com/office/drawing/2014/main" id="{E6A891C5-BC69-D98D-F5BD-044F1537F3D8}"/>
                </a:ext>
              </a:extLst>
            </p:cNvPr>
            <p:cNvSpPr txBox="1">
              <a:spLocks noChangeArrowheads="1"/>
            </p:cNvSpPr>
            <p:nvPr/>
          </p:nvSpPr>
          <p:spPr bwMode="auto">
            <a:xfrm>
              <a:off x="6701370" y="2914974"/>
              <a:ext cx="429282" cy="5017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Aft>
                  <a:spcPts val="1000"/>
                </a:spcAft>
              </a:pPr>
              <a:r>
                <a:rPr lang="en-US" altLang="en-US" sz="1600"/>
                <a:t>x0</a:t>
              </a:r>
            </a:p>
          </p:txBody>
        </p:sp>
        <p:sp>
          <p:nvSpPr>
            <p:cNvPr id="56397" name="Line 76">
              <a:extLst>
                <a:ext uri="{FF2B5EF4-FFF2-40B4-BE49-F238E27FC236}">
                  <a16:creationId xmlns:a16="http://schemas.microsoft.com/office/drawing/2014/main" id="{19780A17-3DA8-20FC-B750-544079950482}"/>
                </a:ext>
              </a:extLst>
            </p:cNvPr>
            <p:cNvSpPr>
              <a:spLocks noChangeShapeType="1"/>
            </p:cNvSpPr>
            <p:nvPr/>
          </p:nvSpPr>
          <p:spPr bwMode="auto">
            <a:xfrm>
              <a:off x="5798627" y="2886245"/>
              <a:ext cx="0" cy="895750"/>
            </a:xfrm>
            <a:prstGeom prst="line">
              <a:avLst/>
            </a:prstGeom>
            <a:noFill/>
            <a:ln w="28575">
              <a:solidFill>
                <a:srgbClr val="000000"/>
              </a:solidFill>
              <a:round/>
              <a:headEnd type="oval" w="sm" len="sm"/>
              <a:tailEnd/>
            </a:ln>
            <a:extLst>
              <a:ext uri="{909E8E84-426E-40DD-AFC4-6F175D3DCCD1}">
                <a14:hiddenFill xmlns:a14="http://schemas.microsoft.com/office/drawing/2010/main">
                  <a:noFill/>
                </a14:hiddenFill>
              </a:ext>
            </a:extLst>
          </p:spPr>
          <p:txBody>
            <a:bodyPr/>
            <a:lstStyle/>
            <a:p>
              <a:endParaRPr lang="en-US"/>
            </a:p>
          </p:txBody>
        </p:sp>
        <p:cxnSp>
          <p:nvCxnSpPr>
            <p:cNvPr id="56398" name="AutoShape 77">
              <a:extLst>
                <a:ext uri="{FF2B5EF4-FFF2-40B4-BE49-F238E27FC236}">
                  <a16:creationId xmlns:a16="http://schemas.microsoft.com/office/drawing/2014/main" id="{D706F797-E23C-C343-6EF6-17F4DE6D4C3C}"/>
                </a:ext>
              </a:extLst>
            </p:cNvPr>
            <p:cNvCxnSpPr>
              <a:cxnSpLocks noChangeShapeType="1"/>
            </p:cNvCxnSpPr>
            <p:nvPr/>
          </p:nvCxnSpPr>
          <p:spPr bwMode="auto">
            <a:xfrm flipV="1">
              <a:off x="5652754" y="2705658"/>
              <a:ext cx="0" cy="1254871"/>
            </a:xfrm>
            <a:prstGeom prst="straightConnector1">
              <a:avLst/>
            </a:prstGeom>
            <a:noFill/>
            <a:ln w="28575">
              <a:solidFill>
                <a:srgbClr val="000000"/>
              </a:solidFill>
              <a:round/>
              <a:headEnd type="none" w="sm" len="sm"/>
              <a:tailEnd type="oval" w="sm" len="sm"/>
            </a:ln>
            <a:extLst>
              <a:ext uri="{909E8E84-426E-40DD-AFC4-6F175D3DCCD1}">
                <a14:hiddenFill xmlns:a14="http://schemas.microsoft.com/office/drawing/2010/main">
                  <a:noFill/>
                </a14:hiddenFill>
              </a:ext>
            </a:extLst>
          </p:spPr>
        </p:cxnSp>
        <p:cxnSp>
          <p:nvCxnSpPr>
            <p:cNvPr id="56399" name="AutoShape 78">
              <a:extLst>
                <a:ext uri="{FF2B5EF4-FFF2-40B4-BE49-F238E27FC236}">
                  <a16:creationId xmlns:a16="http://schemas.microsoft.com/office/drawing/2014/main" id="{6F9CD7AB-A49C-48BE-3350-0A2A7BA1DF75}"/>
                </a:ext>
              </a:extLst>
            </p:cNvPr>
            <p:cNvCxnSpPr>
              <a:cxnSpLocks noChangeShapeType="1"/>
            </p:cNvCxnSpPr>
            <p:nvPr/>
          </p:nvCxnSpPr>
          <p:spPr bwMode="auto">
            <a:xfrm flipV="1">
              <a:off x="5506882" y="2515837"/>
              <a:ext cx="0" cy="1645920"/>
            </a:xfrm>
            <a:prstGeom prst="straightConnector1">
              <a:avLst/>
            </a:prstGeom>
            <a:noFill/>
            <a:ln w="28575">
              <a:solidFill>
                <a:srgbClr val="000000"/>
              </a:solidFill>
              <a:round/>
              <a:headEnd type="none" w="sm" len="sm"/>
              <a:tailEnd type="oval" w="sm" len="sm"/>
            </a:ln>
            <a:extLst>
              <a:ext uri="{909E8E84-426E-40DD-AFC4-6F175D3DCCD1}">
                <a14:hiddenFill xmlns:a14="http://schemas.microsoft.com/office/drawing/2010/main">
                  <a:noFill/>
                </a14:hiddenFill>
              </a:ext>
            </a:extLst>
          </p:spPr>
        </p:cxnSp>
        <p:sp>
          <p:nvSpPr>
            <p:cNvPr id="56400" name="Line 79">
              <a:extLst>
                <a:ext uri="{FF2B5EF4-FFF2-40B4-BE49-F238E27FC236}">
                  <a16:creationId xmlns:a16="http://schemas.microsoft.com/office/drawing/2014/main" id="{42F55064-1DE2-2925-9072-1371151C5399}"/>
                </a:ext>
              </a:extLst>
            </p:cNvPr>
            <p:cNvSpPr>
              <a:spLocks noChangeShapeType="1"/>
            </p:cNvSpPr>
            <p:nvPr/>
          </p:nvSpPr>
          <p:spPr bwMode="auto">
            <a:xfrm>
              <a:off x="4353237" y="2697450"/>
              <a:ext cx="0" cy="1046581"/>
            </a:xfrm>
            <a:prstGeom prst="line">
              <a:avLst/>
            </a:prstGeom>
            <a:noFill/>
            <a:ln w="28575">
              <a:solidFill>
                <a:srgbClr val="000000"/>
              </a:solidFill>
              <a:round/>
              <a:headEnd type="oval" w="sm" len="sm"/>
              <a:tailEnd/>
            </a:ln>
            <a:extLst>
              <a:ext uri="{909E8E84-426E-40DD-AFC4-6F175D3DCCD1}">
                <a14:hiddenFill xmlns:a14="http://schemas.microsoft.com/office/drawing/2010/main">
                  <a:noFill/>
                </a14:hiddenFill>
              </a:ext>
            </a:extLst>
          </p:spPr>
          <p:txBody>
            <a:bodyPr/>
            <a:lstStyle/>
            <a:p>
              <a:endParaRPr lang="en-US"/>
            </a:p>
          </p:txBody>
        </p:sp>
        <p:sp>
          <p:nvSpPr>
            <p:cNvPr id="56401" name="Line 80">
              <a:extLst>
                <a:ext uri="{FF2B5EF4-FFF2-40B4-BE49-F238E27FC236}">
                  <a16:creationId xmlns:a16="http://schemas.microsoft.com/office/drawing/2014/main" id="{A05A12DE-2FAC-357A-DEB3-05570D659985}"/>
                </a:ext>
              </a:extLst>
            </p:cNvPr>
            <p:cNvSpPr>
              <a:spLocks noChangeShapeType="1"/>
            </p:cNvSpPr>
            <p:nvPr/>
          </p:nvSpPr>
          <p:spPr bwMode="auto">
            <a:xfrm>
              <a:off x="4199863" y="2520968"/>
              <a:ext cx="0" cy="1628356"/>
            </a:xfrm>
            <a:prstGeom prst="line">
              <a:avLst/>
            </a:prstGeom>
            <a:noFill/>
            <a:ln w="28575">
              <a:solidFill>
                <a:srgbClr val="000000"/>
              </a:solidFill>
              <a:round/>
              <a:headEnd type="oval" w="sm" len="sm"/>
              <a:tailEnd/>
            </a:ln>
            <a:extLst>
              <a:ext uri="{909E8E84-426E-40DD-AFC4-6F175D3DCCD1}">
                <a14:hiddenFill xmlns:a14="http://schemas.microsoft.com/office/drawing/2010/main">
                  <a:noFill/>
                </a14:hiddenFill>
              </a:ext>
            </a:extLst>
          </p:spPr>
          <p:txBody>
            <a:bodyPr/>
            <a:lstStyle/>
            <a:p>
              <a:endParaRPr lang="en-US"/>
            </a:p>
          </p:txBody>
        </p:sp>
        <p:sp>
          <p:nvSpPr>
            <p:cNvPr id="56402" name="Line 81">
              <a:extLst>
                <a:ext uri="{FF2B5EF4-FFF2-40B4-BE49-F238E27FC236}">
                  <a16:creationId xmlns:a16="http://schemas.microsoft.com/office/drawing/2014/main" id="{40F0D101-5311-357E-E238-8D9AEF6238B9}"/>
                </a:ext>
              </a:extLst>
            </p:cNvPr>
            <p:cNvSpPr>
              <a:spLocks noChangeShapeType="1"/>
            </p:cNvSpPr>
            <p:nvPr/>
          </p:nvSpPr>
          <p:spPr bwMode="auto">
            <a:xfrm>
              <a:off x="4199029" y="4156506"/>
              <a:ext cx="425115"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403" name="Text Box 82">
              <a:extLst>
                <a:ext uri="{FF2B5EF4-FFF2-40B4-BE49-F238E27FC236}">
                  <a16:creationId xmlns:a16="http://schemas.microsoft.com/office/drawing/2014/main" id="{4A2F2635-3EC5-553D-46F1-35FE8914AF02}"/>
                </a:ext>
              </a:extLst>
            </p:cNvPr>
            <p:cNvSpPr txBox="1">
              <a:spLocks noChangeArrowheads="1"/>
            </p:cNvSpPr>
            <p:nvPr/>
          </p:nvSpPr>
          <p:spPr bwMode="auto">
            <a:xfrm>
              <a:off x="3574694" y="4950676"/>
              <a:ext cx="692506" cy="362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Aft>
                  <a:spcPts val="1000"/>
                </a:spcAft>
              </a:pPr>
              <a:r>
                <a:rPr lang="en-US" altLang="en-US" sz="1600"/>
                <a:t>S1</a:t>
              </a:r>
            </a:p>
          </p:txBody>
        </p:sp>
        <p:sp>
          <p:nvSpPr>
            <p:cNvPr id="56404" name="Text Box 83">
              <a:extLst>
                <a:ext uri="{FF2B5EF4-FFF2-40B4-BE49-F238E27FC236}">
                  <a16:creationId xmlns:a16="http://schemas.microsoft.com/office/drawing/2014/main" id="{7F05C692-4CDE-86F7-C301-DDA7216BCA25}"/>
                </a:ext>
              </a:extLst>
            </p:cNvPr>
            <p:cNvSpPr txBox="1">
              <a:spLocks noChangeArrowheads="1"/>
            </p:cNvSpPr>
            <p:nvPr/>
          </p:nvSpPr>
          <p:spPr bwMode="auto">
            <a:xfrm>
              <a:off x="3857971" y="4946572"/>
              <a:ext cx="494953" cy="362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Aft>
                  <a:spcPts val="1000"/>
                </a:spcAft>
              </a:pPr>
              <a:r>
                <a:rPr lang="en-US" altLang="en-US" sz="1600"/>
                <a:t>S0</a:t>
              </a:r>
            </a:p>
          </p:txBody>
        </p:sp>
      </p:gr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Заголовок 1">
            <a:extLst>
              <a:ext uri="{FF2B5EF4-FFF2-40B4-BE49-F238E27FC236}">
                <a16:creationId xmlns:a16="http://schemas.microsoft.com/office/drawing/2014/main" id="{D72CF664-0EEF-413E-8E74-8BDFF264DFCC}"/>
              </a:ext>
            </a:extLst>
          </p:cNvPr>
          <p:cNvSpPr>
            <a:spLocks noGrp="1" noChangeArrowheads="1"/>
          </p:cNvSpPr>
          <p:nvPr>
            <p:ph type="title"/>
          </p:nvPr>
        </p:nvSpPr>
        <p:spPr/>
        <p:txBody>
          <a:bodyPr>
            <a:normAutofit/>
          </a:bodyPr>
          <a:lstStyle/>
          <a:p>
            <a:r>
              <a:rPr lang="en-US" altLang="en-US" dirty="0"/>
              <a:t>Counters Based on Shift Registers (Ring Counter)</a:t>
            </a:r>
            <a:endParaRPr lang="ru-RU" altLang="en-US" dirty="0"/>
          </a:p>
        </p:txBody>
      </p:sp>
      <p:grpSp>
        <p:nvGrpSpPr>
          <p:cNvPr id="57347" name="Group 73">
            <a:extLst>
              <a:ext uri="{FF2B5EF4-FFF2-40B4-BE49-F238E27FC236}">
                <a16:creationId xmlns:a16="http://schemas.microsoft.com/office/drawing/2014/main" id="{BE29FA50-0603-13E0-E36A-1F3ABE28B5F7}"/>
              </a:ext>
            </a:extLst>
          </p:cNvPr>
          <p:cNvGrpSpPr>
            <a:grpSpLocks/>
          </p:cNvGrpSpPr>
          <p:nvPr/>
        </p:nvGrpSpPr>
        <p:grpSpPr bwMode="auto">
          <a:xfrm>
            <a:off x="3168650" y="1676400"/>
            <a:ext cx="6667500" cy="1981200"/>
            <a:chOff x="288" y="864"/>
            <a:chExt cx="4896" cy="1657"/>
          </a:xfrm>
        </p:grpSpPr>
        <p:sp>
          <p:nvSpPr>
            <p:cNvPr id="7" name="Rectangle 11">
              <a:extLst>
                <a:ext uri="{FF2B5EF4-FFF2-40B4-BE49-F238E27FC236}">
                  <a16:creationId xmlns:a16="http://schemas.microsoft.com/office/drawing/2014/main" id="{8AE09FD7-EC92-4673-B111-EB957C4C333A}"/>
                </a:ext>
              </a:extLst>
            </p:cNvPr>
            <p:cNvSpPr>
              <a:spLocks noChangeArrowheads="1"/>
            </p:cNvSpPr>
            <p:nvPr/>
          </p:nvSpPr>
          <p:spPr bwMode="auto">
            <a:xfrm>
              <a:off x="1457" y="1265"/>
              <a:ext cx="445" cy="736"/>
            </a:xfrm>
            <a:prstGeom prst="rect">
              <a:avLst/>
            </a:prstGeom>
            <a:solidFill>
              <a:schemeClr val="accent1"/>
            </a:solidFill>
            <a:ln w="25400">
              <a:solidFill>
                <a:srgbClr val="000000"/>
              </a:solidFill>
              <a:miter lim="800000"/>
              <a:headEnd/>
              <a:tailEnd/>
            </a:ln>
          </p:spPr>
          <p:txBody>
            <a:bodyPr/>
            <a:lstStyle/>
            <a:p>
              <a:pPr>
                <a:defRPr/>
              </a:pPr>
              <a:r>
                <a:rPr lang="en-US" sz="1600" dirty="0">
                  <a:solidFill>
                    <a:schemeClr val="bg1"/>
                  </a:solidFill>
                  <a:latin typeface="+mj-lt"/>
                </a:rPr>
                <a:t>D</a:t>
              </a:r>
            </a:p>
            <a:p>
              <a:pPr>
                <a:defRPr/>
              </a:pPr>
              <a:endParaRPr lang="en-US" sz="1600" dirty="0">
                <a:latin typeface="+mj-lt"/>
              </a:endParaRPr>
            </a:p>
            <a:p>
              <a:pPr>
                <a:defRPr/>
              </a:pPr>
              <a:r>
                <a:rPr lang="en-US" sz="1600" dirty="0">
                  <a:latin typeface="+mj-lt"/>
                </a:rPr>
                <a:t> </a:t>
              </a:r>
              <a:r>
                <a:rPr lang="en-US" sz="1600" dirty="0">
                  <a:solidFill>
                    <a:schemeClr val="bg1"/>
                  </a:solidFill>
                  <a:latin typeface="+mj-lt"/>
                </a:rPr>
                <a:t>C</a:t>
              </a:r>
            </a:p>
            <a:p>
              <a:pPr>
                <a:defRPr/>
              </a:pPr>
              <a:endParaRPr lang="en-US" sz="1600" dirty="0">
                <a:latin typeface="+mj-lt"/>
              </a:endParaRPr>
            </a:p>
          </p:txBody>
        </p:sp>
        <p:sp>
          <p:nvSpPr>
            <p:cNvPr id="8" name="Rectangle 12">
              <a:extLst>
                <a:ext uri="{FF2B5EF4-FFF2-40B4-BE49-F238E27FC236}">
                  <a16:creationId xmlns:a16="http://schemas.microsoft.com/office/drawing/2014/main" id="{69CDF667-850D-4AC8-A1B3-DB2D580DF85E}"/>
                </a:ext>
              </a:extLst>
            </p:cNvPr>
            <p:cNvSpPr>
              <a:spLocks noChangeArrowheads="1"/>
            </p:cNvSpPr>
            <p:nvPr/>
          </p:nvSpPr>
          <p:spPr bwMode="auto">
            <a:xfrm>
              <a:off x="2366" y="1262"/>
              <a:ext cx="450" cy="734"/>
            </a:xfrm>
            <a:prstGeom prst="rect">
              <a:avLst/>
            </a:prstGeom>
            <a:solidFill>
              <a:schemeClr val="accent1"/>
            </a:solidFill>
            <a:ln w="25400">
              <a:solidFill>
                <a:srgbClr val="000000"/>
              </a:solidFill>
              <a:miter lim="800000"/>
              <a:headEnd/>
              <a:tailEnd/>
            </a:ln>
          </p:spPr>
          <p:txBody>
            <a:bodyPr/>
            <a:lstStyle/>
            <a:p>
              <a:pPr>
                <a:defRPr/>
              </a:pPr>
              <a:r>
                <a:rPr lang="en-US" sz="1600" dirty="0">
                  <a:solidFill>
                    <a:schemeClr val="bg1"/>
                  </a:solidFill>
                  <a:latin typeface="+mj-lt"/>
                </a:rPr>
                <a:t>D</a:t>
              </a:r>
            </a:p>
            <a:p>
              <a:pPr>
                <a:defRPr/>
              </a:pPr>
              <a:endParaRPr lang="en-US" sz="1600" dirty="0">
                <a:solidFill>
                  <a:schemeClr val="bg1"/>
                </a:solidFill>
                <a:latin typeface="+mj-lt"/>
              </a:endParaRPr>
            </a:p>
            <a:p>
              <a:pPr>
                <a:defRPr/>
              </a:pPr>
              <a:r>
                <a:rPr lang="en-US" sz="1600" dirty="0">
                  <a:solidFill>
                    <a:schemeClr val="bg1"/>
                  </a:solidFill>
                  <a:latin typeface="+mj-lt"/>
                </a:rPr>
                <a:t> C</a:t>
              </a:r>
            </a:p>
            <a:p>
              <a:pPr>
                <a:defRPr/>
              </a:pPr>
              <a:endParaRPr lang="en-US" sz="1600" dirty="0">
                <a:latin typeface="+mj-lt"/>
              </a:endParaRPr>
            </a:p>
          </p:txBody>
        </p:sp>
        <p:sp>
          <p:nvSpPr>
            <p:cNvPr id="9" name="Rectangle 13">
              <a:extLst>
                <a:ext uri="{FF2B5EF4-FFF2-40B4-BE49-F238E27FC236}">
                  <a16:creationId xmlns:a16="http://schemas.microsoft.com/office/drawing/2014/main" id="{E6A5CB62-D506-407C-874B-0008917C6EDF}"/>
                </a:ext>
              </a:extLst>
            </p:cNvPr>
            <p:cNvSpPr>
              <a:spLocks noChangeArrowheads="1"/>
            </p:cNvSpPr>
            <p:nvPr/>
          </p:nvSpPr>
          <p:spPr bwMode="auto">
            <a:xfrm>
              <a:off x="3279" y="1260"/>
              <a:ext cx="445" cy="733"/>
            </a:xfrm>
            <a:prstGeom prst="rect">
              <a:avLst/>
            </a:prstGeom>
            <a:solidFill>
              <a:schemeClr val="accent1"/>
            </a:solidFill>
            <a:ln w="25400">
              <a:solidFill>
                <a:srgbClr val="000000"/>
              </a:solidFill>
              <a:miter lim="800000"/>
              <a:headEnd/>
              <a:tailEnd/>
            </a:ln>
          </p:spPr>
          <p:txBody>
            <a:bodyPr/>
            <a:lstStyle/>
            <a:p>
              <a:pPr>
                <a:defRPr/>
              </a:pPr>
              <a:r>
                <a:rPr lang="en-US" sz="1600" dirty="0">
                  <a:solidFill>
                    <a:schemeClr val="bg1"/>
                  </a:solidFill>
                  <a:latin typeface="+mj-lt"/>
                </a:rPr>
                <a:t>D</a:t>
              </a:r>
            </a:p>
            <a:p>
              <a:pPr>
                <a:defRPr/>
              </a:pPr>
              <a:endParaRPr lang="en-US" sz="1600" dirty="0">
                <a:solidFill>
                  <a:schemeClr val="bg1"/>
                </a:solidFill>
                <a:latin typeface="+mj-lt"/>
              </a:endParaRPr>
            </a:p>
            <a:p>
              <a:pPr>
                <a:defRPr/>
              </a:pPr>
              <a:r>
                <a:rPr lang="en-US" sz="1600" dirty="0">
                  <a:solidFill>
                    <a:schemeClr val="bg1"/>
                  </a:solidFill>
                  <a:latin typeface="+mj-lt"/>
                </a:rPr>
                <a:t> C</a:t>
              </a:r>
            </a:p>
            <a:p>
              <a:pPr>
                <a:defRPr/>
              </a:pPr>
              <a:endParaRPr lang="en-US" sz="1600" dirty="0">
                <a:latin typeface="+mj-lt"/>
              </a:endParaRPr>
            </a:p>
          </p:txBody>
        </p:sp>
        <p:sp>
          <p:nvSpPr>
            <p:cNvPr id="10" name="Rectangle 14">
              <a:extLst>
                <a:ext uri="{FF2B5EF4-FFF2-40B4-BE49-F238E27FC236}">
                  <a16:creationId xmlns:a16="http://schemas.microsoft.com/office/drawing/2014/main" id="{110BE7A1-6B7C-4D7C-8185-517F8F310883}"/>
                </a:ext>
              </a:extLst>
            </p:cNvPr>
            <p:cNvSpPr>
              <a:spLocks noChangeArrowheads="1"/>
            </p:cNvSpPr>
            <p:nvPr/>
          </p:nvSpPr>
          <p:spPr bwMode="auto">
            <a:xfrm>
              <a:off x="4237" y="1281"/>
              <a:ext cx="444" cy="734"/>
            </a:xfrm>
            <a:prstGeom prst="rect">
              <a:avLst/>
            </a:prstGeom>
            <a:solidFill>
              <a:schemeClr val="accent1"/>
            </a:solidFill>
            <a:ln w="25400">
              <a:solidFill>
                <a:srgbClr val="000000"/>
              </a:solidFill>
              <a:miter lim="800000"/>
              <a:headEnd/>
              <a:tailEnd/>
            </a:ln>
          </p:spPr>
          <p:txBody>
            <a:bodyPr/>
            <a:lstStyle/>
            <a:p>
              <a:pPr>
                <a:defRPr/>
              </a:pPr>
              <a:r>
                <a:rPr lang="en-US" sz="1600" dirty="0">
                  <a:solidFill>
                    <a:schemeClr val="bg1"/>
                  </a:solidFill>
                  <a:latin typeface="+mj-lt"/>
                </a:rPr>
                <a:t>D</a:t>
              </a:r>
            </a:p>
            <a:p>
              <a:pPr>
                <a:defRPr/>
              </a:pPr>
              <a:endParaRPr lang="en-US" sz="1600" dirty="0">
                <a:latin typeface="+mj-lt"/>
              </a:endParaRPr>
            </a:p>
            <a:p>
              <a:pPr>
                <a:defRPr/>
              </a:pPr>
              <a:r>
                <a:rPr lang="en-US" sz="1600" dirty="0">
                  <a:latin typeface="+mj-lt"/>
                </a:rPr>
                <a:t> </a:t>
              </a:r>
              <a:r>
                <a:rPr lang="en-US" sz="1600" dirty="0">
                  <a:solidFill>
                    <a:schemeClr val="bg1"/>
                  </a:solidFill>
                  <a:latin typeface="+mj-lt"/>
                </a:rPr>
                <a:t>C</a:t>
              </a:r>
            </a:p>
            <a:p>
              <a:pPr>
                <a:defRPr/>
              </a:pPr>
              <a:endParaRPr lang="en-US" sz="1600" dirty="0">
                <a:latin typeface="+mj-lt"/>
              </a:endParaRPr>
            </a:p>
          </p:txBody>
        </p:sp>
        <p:sp>
          <p:nvSpPr>
            <p:cNvPr id="11" name="Line 15">
              <a:extLst>
                <a:ext uri="{FF2B5EF4-FFF2-40B4-BE49-F238E27FC236}">
                  <a16:creationId xmlns:a16="http://schemas.microsoft.com/office/drawing/2014/main" id="{A7B15DBB-F689-4E2B-A321-8BC1132B165A}"/>
                </a:ext>
              </a:extLst>
            </p:cNvPr>
            <p:cNvSpPr>
              <a:spLocks noChangeShapeType="1"/>
            </p:cNvSpPr>
            <p:nvPr/>
          </p:nvSpPr>
          <p:spPr bwMode="auto">
            <a:xfrm>
              <a:off x="876" y="2413"/>
              <a:ext cx="3076" cy="4"/>
            </a:xfrm>
            <a:prstGeom prst="line">
              <a:avLst/>
            </a:prstGeom>
            <a:noFill/>
            <a:ln w="25400">
              <a:solidFill>
                <a:srgbClr val="000000"/>
              </a:solidFill>
              <a:round/>
              <a:headEnd/>
              <a:tailEnd/>
            </a:ln>
          </p:spPr>
          <p:txBody>
            <a:bodyPr/>
            <a:lstStyle/>
            <a:p>
              <a:pPr eaLnBrk="1" hangingPunct="1">
                <a:defRPr/>
              </a:pPr>
              <a:endParaRPr lang="ru-RU" sz="1400">
                <a:latin typeface="+mj-lt"/>
              </a:endParaRPr>
            </a:p>
          </p:txBody>
        </p:sp>
        <p:sp>
          <p:nvSpPr>
            <p:cNvPr id="12" name="Line 16">
              <a:extLst>
                <a:ext uri="{FF2B5EF4-FFF2-40B4-BE49-F238E27FC236}">
                  <a16:creationId xmlns:a16="http://schemas.microsoft.com/office/drawing/2014/main" id="{A35D099F-FCC1-4C21-AAA8-1B83D3812573}"/>
                </a:ext>
              </a:extLst>
            </p:cNvPr>
            <p:cNvSpPr>
              <a:spLocks noChangeShapeType="1"/>
            </p:cNvSpPr>
            <p:nvPr/>
          </p:nvSpPr>
          <p:spPr bwMode="auto">
            <a:xfrm>
              <a:off x="3944" y="1823"/>
              <a:ext cx="301" cy="0"/>
            </a:xfrm>
            <a:prstGeom prst="line">
              <a:avLst/>
            </a:prstGeom>
            <a:noFill/>
            <a:ln w="25400">
              <a:solidFill>
                <a:srgbClr val="000000"/>
              </a:solidFill>
              <a:round/>
              <a:headEnd/>
              <a:tailEnd/>
            </a:ln>
          </p:spPr>
          <p:txBody>
            <a:bodyPr/>
            <a:lstStyle/>
            <a:p>
              <a:pPr eaLnBrk="1" hangingPunct="1">
                <a:defRPr/>
              </a:pPr>
              <a:endParaRPr lang="ru-RU" sz="1400">
                <a:latin typeface="+mj-lt"/>
              </a:endParaRPr>
            </a:p>
          </p:txBody>
        </p:sp>
        <p:sp>
          <p:nvSpPr>
            <p:cNvPr id="13" name="Line 17">
              <a:extLst>
                <a:ext uri="{FF2B5EF4-FFF2-40B4-BE49-F238E27FC236}">
                  <a16:creationId xmlns:a16="http://schemas.microsoft.com/office/drawing/2014/main" id="{FA59337A-B8D9-47AC-9DB6-B2B98B69B366}"/>
                </a:ext>
              </a:extLst>
            </p:cNvPr>
            <p:cNvSpPr>
              <a:spLocks noChangeShapeType="1"/>
            </p:cNvSpPr>
            <p:nvPr/>
          </p:nvSpPr>
          <p:spPr bwMode="auto">
            <a:xfrm flipH="1">
              <a:off x="3948" y="1820"/>
              <a:ext cx="0" cy="591"/>
            </a:xfrm>
            <a:prstGeom prst="line">
              <a:avLst/>
            </a:prstGeom>
            <a:noFill/>
            <a:ln w="25400">
              <a:solidFill>
                <a:srgbClr val="000000"/>
              </a:solidFill>
              <a:round/>
              <a:headEnd/>
              <a:tailEnd/>
            </a:ln>
          </p:spPr>
          <p:txBody>
            <a:bodyPr/>
            <a:lstStyle/>
            <a:p>
              <a:pPr eaLnBrk="1" hangingPunct="1">
                <a:defRPr/>
              </a:pPr>
              <a:endParaRPr lang="ru-RU" sz="1400">
                <a:latin typeface="+mj-lt"/>
              </a:endParaRPr>
            </a:p>
          </p:txBody>
        </p:sp>
        <p:sp>
          <p:nvSpPr>
            <p:cNvPr id="14" name="Line 18">
              <a:extLst>
                <a:ext uri="{FF2B5EF4-FFF2-40B4-BE49-F238E27FC236}">
                  <a16:creationId xmlns:a16="http://schemas.microsoft.com/office/drawing/2014/main" id="{54C88387-548F-4F35-88DD-3A8CCB84C2F6}"/>
                </a:ext>
              </a:extLst>
            </p:cNvPr>
            <p:cNvSpPr>
              <a:spLocks noChangeShapeType="1"/>
            </p:cNvSpPr>
            <p:nvPr/>
          </p:nvSpPr>
          <p:spPr bwMode="auto">
            <a:xfrm>
              <a:off x="3006" y="1797"/>
              <a:ext cx="275" cy="0"/>
            </a:xfrm>
            <a:prstGeom prst="line">
              <a:avLst/>
            </a:prstGeom>
            <a:noFill/>
            <a:ln w="25400">
              <a:solidFill>
                <a:srgbClr val="000000"/>
              </a:solidFill>
              <a:round/>
              <a:headEnd/>
              <a:tailEnd/>
            </a:ln>
          </p:spPr>
          <p:txBody>
            <a:bodyPr/>
            <a:lstStyle/>
            <a:p>
              <a:pPr eaLnBrk="1" hangingPunct="1">
                <a:defRPr/>
              </a:pPr>
              <a:endParaRPr lang="ru-RU" sz="1400">
                <a:latin typeface="+mj-lt"/>
              </a:endParaRPr>
            </a:p>
          </p:txBody>
        </p:sp>
        <p:sp>
          <p:nvSpPr>
            <p:cNvPr id="15" name="Line 19">
              <a:extLst>
                <a:ext uri="{FF2B5EF4-FFF2-40B4-BE49-F238E27FC236}">
                  <a16:creationId xmlns:a16="http://schemas.microsoft.com/office/drawing/2014/main" id="{9D3AFBD1-B049-4181-ABBF-2069F871EA2F}"/>
                </a:ext>
              </a:extLst>
            </p:cNvPr>
            <p:cNvSpPr>
              <a:spLocks noChangeShapeType="1"/>
            </p:cNvSpPr>
            <p:nvPr/>
          </p:nvSpPr>
          <p:spPr bwMode="auto">
            <a:xfrm flipH="1">
              <a:off x="3006" y="1797"/>
              <a:ext cx="0" cy="612"/>
            </a:xfrm>
            <a:prstGeom prst="line">
              <a:avLst/>
            </a:prstGeom>
            <a:noFill/>
            <a:ln w="25400">
              <a:solidFill>
                <a:srgbClr val="000000"/>
              </a:solidFill>
              <a:round/>
              <a:headEnd/>
              <a:tailEnd type="oval" w="med" len="med"/>
            </a:ln>
          </p:spPr>
          <p:txBody>
            <a:bodyPr/>
            <a:lstStyle/>
            <a:p>
              <a:pPr eaLnBrk="1" hangingPunct="1">
                <a:defRPr/>
              </a:pPr>
              <a:endParaRPr lang="ru-RU" sz="1400">
                <a:latin typeface="+mj-lt"/>
              </a:endParaRPr>
            </a:p>
          </p:txBody>
        </p:sp>
        <p:sp>
          <p:nvSpPr>
            <p:cNvPr id="16" name="Line 20">
              <a:extLst>
                <a:ext uri="{FF2B5EF4-FFF2-40B4-BE49-F238E27FC236}">
                  <a16:creationId xmlns:a16="http://schemas.microsoft.com/office/drawing/2014/main" id="{31EE0F17-6E59-43B2-BA27-C1B2881D0640}"/>
                </a:ext>
              </a:extLst>
            </p:cNvPr>
            <p:cNvSpPr>
              <a:spLocks noChangeShapeType="1"/>
            </p:cNvSpPr>
            <p:nvPr/>
          </p:nvSpPr>
          <p:spPr bwMode="auto">
            <a:xfrm>
              <a:off x="2086" y="1791"/>
              <a:ext cx="277" cy="0"/>
            </a:xfrm>
            <a:prstGeom prst="line">
              <a:avLst/>
            </a:prstGeom>
            <a:noFill/>
            <a:ln w="25400">
              <a:solidFill>
                <a:srgbClr val="000000"/>
              </a:solidFill>
              <a:round/>
              <a:headEnd/>
              <a:tailEnd/>
            </a:ln>
          </p:spPr>
          <p:txBody>
            <a:bodyPr/>
            <a:lstStyle/>
            <a:p>
              <a:pPr eaLnBrk="1" hangingPunct="1">
                <a:defRPr/>
              </a:pPr>
              <a:endParaRPr lang="ru-RU" sz="1400">
                <a:latin typeface="+mj-lt"/>
              </a:endParaRPr>
            </a:p>
          </p:txBody>
        </p:sp>
        <p:sp>
          <p:nvSpPr>
            <p:cNvPr id="17" name="Line 21">
              <a:extLst>
                <a:ext uri="{FF2B5EF4-FFF2-40B4-BE49-F238E27FC236}">
                  <a16:creationId xmlns:a16="http://schemas.microsoft.com/office/drawing/2014/main" id="{D27D25EA-2AF7-437D-B553-2AF27ED778C4}"/>
                </a:ext>
              </a:extLst>
            </p:cNvPr>
            <p:cNvSpPr>
              <a:spLocks noChangeShapeType="1"/>
            </p:cNvSpPr>
            <p:nvPr/>
          </p:nvSpPr>
          <p:spPr bwMode="auto">
            <a:xfrm>
              <a:off x="1188" y="1817"/>
              <a:ext cx="279" cy="0"/>
            </a:xfrm>
            <a:prstGeom prst="line">
              <a:avLst/>
            </a:prstGeom>
            <a:noFill/>
            <a:ln w="25400">
              <a:solidFill>
                <a:srgbClr val="000000"/>
              </a:solidFill>
              <a:round/>
              <a:headEnd/>
              <a:tailEnd/>
            </a:ln>
          </p:spPr>
          <p:txBody>
            <a:bodyPr/>
            <a:lstStyle/>
            <a:p>
              <a:pPr eaLnBrk="1" hangingPunct="1">
                <a:defRPr/>
              </a:pPr>
              <a:endParaRPr lang="ru-RU" sz="1400">
                <a:latin typeface="+mj-lt"/>
              </a:endParaRPr>
            </a:p>
          </p:txBody>
        </p:sp>
        <p:sp>
          <p:nvSpPr>
            <p:cNvPr id="18" name="Line 22">
              <a:extLst>
                <a:ext uri="{FF2B5EF4-FFF2-40B4-BE49-F238E27FC236}">
                  <a16:creationId xmlns:a16="http://schemas.microsoft.com/office/drawing/2014/main" id="{53AE207C-A69B-4CD6-9AC1-3A4C90A3E9D7}"/>
                </a:ext>
              </a:extLst>
            </p:cNvPr>
            <p:cNvSpPr>
              <a:spLocks noChangeShapeType="1"/>
            </p:cNvSpPr>
            <p:nvPr/>
          </p:nvSpPr>
          <p:spPr bwMode="auto">
            <a:xfrm flipH="1">
              <a:off x="1186" y="1808"/>
              <a:ext cx="6" cy="611"/>
            </a:xfrm>
            <a:prstGeom prst="line">
              <a:avLst/>
            </a:prstGeom>
            <a:noFill/>
            <a:ln w="25400">
              <a:solidFill>
                <a:srgbClr val="000000"/>
              </a:solidFill>
              <a:round/>
              <a:headEnd/>
              <a:tailEnd type="oval" w="med" len="med"/>
            </a:ln>
          </p:spPr>
          <p:txBody>
            <a:bodyPr/>
            <a:lstStyle/>
            <a:p>
              <a:pPr eaLnBrk="1" hangingPunct="1">
                <a:defRPr/>
              </a:pPr>
              <a:endParaRPr lang="ru-RU" sz="1400">
                <a:latin typeface="+mj-lt"/>
              </a:endParaRPr>
            </a:p>
          </p:txBody>
        </p:sp>
        <p:sp>
          <p:nvSpPr>
            <p:cNvPr id="19" name="Line 23">
              <a:extLst>
                <a:ext uri="{FF2B5EF4-FFF2-40B4-BE49-F238E27FC236}">
                  <a16:creationId xmlns:a16="http://schemas.microsoft.com/office/drawing/2014/main" id="{DA22053E-2CE3-40F3-8DAA-3D3604CF6DA6}"/>
                </a:ext>
              </a:extLst>
            </p:cNvPr>
            <p:cNvSpPr>
              <a:spLocks noChangeShapeType="1"/>
            </p:cNvSpPr>
            <p:nvPr/>
          </p:nvSpPr>
          <p:spPr bwMode="auto">
            <a:xfrm flipH="1">
              <a:off x="2086" y="1788"/>
              <a:ext cx="0" cy="621"/>
            </a:xfrm>
            <a:prstGeom prst="line">
              <a:avLst/>
            </a:prstGeom>
            <a:noFill/>
            <a:ln w="25400">
              <a:solidFill>
                <a:srgbClr val="000000"/>
              </a:solidFill>
              <a:round/>
              <a:headEnd/>
              <a:tailEnd type="oval" w="med" len="med"/>
            </a:ln>
          </p:spPr>
          <p:txBody>
            <a:bodyPr/>
            <a:lstStyle/>
            <a:p>
              <a:pPr eaLnBrk="1" hangingPunct="1">
                <a:defRPr/>
              </a:pPr>
              <a:endParaRPr lang="ru-RU" sz="1400">
                <a:latin typeface="+mj-lt"/>
              </a:endParaRPr>
            </a:p>
          </p:txBody>
        </p:sp>
        <p:sp>
          <p:nvSpPr>
            <p:cNvPr id="20" name="Line 24">
              <a:extLst>
                <a:ext uri="{FF2B5EF4-FFF2-40B4-BE49-F238E27FC236}">
                  <a16:creationId xmlns:a16="http://schemas.microsoft.com/office/drawing/2014/main" id="{2B9AB30C-2F65-4247-B185-919B47CCA1A7}"/>
                </a:ext>
              </a:extLst>
            </p:cNvPr>
            <p:cNvSpPr>
              <a:spLocks noChangeShapeType="1"/>
            </p:cNvSpPr>
            <p:nvPr/>
          </p:nvSpPr>
          <p:spPr bwMode="auto">
            <a:xfrm>
              <a:off x="776" y="1434"/>
              <a:ext cx="683" cy="0"/>
            </a:xfrm>
            <a:prstGeom prst="line">
              <a:avLst/>
            </a:prstGeom>
            <a:noFill/>
            <a:ln w="25400">
              <a:solidFill>
                <a:srgbClr val="000000"/>
              </a:solidFill>
              <a:round/>
              <a:headEnd/>
              <a:tailEnd/>
            </a:ln>
          </p:spPr>
          <p:txBody>
            <a:bodyPr/>
            <a:lstStyle/>
            <a:p>
              <a:pPr eaLnBrk="1" hangingPunct="1">
                <a:defRPr/>
              </a:pPr>
              <a:endParaRPr lang="ru-RU" sz="1400">
                <a:latin typeface="+mj-lt"/>
              </a:endParaRPr>
            </a:p>
          </p:txBody>
        </p:sp>
        <p:sp>
          <p:nvSpPr>
            <p:cNvPr id="21" name="Line 25">
              <a:extLst>
                <a:ext uri="{FF2B5EF4-FFF2-40B4-BE49-F238E27FC236}">
                  <a16:creationId xmlns:a16="http://schemas.microsoft.com/office/drawing/2014/main" id="{DAF2588E-A1A8-4C7C-AAA4-E69EB5FD32AD}"/>
                </a:ext>
              </a:extLst>
            </p:cNvPr>
            <p:cNvSpPr>
              <a:spLocks noChangeShapeType="1"/>
            </p:cNvSpPr>
            <p:nvPr/>
          </p:nvSpPr>
          <p:spPr bwMode="auto">
            <a:xfrm>
              <a:off x="1894" y="1434"/>
              <a:ext cx="456" cy="0"/>
            </a:xfrm>
            <a:prstGeom prst="line">
              <a:avLst/>
            </a:prstGeom>
            <a:noFill/>
            <a:ln w="25400">
              <a:solidFill>
                <a:srgbClr val="000000"/>
              </a:solidFill>
              <a:round/>
              <a:headEnd/>
              <a:tailEnd/>
            </a:ln>
          </p:spPr>
          <p:txBody>
            <a:bodyPr/>
            <a:lstStyle/>
            <a:p>
              <a:pPr eaLnBrk="1" hangingPunct="1">
                <a:defRPr/>
              </a:pPr>
              <a:endParaRPr lang="ru-RU" sz="1400">
                <a:latin typeface="+mj-lt"/>
              </a:endParaRPr>
            </a:p>
          </p:txBody>
        </p:sp>
        <p:sp>
          <p:nvSpPr>
            <p:cNvPr id="22" name="Line 26">
              <a:extLst>
                <a:ext uri="{FF2B5EF4-FFF2-40B4-BE49-F238E27FC236}">
                  <a16:creationId xmlns:a16="http://schemas.microsoft.com/office/drawing/2014/main" id="{595C0049-7941-49A5-86A3-B57C1D5881D2}"/>
                </a:ext>
              </a:extLst>
            </p:cNvPr>
            <p:cNvSpPr>
              <a:spLocks noChangeShapeType="1"/>
            </p:cNvSpPr>
            <p:nvPr/>
          </p:nvSpPr>
          <p:spPr bwMode="auto">
            <a:xfrm>
              <a:off x="2820" y="1443"/>
              <a:ext cx="478" cy="0"/>
            </a:xfrm>
            <a:prstGeom prst="line">
              <a:avLst/>
            </a:prstGeom>
            <a:noFill/>
            <a:ln w="25400">
              <a:solidFill>
                <a:srgbClr val="000000"/>
              </a:solidFill>
              <a:round/>
              <a:headEnd/>
              <a:tailEnd/>
            </a:ln>
          </p:spPr>
          <p:txBody>
            <a:bodyPr/>
            <a:lstStyle/>
            <a:p>
              <a:pPr eaLnBrk="1" hangingPunct="1">
                <a:defRPr/>
              </a:pPr>
              <a:endParaRPr lang="ru-RU" sz="1400">
                <a:latin typeface="+mj-lt"/>
              </a:endParaRPr>
            </a:p>
          </p:txBody>
        </p:sp>
        <p:sp>
          <p:nvSpPr>
            <p:cNvPr id="23" name="Line 27">
              <a:extLst>
                <a:ext uri="{FF2B5EF4-FFF2-40B4-BE49-F238E27FC236}">
                  <a16:creationId xmlns:a16="http://schemas.microsoft.com/office/drawing/2014/main" id="{B88C97CF-40BB-41FC-82FE-2B5827FE250A}"/>
                </a:ext>
              </a:extLst>
            </p:cNvPr>
            <p:cNvSpPr>
              <a:spLocks noChangeShapeType="1"/>
            </p:cNvSpPr>
            <p:nvPr/>
          </p:nvSpPr>
          <p:spPr bwMode="auto">
            <a:xfrm>
              <a:off x="3720" y="1414"/>
              <a:ext cx="500" cy="0"/>
            </a:xfrm>
            <a:prstGeom prst="line">
              <a:avLst/>
            </a:prstGeom>
            <a:noFill/>
            <a:ln w="25400">
              <a:solidFill>
                <a:srgbClr val="000000"/>
              </a:solidFill>
              <a:round/>
              <a:headEnd/>
              <a:tailEnd/>
            </a:ln>
          </p:spPr>
          <p:txBody>
            <a:bodyPr/>
            <a:lstStyle/>
            <a:p>
              <a:pPr eaLnBrk="1" hangingPunct="1">
                <a:defRPr/>
              </a:pPr>
              <a:endParaRPr lang="ru-RU" sz="1400">
                <a:latin typeface="+mj-lt"/>
              </a:endParaRPr>
            </a:p>
          </p:txBody>
        </p:sp>
        <p:sp>
          <p:nvSpPr>
            <p:cNvPr id="57377" name="Text Box 28">
              <a:extLst>
                <a:ext uri="{FF2B5EF4-FFF2-40B4-BE49-F238E27FC236}">
                  <a16:creationId xmlns:a16="http://schemas.microsoft.com/office/drawing/2014/main" id="{C5A04BF6-F273-F445-7A9B-ACF7D4551624}"/>
                </a:ext>
              </a:extLst>
            </p:cNvPr>
            <p:cNvSpPr txBox="1">
              <a:spLocks noChangeArrowheads="1"/>
            </p:cNvSpPr>
            <p:nvPr/>
          </p:nvSpPr>
          <p:spPr bwMode="auto">
            <a:xfrm>
              <a:off x="305" y="2255"/>
              <a:ext cx="697"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en-US"/>
                <a:t>Clock</a:t>
              </a:r>
              <a:endParaRPr lang="en-US" altLang="en-US" baseline="-25000"/>
            </a:p>
          </p:txBody>
        </p:sp>
        <p:sp>
          <p:nvSpPr>
            <p:cNvPr id="25" name="Line 29">
              <a:extLst>
                <a:ext uri="{FF2B5EF4-FFF2-40B4-BE49-F238E27FC236}">
                  <a16:creationId xmlns:a16="http://schemas.microsoft.com/office/drawing/2014/main" id="{4FE0591A-F521-42F5-B92E-26CE443D3722}"/>
                </a:ext>
              </a:extLst>
            </p:cNvPr>
            <p:cNvSpPr>
              <a:spLocks noChangeShapeType="1"/>
            </p:cNvSpPr>
            <p:nvPr/>
          </p:nvSpPr>
          <p:spPr bwMode="auto">
            <a:xfrm>
              <a:off x="4692" y="1426"/>
              <a:ext cx="195" cy="0"/>
            </a:xfrm>
            <a:prstGeom prst="line">
              <a:avLst/>
            </a:prstGeom>
            <a:noFill/>
            <a:ln w="25400">
              <a:solidFill>
                <a:srgbClr val="000000"/>
              </a:solidFill>
              <a:round/>
              <a:headEnd/>
              <a:tailEnd type="none" w="sm" len="med"/>
            </a:ln>
          </p:spPr>
          <p:txBody>
            <a:bodyPr/>
            <a:lstStyle/>
            <a:p>
              <a:pPr eaLnBrk="1" hangingPunct="1">
                <a:defRPr/>
              </a:pPr>
              <a:endParaRPr lang="ru-RU" sz="1400">
                <a:latin typeface="+mj-lt"/>
              </a:endParaRPr>
            </a:p>
          </p:txBody>
        </p:sp>
        <p:sp>
          <p:nvSpPr>
            <p:cNvPr id="26" name="Oval 30">
              <a:extLst>
                <a:ext uri="{FF2B5EF4-FFF2-40B4-BE49-F238E27FC236}">
                  <a16:creationId xmlns:a16="http://schemas.microsoft.com/office/drawing/2014/main" id="{7D066D3B-4E81-41A1-964D-677782B67BAA}"/>
                </a:ext>
              </a:extLst>
            </p:cNvPr>
            <p:cNvSpPr>
              <a:spLocks noChangeArrowheads="1"/>
            </p:cNvSpPr>
            <p:nvPr/>
          </p:nvSpPr>
          <p:spPr bwMode="auto">
            <a:xfrm>
              <a:off x="1616" y="1993"/>
              <a:ext cx="85" cy="74"/>
            </a:xfrm>
            <a:prstGeom prst="ellipse">
              <a:avLst/>
            </a:prstGeom>
            <a:solidFill>
              <a:schemeClr val="accent1"/>
            </a:solidFill>
            <a:ln w="9525">
              <a:solidFill>
                <a:schemeClr val="tx1"/>
              </a:solidFill>
              <a:round/>
              <a:headEnd/>
              <a:tailEnd/>
            </a:ln>
            <a:effectLst/>
          </p:spPr>
          <p:txBody>
            <a:bodyPr wrap="none" anchor="ctr"/>
            <a:lstStyle/>
            <a:p>
              <a:pPr eaLnBrk="1" hangingPunct="1">
                <a:defRPr/>
              </a:pPr>
              <a:endParaRPr lang="ru-RU" sz="1400">
                <a:latin typeface="+mj-lt"/>
              </a:endParaRPr>
            </a:p>
          </p:txBody>
        </p:sp>
        <p:sp>
          <p:nvSpPr>
            <p:cNvPr id="27" name="Oval 31">
              <a:extLst>
                <a:ext uri="{FF2B5EF4-FFF2-40B4-BE49-F238E27FC236}">
                  <a16:creationId xmlns:a16="http://schemas.microsoft.com/office/drawing/2014/main" id="{D389B783-390E-45FB-B867-15865176F7D7}"/>
                </a:ext>
              </a:extLst>
            </p:cNvPr>
            <p:cNvSpPr>
              <a:spLocks noChangeArrowheads="1"/>
            </p:cNvSpPr>
            <p:nvPr/>
          </p:nvSpPr>
          <p:spPr bwMode="auto">
            <a:xfrm>
              <a:off x="2537" y="2001"/>
              <a:ext cx="85" cy="77"/>
            </a:xfrm>
            <a:prstGeom prst="ellipse">
              <a:avLst/>
            </a:prstGeom>
            <a:solidFill>
              <a:schemeClr val="accent1"/>
            </a:solidFill>
            <a:ln w="9525">
              <a:solidFill>
                <a:schemeClr val="tx1"/>
              </a:solidFill>
              <a:round/>
              <a:headEnd/>
              <a:tailEnd/>
            </a:ln>
            <a:effectLst/>
          </p:spPr>
          <p:txBody>
            <a:bodyPr wrap="none" anchor="ctr"/>
            <a:lstStyle/>
            <a:p>
              <a:pPr eaLnBrk="1" hangingPunct="1">
                <a:defRPr/>
              </a:pPr>
              <a:endParaRPr lang="ru-RU" sz="1400">
                <a:latin typeface="+mj-lt"/>
              </a:endParaRPr>
            </a:p>
          </p:txBody>
        </p:sp>
        <p:sp>
          <p:nvSpPr>
            <p:cNvPr id="28" name="Oval 32">
              <a:extLst>
                <a:ext uri="{FF2B5EF4-FFF2-40B4-BE49-F238E27FC236}">
                  <a16:creationId xmlns:a16="http://schemas.microsoft.com/office/drawing/2014/main" id="{A55EEB24-1295-412C-A09B-5BBD2EEDC5E6}"/>
                </a:ext>
              </a:extLst>
            </p:cNvPr>
            <p:cNvSpPr>
              <a:spLocks noChangeArrowheads="1"/>
            </p:cNvSpPr>
            <p:nvPr/>
          </p:nvSpPr>
          <p:spPr bwMode="auto">
            <a:xfrm>
              <a:off x="3448" y="1991"/>
              <a:ext cx="86" cy="78"/>
            </a:xfrm>
            <a:prstGeom prst="ellipse">
              <a:avLst/>
            </a:prstGeom>
            <a:solidFill>
              <a:schemeClr val="accent1"/>
            </a:solidFill>
            <a:ln w="9525">
              <a:solidFill>
                <a:schemeClr val="tx1"/>
              </a:solidFill>
              <a:round/>
              <a:headEnd/>
              <a:tailEnd/>
            </a:ln>
            <a:effectLst/>
          </p:spPr>
          <p:txBody>
            <a:bodyPr wrap="none" anchor="ctr"/>
            <a:lstStyle/>
            <a:p>
              <a:pPr eaLnBrk="1" hangingPunct="1">
                <a:defRPr/>
              </a:pPr>
              <a:endParaRPr lang="ru-RU" sz="1400">
                <a:latin typeface="+mj-lt"/>
              </a:endParaRPr>
            </a:p>
          </p:txBody>
        </p:sp>
        <p:sp>
          <p:nvSpPr>
            <p:cNvPr id="29" name="Oval 33">
              <a:extLst>
                <a:ext uri="{FF2B5EF4-FFF2-40B4-BE49-F238E27FC236}">
                  <a16:creationId xmlns:a16="http://schemas.microsoft.com/office/drawing/2014/main" id="{E4F11AE5-29E7-4606-A64B-1C00659D1A1B}"/>
                </a:ext>
              </a:extLst>
            </p:cNvPr>
            <p:cNvSpPr>
              <a:spLocks noChangeArrowheads="1"/>
            </p:cNvSpPr>
            <p:nvPr/>
          </p:nvSpPr>
          <p:spPr bwMode="auto">
            <a:xfrm>
              <a:off x="4413" y="2015"/>
              <a:ext cx="85" cy="78"/>
            </a:xfrm>
            <a:prstGeom prst="ellipse">
              <a:avLst/>
            </a:prstGeom>
            <a:solidFill>
              <a:schemeClr val="accent1"/>
            </a:solidFill>
            <a:ln w="9525">
              <a:solidFill>
                <a:schemeClr val="tx1"/>
              </a:solidFill>
              <a:round/>
              <a:headEnd/>
              <a:tailEnd/>
            </a:ln>
            <a:effectLst/>
          </p:spPr>
          <p:txBody>
            <a:bodyPr wrap="none" anchor="ctr"/>
            <a:lstStyle/>
            <a:p>
              <a:pPr eaLnBrk="1" hangingPunct="1">
                <a:defRPr/>
              </a:pPr>
              <a:endParaRPr lang="ru-RU" sz="1400">
                <a:latin typeface="+mj-lt"/>
              </a:endParaRPr>
            </a:p>
          </p:txBody>
        </p:sp>
        <p:sp>
          <p:nvSpPr>
            <p:cNvPr id="30" name="Line 34">
              <a:extLst>
                <a:ext uri="{FF2B5EF4-FFF2-40B4-BE49-F238E27FC236}">
                  <a16:creationId xmlns:a16="http://schemas.microsoft.com/office/drawing/2014/main" id="{FFD023B9-08B7-4B49-91A5-94CBCAE57DF9}"/>
                </a:ext>
              </a:extLst>
            </p:cNvPr>
            <p:cNvSpPr>
              <a:spLocks noChangeShapeType="1"/>
            </p:cNvSpPr>
            <p:nvPr/>
          </p:nvSpPr>
          <p:spPr bwMode="auto">
            <a:xfrm>
              <a:off x="839" y="2269"/>
              <a:ext cx="3630" cy="4"/>
            </a:xfrm>
            <a:prstGeom prst="line">
              <a:avLst/>
            </a:prstGeom>
            <a:noFill/>
            <a:ln w="25400">
              <a:solidFill>
                <a:srgbClr val="000000"/>
              </a:solidFill>
              <a:round/>
              <a:headEnd/>
              <a:tailEnd/>
            </a:ln>
          </p:spPr>
          <p:txBody>
            <a:bodyPr/>
            <a:lstStyle/>
            <a:p>
              <a:pPr eaLnBrk="1" hangingPunct="1">
                <a:defRPr/>
              </a:pPr>
              <a:endParaRPr lang="ru-RU" sz="1400">
                <a:latin typeface="+mj-lt"/>
              </a:endParaRPr>
            </a:p>
          </p:txBody>
        </p:sp>
        <p:sp>
          <p:nvSpPr>
            <p:cNvPr id="31" name="Line 35">
              <a:extLst>
                <a:ext uri="{FF2B5EF4-FFF2-40B4-BE49-F238E27FC236}">
                  <a16:creationId xmlns:a16="http://schemas.microsoft.com/office/drawing/2014/main" id="{9E37785B-5D2F-4666-AF6B-5BD25DDCD4C9}"/>
                </a:ext>
              </a:extLst>
            </p:cNvPr>
            <p:cNvSpPr>
              <a:spLocks noChangeShapeType="1"/>
            </p:cNvSpPr>
            <p:nvPr/>
          </p:nvSpPr>
          <p:spPr bwMode="auto">
            <a:xfrm>
              <a:off x="1660" y="2074"/>
              <a:ext cx="0" cy="101"/>
            </a:xfrm>
            <a:prstGeom prst="line">
              <a:avLst/>
            </a:prstGeom>
            <a:noFill/>
            <a:ln w="25400">
              <a:solidFill>
                <a:schemeClr val="tx1"/>
              </a:solidFill>
              <a:round/>
              <a:headEnd/>
              <a:tailEnd/>
            </a:ln>
            <a:effectLst/>
          </p:spPr>
          <p:txBody>
            <a:bodyPr/>
            <a:lstStyle/>
            <a:p>
              <a:pPr eaLnBrk="1" hangingPunct="1">
                <a:defRPr/>
              </a:pPr>
              <a:endParaRPr lang="ru-RU" sz="1400">
                <a:latin typeface="+mj-lt"/>
              </a:endParaRPr>
            </a:p>
          </p:txBody>
        </p:sp>
        <p:sp>
          <p:nvSpPr>
            <p:cNvPr id="32" name="Line 36">
              <a:extLst>
                <a:ext uri="{FF2B5EF4-FFF2-40B4-BE49-F238E27FC236}">
                  <a16:creationId xmlns:a16="http://schemas.microsoft.com/office/drawing/2014/main" id="{F3AC4E24-E98D-44D6-8413-EB3995B3262B}"/>
                </a:ext>
              </a:extLst>
            </p:cNvPr>
            <p:cNvSpPr>
              <a:spLocks noChangeShapeType="1"/>
            </p:cNvSpPr>
            <p:nvPr/>
          </p:nvSpPr>
          <p:spPr bwMode="auto">
            <a:xfrm>
              <a:off x="2581" y="2074"/>
              <a:ext cx="0" cy="194"/>
            </a:xfrm>
            <a:prstGeom prst="line">
              <a:avLst/>
            </a:prstGeom>
            <a:noFill/>
            <a:ln w="25400">
              <a:solidFill>
                <a:schemeClr val="tx1"/>
              </a:solidFill>
              <a:round/>
              <a:headEnd/>
              <a:tailEnd type="oval" w="med" len="med"/>
            </a:ln>
            <a:effectLst/>
          </p:spPr>
          <p:txBody>
            <a:bodyPr/>
            <a:lstStyle/>
            <a:p>
              <a:pPr eaLnBrk="1" hangingPunct="1">
                <a:defRPr/>
              </a:pPr>
              <a:endParaRPr lang="ru-RU" sz="1400">
                <a:latin typeface="+mj-lt"/>
              </a:endParaRPr>
            </a:p>
          </p:txBody>
        </p:sp>
        <p:sp>
          <p:nvSpPr>
            <p:cNvPr id="33" name="Line 37">
              <a:extLst>
                <a:ext uri="{FF2B5EF4-FFF2-40B4-BE49-F238E27FC236}">
                  <a16:creationId xmlns:a16="http://schemas.microsoft.com/office/drawing/2014/main" id="{EBDD3C04-A30F-4E26-BDEF-B33992C49029}"/>
                </a:ext>
              </a:extLst>
            </p:cNvPr>
            <p:cNvSpPr>
              <a:spLocks noChangeShapeType="1"/>
            </p:cNvSpPr>
            <p:nvPr/>
          </p:nvSpPr>
          <p:spPr bwMode="auto">
            <a:xfrm>
              <a:off x="3493" y="2074"/>
              <a:ext cx="0" cy="194"/>
            </a:xfrm>
            <a:prstGeom prst="line">
              <a:avLst/>
            </a:prstGeom>
            <a:noFill/>
            <a:ln w="25400">
              <a:solidFill>
                <a:schemeClr val="tx1"/>
              </a:solidFill>
              <a:round/>
              <a:headEnd/>
              <a:tailEnd type="oval" w="med" len="med"/>
            </a:ln>
            <a:effectLst/>
          </p:spPr>
          <p:txBody>
            <a:bodyPr/>
            <a:lstStyle/>
            <a:p>
              <a:pPr eaLnBrk="1" hangingPunct="1">
                <a:defRPr/>
              </a:pPr>
              <a:endParaRPr lang="ru-RU" sz="1400">
                <a:latin typeface="+mj-lt"/>
              </a:endParaRPr>
            </a:p>
          </p:txBody>
        </p:sp>
        <p:sp>
          <p:nvSpPr>
            <p:cNvPr id="34" name="Line 38">
              <a:extLst>
                <a:ext uri="{FF2B5EF4-FFF2-40B4-BE49-F238E27FC236}">
                  <a16:creationId xmlns:a16="http://schemas.microsoft.com/office/drawing/2014/main" id="{F6355DBB-DAB9-4A57-9090-CDA92EE78F01}"/>
                </a:ext>
              </a:extLst>
            </p:cNvPr>
            <p:cNvSpPr>
              <a:spLocks noChangeShapeType="1"/>
            </p:cNvSpPr>
            <p:nvPr/>
          </p:nvSpPr>
          <p:spPr bwMode="auto">
            <a:xfrm>
              <a:off x="4458" y="2096"/>
              <a:ext cx="0" cy="179"/>
            </a:xfrm>
            <a:prstGeom prst="line">
              <a:avLst/>
            </a:prstGeom>
            <a:noFill/>
            <a:ln w="25400">
              <a:solidFill>
                <a:schemeClr val="tx1"/>
              </a:solidFill>
              <a:round/>
              <a:headEnd/>
              <a:tailEnd/>
            </a:ln>
            <a:effectLst/>
          </p:spPr>
          <p:txBody>
            <a:bodyPr/>
            <a:lstStyle/>
            <a:p>
              <a:pPr eaLnBrk="1" hangingPunct="1">
                <a:defRPr/>
              </a:pPr>
              <a:endParaRPr lang="ru-RU" sz="1400">
                <a:latin typeface="+mj-lt"/>
              </a:endParaRPr>
            </a:p>
          </p:txBody>
        </p:sp>
        <p:sp>
          <p:nvSpPr>
            <p:cNvPr id="35" name="Oval 39">
              <a:extLst>
                <a:ext uri="{FF2B5EF4-FFF2-40B4-BE49-F238E27FC236}">
                  <a16:creationId xmlns:a16="http://schemas.microsoft.com/office/drawing/2014/main" id="{E4E66CFB-7A86-49D7-A05E-4E6973302EBC}"/>
                </a:ext>
              </a:extLst>
            </p:cNvPr>
            <p:cNvSpPr>
              <a:spLocks noChangeArrowheads="1"/>
            </p:cNvSpPr>
            <p:nvPr/>
          </p:nvSpPr>
          <p:spPr bwMode="auto">
            <a:xfrm>
              <a:off x="1625" y="1176"/>
              <a:ext cx="85" cy="78"/>
            </a:xfrm>
            <a:prstGeom prst="ellipse">
              <a:avLst/>
            </a:prstGeom>
            <a:solidFill>
              <a:schemeClr val="accent1"/>
            </a:solidFill>
            <a:ln w="9525">
              <a:solidFill>
                <a:schemeClr val="tx1"/>
              </a:solidFill>
              <a:round/>
              <a:headEnd/>
              <a:tailEnd/>
            </a:ln>
            <a:effectLst/>
          </p:spPr>
          <p:txBody>
            <a:bodyPr wrap="none" anchor="ctr"/>
            <a:lstStyle/>
            <a:p>
              <a:pPr eaLnBrk="1" hangingPunct="1">
                <a:defRPr/>
              </a:pPr>
              <a:endParaRPr lang="ru-RU" sz="1400">
                <a:latin typeface="+mj-lt"/>
              </a:endParaRPr>
            </a:p>
          </p:txBody>
        </p:sp>
        <p:sp>
          <p:nvSpPr>
            <p:cNvPr id="36" name="Oval 40">
              <a:extLst>
                <a:ext uri="{FF2B5EF4-FFF2-40B4-BE49-F238E27FC236}">
                  <a16:creationId xmlns:a16="http://schemas.microsoft.com/office/drawing/2014/main" id="{9E3A9AF1-91A8-4BF4-8827-8B1BA340EC51}"/>
                </a:ext>
              </a:extLst>
            </p:cNvPr>
            <p:cNvSpPr>
              <a:spLocks noChangeArrowheads="1"/>
            </p:cNvSpPr>
            <p:nvPr/>
          </p:nvSpPr>
          <p:spPr bwMode="auto">
            <a:xfrm>
              <a:off x="2546" y="1176"/>
              <a:ext cx="85" cy="78"/>
            </a:xfrm>
            <a:prstGeom prst="ellipse">
              <a:avLst/>
            </a:prstGeom>
            <a:solidFill>
              <a:schemeClr val="accent1"/>
            </a:solidFill>
            <a:ln w="9525">
              <a:solidFill>
                <a:schemeClr val="tx1"/>
              </a:solidFill>
              <a:round/>
              <a:headEnd/>
              <a:tailEnd/>
            </a:ln>
            <a:effectLst/>
          </p:spPr>
          <p:txBody>
            <a:bodyPr wrap="none" anchor="ctr"/>
            <a:lstStyle/>
            <a:p>
              <a:pPr eaLnBrk="1" hangingPunct="1">
                <a:defRPr/>
              </a:pPr>
              <a:endParaRPr lang="ru-RU" sz="1400">
                <a:latin typeface="+mj-lt"/>
              </a:endParaRPr>
            </a:p>
          </p:txBody>
        </p:sp>
        <p:sp>
          <p:nvSpPr>
            <p:cNvPr id="37" name="Oval 41">
              <a:extLst>
                <a:ext uri="{FF2B5EF4-FFF2-40B4-BE49-F238E27FC236}">
                  <a16:creationId xmlns:a16="http://schemas.microsoft.com/office/drawing/2014/main" id="{E46F5FB9-9D6E-409D-8E5C-FA19465A17FF}"/>
                </a:ext>
              </a:extLst>
            </p:cNvPr>
            <p:cNvSpPr>
              <a:spLocks noChangeArrowheads="1"/>
            </p:cNvSpPr>
            <p:nvPr/>
          </p:nvSpPr>
          <p:spPr bwMode="auto">
            <a:xfrm>
              <a:off x="3449" y="1183"/>
              <a:ext cx="85" cy="73"/>
            </a:xfrm>
            <a:prstGeom prst="ellipse">
              <a:avLst/>
            </a:prstGeom>
            <a:solidFill>
              <a:schemeClr val="accent1"/>
            </a:solidFill>
            <a:ln w="9525">
              <a:solidFill>
                <a:schemeClr val="tx1"/>
              </a:solidFill>
              <a:round/>
              <a:headEnd/>
              <a:tailEnd/>
            </a:ln>
            <a:effectLst/>
          </p:spPr>
          <p:txBody>
            <a:bodyPr wrap="none" anchor="ctr"/>
            <a:lstStyle/>
            <a:p>
              <a:pPr eaLnBrk="1" hangingPunct="1">
                <a:defRPr/>
              </a:pPr>
              <a:endParaRPr lang="ru-RU" sz="1400">
                <a:latin typeface="+mj-lt"/>
              </a:endParaRPr>
            </a:p>
          </p:txBody>
        </p:sp>
        <p:sp>
          <p:nvSpPr>
            <p:cNvPr id="38" name="Oval 42">
              <a:extLst>
                <a:ext uri="{FF2B5EF4-FFF2-40B4-BE49-F238E27FC236}">
                  <a16:creationId xmlns:a16="http://schemas.microsoft.com/office/drawing/2014/main" id="{86481F0E-A6C1-45D6-B25A-A1516D379A1D}"/>
                </a:ext>
              </a:extLst>
            </p:cNvPr>
            <p:cNvSpPr>
              <a:spLocks noChangeArrowheads="1"/>
            </p:cNvSpPr>
            <p:nvPr/>
          </p:nvSpPr>
          <p:spPr bwMode="auto">
            <a:xfrm>
              <a:off x="4413" y="1192"/>
              <a:ext cx="85" cy="76"/>
            </a:xfrm>
            <a:prstGeom prst="ellipse">
              <a:avLst/>
            </a:prstGeom>
            <a:solidFill>
              <a:schemeClr val="accent1"/>
            </a:solidFill>
            <a:ln w="9525">
              <a:solidFill>
                <a:schemeClr val="tx1"/>
              </a:solidFill>
              <a:round/>
              <a:headEnd/>
              <a:tailEnd/>
            </a:ln>
            <a:effectLst/>
          </p:spPr>
          <p:txBody>
            <a:bodyPr wrap="none" anchor="ctr"/>
            <a:lstStyle/>
            <a:p>
              <a:pPr eaLnBrk="1" hangingPunct="1">
                <a:defRPr/>
              </a:pPr>
              <a:endParaRPr lang="ru-RU" sz="1400">
                <a:latin typeface="+mj-lt"/>
              </a:endParaRPr>
            </a:p>
          </p:txBody>
        </p:sp>
        <p:sp>
          <p:nvSpPr>
            <p:cNvPr id="39" name="Line 43">
              <a:extLst>
                <a:ext uri="{FF2B5EF4-FFF2-40B4-BE49-F238E27FC236}">
                  <a16:creationId xmlns:a16="http://schemas.microsoft.com/office/drawing/2014/main" id="{7CBC5144-C242-409C-AC00-0F70DE41AC4E}"/>
                </a:ext>
              </a:extLst>
            </p:cNvPr>
            <p:cNvSpPr>
              <a:spLocks noChangeShapeType="1"/>
            </p:cNvSpPr>
            <p:nvPr/>
          </p:nvSpPr>
          <p:spPr bwMode="auto">
            <a:xfrm flipV="1">
              <a:off x="1669" y="1026"/>
              <a:ext cx="0" cy="143"/>
            </a:xfrm>
            <a:prstGeom prst="line">
              <a:avLst/>
            </a:prstGeom>
            <a:noFill/>
            <a:ln w="25400">
              <a:solidFill>
                <a:schemeClr val="tx1"/>
              </a:solidFill>
              <a:round/>
              <a:headEnd/>
              <a:tailEnd/>
            </a:ln>
            <a:effectLst/>
          </p:spPr>
          <p:txBody>
            <a:bodyPr/>
            <a:lstStyle/>
            <a:p>
              <a:pPr eaLnBrk="1" hangingPunct="1">
                <a:defRPr/>
              </a:pPr>
              <a:endParaRPr lang="ru-RU" sz="1400">
                <a:latin typeface="+mj-lt"/>
              </a:endParaRPr>
            </a:p>
          </p:txBody>
        </p:sp>
        <p:sp>
          <p:nvSpPr>
            <p:cNvPr id="40" name="Line 44">
              <a:extLst>
                <a:ext uri="{FF2B5EF4-FFF2-40B4-BE49-F238E27FC236}">
                  <a16:creationId xmlns:a16="http://schemas.microsoft.com/office/drawing/2014/main" id="{B53D59F6-F8B8-4018-A45F-7C1A7E78726E}"/>
                </a:ext>
              </a:extLst>
            </p:cNvPr>
            <p:cNvSpPr>
              <a:spLocks noChangeShapeType="1"/>
            </p:cNvSpPr>
            <p:nvPr/>
          </p:nvSpPr>
          <p:spPr bwMode="auto">
            <a:xfrm flipV="1">
              <a:off x="1014" y="1025"/>
              <a:ext cx="0" cy="1245"/>
            </a:xfrm>
            <a:prstGeom prst="line">
              <a:avLst/>
            </a:prstGeom>
            <a:noFill/>
            <a:ln w="25400">
              <a:solidFill>
                <a:schemeClr val="tx1"/>
              </a:solidFill>
              <a:round/>
              <a:headEnd type="oval" w="med" len="med"/>
              <a:tailEnd/>
            </a:ln>
            <a:effectLst/>
          </p:spPr>
          <p:txBody>
            <a:bodyPr/>
            <a:lstStyle/>
            <a:p>
              <a:pPr eaLnBrk="1" hangingPunct="1">
                <a:defRPr/>
              </a:pPr>
              <a:endParaRPr lang="ru-RU" sz="1400">
                <a:latin typeface="+mj-lt"/>
              </a:endParaRPr>
            </a:p>
          </p:txBody>
        </p:sp>
        <p:sp>
          <p:nvSpPr>
            <p:cNvPr id="41" name="Line 45">
              <a:extLst>
                <a:ext uri="{FF2B5EF4-FFF2-40B4-BE49-F238E27FC236}">
                  <a16:creationId xmlns:a16="http://schemas.microsoft.com/office/drawing/2014/main" id="{593CD063-E467-4C29-91D2-1C8B0FB6BAF3}"/>
                </a:ext>
              </a:extLst>
            </p:cNvPr>
            <p:cNvSpPr>
              <a:spLocks noChangeShapeType="1"/>
            </p:cNvSpPr>
            <p:nvPr/>
          </p:nvSpPr>
          <p:spPr bwMode="auto">
            <a:xfrm>
              <a:off x="1014" y="1025"/>
              <a:ext cx="662" cy="0"/>
            </a:xfrm>
            <a:prstGeom prst="line">
              <a:avLst/>
            </a:prstGeom>
            <a:noFill/>
            <a:ln w="25400">
              <a:solidFill>
                <a:schemeClr val="tx1"/>
              </a:solidFill>
              <a:round/>
              <a:headEnd/>
              <a:tailEnd/>
            </a:ln>
            <a:effectLst/>
          </p:spPr>
          <p:txBody>
            <a:bodyPr/>
            <a:lstStyle/>
            <a:p>
              <a:pPr eaLnBrk="1" hangingPunct="1">
                <a:defRPr/>
              </a:pPr>
              <a:endParaRPr lang="ru-RU" sz="1400">
                <a:latin typeface="+mj-lt"/>
              </a:endParaRPr>
            </a:p>
          </p:txBody>
        </p:sp>
        <p:sp>
          <p:nvSpPr>
            <p:cNvPr id="42" name="Line 46">
              <a:extLst>
                <a:ext uri="{FF2B5EF4-FFF2-40B4-BE49-F238E27FC236}">
                  <a16:creationId xmlns:a16="http://schemas.microsoft.com/office/drawing/2014/main" id="{186F7F7C-7A8D-4549-9989-63EF4D8B4E15}"/>
                </a:ext>
              </a:extLst>
            </p:cNvPr>
            <p:cNvSpPr>
              <a:spLocks noChangeShapeType="1"/>
            </p:cNvSpPr>
            <p:nvPr/>
          </p:nvSpPr>
          <p:spPr bwMode="auto">
            <a:xfrm flipV="1">
              <a:off x="775" y="904"/>
              <a:ext cx="0" cy="530"/>
            </a:xfrm>
            <a:prstGeom prst="line">
              <a:avLst/>
            </a:prstGeom>
            <a:noFill/>
            <a:ln w="25400">
              <a:solidFill>
                <a:schemeClr val="tx1"/>
              </a:solidFill>
              <a:round/>
              <a:headEnd/>
              <a:tailEnd/>
            </a:ln>
            <a:effectLst/>
          </p:spPr>
          <p:txBody>
            <a:bodyPr/>
            <a:lstStyle/>
            <a:p>
              <a:pPr eaLnBrk="1" hangingPunct="1">
                <a:defRPr/>
              </a:pPr>
              <a:endParaRPr lang="ru-RU" sz="1400">
                <a:latin typeface="+mj-lt"/>
              </a:endParaRPr>
            </a:p>
          </p:txBody>
        </p:sp>
        <p:sp>
          <p:nvSpPr>
            <p:cNvPr id="43" name="Line 47">
              <a:extLst>
                <a:ext uri="{FF2B5EF4-FFF2-40B4-BE49-F238E27FC236}">
                  <a16:creationId xmlns:a16="http://schemas.microsoft.com/office/drawing/2014/main" id="{B2D00F47-E877-40F2-97A8-EFE677D82DA9}"/>
                </a:ext>
              </a:extLst>
            </p:cNvPr>
            <p:cNvSpPr>
              <a:spLocks noChangeShapeType="1"/>
            </p:cNvSpPr>
            <p:nvPr/>
          </p:nvSpPr>
          <p:spPr bwMode="auto">
            <a:xfrm>
              <a:off x="766" y="897"/>
              <a:ext cx="4120" cy="0"/>
            </a:xfrm>
            <a:prstGeom prst="line">
              <a:avLst/>
            </a:prstGeom>
            <a:noFill/>
            <a:ln w="25400">
              <a:solidFill>
                <a:schemeClr val="tx1"/>
              </a:solidFill>
              <a:round/>
              <a:headEnd/>
              <a:tailEnd/>
            </a:ln>
            <a:effectLst/>
          </p:spPr>
          <p:txBody>
            <a:bodyPr/>
            <a:lstStyle/>
            <a:p>
              <a:pPr eaLnBrk="1" hangingPunct="1">
                <a:defRPr/>
              </a:pPr>
              <a:endParaRPr lang="ru-RU" sz="1400">
                <a:latin typeface="+mj-lt"/>
              </a:endParaRPr>
            </a:p>
          </p:txBody>
        </p:sp>
        <p:sp>
          <p:nvSpPr>
            <p:cNvPr id="44" name="Line 48">
              <a:extLst>
                <a:ext uri="{FF2B5EF4-FFF2-40B4-BE49-F238E27FC236}">
                  <a16:creationId xmlns:a16="http://schemas.microsoft.com/office/drawing/2014/main" id="{3036E9C1-85B4-4332-9201-45D84516AC09}"/>
                </a:ext>
              </a:extLst>
            </p:cNvPr>
            <p:cNvSpPr>
              <a:spLocks noChangeShapeType="1"/>
            </p:cNvSpPr>
            <p:nvPr/>
          </p:nvSpPr>
          <p:spPr bwMode="auto">
            <a:xfrm flipV="1">
              <a:off x="4874" y="888"/>
              <a:ext cx="0" cy="530"/>
            </a:xfrm>
            <a:prstGeom prst="line">
              <a:avLst/>
            </a:prstGeom>
            <a:noFill/>
            <a:ln w="25400">
              <a:solidFill>
                <a:schemeClr val="tx1"/>
              </a:solidFill>
              <a:round/>
              <a:headEnd/>
              <a:tailEnd/>
            </a:ln>
            <a:effectLst/>
          </p:spPr>
          <p:txBody>
            <a:bodyPr/>
            <a:lstStyle/>
            <a:p>
              <a:pPr eaLnBrk="1" hangingPunct="1">
                <a:defRPr/>
              </a:pPr>
              <a:endParaRPr lang="ru-RU" sz="1400">
                <a:latin typeface="+mj-lt"/>
              </a:endParaRPr>
            </a:p>
          </p:txBody>
        </p:sp>
        <p:sp>
          <p:nvSpPr>
            <p:cNvPr id="45" name="Text Box 49">
              <a:extLst>
                <a:ext uri="{FF2B5EF4-FFF2-40B4-BE49-F238E27FC236}">
                  <a16:creationId xmlns:a16="http://schemas.microsoft.com/office/drawing/2014/main" id="{494C4C96-1F3A-479C-B13C-1E26CD60FDD6}"/>
                </a:ext>
              </a:extLst>
            </p:cNvPr>
            <p:cNvSpPr txBox="1">
              <a:spLocks noChangeArrowheads="1"/>
            </p:cNvSpPr>
            <p:nvPr/>
          </p:nvSpPr>
          <p:spPr bwMode="auto">
            <a:xfrm>
              <a:off x="288" y="2048"/>
              <a:ext cx="696" cy="268"/>
            </a:xfrm>
            <a:prstGeom prst="rect">
              <a:avLst/>
            </a:prstGeom>
            <a:noFill/>
            <a:ln>
              <a:noFill/>
            </a:ln>
          </p:spPr>
          <p:txBody>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a:defRPr/>
              </a:pPr>
              <a:r>
                <a:rPr lang="en-US" sz="1600" dirty="0">
                  <a:latin typeface="+mj-lt"/>
                </a:rPr>
                <a:t>Preset</a:t>
              </a:r>
              <a:endParaRPr lang="en-US" sz="1600" baseline="-25000" dirty="0">
                <a:latin typeface="+mj-lt"/>
              </a:endParaRPr>
            </a:p>
          </p:txBody>
        </p:sp>
        <p:sp>
          <p:nvSpPr>
            <p:cNvPr id="46" name="Text Box 50">
              <a:extLst>
                <a:ext uri="{FF2B5EF4-FFF2-40B4-BE49-F238E27FC236}">
                  <a16:creationId xmlns:a16="http://schemas.microsoft.com/office/drawing/2014/main" id="{936D4F1E-3026-48A5-8137-211507FABB98}"/>
                </a:ext>
              </a:extLst>
            </p:cNvPr>
            <p:cNvSpPr txBox="1">
              <a:spLocks noChangeArrowheads="1"/>
            </p:cNvSpPr>
            <p:nvPr/>
          </p:nvSpPr>
          <p:spPr bwMode="auto">
            <a:xfrm>
              <a:off x="1935" y="1110"/>
              <a:ext cx="318" cy="281"/>
            </a:xfrm>
            <a:prstGeom prst="rect">
              <a:avLst/>
            </a:prstGeom>
            <a:noFill/>
            <a:ln>
              <a:noFill/>
            </a:ln>
            <a:effectLst/>
          </p:spPr>
          <p:txBody>
            <a:bodyPr>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spcBef>
                  <a:spcPct val="50000"/>
                </a:spcBef>
                <a:defRPr/>
              </a:pPr>
              <a:r>
                <a:rPr lang="en-US" sz="1600">
                  <a:latin typeface="+mj-lt"/>
                </a:rPr>
                <a:t>q</a:t>
              </a:r>
              <a:r>
                <a:rPr lang="en-US" sz="1600" baseline="-25000">
                  <a:latin typeface="+mj-lt"/>
                </a:rPr>
                <a:t>1</a:t>
              </a:r>
              <a:endParaRPr lang="en-US" sz="1600">
                <a:latin typeface="+mj-lt"/>
              </a:endParaRPr>
            </a:p>
          </p:txBody>
        </p:sp>
        <p:sp>
          <p:nvSpPr>
            <p:cNvPr id="47" name="Text Box 51">
              <a:extLst>
                <a:ext uri="{FF2B5EF4-FFF2-40B4-BE49-F238E27FC236}">
                  <a16:creationId xmlns:a16="http://schemas.microsoft.com/office/drawing/2014/main" id="{D5D814CA-9DE6-4C6C-A78E-E79D840F28B7}"/>
                </a:ext>
              </a:extLst>
            </p:cNvPr>
            <p:cNvSpPr txBox="1">
              <a:spLocks noChangeArrowheads="1"/>
            </p:cNvSpPr>
            <p:nvPr/>
          </p:nvSpPr>
          <p:spPr bwMode="auto">
            <a:xfrm>
              <a:off x="2811" y="1110"/>
              <a:ext cx="319" cy="281"/>
            </a:xfrm>
            <a:prstGeom prst="rect">
              <a:avLst/>
            </a:prstGeom>
            <a:noFill/>
            <a:ln>
              <a:noFill/>
            </a:ln>
            <a:effectLst/>
          </p:spPr>
          <p:txBody>
            <a:bodyPr>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spcBef>
                  <a:spcPct val="50000"/>
                </a:spcBef>
                <a:defRPr/>
              </a:pPr>
              <a:r>
                <a:rPr lang="en-US" sz="1600">
                  <a:latin typeface="+mj-lt"/>
                </a:rPr>
                <a:t>q</a:t>
              </a:r>
              <a:r>
                <a:rPr lang="en-US" sz="1600" baseline="-25000">
                  <a:latin typeface="+mj-lt"/>
                </a:rPr>
                <a:t>2</a:t>
              </a:r>
              <a:endParaRPr lang="en-US" sz="1600">
                <a:latin typeface="+mj-lt"/>
              </a:endParaRPr>
            </a:p>
          </p:txBody>
        </p:sp>
        <p:sp>
          <p:nvSpPr>
            <p:cNvPr id="48" name="Text Box 52">
              <a:extLst>
                <a:ext uri="{FF2B5EF4-FFF2-40B4-BE49-F238E27FC236}">
                  <a16:creationId xmlns:a16="http://schemas.microsoft.com/office/drawing/2014/main" id="{3CADEFBE-DC8F-4B27-BB48-37EFC813A7DF}"/>
                </a:ext>
              </a:extLst>
            </p:cNvPr>
            <p:cNvSpPr txBox="1">
              <a:spLocks noChangeArrowheads="1"/>
            </p:cNvSpPr>
            <p:nvPr/>
          </p:nvSpPr>
          <p:spPr bwMode="auto">
            <a:xfrm>
              <a:off x="3723" y="1118"/>
              <a:ext cx="317" cy="281"/>
            </a:xfrm>
            <a:prstGeom prst="rect">
              <a:avLst/>
            </a:prstGeom>
            <a:noFill/>
            <a:ln>
              <a:noFill/>
            </a:ln>
            <a:effectLst/>
          </p:spPr>
          <p:txBody>
            <a:bodyPr>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spcBef>
                  <a:spcPct val="50000"/>
                </a:spcBef>
                <a:defRPr/>
              </a:pPr>
              <a:r>
                <a:rPr lang="en-US" sz="1600">
                  <a:latin typeface="+mj-lt"/>
                </a:rPr>
                <a:t>q</a:t>
              </a:r>
              <a:r>
                <a:rPr lang="en-US" sz="1600" baseline="-25000">
                  <a:latin typeface="+mj-lt"/>
                </a:rPr>
                <a:t>3</a:t>
              </a:r>
              <a:endParaRPr lang="en-US" sz="1600">
                <a:latin typeface="+mj-lt"/>
              </a:endParaRPr>
            </a:p>
          </p:txBody>
        </p:sp>
        <p:sp>
          <p:nvSpPr>
            <p:cNvPr id="49" name="Text Box 53">
              <a:extLst>
                <a:ext uri="{FF2B5EF4-FFF2-40B4-BE49-F238E27FC236}">
                  <a16:creationId xmlns:a16="http://schemas.microsoft.com/office/drawing/2014/main" id="{3EC33CC9-6E6D-4092-837C-4214B2C8C8AF}"/>
                </a:ext>
              </a:extLst>
            </p:cNvPr>
            <p:cNvSpPr txBox="1">
              <a:spLocks noChangeArrowheads="1"/>
            </p:cNvSpPr>
            <p:nvPr/>
          </p:nvSpPr>
          <p:spPr bwMode="auto">
            <a:xfrm>
              <a:off x="4865" y="1118"/>
              <a:ext cx="319" cy="281"/>
            </a:xfrm>
            <a:prstGeom prst="rect">
              <a:avLst/>
            </a:prstGeom>
            <a:noFill/>
            <a:ln>
              <a:noFill/>
            </a:ln>
            <a:effectLst/>
          </p:spPr>
          <p:txBody>
            <a:bodyPr>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spcBef>
                  <a:spcPct val="50000"/>
                </a:spcBef>
                <a:defRPr/>
              </a:pPr>
              <a:r>
                <a:rPr lang="en-US" sz="1600">
                  <a:latin typeface="+mj-lt"/>
                </a:rPr>
                <a:t>q</a:t>
              </a:r>
              <a:r>
                <a:rPr lang="en-US" sz="1600" baseline="-25000">
                  <a:latin typeface="+mj-lt"/>
                </a:rPr>
                <a:t>4</a:t>
              </a:r>
              <a:endParaRPr lang="en-US" sz="1600">
                <a:latin typeface="+mj-lt"/>
              </a:endParaRPr>
            </a:p>
          </p:txBody>
        </p:sp>
        <p:sp>
          <p:nvSpPr>
            <p:cNvPr id="50" name="Line 54">
              <a:extLst>
                <a:ext uri="{FF2B5EF4-FFF2-40B4-BE49-F238E27FC236}">
                  <a16:creationId xmlns:a16="http://schemas.microsoft.com/office/drawing/2014/main" id="{A5322664-98EE-40D2-A0F0-35951E906C9A}"/>
                </a:ext>
              </a:extLst>
            </p:cNvPr>
            <p:cNvSpPr>
              <a:spLocks noChangeShapeType="1"/>
            </p:cNvSpPr>
            <p:nvPr/>
          </p:nvSpPr>
          <p:spPr bwMode="auto">
            <a:xfrm flipV="1">
              <a:off x="2183" y="1088"/>
              <a:ext cx="0" cy="336"/>
            </a:xfrm>
            <a:prstGeom prst="line">
              <a:avLst/>
            </a:prstGeom>
            <a:noFill/>
            <a:ln w="28575">
              <a:solidFill>
                <a:schemeClr val="tx1"/>
              </a:solidFill>
              <a:round/>
              <a:headEnd type="oval" w="med" len="med"/>
              <a:tailEnd type="triangle" w="med" len="med"/>
            </a:ln>
            <a:effectLst/>
          </p:spPr>
          <p:txBody>
            <a:bodyPr/>
            <a:lstStyle/>
            <a:p>
              <a:pPr eaLnBrk="1" hangingPunct="1">
                <a:defRPr/>
              </a:pPr>
              <a:endParaRPr lang="ru-RU" sz="1400">
                <a:latin typeface="+mj-lt"/>
              </a:endParaRPr>
            </a:p>
          </p:txBody>
        </p:sp>
        <p:sp>
          <p:nvSpPr>
            <p:cNvPr id="51" name="Line 55">
              <a:extLst>
                <a:ext uri="{FF2B5EF4-FFF2-40B4-BE49-F238E27FC236}">
                  <a16:creationId xmlns:a16="http://schemas.microsoft.com/office/drawing/2014/main" id="{F2890583-7AA8-4FD8-AC2D-692C8C7E842F}"/>
                </a:ext>
              </a:extLst>
            </p:cNvPr>
            <p:cNvSpPr>
              <a:spLocks noChangeShapeType="1"/>
            </p:cNvSpPr>
            <p:nvPr/>
          </p:nvSpPr>
          <p:spPr bwMode="auto">
            <a:xfrm flipV="1">
              <a:off x="3086" y="1096"/>
              <a:ext cx="0" cy="337"/>
            </a:xfrm>
            <a:prstGeom prst="line">
              <a:avLst/>
            </a:prstGeom>
            <a:noFill/>
            <a:ln w="28575">
              <a:solidFill>
                <a:schemeClr val="tx1"/>
              </a:solidFill>
              <a:round/>
              <a:headEnd type="oval" w="med" len="med"/>
              <a:tailEnd type="triangle" w="med" len="med"/>
            </a:ln>
            <a:effectLst/>
          </p:spPr>
          <p:txBody>
            <a:bodyPr/>
            <a:lstStyle/>
            <a:p>
              <a:pPr eaLnBrk="1" hangingPunct="1">
                <a:defRPr/>
              </a:pPr>
              <a:endParaRPr lang="ru-RU" sz="1400">
                <a:latin typeface="+mj-lt"/>
              </a:endParaRPr>
            </a:p>
          </p:txBody>
        </p:sp>
        <p:sp>
          <p:nvSpPr>
            <p:cNvPr id="52" name="Line 56">
              <a:extLst>
                <a:ext uri="{FF2B5EF4-FFF2-40B4-BE49-F238E27FC236}">
                  <a16:creationId xmlns:a16="http://schemas.microsoft.com/office/drawing/2014/main" id="{E59706BA-C677-4066-A7DA-EF2D5B4D7813}"/>
                </a:ext>
              </a:extLst>
            </p:cNvPr>
            <p:cNvSpPr>
              <a:spLocks noChangeShapeType="1"/>
            </p:cNvSpPr>
            <p:nvPr/>
          </p:nvSpPr>
          <p:spPr bwMode="auto">
            <a:xfrm flipV="1">
              <a:off x="4077" y="1072"/>
              <a:ext cx="0" cy="336"/>
            </a:xfrm>
            <a:prstGeom prst="line">
              <a:avLst/>
            </a:prstGeom>
            <a:noFill/>
            <a:ln w="28575">
              <a:solidFill>
                <a:schemeClr val="tx1"/>
              </a:solidFill>
              <a:round/>
              <a:headEnd type="oval" w="med" len="med"/>
              <a:tailEnd type="triangle" w="med" len="med"/>
            </a:ln>
            <a:effectLst/>
          </p:spPr>
          <p:txBody>
            <a:bodyPr/>
            <a:lstStyle/>
            <a:p>
              <a:pPr eaLnBrk="1" hangingPunct="1">
                <a:defRPr/>
              </a:pPr>
              <a:endParaRPr lang="ru-RU" sz="1400">
                <a:latin typeface="+mj-lt"/>
              </a:endParaRPr>
            </a:p>
          </p:txBody>
        </p:sp>
        <p:sp>
          <p:nvSpPr>
            <p:cNvPr id="53" name="Line 57">
              <a:extLst>
                <a:ext uri="{FF2B5EF4-FFF2-40B4-BE49-F238E27FC236}">
                  <a16:creationId xmlns:a16="http://schemas.microsoft.com/office/drawing/2014/main" id="{09058D14-B64F-48E6-B523-0C9A9981D3E6}"/>
                </a:ext>
              </a:extLst>
            </p:cNvPr>
            <p:cNvSpPr>
              <a:spLocks noChangeShapeType="1"/>
            </p:cNvSpPr>
            <p:nvPr/>
          </p:nvSpPr>
          <p:spPr bwMode="auto">
            <a:xfrm flipV="1">
              <a:off x="4877" y="1408"/>
              <a:ext cx="0" cy="337"/>
            </a:xfrm>
            <a:prstGeom prst="line">
              <a:avLst/>
            </a:prstGeom>
            <a:noFill/>
            <a:ln w="28575">
              <a:solidFill>
                <a:schemeClr val="tx1"/>
              </a:solidFill>
              <a:round/>
              <a:headEnd type="triangle" w="med" len="med"/>
              <a:tailEnd type="oval" w="med" len="med"/>
            </a:ln>
            <a:effectLst/>
          </p:spPr>
          <p:txBody>
            <a:bodyPr/>
            <a:lstStyle/>
            <a:p>
              <a:pPr eaLnBrk="1" hangingPunct="1">
                <a:defRPr/>
              </a:pPr>
              <a:endParaRPr lang="ru-RU" sz="1400">
                <a:latin typeface="+mj-lt"/>
              </a:endParaRPr>
            </a:p>
          </p:txBody>
        </p:sp>
        <p:sp>
          <p:nvSpPr>
            <p:cNvPr id="54" name="Text Box 58">
              <a:extLst>
                <a:ext uri="{FF2B5EF4-FFF2-40B4-BE49-F238E27FC236}">
                  <a16:creationId xmlns:a16="http://schemas.microsoft.com/office/drawing/2014/main" id="{B0EEAF08-964E-4D62-A3AE-B204921AB72B}"/>
                </a:ext>
              </a:extLst>
            </p:cNvPr>
            <p:cNvSpPr txBox="1">
              <a:spLocks noChangeArrowheads="1"/>
            </p:cNvSpPr>
            <p:nvPr/>
          </p:nvSpPr>
          <p:spPr bwMode="auto">
            <a:xfrm>
              <a:off x="2112" y="871"/>
              <a:ext cx="318" cy="281"/>
            </a:xfrm>
            <a:prstGeom prst="rect">
              <a:avLst/>
            </a:prstGeom>
            <a:noFill/>
            <a:ln>
              <a:noFill/>
            </a:ln>
            <a:effectLst/>
          </p:spPr>
          <p:txBody>
            <a:bodyPr>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spcBef>
                  <a:spcPct val="50000"/>
                </a:spcBef>
                <a:defRPr/>
              </a:pPr>
              <a:r>
                <a:rPr lang="en-US" sz="1600">
                  <a:latin typeface="+mj-lt"/>
                </a:rPr>
                <a:t>S</a:t>
              </a:r>
              <a:r>
                <a:rPr lang="en-US" sz="1600" baseline="-25000">
                  <a:latin typeface="+mj-lt"/>
                </a:rPr>
                <a:t>0</a:t>
              </a:r>
              <a:endParaRPr lang="en-US" sz="1600">
                <a:latin typeface="+mj-lt"/>
              </a:endParaRPr>
            </a:p>
          </p:txBody>
        </p:sp>
        <p:sp>
          <p:nvSpPr>
            <p:cNvPr id="55" name="Text Box 59">
              <a:extLst>
                <a:ext uri="{FF2B5EF4-FFF2-40B4-BE49-F238E27FC236}">
                  <a16:creationId xmlns:a16="http://schemas.microsoft.com/office/drawing/2014/main" id="{0125792B-298B-479E-B410-EF2345476C1B}"/>
                </a:ext>
              </a:extLst>
            </p:cNvPr>
            <p:cNvSpPr txBox="1">
              <a:spLocks noChangeArrowheads="1"/>
            </p:cNvSpPr>
            <p:nvPr/>
          </p:nvSpPr>
          <p:spPr bwMode="auto">
            <a:xfrm>
              <a:off x="3068" y="864"/>
              <a:ext cx="318" cy="281"/>
            </a:xfrm>
            <a:prstGeom prst="rect">
              <a:avLst/>
            </a:prstGeom>
            <a:noFill/>
            <a:ln>
              <a:noFill/>
            </a:ln>
            <a:effectLst/>
          </p:spPr>
          <p:txBody>
            <a:bodyPr>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spcBef>
                  <a:spcPct val="50000"/>
                </a:spcBef>
                <a:defRPr/>
              </a:pPr>
              <a:r>
                <a:rPr lang="en-US" sz="1600" dirty="0">
                  <a:latin typeface="+mj-lt"/>
                </a:rPr>
                <a:t>S</a:t>
              </a:r>
              <a:r>
                <a:rPr lang="en-US" sz="1600" baseline="-25000" dirty="0">
                  <a:latin typeface="+mj-lt"/>
                </a:rPr>
                <a:t>1</a:t>
              </a:r>
              <a:endParaRPr lang="en-US" sz="1600" dirty="0">
                <a:latin typeface="+mj-lt"/>
              </a:endParaRPr>
            </a:p>
          </p:txBody>
        </p:sp>
        <p:sp>
          <p:nvSpPr>
            <p:cNvPr id="56" name="Text Box 60">
              <a:extLst>
                <a:ext uri="{FF2B5EF4-FFF2-40B4-BE49-F238E27FC236}">
                  <a16:creationId xmlns:a16="http://schemas.microsoft.com/office/drawing/2014/main" id="{7CE70A22-D55A-4F2B-AC62-226A19B9E2B0}"/>
                </a:ext>
              </a:extLst>
            </p:cNvPr>
            <p:cNvSpPr txBox="1">
              <a:spLocks noChangeArrowheads="1"/>
            </p:cNvSpPr>
            <p:nvPr/>
          </p:nvSpPr>
          <p:spPr bwMode="auto">
            <a:xfrm>
              <a:off x="4051" y="864"/>
              <a:ext cx="318" cy="281"/>
            </a:xfrm>
            <a:prstGeom prst="rect">
              <a:avLst/>
            </a:prstGeom>
            <a:noFill/>
            <a:ln>
              <a:noFill/>
            </a:ln>
            <a:effectLst/>
          </p:spPr>
          <p:txBody>
            <a:bodyPr>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spcBef>
                  <a:spcPct val="50000"/>
                </a:spcBef>
                <a:defRPr/>
              </a:pPr>
              <a:r>
                <a:rPr lang="en-US" sz="1600">
                  <a:latin typeface="+mj-lt"/>
                </a:rPr>
                <a:t>S</a:t>
              </a:r>
              <a:r>
                <a:rPr lang="en-US" sz="1600" baseline="-25000">
                  <a:latin typeface="+mj-lt"/>
                </a:rPr>
                <a:t>2</a:t>
              </a:r>
              <a:endParaRPr lang="en-US" sz="1600">
                <a:latin typeface="+mj-lt"/>
              </a:endParaRPr>
            </a:p>
          </p:txBody>
        </p:sp>
        <p:sp>
          <p:nvSpPr>
            <p:cNvPr id="57" name="Text Box 61">
              <a:extLst>
                <a:ext uri="{FF2B5EF4-FFF2-40B4-BE49-F238E27FC236}">
                  <a16:creationId xmlns:a16="http://schemas.microsoft.com/office/drawing/2014/main" id="{6E4D361B-43B4-4DDF-B637-33530AA9A13D}"/>
                </a:ext>
              </a:extLst>
            </p:cNvPr>
            <p:cNvSpPr txBox="1">
              <a:spLocks noChangeArrowheads="1"/>
            </p:cNvSpPr>
            <p:nvPr/>
          </p:nvSpPr>
          <p:spPr bwMode="auto">
            <a:xfrm>
              <a:off x="4732" y="1685"/>
              <a:ext cx="319" cy="281"/>
            </a:xfrm>
            <a:prstGeom prst="rect">
              <a:avLst/>
            </a:prstGeom>
            <a:noFill/>
            <a:ln>
              <a:noFill/>
            </a:ln>
            <a:effectLst/>
          </p:spPr>
          <p:txBody>
            <a:bodyPr>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spcBef>
                  <a:spcPct val="50000"/>
                </a:spcBef>
                <a:defRPr/>
              </a:pPr>
              <a:r>
                <a:rPr lang="en-US" sz="1600">
                  <a:latin typeface="+mj-lt"/>
                </a:rPr>
                <a:t>S</a:t>
              </a:r>
              <a:r>
                <a:rPr lang="en-US" sz="1600" baseline="-25000">
                  <a:latin typeface="+mj-lt"/>
                </a:rPr>
                <a:t>3</a:t>
              </a:r>
              <a:endParaRPr lang="en-US" sz="1600">
                <a:latin typeface="+mj-lt"/>
              </a:endParaRPr>
            </a:p>
          </p:txBody>
        </p:sp>
        <p:sp>
          <p:nvSpPr>
            <p:cNvPr id="58" name="Text Box 62">
              <a:extLst>
                <a:ext uri="{FF2B5EF4-FFF2-40B4-BE49-F238E27FC236}">
                  <a16:creationId xmlns:a16="http://schemas.microsoft.com/office/drawing/2014/main" id="{810B21CA-6E27-4039-A661-A85AD2FF7E39}"/>
                </a:ext>
              </a:extLst>
            </p:cNvPr>
            <p:cNvSpPr txBox="1">
              <a:spLocks noChangeArrowheads="1"/>
            </p:cNvSpPr>
            <p:nvPr/>
          </p:nvSpPr>
          <p:spPr bwMode="auto">
            <a:xfrm>
              <a:off x="1676" y="2030"/>
              <a:ext cx="373" cy="255"/>
            </a:xfrm>
            <a:prstGeom prst="rect">
              <a:avLst/>
            </a:prstGeom>
            <a:noFill/>
            <a:ln>
              <a:noFill/>
            </a:ln>
            <a:effectLst/>
          </p:spPr>
          <p:txBody>
            <a:bodyPr>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spcBef>
                  <a:spcPct val="50000"/>
                </a:spcBef>
                <a:defRPr/>
              </a:pPr>
              <a:r>
                <a:rPr lang="en-US" sz="1400" dirty="0">
                  <a:latin typeface="+mj-lt"/>
                </a:rPr>
                <a:t>“1”</a:t>
              </a:r>
              <a:endParaRPr lang="ru-RU" sz="1400" dirty="0">
                <a:latin typeface="+mj-lt"/>
              </a:endParaRPr>
            </a:p>
          </p:txBody>
        </p:sp>
        <p:sp>
          <p:nvSpPr>
            <p:cNvPr id="59" name="Text Box 63">
              <a:extLst>
                <a:ext uri="{FF2B5EF4-FFF2-40B4-BE49-F238E27FC236}">
                  <a16:creationId xmlns:a16="http://schemas.microsoft.com/office/drawing/2014/main" id="{C9A3A914-4EA1-41C2-9EA6-C5B7A3F58F74}"/>
                </a:ext>
              </a:extLst>
            </p:cNvPr>
            <p:cNvSpPr txBox="1">
              <a:spLocks noChangeArrowheads="1"/>
            </p:cNvSpPr>
            <p:nvPr/>
          </p:nvSpPr>
          <p:spPr bwMode="auto">
            <a:xfrm>
              <a:off x="2616" y="1007"/>
              <a:ext cx="372" cy="255"/>
            </a:xfrm>
            <a:prstGeom prst="rect">
              <a:avLst/>
            </a:prstGeom>
            <a:noFill/>
            <a:ln>
              <a:noFill/>
            </a:ln>
            <a:effectLst/>
          </p:spPr>
          <p:txBody>
            <a:bodyPr>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spcBef>
                  <a:spcPct val="50000"/>
                </a:spcBef>
                <a:defRPr/>
              </a:pPr>
              <a:r>
                <a:rPr lang="en-US" sz="1400" dirty="0">
                  <a:latin typeface="+mj-lt"/>
                </a:rPr>
                <a:t>“1”</a:t>
              </a:r>
              <a:endParaRPr lang="ru-RU" sz="1400" dirty="0">
                <a:latin typeface="+mj-lt"/>
              </a:endParaRPr>
            </a:p>
          </p:txBody>
        </p:sp>
        <p:sp>
          <p:nvSpPr>
            <p:cNvPr id="60" name="Text Box 64">
              <a:extLst>
                <a:ext uri="{FF2B5EF4-FFF2-40B4-BE49-F238E27FC236}">
                  <a16:creationId xmlns:a16="http://schemas.microsoft.com/office/drawing/2014/main" id="{7EDF62E5-9BA8-46E2-84B0-4DA1911BA08D}"/>
                </a:ext>
              </a:extLst>
            </p:cNvPr>
            <p:cNvSpPr txBox="1">
              <a:spLocks noChangeArrowheads="1"/>
            </p:cNvSpPr>
            <p:nvPr/>
          </p:nvSpPr>
          <p:spPr bwMode="auto">
            <a:xfrm>
              <a:off x="3484" y="976"/>
              <a:ext cx="372" cy="255"/>
            </a:xfrm>
            <a:prstGeom prst="rect">
              <a:avLst/>
            </a:prstGeom>
            <a:noFill/>
            <a:ln>
              <a:noFill/>
            </a:ln>
            <a:effectLst/>
          </p:spPr>
          <p:txBody>
            <a:bodyPr>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spcBef>
                  <a:spcPct val="50000"/>
                </a:spcBef>
                <a:defRPr/>
              </a:pPr>
              <a:r>
                <a:rPr lang="en-US" sz="1400" dirty="0">
                  <a:latin typeface="+mj-lt"/>
                </a:rPr>
                <a:t>“1”</a:t>
              </a:r>
              <a:endParaRPr lang="ru-RU" sz="1400" dirty="0">
                <a:latin typeface="+mj-lt"/>
              </a:endParaRPr>
            </a:p>
          </p:txBody>
        </p:sp>
        <p:sp>
          <p:nvSpPr>
            <p:cNvPr id="61" name="Text Box 65">
              <a:extLst>
                <a:ext uri="{FF2B5EF4-FFF2-40B4-BE49-F238E27FC236}">
                  <a16:creationId xmlns:a16="http://schemas.microsoft.com/office/drawing/2014/main" id="{84597FB9-7481-44AF-AD98-8279A7815E9B}"/>
                </a:ext>
              </a:extLst>
            </p:cNvPr>
            <p:cNvSpPr txBox="1">
              <a:spLocks noChangeArrowheads="1"/>
            </p:cNvSpPr>
            <p:nvPr/>
          </p:nvSpPr>
          <p:spPr bwMode="auto">
            <a:xfrm>
              <a:off x="4387" y="1007"/>
              <a:ext cx="372" cy="255"/>
            </a:xfrm>
            <a:prstGeom prst="rect">
              <a:avLst/>
            </a:prstGeom>
            <a:noFill/>
            <a:ln>
              <a:noFill/>
            </a:ln>
            <a:effectLst/>
          </p:spPr>
          <p:txBody>
            <a:bodyPr>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spcBef>
                  <a:spcPct val="50000"/>
                </a:spcBef>
                <a:defRPr/>
              </a:pPr>
              <a:r>
                <a:rPr lang="en-US" sz="1400">
                  <a:latin typeface="+mj-lt"/>
                </a:rPr>
                <a:t>“1”</a:t>
              </a:r>
              <a:endParaRPr lang="ru-RU" sz="1400">
                <a:latin typeface="+mj-lt"/>
              </a:endParaRPr>
            </a:p>
          </p:txBody>
        </p:sp>
        <p:sp>
          <p:nvSpPr>
            <p:cNvPr id="62" name="Line 66">
              <a:extLst>
                <a:ext uri="{FF2B5EF4-FFF2-40B4-BE49-F238E27FC236}">
                  <a16:creationId xmlns:a16="http://schemas.microsoft.com/office/drawing/2014/main" id="{A62ACF9C-8FB2-4D93-A1CB-B1F7874A2695}"/>
                </a:ext>
              </a:extLst>
            </p:cNvPr>
            <p:cNvSpPr>
              <a:spLocks noChangeShapeType="1"/>
            </p:cNvSpPr>
            <p:nvPr/>
          </p:nvSpPr>
          <p:spPr bwMode="auto">
            <a:xfrm>
              <a:off x="2590" y="1079"/>
              <a:ext cx="0" cy="104"/>
            </a:xfrm>
            <a:prstGeom prst="line">
              <a:avLst/>
            </a:prstGeom>
            <a:noFill/>
            <a:ln w="25400">
              <a:solidFill>
                <a:schemeClr val="tx1"/>
              </a:solidFill>
              <a:round/>
              <a:headEnd/>
              <a:tailEnd/>
            </a:ln>
            <a:effectLst/>
          </p:spPr>
          <p:txBody>
            <a:bodyPr/>
            <a:lstStyle/>
            <a:p>
              <a:pPr eaLnBrk="1" hangingPunct="1">
                <a:defRPr/>
              </a:pPr>
              <a:endParaRPr lang="ru-RU" sz="1400">
                <a:latin typeface="+mj-lt"/>
              </a:endParaRPr>
            </a:p>
          </p:txBody>
        </p:sp>
        <p:sp>
          <p:nvSpPr>
            <p:cNvPr id="63" name="Line 67">
              <a:extLst>
                <a:ext uri="{FF2B5EF4-FFF2-40B4-BE49-F238E27FC236}">
                  <a16:creationId xmlns:a16="http://schemas.microsoft.com/office/drawing/2014/main" id="{6B3375D6-FFE6-4313-B57D-04D22A261BB3}"/>
                </a:ext>
              </a:extLst>
            </p:cNvPr>
            <p:cNvSpPr>
              <a:spLocks noChangeShapeType="1"/>
            </p:cNvSpPr>
            <p:nvPr/>
          </p:nvSpPr>
          <p:spPr bwMode="auto">
            <a:xfrm>
              <a:off x="3493" y="1083"/>
              <a:ext cx="0" cy="100"/>
            </a:xfrm>
            <a:prstGeom prst="line">
              <a:avLst/>
            </a:prstGeom>
            <a:noFill/>
            <a:ln w="25400">
              <a:solidFill>
                <a:schemeClr val="tx1"/>
              </a:solidFill>
              <a:round/>
              <a:headEnd/>
              <a:tailEnd/>
            </a:ln>
            <a:effectLst/>
          </p:spPr>
          <p:txBody>
            <a:bodyPr/>
            <a:lstStyle/>
            <a:p>
              <a:pPr eaLnBrk="1" hangingPunct="1">
                <a:defRPr/>
              </a:pPr>
              <a:endParaRPr lang="ru-RU" sz="1400">
                <a:latin typeface="+mj-lt"/>
              </a:endParaRPr>
            </a:p>
          </p:txBody>
        </p:sp>
        <p:sp>
          <p:nvSpPr>
            <p:cNvPr id="64" name="Line 68">
              <a:extLst>
                <a:ext uri="{FF2B5EF4-FFF2-40B4-BE49-F238E27FC236}">
                  <a16:creationId xmlns:a16="http://schemas.microsoft.com/office/drawing/2014/main" id="{7D9996F0-97E1-4E5C-8DC1-C5CEBE037FE6}"/>
                </a:ext>
              </a:extLst>
            </p:cNvPr>
            <p:cNvSpPr>
              <a:spLocks noChangeShapeType="1"/>
            </p:cNvSpPr>
            <p:nvPr/>
          </p:nvSpPr>
          <p:spPr bwMode="auto">
            <a:xfrm>
              <a:off x="4458" y="1079"/>
              <a:ext cx="0" cy="104"/>
            </a:xfrm>
            <a:prstGeom prst="line">
              <a:avLst/>
            </a:prstGeom>
            <a:noFill/>
            <a:ln w="25400">
              <a:solidFill>
                <a:schemeClr val="tx1"/>
              </a:solidFill>
              <a:round/>
              <a:headEnd/>
              <a:tailEnd/>
            </a:ln>
            <a:effectLst/>
          </p:spPr>
          <p:txBody>
            <a:bodyPr/>
            <a:lstStyle/>
            <a:p>
              <a:pPr eaLnBrk="1" hangingPunct="1">
                <a:defRPr/>
              </a:pPr>
              <a:endParaRPr lang="ru-RU" sz="1400">
                <a:latin typeface="+mj-lt"/>
              </a:endParaRPr>
            </a:p>
          </p:txBody>
        </p:sp>
        <p:sp>
          <p:nvSpPr>
            <p:cNvPr id="65" name="Freeform 69">
              <a:extLst>
                <a:ext uri="{FF2B5EF4-FFF2-40B4-BE49-F238E27FC236}">
                  <a16:creationId xmlns:a16="http://schemas.microsoft.com/office/drawing/2014/main" id="{F97F573C-E53F-41EF-A4E8-F3046C80758E}"/>
                </a:ext>
              </a:extLst>
            </p:cNvPr>
            <p:cNvSpPr>
              <a:spLocks/>
            </p:cNvSpPr>
            <p:nvPr/>
          </p:nvSpPr>
          <p:spPr bwMode="auto">
            <a:xfrm>
              <a:off x="1456" y="1760"/>
              <a:ext cx="84" cy="110"/>
            </a:xfrm>
            <a:custGeom>
              <a:avLst/>
              <a:gdLst>
                <a:gd name="T0" fmla="*/ 0 w 129"/>
                <a:gd name="T1" fmla="*/ 111 h 133"/>
                <a:gd name="T2" fmla="*/ 84 w 129"/>
                <a:gd name="T3" fmla="*/ 55 h 133"/>
                <a:gd name="T4" fmla="*/ 0 w 129"/>
                <a:gd name="T5" fmla="*/ 0 h 133"/>
                <a:gd name="T6" fmla="*/ 0 60000 65536"/>
                <a:gd name="T7" fmla="*/ 0 60000 65536"/>
                <a:gd name="T8" fmla="*/ 0 60000 65536"/>
              </a:gdLst>
              <a:ahLst/>
              <a:cxnLst>
                <a:cxn ang="T6">
                  <a:pos x="T0" y="T1"/>
                </a:cxn>
                <a:cxn ang="T7">
                  <a:pos x="T2" y="T3"/>
                </a:cxn>
                <a:cxn ang="T8">
                  <a:pos x="T4" y="T5"/>
                </a:cxn>
              </a:cxnLst>
              <a:rect l="0" t="0" r="r" b="b"/>
              <a:pathLst>
                <a:path w="129" h="133">
                  <a:moveTo>
                    <a:pt x="0" y="133"/>
                  </a:moveTo>
                  <a:lnTo>
                    <a:pt x="129" y="66"/>
                  </a:lnTo>
                  <a:lnTo>
                    <a:pt x="0" y="0"/>
                  </a:lnTo>
                </a:path>
              </a:pathLst>
            </a:custGeom>
            <a:noFill/>
            <a:ln w="25400" cap="flat">
              <a:solidFill>
                <a:schemeClr val="tx1"/>
              </a:solidFill>
              <a:prstDash val="solid"/>
              <a:miter lim="800000"/>
              <a:headEnd/>
              <a:tailEnd/>
            </a:ln>
          </p:spPr>
          <p:txBody>
            <a:bodyPr/>
            <a:lstStyle/>
            <a:p>
              <a:pPr eaLnBrk="1" hangingPunct="1">
                <a:defRPr/>
              </a:pPr>
              <a:endParaRPr lang="ru-RU" sz="1400">
                <a:latin typeface="+mj-lt"/>
              </a:endParaRPr>
            </a:p>
          </p:txBody>
        </p:sp>
        <p:sp>
          <p:nvSpPr>
            <p:cNvPr id="66" name="Freeform 70">
              <a:extLst>
                <a:ext uri="{FF2B5EF4-FFF2-40B4-BE49-F238E27FC236}">
                  <a16:creationId xmlns:a16="http://schemas.microsoft.com/office/drawing/2014/main" id="{465016F1-EFD0-4C88-9712-34893408B552}"/>
                </a:ext>
              </a:extLst>
            </p:cNvPr>
            <p:cNvSpPr>
              <a:spLocks/>
            </p:cNvSpPr>
            <p:nvPr/>
          </p:nvSpPr>
          <p:spPr bwMode="auto">
            <a:xfrm>
              <a:off x="2359" y="1736"/>
              <a:ext cx="85" cy="110"/>
            </a:xfrm>
            <a:custGeom>
              <a:avLst/>
              <a:gdLst>
                <a:gd name="T0" fmla="*/ 0 w 129"/>
                <a:gd name="T1" fmla="*/ 111 h 133"/>
                <a:gd name="T2" fmla="*/ 84 w 129"/>
                <a:gd name="T3" fmla="*/ 55 h 133"/>
                <a:gd name="T4" fmla="*/ 0 w 129"/>
                <a:gd name="T5" fmla="*/ 0 h 133"/>
                <a:gd name="T6" fmla="*/ 0 60000 65536"/>
                <a:gd name="T7" fmla="*/ 0 60000 65536"/>
                <a:gd name="T8" fmla="*/ 0 60000 65536"/>
              </a:gdLst>
              <a:ahLst/>
              <a:cxnLst>
                <a:cxn ang="T6">
                  <a:pos x="T0" y="T1"/>
                </a:cxn>
                <a:cxn ang="T7">
                  <a:pos x="T2" y="T3"/>
                </a:cxn>
                <a:cxn ang="T8">
                  <a:pos x="T4" y="T5"/>
                </a:cxn>
              </a:cxnLst>
              <a:rect l="0" t="0" r="r" b="b"/>
              <a:pathLst>
                <a:path w="129" h="133">
                  <a:moveTo>
                    <a:pt x="0" y="133"/>
                  </a:moveTo>
                  <a:lnTo>
                    <a:pt x="129" y="66"/>
                  </a:lnTo>
                  <a:lnTo>
                    <a:pt x="0" y="0"/>
                  </a:lnTo>
                </a:path>
              </a:pathLst>
            </a:custGeom>
            <a:noFill/>
            <a:ln w="25400" cap="flat">
              <a:solidFill>
                <a:schemeClr val="tx1"/>
              </a:solidFill>
              <a:prstDash val="solid"/>
              <a:miter lim="800000"/>
              <a:headEnd/>
              <a:tailEnd/>
            </a:ln>
          </p:spPr>
          <p:txBody>
            <a:bodyPr/>
            <a:lstStyle/>
            <a:p>
              <a:pPr eaLnBrk="1" hangingPunct="1">
                <a:defRPr/>
              </a:pPr>
              <a:endParaRPr lang="ru-RU" sz="1400">
                <a:latin typeface="+mj-lt"/>
              </a:endParaRPr>
            </a:p>
          </p:txBody>
        </p:sp>
        <p:sp>
          <p:nvSpPr>
            <p:cNvPr id="67" name="Freeform 71">
              <a:extLst>
                <a:ext uri="{FF2B5EF4-FFF2-40B4-BE49-F238E27FC236}">
                  <a16:creationId xmlns:a16="http://schemas.microsoft.com/office/drawing/2014/main" id="{BD573953-2293-4FAC-A2BE-AF87E14FD81F}"/>
                </a:ext>
              </a:extLst>
            </p:cNvPr>
            <p:cNvSpPr>
              <a:spLocks/>
            </p:cNvSpPr>
            <p:nvPr/>
          </p:nvSpPr>
          <p:spPr bwMode="auto">
            <a:xfrm>
              <a:off x="3280" y="1736"/>
              <a:ext cx="84" cy="110"/>
            </a:xfrm>
            <a:custGeom>
              <a:avLst/>
              <a:gdLst>
                <a:gd name="T0" fmla="*/ 0 w 129"/>
                <a:gd name="T1" fmla="*/ 111 h 133"/>
                <a:gd name="T2" fmla="*/ 84 w 129"/>
                <a:gd name="T3" fmla="*/ 55 h 133"/>
                <a:gd name="T4" fmla="*/ 0 w 129"/>
                <a:gd name="T5" fmla="*/ 0 h 133"/>
                <a:gd name="T6" fmla="*/ 0 60000 65536"/>
                <a:gd name="T7" fmla="*/ 0 60000 65536"/>
                <a:gd name="T8" fmla="*/ 0 60000 65536"/>
              </a:gdLst>
              <a:ahLst/>
              <a:cxnLst>
                <a:cxn ang="T6">
                  <a:pos x="T0" y="T1"/>
                </a:cxn>
                <a:cxn ang="T7">
                  <a:pos x="T2" y="T3"/>
                </a:cxn>
                <a:cxn ang="T8">
                  <a:pos x="T4" y="T5"/>
                </a:cxn>
              </a:cxnLst>
              <a:rect l="0" t="0" r="r" b="b"/>
              <a:pathLst>
                <a:path w="129" h="133">
                  <a:moveTo>
                    <a:pt x="0" y="133"/>
                  </a:moveTo>
                  <a:lnTo>
                    <a:pt x="129" y="66"/>
                  </a:lnTo>
                  <a:lnTo>
                    <a:pt x="0" y="0"/>
                  </a:lnTo>
                </a:path>
              </a:pathLst>
            </a:custGeom>
            <a:noFill/>
            <a:ln w="25400" cap="flat">
              <a:solidFill>
                <a:schemeClr val="tx1"/>
              </a:solidFill>
              <a:prstDash val="solid"/>
              <a:miter lim="800000"/>
              <a:headEnd/>
              <a:tailEnd/>
            </a:ln>
          </p:spPr>
          <p:txBody>
            <a:bodyPr/>
            <a:lstStyle/>
            <a:p>
              <a:pPr eaLnBrk="1" hangingPunct="1">
                <a:defRPr/>
              </a:pPr>
              <a:endParaRPr lang="ru-RU" sz="1400">
                <a:latin typeface="+mj-lt"/>
              </a:endParaRPr>
            </a:p>
          </p:txBody>
        </p:sp>
        <p:sp>
          <p:nvSpPr>
            <p:cNvPr id="68" name="Freeform 72">
              <a:extLst>
                <a:ext uri="{FF2B5EF4-FFF2-40B4-BE49-F238E27FC236}">
                  <a16:creationId xmlns:a16="http://schemas.microsoft.com/office/drawing/2014/main" id="{C45DE3DD-6284-45FC-A253-E1428C6DB8FA}"/>
                </a:ext>
              </a:extLst>
            </p:cNvPr>
            <p:cNvSpPr>
              <a:spLocks/>
            </p:cNvSpPr>
            <p:nvPr/>
          </p:nvSpPr>
          <p:spPr bwMode="auto">
            <a:xfrm>
              <a:off x="4240" y="1768"/>
              <a:ext cx="84" cy="110"/>
            </a:xfrm>
            <a:custGeom>
              <a:avLst/>
              <a:gdLst>
                <a:gd name="T0" fmla="*/ 0 w 129"/>
                <a:gd name="T1" fmla="*/ 111 h 133"/>
                <a:gd name="T2" fmla="*/ 84 w 129"/>
                <a:gd name="T3" fmla="*/ 55 h 133"/>
                <a:gd name="T4" fmla="*/ 0 w 129"/>
                <a:gd name="T5" fmla="*/ 0 h 133"/>
                <a:gd name="T6" fmla="*/ 0 60000 65536"/>
                <a:gd name="T7" fmla="*/ 0 60000 65536"/>
                <a:gd name="T8" fmla="*/ 0 60000 65536"/>
              </a:gdLst>
              <a:ahLst/>
              <a:cxnLst>
                <a:cxn ang="T6">
                  <a:pos x="T0" y="T1"/>
                </a:cxn>
                <a:cxn ang="T7">
                  <a:pos x="T2" y="T3"/>
                </a:cxn>
                <a:cxn ang="T8">
                  <a:pos x="T4" y="T5"/>
                </a:cxn>
              </a:cxnLst>
              <a:rect l="0" t="0" r="r" b="b"/>
              <a:pathLst>
                <a:path w="129" h="133">
                  <a:moveTo>
                    <a:pt x="0" y="133"/>
                  </a:moveTo>
                  <a:lnTo>
                    <a:pt x="129" y="66"/>
                  </a:lnTo>
                  <a:lnTo>
                    <a:pt x="0" y="0"/>
                  </a:lnTo>
                </a:path>
              </a:pathLst>
            </a:custGeom>
            <a:noFill/>
            <a:ln w="25400" cap="flat">
              <a:solidFill>
                <a:schemeClr val="tx1"/>
              </a:solidFill>
              <a:prstDash val="solid"/>
              <a:miter lim="800000"/>
              <a:headEnd/>
              <a:tailEnd/>
            </a:ln>
          </p:spPr>
          <p:txBody>
            <a:bodyPr/>
            <a:lstStyle/>
            <a:p>
              <a:pPr eaLnBrk="1" hangingPunct="1">
                <a:defRPr/>
              </a:pPr>
              <a:endParaRPr lang="ru-RU" sz="1400">
                <a:latin typeface="+mj-lt"/>
              </a:endParaRPr>
            </a:p>
          </p:txBody>
        </p:sp>
      </p:grpSp>
      <p:graphicFrame>
        <p:nvGraphicFramePr>
          <p:cNvPr id="40022" name="Group 86">
            <a:extLst>
              <a:ext uri="{FF2B5EF4-FFF2-40B4-BE49-F238E27FC236}">
                <a16:creationId xmlns:a16="http://schemas.microsoft.com/office/drawing/2014/main" id="{1F2AF13D-0554-4092-B6F9-40CDC72AC240}"/>
              </a:ext>
            </a:extLst>
          </p:cNvPr>
          <p:cNvGraphicFramePr>
            <a:graphicFrameLocks noGrp="1"/>
          </p:cNvGraphicFramePr>
          <p:nvPr>
            <p:extLst>
              <p:ext uri="{D42A27DB-BD31-4B8C-83A1-F6EECF244321}">
                <p14:modId xmlns:p14="http://schemas.microsoft.com/office/powerpoint/2010/main" val="353199635"/>
              </p:ext>
            </p:extLst>
          </p:nvPr>
        </p:nvGraphicFramePr>
        <p:xfrm>
          <a:off x="2057400" y="3840164"/>
          <a:ext cx="2133600" cy="1874851"/>
        </p:xfrm>
        <a:graphic>
          <a:graphicData uri="http://schemas.openxmlformats.org/drawingml/2006/table">
            <a:tbl>
              <a:tblPr/>
              <a:tblGrid>
                <a:gridCol w="550863">
                  <a:extLst>
                    <a:ext uri="{9D8B030D-6E8A-4147-A177-3AD203B41FA5}">
                      <a16:colId xmlns:a16="http://schemas.microsoft.com/office/drawing/2014/main" val="20000"/>
                    </a:ext>
                  </a:extLst>
                </a:gridCol>
                <a:gridCol w="1582737">
                  <a:extLst>
                    <a:ext uri="{9D8B030D-6E8A-4147-A177-3AD203B41FA5}">
                      <a16:colId xmlns:a16="http://schemas.microsoft.com/office/drawing/2014/main" val="20001"/>
                    </a:ext>
                  </a:extLst>
                </a:gridCol>
              </a:tblGrid>
              <a:tr h="365710">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ru-RU" sz="1800" b="1" i="0" u="none" strike="noStrike" cap="none" normalizeH="0" baseline="0" dirty="0">
                        <a:ln>
                          <a:noFill/>
                        </a:ln>
                        <a:solidFill>
                          <a:schemeClr val="bg2"/>
                        </a:solidFill>
                        <a:effectLst/>
                        <a:latin typeface="Arial" pitchFamily="34" charset="0"/>
                        <a:cs typeface="Arial" pitchFamily="34" charset="0"/>
                      </a:endParaRPr>
                    </a:p>
                  </a:txBody>
                  <a:tcPr marT="45702" marB="4570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533400" marR="0" lvl="0" indent="-533400" algn="l" defTabSz="914400" rtl="0" eaLnBrk="0" fontAlgn="base" latinLnBrk="0" hangingPunct="0">
                        <a:lnSpc>
                          <a:spcPct val="100000"/>
                        </a:lnSpc>
                        <a:spcBef>
                          <a:spcPct val="20000"/>
                        </a:spcBef>
                        <a:spcAft>
                          <a:spcPct val="0"/>
                        </a:spcAft>
                        <a:buClr>
                          <a:srgbClr val="0000FF"/>
                        </a:buClr>
                        <a:buSzPct val="100000"/>
                        <a:buFont typeface="Arial" pitchFamily="34" charset="0"/>
                        <a:buNone/>
                        <a:tabLst/>
                      </a:pPr>
                      <a:r>
                        <a:rPr kumimoji="0" lang="en-US" sz="1800" b="0" i="0" u="none" strike="noStrike" cap="none" normalizeH="0" baseline="0" dirty="0">
                          <a:ln>
                            <a:noFill/>
                          </a:ln>
                          <a:solidFill>
                            <a:schemeClr val="bg2"/>
                          </a:solidFill>
                          <a:effectLst/>
                          <a:latin typeface="Arial" pitchFamily="34" charset="0"/>
                          <a:cs typeface="Arial" pitchFamily="34" charset="0"/>
                        </a:rPr>
                        <a:t>q</a:t>
                      </a:r>
                      <a:r>
                        <a:rPr kumimoji="0" lang="en-US" sz="1800" b="0" i="0" u="none" strike="noStrike" cap="none" normalizeH="0" baseline="-25000" dirty="0">
                          <a:ln>
                            <a:noFill/>
                          </a:ln>
                          <a:solidFill>
                            <a:schemeClr val="bg2"/>
                          </a:solidFill>
                          <a:effectLst/>
                          <a:latin typeface="Arial" pitchFamily="34" charset="0"/>
                          <a:cs typeface="Arial" pitchFamily="34" charset="0"/>
                        </a:rPr>
                        <a:t>1</a:t>
                      </a:r>
                      <a:r>
                        <a:rPr kumimoji="0" lang="en-US" sz="1800" b="0" i="0" u="none" strike="noStrike" cap="none" normalizeH="0" baseline="0" dirty="0">
                          <a:ln>
                            <a:noFill/>
                          </a:ln>
                          <a:solidFill>
                            <a:schemeClr val="bg2"/>
                          </a:solidFill>
                          <a:effectLst/>
                          <a:latin typeface="Arial" pitchFamily="34" charset="0"/>
                          <a:cs typeface="Arial" pitchFamily="34" charset="0"/>
                        </a:rPr>
                        <a:t>q</a:t>
                      </a:r>
                      <a:r>
                        <a:rPr kumimoji="0" lang="en-US" sz="1800" b="0" i="0" u="none" strike="noStrike" cap="none" normalizeH="0" baseline="-25000" dirty="0">
                          <a:ln>
                            <a:noFill/>
                          </a:ln>
                          <a:solidFill>
                            <a:schemeClr val="bg2"/>
                          </a:solidFill>
                          <a:effectLst/>
                          <a:latin typeface="Arial" pitchFamily="34" charset="0"/>
                          <a:cs typeface="Arial" pitchFamily="34" charset="0"/>
                        </a:rPr>
                        <a:t>2</a:t>
                      </a:r>
                      <a:r>
                        <a:rPr kumimoji="0" lang="en-US" sz="1800" b="0" i="0" u="none" strike="noStrike" cap="none" normalizeH="0" baseline="0" dirty="0">
                          <a:ln>
                            <a:noFill/>
                          </a:ln>
                          <a:solidFill>
                            <a:schemeClr val="bg2"/>
                          </a:solidFill>
                          <a:effectLst/>
                          <a:latin typeface="Arial" pitchFamily="34" charset="0"/>
                          <a:cs typeface="Arial" pitchFamily="34" charset="0"/>
                        </a:rPr>
                        <a:t>q</a:t>
                      </a:r>
                      <a:r>
                        <a:rPr kumimoji="0" lang="en-US" sz="1800" b="0" i="0" u="none" strike="noStrike" cap="none" normalizeH="0" baseline="-25000" dirty="0">
                          <a:ln>
                            <a:noFill/>
                          </a:ln>
                          <a:solidFill>
                            <a:schemeClr val="bg2"/>
                          </a:solidFill>
                          <a:effectLst/>
                          <a:latin typeface="Arial" pitchFamily="34" charset="0"/>
                          <a:cs typeface="Arial" pitchFamily="34" charset="0"/>
                        </a:rPr>
                        <a:t>3</a:t>
                      </a:r>
                      <a:r>
                        <a:rPr kumimoji="0" lang="en-US" sz="1800" b="0" i="0" u="none" strike="noStrike" cap="none" normalizeH="0" baseline="0" dirty="0">
                          <a:ln>
                            <a:noFill/>
                          </a:ln>
                          <a:solidFill>
                            <a:schemeClr val="bg2"/>
                          </a:solidFill>
                          <a:effectLst/>
                          <a:latin typeface="Arial" pitchFamily="34" charset="0"/>
                          <a:cs typeface="Arial" pitchFamily="34" charset="0"/>
                        </a:rPr>
                        <a:t>q</a:t>
                      </a:r>
                      <a:r>
                        <a:rPr kumimoji="0" lang="en-US" sz="1800" b="0" i="0" u="none" strike="noStrike" cap="none" normalizeH="0" baseline="-25000" dirty="0">
                          <a:ln>
                            <a:noFill/>
                          </a:ln>
                          <a:solidFill>
                            <a:schemeClr val="bg2"/>
                          </a:solidFill>
                          <a:effectLst/>
                          <a:latin typeface="Arial" pitchFamily="34" charset="0"/>
                          <a:cs typeface="Arial" pitchFamily="34" charset="0"/>
                        </a:rPr>
                        <a:t>4</a:t>
                      </a:r>
                      <a:endParaRPr kumimoji="0" lang="ru-RU" sz="1800" b="1" i="0" u="none" strike="noStrike" cap="none" normalizeH="0" baseline="0" dirty="0">
                        <a:ln>
                          <a:noFill/>
                        </a:ln>
                        <a:solidFill>
                          <a:schemeClr val="bg2"/>
                        </a:solidFill>
                        <a:effectLst/>
                        <a:latin typeface="Arial" pitchFamily="34" charset="0"/>
                        <a:cs typeface="Arial" pitchFamily="34" charset="0"/>
                      </a:endParaRPr>
                    </a:p>
                  </a:txBody>
                  <a:tcPr marT="45702" marB="4570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1509127">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Arial" pitchFamily="34" charset="0"/>
                          <a:cs typeface="Arial" pitchFamily="34" charset="0"/>
                        </a:rPr>
                        <a:t>S0</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Arial" pitchFamily="34" charset="0"/>
                          <a:cs typeface="Arial" pitchFamily="34" charset="0"/>
                        </a:rPr>
                        <a:t>S1</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Arial" pitchFamily="34" charset="0"/>
                          <a:cs typeface="Arial" pitchFamily="34" charset="0"/>
                        </a:rPr>
                        <a:t>S2</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Arial" pitchFamily="34" charset="0"/>
                          <a:cs typeface="Arial" pitchFamily="34" charset="0"/>
                        </a:rPr>
                        <a:t>S3</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Arial" pitchFamily="34" charset="0"/>
                          <a:cs typeface="Arial" pitchFamily="34" charset="0"/>
                        </a:rPr>
                        <a:t>S0</a:t>
                      </a:r>
                      <a:endParaRPr kumimoji="0" lang="ru-RU" sz="1800" b="0" i="0" u="none" strike="noStrike" cap="none" normalizeH="0" baseline="0">
                        <a:ln>
                          <a:noFill/>
                        </a:ln>
                        <a:solidFill>
                          <a:srgbClr val="000000"/>
                        </a:solidFill>
                        <a:effectLst/>
                        <a:latin typeface="Arial" pitchFamily="34" charset="0"/>
                        <a:cs typeface="Arial" pitchFamily="34" charset="0"/>
                      </a:endParaRPr>
                    </a:p>
                  </a:txBody>
                  <a:tcPr marT="45702" marB="4570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533400" marR="0" lvl="0" indent="-533400" algn="l" defTabSz="914400" rtl="0" eaLnBrk="0" fontAlgn="base" latinLnBrk="0" hangingPunct="0">
                        <a:lnSpc>
                          <a:spcPct val="100000"/>
                        </a:lnSpc>
                        <a:spcBef>
                          <a:spcPct val="0"/>
                        </a:spcBef>
                        <a:spcAft>
                          <a:spcPct val="0"/>
                        </a:spcAft>
                        <a:buClr>
                          <a:srgbClr val="0000FF"/>
                        </a:buClr>
                        <a:buSzPct val="100000"/>
                        <a:buFont typeface="Arial" pitchFamily="34" charset="0"/>
                        <a:buNone/>
                        <a:tabLst/>
                      </a:pPr>
                      <a:r>
                        <a:rPr kumimoji="0" lang="en-US" sz="1800" b="0" i="0" u="none" strike="noStrike" cap="none" normalizeH="0" baseline="0" dirty="0">
                          <a:ln>
                            <a:noFill/>
                          </a:ln>
                          <a:solidFill>
                            <a:schemeClr val="tx1"/>
                          </a:solidFill>
                          <a:effectLst/>
                          <a:latin typeface="Arial" pitchFamily="34" charset="0"/>
                          <a:cs typeface="Arial" pitchFamily="34" charset="0"/>
                        </a:rPr>
                        <a:t>1 0  0  0</a:t>
                      </a:r>
                    </a:p>
                    <a:p>
                      <a:pPr marL="533400" marR="0" lvl="0" indent="-533400" algn="l" defTabSz="914400" rtl="0" eaLnBrk="0" fontAlgn="base" latinLnBrk="0" hangingPunct="0">
                        <a:lnSpc>
                          <a:spcPct val="100000"/>
                        </a:lnSpc>
                        <a:spcBef>
                          <a:spcPct val="0"/>
                        </a:spcBef>
                        <a:spcAft>
                          <a:spcPct val="0"/>
                        </a:spcAft>
                        <a:buClr>
                          <a:srgbClr val="0000FF"/>
                        </a:buClr>
                        <a:buSzPct val="100000"/>
                        <a:buFont typeface="Arial" pitchFamily="34" charset="0"/>
                        <a:buNone/>
                        <a:tabLst/>
                      </a:pPr>
                      <a:r>
                        <a:rPr kumimoji="0" lang="en-US" sz="1800" b="0" i="0" u="none" strike="noStrike" cap="none" normalizeH="0" baseline="0" dirty="0">
                          <a:ln>
                            <a:noFill/>
                          </a:ln>
                          <a:solidFill>
                            <a:schemeClr val="tx1"/>
                          </a:solidFill>
                          <a:effectLst/>
                          <a:latin typeface="Arial" pitchFamily="34" charset="0"/>
                          <a:cs typeface="Arial" pitchFamily="34" charset="0"/>
                        </a:rPr>
                        <a:t>0 1  0  0</a:t>
                      </a:r>
                    </a:p>
                    <a:p>
                      <a:pPr marL="533400" marR="0" lvl="0" indent="-533400" algn="l" defTabSz="914400" rtl="0" eaLnBrk="0" fontAlgn="base" latinLnBrk="0" hangingPunct="0">
                        <a:lnSpc>
                          <a:spcPct val="100000"/>
                        </a:lnSpc>
                        <a:spcBef>
                          <a:spcPct val="0"/>
                        </a:spcBef>
                        <a:spcAft>
                          <a:spcPct val="0"/>
                        </a:spcAft>
                        <a:buClr>
                          <a:srgbClr val="0000FF"/>
                        </a:buClr>
                        <a:buSzPct val="100000"/>
                        <a:buFont typeface="Arial" pitchFamily="34" charset="0"/>
                        <a:buNone/>
                        <a:tabLst/>
                      </a:pPr>
                      <a:r>
                        <a:rPr kumimoji="0" lang="en-US" sz="1800" b="0" i="0" u="none" strike="noStrike" cap="none" normalizeH="0" baseline="0" dirty="0">
                          <a:ln>
                            <a:noFill/>
                          </a:ln>
                          <a:solidFill>
                            <a:schemeClr val="tx1"/>
                          </a:solidFill>
                          <a:effectLst/>
                          <a:latin typeface="Arial" pitchFamily="34" charset="0"/>
                          <a:cs typeface="Arial" pitchFamily="34" charset="0"/>
                        </a:rPr>
                        <a:t>0 0  1  0</a:t>
                      </a:r>
                    </a:p>
                    <a:p>
                      <a:pPr marL="533400" marR="0" lvl="0" indent="-533400" algn="l" defTabSz="914400" rtl="0" eaLnBrk="0" fontAlgn="base" latinLnBrk="0" hangingPunct="0">
                        <a:lnSpc>
                          <a:spcPct val="100000"/>
                        </a:lnSpc>
                        <a:spcBef>
                          <a:spcPct val="0"/>
                        </a:spcBef>
                        <a:spcAft>
                          <a:spcPct val="0"/>
                        </a:spcAft>
                        <a:buClr>
                          <a:srgbClr val="0000FF"/>
                        </a:buClr>
                        <a:buSzPct val="100000"/>
                        <a:buFont typeface="Arial" pitchFamily="34" charset="0"/>
                        <a:buNone/>
                        <a:tabLst/>
                      </a:pPr>
                      <a:r>
                        <a:rPr kumimoji="0" lang="en-US" sz="1800" b="0" i="0" u="none" strike="noStrike" cap="none" normalizeH="0" baseline="0" dirty="0">
                          <a:ln>
                            <a:noFill/>
                          </a:ln>
                          <a:solidFill>
                            <a:schemeClr val="tx1"/>
                          </a:solidFill>
                          <a:effectLst/>
                          <a:latin typeface="Arial" pitchFamily="34" charset="0"/>
                          <a:cs typeface="Arial" pitchFamily="34" charset="0"/>
                        </a:rPr>
                        <a:t>0 0  0  1</a:t>
                      </a:r>
                    </a:p>
                    <a:p>
                      <a:pPr marL="533400" marR="0" lvl="0" indent="-533400" algn="l" defTabSz="914400" rtl="0" eaLnBrk="0" fontAlgn="base" latinLnBrk="0" hangingPunct="0">
                        <a:lnSpc>
                          <a:spcPct val="100000"/>
                        </a:lnSpc>
                        <a:spcBef>
                          <a:spcPct val="0"/>
                        </a:spcBef>
                        <a:spcAft>
                          <a:spcPct val="0"/>
                        </a:spcAft>
                        <a:buClr>
                          <a:srgbClr val="0000FF"/>
                        </a:buClr>
                        <a:buSzPct val="100000"/>
                        <a:buFont typeface="Arial" pitchFamily="34" charset="0"/>
                        <a:buNone/>
                        <a:tabLst/>
                      </a:pPr>
                      <a:r>
                        <a:rPr kumimoji="0" lang="en-US" sz="1800" b="0" i="0" u="none" strike="noStrike" cap="none" normalizeH="0" baseline="0" dirty="0">
                          <a:ln>
                            <a:noFill/>
                          </a:ln>
                          <a:solidFill>
                            <a:schemeClr val="tx1"/>
                          </a:solidFill>
                          <a:effectLst/>
                          <a:latin typeface="Arial" pitchFamily="34" charset="0"/>
                          <a:cs typeface="Arial" pitchFamily="34" charset="0"/>
                        </a:rPr>
                        <a:t>1 0  0  0</a:t>
                      </a:r>
                      <a:endParaRPr kumimoji="0" lang="ru-RU" sz="1800" b="0" i="0" u="none" strike="noStrike" cap="none" normalizeH="0" baseline="0" dirty="0">
                        <a:ln>
                          <a:noFill/>
                        </a:ln>
                        <a:solidFill>
                          <a:srgbClr val="000000"/>
                        </a:solidFill>
                        <a:effectLst/>
                        <a:latin typeface="Arial" pitchFamily="34" charset="0"/>
                        <a:cs typeface="Arial" pitchFamily="34" charset="0"/>
                      </a:endParaRPr>
                    </a:p>
                  </a:txBody>
                  <a:tcPr marT="45702" marB="4570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1"/>
                  </a:ext>
                </a:extLst>
              </a:tr>
            </a:tbl>
          </a:graphicData>
        </a:graphic>
      </p:graphicFrame>
      <p:sp>
        <p:nvSpPr>
          <p:cNvPr id="57359" name="Text Box 10">
            <a:extLst>
              <a:ext uri="{FF2B5EF4-FFF2-40B4-BE49-F238E27FC236}">
                <a16:creationId xmlns:a16="http://schemas.microsoft.com/office/drawing/2014/main" id="{7728AC97-648E-B097-4202-24752CA54EF6}"/>
              </a:ext>
            </a:extLst>
          </p:cNvPr>
          <p:cNvSpPr txBox="1">
            <a:spLocks noChangeArrowheads="1"/>
          </p:cNvSpPr>
          <p:nvPr/>
        </p:nvSpPr>
        <p:spPr bwMode="auto">
          <a:xfrm>
            <a:off x="6019801" y="4038601"/>
            <a:ext cx="3635375"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For state decoding, additional circuits are not required </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8370" name="Группа 1">
            <a:extLst>
              <a:ext uri="{FF2B5EF4-FFF2-40B4-BE49-F238E27FC236}">
                <a16:creationId xmlns:a16="http://schemas.microsoft.com/office/drawing/2014/main" id="{FAF858CE-5858-98D6-916D-D268548E7063}"/>
              </a:ext>
            </a:extLst>
          </p:cNvPr>
          <p:cNvGrpSpPr>
            <a:grpSpLocks/>
          </p:cNvGrpSpPr>
          <p:nvPr/>
        </p:nvGrpSpPr>
        <p:grpSpPr bwMode="auto">
          <a:xfrm>
            <a:off x="1828800" y="2374900"/>
            <a:ext cx="5773738" cy="2540000"/>
            <a:chOff x="304800" y="1676401"/>
            <a:chExt cx="5773738" cy="2540001"/>
          </a:xfrm>
        </p:grpSpPr>
        <p:sp>
          <p:nvSpPr>
            <p:cNvPr id="33848" name="Line 20">
              <a:extLst>
                <a:ext uri="{FF2B5EF4-FFF2-40B4-BE49-F238E27FC236}">
                  <a16:creationId xmlns:a16="http://schemas.microsoft.com/office/drawing/2014/main" id="{F9D18944-740C-4A01-86A0-74FE4BF68C7F}"/>
                </a:ext>
              </a:extLst>
            </p:cNvPr>
            <p:cNvSpPr>
              <a:spLocks noChangeShapeType="1"/>
            </p:cNvSpPr>
            <p:nvPr/>
          </p:nvSpPr>
          <p:spPr bwMode="auto">
            <a:xfrm>
              <a:off x="2005013" y="2251076"/>
              <a:ext cx="498475" cy="0"/>
            </a:xfrm>
            <a:prstGeom prst="line">
              <a:avLst/>
            </a:prstGeom>
            <a:noFill/>
            <a:ln w="25400">
              <a:solidFill>
                <a:srgbClr val="000000"/>
              </a:solidFill>
              <a:round/>
              <a:headEnd/>
              <a:tailEnd/>
            </a:ln>
          </p:spPr>
          <p:txBody>
            <a:bodyPr/>
            <a:lstStyle/>
            <a:p>
              <a:pPr eaLnBrk="1" hangingPunct="1">
                <a:defRPr/>
              </a:pPr>
              <a:endParaRPr lang="en-US" dirty="0"/>
            </a:p>
          </p:txBody>
        </p:sp>
        <p:sp>
          <p:nvSpPr>
            <p:cNvPr id="58408" name="Text Box 44">
              <a:extLst>
                <a:ext uri="{FF2B5EF4-FFF2-40B4-BE49-F238E27FC236}">
                  <a16:creationId xmlns:a16="http://schemas.microsoft.com/office/drawing/2014/main" id="{E91FE289-00D5-4336-4E21-BBE6E5178264}"/>
                </a:ext>
              </a:extLst>
            </p:cNvPr>
            <p:cNvSpPr txBox="1">
              <a:spLocks noChangeArrowheads="1"/>
            </p:cNvSpPr>
            <p:nvPr/>
          </p:nvSpPr>
          <p:spPr bwMode="auto">
            <a:xfrm>
              <a:off x="304800" y="3149601"/>
              <a:ext cx="859356" cy="395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en-US"/>
                <a:t>Reset</a:t>
              </a:r>
              <a:endParaRPr lang="en-US" altLang="en-US" baseline="-25000"/>
            </a:p>
          </p:txBody>
        </p:sp>
        <p:sp>
          <p:nvSpPr>
            <p:cNvPr id="33834" name="Rectangle 6">
              <a:extLst>
                <a:ext uri="{FF2B5EF4-FFF2-40B4-BE49-F238E27FC236}">
                  <a16:creationId xmlns:a16="http://schemas.microsoft.com/office/drawing/2014/main" id="{D2B45345-01C5-4DBD-9F5A-5F573EE25598}"/>
                </a:ext>
              </a:extLst>
            </p:cNvPr>
            <p:cNvSpPr>
              <a:spLocks noChangeArrowheads="1"/>
            </p:cNvSpPr>
            <p:nvPr/>
          </p:nvSpPr>
          <p:spPr bwMode="auto">
            <a:xfrm>
              <a:off x="1387475" y="1982789"/>
              <a:ext cx="644525" cy="1166812"/>
            </a:xfrm>
            <a:prstGeom prst="rect">
              <a:avLst/>
            </a:prstGeom>
            <a:solidFill>
              <a:schemeClr val="accent1"/>
            </a:solidFill>
            <a:ln w="25400">
              <a:solidFill>
                <a:srgbClr val="000000"/>
              </a:solidFill>
              <a:miter lim="800000"/>
              <a:headEnd/>
              <a:tailEnd/>
            </a:ln>
          </p:spPr>
          <p:txBody>
            <a:bodyPr/>
            <a:lstStyle/>
            <a:p>
              <a:pPr>
                <a:defRPr/>
              </a:pPr>
              <a:r>
                <a:rPr lang="en-US" sz="2000" dirty="0"/>
                <a:t> </a:t>
              </a:r>
              <a:r>
                <a:rPr lang="en-US" sz="2000" dirty="0">
                  <a:solidFill>
                    <a:schemeClr val="bg1"/>
                  </a:solidFill>
                </a:rPr>
                <a:t>D</a:t>
              </a:r>
            </a:p>
            <a:p>
              <a:pPr>
                <a:defRPr/>
              </a:pPr>
              <a:endParaRPr lang="en-US" sz="2000" dirty="0">
                <a:solidFill>
                  <a:schemeClr val="bg1"/>
                </a:solidFill>
              </a:endParaRPr>
            </a:p>
            <a:p>
              <a:pPr>
                <a:defRPr/>
              </a:pPr>
              <a:r>
                <a:rPr lang="en-US" sz="2000" dirty="0">
                  <a:solidFill>
                    <a:schemeClr val="bg1"/>
                  </a:solidFill>
                </a:rPr>
                <a:t> C</a:t>
              </a:r>
            </a:p>
            <a:p>
              <a:pPr>
                <a:defRPr/>
              </a:pPr>
              <a:endParaRPr lang="en-US" sz="2000" dirty="0"/>
            </a:p>
          </p:txBody>
        </p:sp>
        <p:sp>
          <p:nvSpPr>
            <p:cNvPr id="33835" name="Rectangle 7">
              <a:extLst>
                <a:ext uri="{FF2B5EF4-FFF2-40B4-BE49-F238E27FC236}">
                  <a16:creationId xmlns:a16="http://schemas.microsoft.com/office/drawing/2014/main" id="{512BBD62-6C21-4707-8BF1-945D5F14CBD8}"/>
                </a:ext>
              </a:extLst>
            </p:cNvPr>
            <p:cNvSpPr>
              <a:spLocks noChangeArrowheads="1"/>
            </p:cNvSpPr>
            <p:nvPr/>
          </p:nvSpPr>
          <p:spPr bwMode="auto">
            <a:xfrm>
              <a:off x="2513013" y="1992314"/>
              <a:ext cx="636587" cy="1165225"/>
            </a:xfrm>
            <a:prstGeom prst="rect">
              <a:avLst/>
            </a:prstGeom>
            <a:solidFill>
              <a:schemeClr val="accent1"/>
            </a:solidFill>
            <a:ln w="25400">
              <a:solidFill>
                <a:srgbClr val="000000"/>
              </a:solidFill>
              <a:miter lim="800000"/>
              <a:headEnd/>
              <a:tailEnd/>
            </a:ln>
          </p:spPr>
          <p:txBody>
            <a:bodyPr/>
            <a:lstStyle/>
            <a:p>
              <a:pPr>
                <a:defRPr/>
              </a:pPr>
              <a:r>
                <a:rPr lang="en-US" sz="2000" dirty="0"/>
                <a:t> </a:t>
              </a:r>
              <a:r>
                <a:rPr lang="en-US" sz="2000" dirty="0">
                  <a:solidFill>
                    <a:schemeClr val="bg1"/>
                  </a:solidFill>
                </a:rPr>
                <a:t>D</a:t>
              </a:r>
            </a:p>
            <a:p>
              <a:pPr>
                <a:defRPr/>
              </a:pPr>
              <a:endParaRPr lang="en-US" sz="2000" dirty="0">
                <a:solidFill>
                  <a:schemeClr val="bg1"/>
                </a:solidFill>
              </a:endParaRPr>
            </a:p>
            <a:p>
              <a:pPr>
                <a:defRPr/>
              </a:pPr>
              <a:r>
                <a:rPr lang="en-US" sz="2000" dirty="0">
                  <a:solidFill>
                    <a:schemeClr val="bg1"/>
                  </a:solidFill>
                </a:rPr>
                <a:t> C</a:t>
              </a:r>
            </a:p>
            <a:p>
              <a:pPr>
                <a:defRPr/>
              </a:pPr>
              <a:endParaRPr lang="en-US" sz="2000" dirty="0"/>
            </a:p>
          </p:txBody>
        </p:sp>
        <p:sp>
          <p:nvSpPr>
            <p:cNvPr id="33836" name="Rectangle 8">
              <a:extLst>
                <a:ext uri="{FF2B5EF4-FFF2-40B4-BE49-F238E27FC236}">
                  <a16:creationId xmlns:a16="http://schemas.microsoft.com/office/drawing/2014/main" id="{4FA14133-403A-4A09-BE54-2053AF4EC19F}"/>
                </a:ext>
              </a:extLst>
            </p:cNvPr>
            <p:cNvSpPr>
              <a:spLocks noChangeArrowheads="1"/>
            </p:cNvSpPr>
            <p:nvPr/>
          </p:nvSpPr>
          <p:spPr bwMode="auto">
            <a:xfrm>
              <a:off x="3638550" y="2001839"/>
              <a:ext cx="642938" cy="1165225"/>
            </a:xfrm>
            <a:prstGeom prst="rect">
              <a:avLst/>
            </a:prstGeom>
            <a:solidFill>
              <a:schemeClr val="accent1"/>
            </a:solidFill>
            <a:ln w="25400">
              <a:solidFill>
                <a:srgbClr val="000000"/>
              </a:solidFill>
              <a:miter lim="800000"/>
              <a:headEnd/>
              <a:tailEnd/>
            </a:ln>
          </p:spPr>
          <p:txBody>
            <a:bodyPr/>
            <a:lstStyle/>
            <a:p>
              <a:pPr>
                <a:defRPr/>
              </a:pPr>
              <a:r>
                <a:rPr lang="en-US" sz="2000" dirty="0"/>
                <a:t> </a:t>
              </a:r>
              <a:r>
                <a:rPr lang="en-US" sz="2000" dirty="0">
                  <a:solidFill>
                    <a:schemeClr val="bg1"/>
                  </a:solidFill>
                </a:rPr>
                <a:t>D</a:t>
              </a:r>
            </a:p>
            <a:p>
              <a:pPr>
                <a:defRPr/>
              </a:pPr>
              <a:endParaRPr lang="en-US" sz="2000" dirty="0">
                <a:solidFill>
                  <a:schemeClr val="bg1"/>
                </a:solidFill>
              </a:endParaRPr>
            </a:p>
            <a:p>
              <a:pPr>
                <a:defRPr/>
              </a:pPr>
              <a:r>
                <a:rPr lang="en-US" sz="2000" dirty="0">
                  <a:solidFill>
                    <a:schemeClr val="bg1"/>
                  </a:solidFill>
                </a:rPr>
                <a:t> C</a:t>
              </a:r>
            </a:p>
            <a:p>
              <a:pPr>
                <a:defRPr/>
              </a:pPr>
              <a:endParaRPr lang="en-US" sz="2000" dirty="0"/>
            </a:p>
          </p:txBody>
        </p:sp>
        <p:sp>
          <p:nvSpPr>
            <p:cNvPr id="33837" name="Rectangle 9">
              <a:extLst>
                <a:ext uri="{FF2B5EF4-FFF2-40B4-BE49-F238E27FC236}">
                  <a16:creationId xmlns:a16="http://schemas.microsoft.com/office/drawing/2014/main" id="{804DBA38-4E27-4805-9CB1-E71548674DBC}"/>
                </a:ext>
              </a:extLst>
            </p:cNvPr>
            <p:cNvSpPr>
              <a:spLocks noChangeArrowheads="1"/>
            </p:cNvSpPr>
            <p:nvPr/>
          </p:nvSpPr>
          <p:spPr bwMode="auto">
            <a:xfrm>
              <a:off x="4795838" y="2008189"/>
              <a:ext cx="639762" cy="1165225"/>
            </a:xfrm>
            <a:prstGeom prst="rect">
              <a:avLst/>
            </a:prstGeom>
            <a:solidFill>
              <a:schemeClr val="accent1"/>
            </a:solidFill>
            <a:ln w="25400">
              <a:solidFill>
                <a:srgbClr val="000000"/>
              </a:solidFill>
              <a:miter lim="800000"/>
              <a:headEnd/>
              <a:tailEnd/>
            </a:ln>
          </p:spPr>
          <p:txBody>
            <a:bodyPr/>
            <a:lstStyle/>
            <a:p>
              <a:pPr>
                <a:defRPr/>
              </a:pPr>
              <a:r>
                <a:rPr lang="en-US" sz="2000" dirty="0"/>
                <a:t> </a:t>
              </a:r>
              <a:r>
                <a:rPr lang="en-US" sz="2000" dirty="0">
                  <a:solidFill>
                    <a:schemeClr val="bg1"/>
                  </a:solidFill>
                </a:rPr>
                <a:t>D</a:t>
              </a:r>
            </a:p>
            <a:p>
              <a:pPr>
                <a:defRPr/>
              </a:pPr>
              <a:endParaRPr lang="en-US" sz="2000" dirty="0">
                <a:solidFill>
                  <a:schemeClr val="bg1"/>
                </a:solidFill>
              </a:endParaRPr>
            </a:p>
            <a:p>
              <a:pPr>
                <a:defRPr/>
              </a:pPr>
              <a:r>
                <a:rPr lang="en-US" sz="2000" dirty="0">
                  <a:solidFill>
                    <a:schemeClr val="bg1"/>
                  </a:solidFill>
                </a:rPr>
                <a:t> C</a:t>
              </a:r>
            </a:p>
            <a:p>
              <a:pPr>
                <a:defRPr/>
              </a:pPr>
              <a:endParaRPr lang="en-US" sz="2000" dirty="0"/>
            </a:p>
          </p:txBody>
        </p:sp>
        <p:sp>
          <p:nvSpPr>
            <p:cNvPr id="33838" name="Line 10">
              <a:extLst>
                <a:ext uri="{FF2B5EF4-FFF2-40B4-BE49-F238E27FC236}">
                  <a16:creationId xmlns:a16="http://schemas.microsoft.com/office/drawing/2014/main" id="{9CB8038A-F093-435E-BC72-47163151F6E0}"/>
                </a:ext>
              </a:extLst>
            </p:cNvPr>
            <p:cNvSpPr>
              <a:spLocks noChangeShapeType="1"/>
            </p:cNvSpPr>
            <p:nvPr/>
          </p:nvSpPr>
          <p:spPr bwMode="auto">
            <a:xfrm>
              <a:off x="930275" y="3814765"/>
              <a:ext cx="3616325" cy="0"/>
            </a:xfrm>
            <a:prstGeom prst="line">
              <a:avLst/>
            </a:prstGeom>
            <a:noFill/>
            <a:ln w="25400">
              <a:solidFill>
                <a:srgbClr val="000000"/>
              </a:solidFill>
              <a:round/>
              <a:headEnd/>
              <a:tailEnd/>
            </a:ln>
          </p:spPr>
          <p:txBody>
            <a:bodyPr/>
            <a:lstStyle/>
            <a:p>
              <a:pPr eaLnBrk="1" hangingPunct="1">
                <a:defRPr/>
              </a:pPr>
              <a:endParaRPr lang="en-US" dirty="0"/>
            </a:p>
          </p:txBody>
        </p:sp>
        <p:sp>
          <p:nvSpPr>
            <p:cNvPr id="33839" name="Line 11">
              <a:extLst>
                <a:ext uri="{FF2B5EF4-FFF2-40B4-BE49-F238E27FC236}">
                  <a16:creationId xmlns:a16="http://schemas.microsoft.com/office/drawing/2014/main" id="{32F8C6A1-447A-424C-BD9E-A6155B2DDB7E}"/>
                </a:ext>
              </a:extLst>
            </p:cNvPr>
            <p:cNvSpPr>
              <a:spLocks noChangeShapeType="1"/>
            </p:cNvSpPr>
            <p:nvPr/>
          </p:nvSpPr>
          <p:spPr bwMode="auto">
            <a:xfrm>
              <a:off x="4543425" y="2867026"/>
              <a:ext cx="242888" cy="0"/>
            </a:xfrm>
            <a:prstGeom prst="line">
              <a:avLst/>
            </a:prstGeom>
            <a:noFill/>
            <a:ln w="25400">
              <a:solidFill>
                <a:srgbClr val="000000"/>
              </a:solidFill>
              <a:round/>
              <a:headEnd/>
              <a:tailEnd/>
            </a:ln>
          </p:spPr>
          <p:txBody>
            <a:bodyPr/>
            <a:lstStyle/>
            <a:p>
              <a:pPr eaLnBrk="1" hangingPunct="1">
                <a:defRPr/>
              </a:pPr>
              <a:endParaRPr lang="en-US" dirty="0"/>
            </a:p>
          </p:txBody>
        </p:sp>
        <p:sp>
          <p:nvSpPr>
            <p:cNvPr id="33840" name="Line 12">
              <a:extLst>
                <a:ext uri="{FF2B5EF4-FFF2-40B4-BE49-F238E27FC236}">
                  <a16:creationId xmlns:a16="http://schemas.microsoft.com/office/drawing/2014/main" id="{4433BB07-F020-4C36-BD09-911605946B52}"/>
                </a:ext>
              </a:extLst>
            </p:cNvPr>
            <p:cNvSpPr>
              <a:spLocks noChangeShapeType="1"/>
            </p:cNvSpPr>
            <p:nvPr/>
          </p:nvSpPr>
          <p:spPr bwMode="auto">
            <a:xfrm flipH="1">
              <a:off x="4549775" y="2874964"/>
              <a:ext cx="0" cy="939800"/>
            </a:xfrm>
            <a:prstGeom prst="line">
              <a:avLst/>
            </a:prstGeom>
            <a:noFill/>
            <a:ln w="25400">
              <a:solidFill>
                <a:srgbClr val="000000"/>
              </a:solidFill>
              <a:round/>
              <a:headEnd/>
              <a:tailEnd/>
            </a:ln>
          </p:spPr>
          <p:txBody>
            <a:bodyPr/>
            <a:lstStyle/>
            <a:p>
              <a:pPr eaLnBrk="1" hangingPunct="1">
                <a:defRPr/>
              </a:pPr>
              <a:endParaRPr lang="en-US" dirty="0"/>
            </a:p>
          </p:txBody>
        </p:sp>
        <p:sp>
          <p:nvSpPr>
            <p:cNvPr id="33841" name="Line 13">
              <a:extLst>
                <a:ext uri="{FF2B5EF4-FFF2-40B4-BE49-F238E27FC236}">
                  <a16:creationId xmlns:a16="http://schemas.microsoft.com/office/drawing/2014/main" id="{50CC986B-7959-4B85-B7BC-4A404A5DFE10}"/>
                </a:ext>
              </a:extLst>
            </p:cNvPr>
            <p:cNvSpPr>
              <a:spLocks noChangeShapeType="1"/>
            </p:cNvSpPr>
            <p:nvPr/>
          </p:nvSpPr>
          <p:spPr bwMode="auto">
            <a:xfrm>
              <a:off x="3387725" y="2828926"/>
              <a:ext cx="254000" cy="0"/>
            </a:xfrm>
            <a:prstGeom prst="line">
              <a:avLst/>
            </a:prstGeom>
            <a:noFill/>
            <a:ln w="25400">
              <a:solidFill>
                <a:srgbClr val="000000"/>
              </a:solidFill>
              <a:round/>
              <a:headEnd/>
              <a:tailEnd/>
            </a:ln>
          </p:spPr>
          <p:txBody>
            <a:bodyPr/>
            <a:lstStyle/>
            <a:p>
              <a:pPr eaLnBrk="1" hangingPunct="1">
                <a:defRPr/>
              </a:pPr>
              <a:endParaRPr lang="en-US" dirty="0"/>
            </a:p>
          </p:txBody>
        </p:sp>
        <p:sp>
          <p:nvSpPr>
            <p:cNvPr id="33842" name="Line 14">
              <a:extLst>
                <a:ext uri="{FF2B5EF4-FFF2-40B4-BE49-F238E27FC236}">
                  <a16:creationId xmlns:a16="http://schemas.microsoft.com/office/drawing/2014/main" id="{CD397114-CDF0-40B2-B9D6-8AE58F8393B6}"/>
                </a:ext>
              </a:extLst>
            </p:cNvPr>
            <p:cNvSpPr>
              <a:spLocks noChangeShapeType="1"/>
            </p:cNvSpPr>
            <p:nvPr/>
          </p:nvSpPr>
          <p:spPr bwMode="auto">
            <a:xfrm flipH="1">
              <a:off x="3387725" y="2828926"/>
              <a:ext cx="0" cy="971550"/>
            </a:xfrm>
            <a:prstGeom prst="line">
              <a:avLst/>
            </a:prstGeom>
            <a:noFill/>
            <a:ln w="25400">
              <a:solidFill>
                <a:srgbClr val="000000"/>
              </a:solidFill>
              <a:round/>
              <a:headEnd/>
              <a:tailEnd type="oval" w="med" len="med"/>
            </a:ln>
          </p:spPr>
          <p:txBody>
            <a:bodyPr/>
            <a:lstStyle/>
            <a:p>
              <a:pPr eaLnBrk="1" hangingPunct="1">
                <a:defRPr/>
              </a:pPr>
              <a:endParaRPr lang="en-US" dirty="0"/>
            </a:p>
          </p:txBody>
        </p:sp>
        <p:sp>
          <p:nvSpPr>
            <p:cNvPr id="33843" name="Line 15">
              <a:extLst>
                <a:ext uri="{FF2B5EF4-FFF2-40B4-BE49-F238E27FC236}">
                  <a16:creationId xmlns:a16="http://schemas.microsoft.com/office/drawing/2014/main" id="{2426D0CA-0081-4DE2-8D45-B32CDC7AC4DD}"/>
                </a:ext>
              </a:extLst>
            </p:cNvPr>
            <p:cNvSpPr>
              <a:spLocks noChangeShapeType="1"/>
            </p:cNvSpPr>
            <p:nvPr/>
          </p:nvSpPr>
          <p:spPr bwMode="auto">
            <a:xfrm>
              <a:off x="2251075" y="2817814"/>
              <a:ext cx="249238" cy="0"/>
            </a:xfrm>
            <a:prstGeom prst="line">
              <a:avLst/>
            </a:prstGeom>
            <a:noFill/>
            <a:ln w="25400">
              <a:solidFill>
                <a:srgbClr val="000000"/>
              </a:solidFill>
              <a:round/>
              <a:headEnd/>
              <a:tailEnd/>
            </a:ln>
          </p:spPr>
          <p:txBody>
            <a:bodyPr/>
            <a:lstStyle/>
            <a:p>
              <a:pPr eaLnBrk="1" hangingPunct="1">
                <a:defRPr/>
              </a:pPr>
              <a:endParaRPr lang="en-US" dirty="0"/>
            </a:p>
          </p:txBody>
        </p:sp>
        <p:sp>
          <p:nvSpPr>
            <p:cNvPr id="33844" name="Line 16">
              <a:extLst>
                <a:ext uri="{FF2B5EF4-FFF2-40B4-BE49-F238E27FC236}">
                  <a16:creationId xmlns:a16="http://schemas.microsoft.com/office/drawing/2014/main" id="{0C370D8F-4759-4673-817D-C33014E74783}"/>
                </a:ext>
              </a:extLst>
            </p:cNvPr>
            <p:cNvSpPr>
              <a:spLocks noChangeShapeType="1"/>
            </p:cNvSpPr>
            <p:nvPr/>
          </p:nvSpPr>
          <p:spPr bwMode="auto">
            <a:xfrm>
              <a:off x="1143000" y="2849564"/>
              <a:ext cx="254000" cy="0"/>
            </a:xfrm>
            <a:prstGeom prst="line">
              <a:avLst/>
            </a:prstGeom>
            <a:noFill/>
            <a:ln w="25400">
              <a:solidFill>
                <a:srgbClr val="000000"/>
              </a:solidFill>
              <a:round/>
              <a:headEnd/>
              <a:tailEnd/>
            </a:ln>
          </p:spPr>
          <p:txBody>
            <a:bodyPr/>
            <a:lstStyle/>
            <a:p>
              <a:pPr eaLnBrk="1" hangingPunct="1">
                <a:defRPr/>
              </a:pPr>
              <a:endParaRPr lang="en-US" dirty="0"/>
            </a:p>
          </p:txBody>
        </p:sp>
        <p:sp>
          <p:nvSpPr>
            <p:cNvPr id="33845" name="Line 17">
              <a:extLst>
                <a:ext uri="{FF2B5EF4-FFF2-40B4-BE49-F238E27FC236}">
                  <a16:creationId xmlns:a16="http://schemas.microsoft.com/office/drawing/2014/main" id="{6444E1F0-37D9-439B-994E-76161B3EDBAB}"/>
                </a:ext>
              </a:extLst>
            </p:cNvPr>
            <p:cNvSpPr>
              <a:spLocks noChangeShapeType="1"/>
            </p:cNvSpPr>
            <p:nvPr/>
          </p:nvSpPr>
          <p:spPr bwMode="auto">
            <a:xfrm flipH="1">
              <a:off x="1139825" y="2844801"/>
              <a:ext cx="3175" cy="971550"/>
            </a:xfrm>
            <a:prstGeom prst="line">
              <a:avLst/>
            </a:prstGeom>
            <a:noFill/>
            <a:ln w="25400">
              <a:solidFill>
                <a:srgbClr val="000000"/>
              </a:solidFill>
              <a:round/>
              <a:headEnd/>
              <a:tailEnd type="oval" w="med" len="med"/>
            </a:ln>
          </p:spPr>
          <p:txBody>
            <a:bodyPr/>
            <a:lstStyle/>
            <a:p>
              <a:pPr eaLnBrk="1" hangingPunct="1">
                <a:defRPr/>
              </a:pPr>
              <a:endParaRPr lang="en-US" dirty="0"/>
            </a:p>
          </p:txBody>
        </p:sp>
        <p:sp>
          <p:nvSpPr>
            <p:cNvPr id="33846" name="Line 18">
              <a:extLst>
                <a:ext uri="{FF2B5EF4-FFF2-40B4-BE49-F238E27FC236}">
                  <a16:creationId xmlns:a16="http://schemas.microsoft.com/office/drawing/2014/main" id="{A7ED6EF1-7E71-4AA1-B7E5-CAF7E27A3135}"/>
                </a:ext>
              </a:extLst>
            </p:cNvPr>
            <p:cNvSpPr>
              <a:spLocks noChangeShapeType="1"/>
            </p:cNvSpPr>
            <p:nvPr/>
          </p:nvSpPr>
          <p:spPr bwMode="auto">
            <a:xfrm flipH="1">
              <a:off x="2251075" y="2813051"/>
              <a:ext cx="0" cy="989013"/>
            </a:xfrm>
            <a:prstGeom prst="line">
              <a:avLst/>
            </a:prstGeom>
            <a:noFill/>
            <a:ln w="25400">
              <a:solidFill>
                <a:srgbClr val="000000"/>
              </a:solidFill>
              <a:round/>
              <a:headEnd/>
              <a:tailEnd type="oval" w="med" len="med"/>
            </a:ln>
          </p:spPr>
          <p:txBody>
            <a:bodyPr/>
            <a:lstStyle/>
            <a:p>
              <a:pPr eaLnBrk="1" hangingPunct="1">
                <a:defRPr/>
              </a:pPr>
              <a:endParaRPr lang="en-US" dirty="0"/>
            </a:p>
          </p:txBody>
        </p:sp>
        <p:sp>
          <p:nvSpPr>
            <p:cNvPr id="33847" name="Line 19">
              <a:extLst>
                <a:ext uri="{FF2B5EF4-FFF2-40B4-BE49-F238E27FC236}">
                  <a16:creationId xmlns:a16="http://schemas.microsoft.com/office/drawing/2014/main" id="{E8DC4BA1-CEE2-49CB-89A6-4EE50EB673B6}"/>
                </a:ext>
              </a:extLst>
            </p:cNvPr>
            <p:cNvSpPr>
              <a:spLocks noChangeShapeType="1"/>
            </p:cNvSpPr>
            <p:nvPr/>
          </p:nvSpPr>
          <p:spPr bwMode="auto">
            <a:xfrm>
              <a:off x="1147763" y="2251076"/>
              <a:ext cx="225425" cy="0"/>
            </a:xfrm>
            <a:prstGeom prst="line">
              <a:avLst/>
            </a:prstGeom>
            <a:noFill/>
            <a:ln w="25400">
              <a:solidFill>
                <a:srgbClr val="000000"/>
              </a:solidFill>
              <a:round/>
              <a:headEnd/>
              <a:tailEnd/>
            </a:ln>
          </p:spPr>
          <p:txBody>
            <a:bodyPr/>
            <a:lstStyle/>
            <a:p>
              <a:pPr eaLnBrk="1" hangingPunct="1">
                <a:defRPr/>
              </a:pPr>
              <a:endParaRPr lang="en-US" dirty="0"/>
            </a:p>
          </p:txBody>
        </p:sp>
        <p:sp>
          <p:nvSpPr>
            <p:cNvPr id="33849" name="Line 21">
              <a:extLst>
                <a:ext uri="{FF2B5EF4-FFF2-40B4-BE49-F238E27FC236}">
                  <a16:creationId xmlns:a16="http://schemas.microsoft.com/office/drawing/2014/main" id="{5ABA3937-8B96-48DE-AC87-B9B90792D59C}"/>
                </a:ext>
              </a:extLst>
            </p:cNvPr>
            <p:cNvSpPr>
              <a:spLocks noChangeShapeType="1"/>
            </p:cNvSpPr>
            <p:nvPr/>
          </p:nvSpPr>
          <p:spPr bwMode="auto">
            <a:xfrm>
              <a:off x="3159125" y="2265364"/>
              <a:ext cx="479425" cy="0"/>
            </a:xfrm>
            <a:prstGeom prst="line">
              <a:avLst/>
            </a:prstGeom>
            <a:noFill/>
            <a:ln w="25400">
              <a:solidFill>
                <a:srgbClr val="000000"/>
              </a:solidFill>
              <a:round/>
              <a:headEnd/>
              <a:tailEnd/>
            </a:ln>
          </p:spPr>
          <p:txBody>
            <a:bodyPr/>
            <a:lstStyle/>
            <a:p>
              <a:pPr eaLnBrk="1" hangingPunct="1">
                <a:defRPr/>
              </a:pPr>
              <a:endParaRPr lang="en-US" dirty="0"/>
            </a:p>
          </p:txBody>
        </p:sp>
        <p:sp>
          <p:nvSpPr>
            <p:cNvPr id="33850" name="Line 22">
              <a:extLst>
                <a:ext uri="{FF2B5EF4-FFF2-40B4-BE49-F238E27FC236}">
                  <a16:creationId xmlns:a16="http://schemas.microsoft.com/office/drawing/2014/main" id="{8145FCA8-17D1-428A-B6A6-25349853FB51}"/>
                </a:ext>
              </a:extLst>
            </p:cNvPr>
            <p:cNvSpPr>
              <a:spLocks noChangeShapeType="1"/>
            </p:cNvSpPr>
            <p:nvPr/>
          </p:nvSpPr>
          <p:spPr bwMode="auto">
            <a:xfrm>
              <a:off x="4270375" y="2219326"/>
              <a:ext cx="522288" cy="0"/>
            </a:xfrm>
            <a:prstGeom prst="line">
              <a:avLst/>
            </a:prstGeom>
            <a:noFill/>
            <a:ln w="25400">
              <a:solidFill>
                <a:srgbClr val="000000"/>
              </a:solidFill>
              <a:round/>
              <a:headEnd/>
              <a:tailEnd/>
            </a:ln>
          </p:spPr>
          <p:txBody>
            <a:bodyPr/>
            <a:lstStyle/>
            <a:p>
              <a:pPr eaLnBrk="1" hangingPunct="1">
                <a:defRPr/>
              </a:pPr>
              <a:endParaRPr lang="en-US" dirty="0"/>
            </a:p>
          </p:txBody>
        </p:sp>
        <p:sp>
          <p:nvSpPr>
            <p:cNvPr id="58425" name="Text Box 23">
              <a:extLst>
                <a:ext uri="{FF2B5EF4-FFF2-40B4-BE49-F238E27FC236}">
                  <a16:creationId xmlns:a16="http://schemas.microsoft.com/office/drawing/2014/main" id="{C659D860-875A-537A-1EA6-E8748B7A82E0}"/>
                </a:ext>
              </a:extLst>
            </p:cNvPr>
            <p:cNvSpPr txBox="1">
              <a:spLocks noChangeArrowheads="1"/>
            </p:cNvSpPr>
            <p:nvPr/>
          </p:nvSpPr>
          <p:spPr bwMode="auto">
            <a:xfrm>
              <a:off x="304800" y="3795714"/>
              <a:ext cx="859356" cy="420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en-US"/>
                <a:t>Clock</a:t>
              </a:r>
              <a:endParaRPr lang="en-US" altLang="en-US" baseline="-25000"/>
            </a:p>
          </p:txBody>
        </p:sp>
        <p:sp>
          <p:nvSpPr>
            <p:cNvPr id="33852" name="Oval 28">
              <a:extLst>
                <a:ext uri="{FF2B5EF4-FFF2-40B4-BE49-F238E27FC236}">
                  <a16:creationId xmlns:a16="http://schemas.microsoft.com/office/drawing/2014/main" id="{607B28A0-46B7-4579-9328-9F65D7EF6B09}"/>
                </a:ext>
              </a:extLst>
            </p:cNvPr>
            <p:cNvSpPr>
              <a:spLocks noChangeArrowheads="1"/>
            </p:cNvSpPr>
            <p:nvPr/>
          </p:nvSpPr>
          <p:spPr bwMode="auto">
            <a:xfrm>
              <a:off x="1671638" y="3151190"/>
              <a:ext cx="104775" cy="122237"/>
            </a:xfrm>
            <a:prstGeom prst="ellipse">
              <a:avLst/>
            </a:prstGeom>
            <a:solidFill>
              <a:schemeClr val="accent1"/>
            </a:solidFill>
            <a:ln w="9525">
              <a:solidFill>
                <a:schemeClr val="tx1"/>
              </a:solidFill>
              <a:round/>
              <a:headEnd/>
              <a:tailEnd/>
            </a:ln>
          </p:spPr>
          <p:txBody>
            <a:bodyPr wrap="none" anchor="ctr"/>
            <a:lstStyle/>
            <a:p>
              <a:pPr eaLnBrk="1" hangingPunct="1">
                <a:defRPr/>
              </a:pPr>
              <a:endParaRPr lang="en-US" dirty="0"/>
            </a:p>
          </p:txBody>
        </p:sp>
        <p:sp>
          <p:nvSpPr>
            <p:cNvPr id="33853" name="Oval 29">
              <a:extLst>
                <a:ext uri="{FF2B5EF4-FFF2-40B4-BE49-F238E27FC236}">
                  <a16:creationId xmlns:a16="http://schemas.microsoft.com/office/drawing/2014/main" id="{7A771F3C-213A-4290-B35E-F7ED015FBA7E}"/>
                </a:ext>
              </a:extLst>
            </p:cNvPr>
            <p:cNvSpPr>
              <a:spLocks noChangeArrowheads="1"/>
            </p:cNvSpPr>
            <p:nvPr/>
          </p:nvSpPr>
          <p:spPr bwMode="auto">
            <a:xfrm>
              <a:off x="2782888" y="3149602"/>
              <a:ext cx="104775" cy="122238"/>
            </a:xfrm>
            <a:prstGeom prst="ellipse">
              <a:avLst/>
            </a:prstGeom>
            <a:solidFill>
              <a:schemeClr val="accent1"/>
            </a:solidFill>
            <a:ln w="9525">
              <a:solidFill>
                <a:schemeClr val="tx1"/>
              </a:solidFill>
              <a:round/>
              <a:headEnd/>
              <a:tailEnd/>
            </a:ln>
          </p:spPr>
          <p:txBody>
            <a:bodyPr wrap="none" anchor="ctr"/>
            <a:lstStyle/>
            <a:p>
              <a:pPr eaLnBrk="1" hangingPunct="1">
                <a:defRPr/>
              </a:pPr>
              <a:endParaRPr lang="en-US" dirty="0"/>
            </a:p>
          </p:txBody>
        </p:sp>
        <p:sp>
          <p:nvSpPr>
            <p:cNvPr id="33854" name="Oval 30">
              <a:extLst>
                <a:ext uri="{FF2B5EF4-FFF2-40B4-BE49-F238E27FC236}">
                  <a16:creationId xmlns:a16="http://schemas.microsoft.com/office/drawing/2014/main" id="{230E964B-21B9-459C-B9AE-2055378D71FB}"/>
                </a:ext>
              </a:extLst>
            </p:cNvPr>
            <p:cNvSpPr>
              <a:spLocks noChangeArrowheads="1"/>
            </p:cNvSpPr>
            <p:nvPr/>
          </p:nvSpPr>
          <p:spPr bwMode="auto">
            <a:xfrm>
              <a:off x="3906838" y="3163890"/>
              <a:ext cx="106362" cy="123825"/>
            </a:xfrm>
            <a:prstGeom prst="ellipse">
              <a:avLst/>
            </a:prstGeom>
            <a:solidFill>
              <a:schemeClr val="accent1"/>
            </a:solidFill>
            <a:ln w="9525">
              <a:solidFill>
                <a:schemeClr val="tx1"/>
              </a:solidFill>
              <a:round/>
              <a:headEnd/>
              <a:tailEnd/>
            </a:ln>
          </p:spPr>
          <p:txBody>
            <a:bodyPr wrap="none" anchor="ctr"/>
            <a:lstStyle/>
            <a:p>
              <a:pPr eaLnBrk="1" hangingPunct="1">
                <a:defRPr/>
              </a:pPr>
              <a:endParaRPr lang="en-US" dirty="0"/>
            </a:p>
          </p:txBody>
        </p:sp>
        <p:sp>
          <p:nvSpPr>
            <p:cNvPr id="33855" name="Oval 31">
              <a:extLst>
                <a:ext uri="{FF2B5EF4-FFF2-40B4-BE49-F238E27FC236}">
                  <a16:creationId xmlns:a16="http://schemas.microsoft.com/office/drawing/2014/main" id="{320AAD07-24F5-49C9-AE3E-AA45F1D5DF5E}"/>
                </a:ext>
              </a:extLst>
            </p:cNvPr>
            <p:cNvSpPr>
              <a:spLocks noChangeArrowheads="1"/>
            </p:cNvSpPr>
            <p:nvPr/>
          </p:nvSpPr>
          <p:spPr bwMode="auto">
            <a:xfrm>
              <a:off x="5099050" y="3173415"/>
              <a:ext cx="104775" cy="123825"/>
            </a:xfrm>
            <a:prstGeom prst="ellipse">
              <a:avLst/>
            </a:prstGeom>
            <a:solidFill>
              <a:schemeClr val="accent1"/>
            </a:solidFill>
            <a:ln w="9525">
              <a:solidFill>
                <a:schemeClr val="tx1"/>
              </a:solidFill>
              <a:round/>
              <a:headEnd/>
              <a:tailEnd/>
            </a:ln>
          </p:spPr>
          <p:txBody>
            <a:bodyPr wrap="none" anchor="ctr"/>
            <a:lstStyle/>
            <a:p>
              <a:pPr eaLnBrk="1" hangingPunct="1">
                <a:defRPr/>
              </a:pPr>
              <a:endParaRPr lang="en-US" dirty="0"/>
            </a:p>
          </p:txBody>
        </p:sp>
        <p:sp>
          <p:nvSpPr>
            <p:cNvPr id="33856" name="Line 32">
              <a:extLst>
                <a:ext uri="{FF2B5EF4-FFF2-40B4-BE49-F238E27FC236}">
                  <a16:creationId xmlns:a16="http://schemas.microsoft.com/office/drawing/2014/main" id="{A2032994-55AE-47C6-BE0D-1411358D50EC}"/>
                </a:ext>
              </a:extLst>
            </p:cNvPr>
            <p:cNvSpPr>
              <a:spLocks noChangeShapeType="1"/>
            </p:cNvSpPr>
            <p:nvPr/>
          </p:nvSpPr>
          <p:spPr bwMode="auto">
            <a:xfrm>
              <a:off x="946150" y="3556002"/>
              <a:ext cx="4202113" cy="0"/>
            </a:xfrm>
            <a:prstGeom prst="line">
              <a:avLst/>
            </a:prstGeom>
            <a:noFill/>
            <a:ln w="25400">
              <a:solidFill>
                <a:srgbClr val="000000"/>
              </a:solidFill>
              <a:round/>
              <a:headEnd/>
              <a:tailEnd/>
            </a:ln>
          </p:spPr>
          <p:txBody>
            <a:bodyPr/>
            <a:lstStyle/>
            <a:p>
              <a:pPr eaLnBrk="1" hangingPunct="1">
                <a:defRPr/>
              </a:pPr>
              <a:endParaRPr lang="en-US" dirty="0"/>
            </a:p>
          </p:txBody>
        </p:sp>
        <p:sp>
          <p:nvSpPr>
            <p:cNvPr id="33857" name="Line 33">
              <a:extLst>
                <a:ext uri="{FF2B5EF4-FFF2-40B4-BE49-F238E27FC236}">
                  <a16:creationId xmlns:a16="http://schemas.microsoft.com/office/drawing/2014/main" id="{0E5857A0-6E97-4E9E-B9D6-DE79738A6521}"/>
                </a:ext>
              </a:extLst>
            </p:cNvPr>
            <p:cNvSpPr>
              <a:spLocks noChangeShapeType="1"/>
            </p:cNvSpPr>
            <p:nvPr/>
          </p:nvSpPr>
          <p:spPr bwMode="auto">
            <a:xfrm flipH="1">
              <a:off x="1727200" y="3276602"/>
              <a:ext cx="0" cy="269875"/>
            </a:xfrm>
            <a:prstGeom prst="line">
              <a:avLst/>
            </a:prstGeom>
            <a:noFill/>
            <a:ln w="25400">
              <a:solidFill>
                <a:schemeClr val="tx1"/>
              </a:solidFill>
              <a:round/>
              <a:headEnd/>
              <a:tailEnd type="oval" w="med" len="med"/>
            </a:ln>
          </p:spPr>
          <p:txBody>
            <a:bodyPr/>
            <a:lstStyle/>
            <a:p>
              <a:pPr eaLnBrk="1" hangingPunct="1">
                <a:defRPr/>
              </a:pPr>
              <a:endParaRPr lang="en-US" dirty="0"/>
            </a:p>
          </p:txBody>
        </p:sp>
        <p:sp>
          <p:nvSpPr>
            <p:cNvPr id="33858" name="Line 34">
              <a:extLst>
                <a:ext uri="{FF2B5EF4-FFF2-40B4-BE49-F238E27FC236}">
                  <a16:creationId xmlns:a16="http://schemas.microsoft.com/office/drawing/2014/main" id="{EF4D6A01-BE29-400A-A86C-820450FEE3F6}"/>
                </a:ext>
              </a:extLst>
            </p:cNvPr>
            <p:cNvSpPr>
              <a:spLocks noChangeShapeType="1"/>
            </p:cNvSpPr>
            <p:nvPr/>
          </p:nvSpPr>
          <p:spPr bwMode="auto">
            <a:xfrm>
              <a:off x="2827338" y="3265490"/>
              <a:ext cx="0" cy="269875"/>
            </a:xfrm>
            <a:prstGeom prst="line">
              <a:avLst/>
            </a:prstGeom>
            <a:noFill/>
            <a:ln w="25400">
              <a:solidFill>
                <a:schemeClr val="tx1"/>
              </a:solidFill>
              <a:round/>
              <a:headEnd/>
              <a:tailEnd type="oval" w="med" len="med"/>
            </a:ln>
          </p:spPr>
          <p:txBody>
            <a:bodyPr/>
            <a:lstStyle/>
            <a:p>
              <a:pPr eaLnBrk="1" hangingPunct="1">
                <a:defRPr/>
              </a:pPr>
              <a:endParaRPr lang="en-US" dirty="0"/>
            </a:p>
          </p:txBody>
        </p:sp>
        <p:sp>
          <p:nvSpPr>
            <p:cNvPr id="33859" name="Line 35">
              <a:extLst>
                <a:ext uri="{FF2B5EF4-FFF2-40B4-BE49-F238E27FC236}">
                  <a16:creationId xmlns:a16="http://schemas.microsoft.com/office/drawing/2014/main" id="{2CA984BE-1929-4949-9A1F-63CA313D58C0}"/>
                </a:ext>
              </a:extLst>
            </p:cNvPr>
            <p:cNvSpPr>
              <a:spLocks noChangeShapeType="1"/>
            </p:cNvSpPr>
            <p:nvPr/>
          </p:nvSpPr>
          <p:spPr bwMode="auto">
            <a:xfrm>
              <a:off x="3952875" y="3279777"/>
              <a:ext cx="0" cy="269875"/>
            </a:xfrm>
            <a:prstGeom prst="line">
              <a:avLst/>
            </a:prstGeom>
            <a:noFill/>
            <a:ln w="25400">
              <a:solidFill>
                <a:schemeClr val="tx1"/>
              </a:solidFill>
              <a:round/>
              <a:headEnd/>
              <a:tailEnd type="oval" w="med" len="med"/>
            </a:ln>
          </p:spPr>
          <p:txBody>
            <a:bodyPr/>
            <a:lstStyle/>
            <a:p>
              <a:pPr eaLnBrk="1" hangingPunct="1">
                <a:defRPr/>
              </a:pPr>
              <a:endParaRPr lang="en-US" dirty="0"/>
            </a:p>
          </p:txBody>
        </p:sp>
        <p:sp>
          <p:nvSpPr>
            <p:cNvPr id="33860" name="Line 36">
              <a:extLst>
                <a:ext uri="{FF2B5EF4-FFF2-40B4-BE49-F238E27FC236}">
                  <a16:creationId xmlns:a16="http://schemas.microsoft.com/office/drawing/2014/main" id="{4FF58CE0-3A51-4B0A-AD78-34DC74F219F0}"/>
                </a:ext>
              </a:extLst>
            </p:cNvPr>
            <p:cNvSpPr>
              <a:spLocks noChangeShapeType="1"/>
            </p:cNvSpPr>
            <p:nvPr/>
          </p:nvSpPr>
          <p:spPr bwMode="auto">
            <a:xfrm>
              <a:off x="5141913" y="3302002"/>
              <a:ext cx="0" cy="269875"/>
            </a:xfrm>
            <a:prstGeom prst="line">
              <a:avLst/>
            </a:prstGeom>
            <a:noFill/>
            <a:ln w="25400">
              <a:solidFill>
                <a:schemeClr val="tx1"/>
              </a:solidFill>
              <a:round/>
              <a:headEnd/>
              <a:tailEnd/>
            </a:ln>
          </p:spPr>
          <p:txBody>
            <a:bodyPr/>
            <a:lstStyle/>
            <a:p>
              <a:pPr eaLnBrk="1" hangingPunct="1">
                <a:defRPr/>
              </a:pPr>
              <a:endParaRPr lang="en-US" dirty="0"/>
            </a:p>
          </p:txBody>
        </p:sp>
        <p:sp>
          <p:nvSpPr>
            <p:cNvPr id="33861" name="Line 41">
              <a:extLst>
                <a:ext uri="{FF2B5EF4-FFF2-40B4-BE49-F238E27FC236}">
                  <a16:creationId xmlns:a16="http://schemas.microsoft.com/office/drawing/2014/main" id="{32407C33-BF15-4C78-9F95-D73049CFE674}"/>
                </a:ext>
              </a:extLst>
            </p:cNvPr>
            <p:cNvSpPr>
              <a:spLocks noChangeShapeType="1"/>
            </p:cNvSpPr>
            <p:nvPr/>
          </p:nvSpPr>
          <p:spPr bwMode="auto">
            <a:xfrm flipV="1">
              <a:off x="1157288" y="1689101"/>
              <a:ext cx="0" cy="550863"/>
            </a:xfrm>
            <a:prstGeom prst="line">
              <a:avLst/>
            </a:prstGeom>
            <a:noFill/>
            <a:ln w="25400">
              <a:solidFill>
                <a:schemeClr val="tx1"/>
              </a:solidFill>
              <a:round/>
              <a:headEnd/>
              <a:tailEnd/>
            </a:ln>
          </p:spPr>
          <p:txBody>
            <a:bodyPr/>
            <a:lstStyle/>
            <a:p>
              <a:pPr eaLnBrk="1" hangingPunct="1">
                <a:defRPr/>
              </a:pPr>
              <a:endParaRPr lang="en-US" dirty="0"/>
            </a:p>
          </p:txBody>
        </p:sp>
        <p:sp>
          <p:nvSpPr>
            <p:cNvPr id="33862" name="Line 42">
              <a:extLst>
                <a:ext uri="{FF2B5EF4-FFF2-40B4-BE49-F238E27FC236}">
                  <a16:creationId xmlns:a16="http://schemas.microsoft.com/office/drawing/2014/main" id="{F5A79A43-5469-4A32-8EA0-2778C4ADF0DA}"/>
                </a:ext>
              </a:extLst>
            </p:cNvPr>
            <p:cNvSpPr>
              <a:spLocks noChangeShapeType="1"/>
            </p:cNvSpPr>
            <p:nvPr/>
          </p:nvSpPr>
          <p:spPr bwMode="auto">
            <a:xfrm>
              <a:off x="1146175" y="1676401"/>
              <a:ext cx="4589463" cy="0"/>
            </a:xfrm>
            <a:prstGeom prst="line">
              <a:avLst/>
            </a:prstGeom>
            <a:noFill/>
            <a:ln w="25400">
              <a:solidFill>
                <a:schemeClr val="tx1"/>
              </a:solidFill>
              <a:round/>
              <a:headEnd/>
              <a:tailEnd/>
            </a:ln>
          </p:spPr>
          <p:txBody>
            <a:bodyPr/>
            <a:lstStyle/>
            <a:p>
              <a:pPr eaLnBrk="1" hangingPunct="1">
                <a:defRPr/>
              </a:pPr>
              <a:endParaRPr lang="en-US" dirty="0"/>
            </a:p>
          </p:txBody>
        </p:sp>
        <p:sp>
          <p:nvSpPr>
            <p:cNvPr id="33863" name="Line 43">
              <a:extLst>
                <a:ext uri="{FF2B5EF4-FFF2-40B4-BE49-F238E27FC236}">
                  <a16:creationId xmlns:a16="http://schemas.microsoft.com/office/drawing/2014/main" id="{11F0960E-43F3-4E9C-B158-6099AF6296A4}"/>
                </a:ext>
              </a:extLst>
            </p:cNvPr>
            <p:cNvSpPr>
              <a:spLocks noChangeShapeType="1"/>
            </p:cNvSpPr>
            <p:nvPr/>
          </p:nvSpPr>
          <p:spPr bwMode="auto">
            <a:xfrm flipV="1">
              <a:off x="5735638" y="1689101"/>
              <a:ext cx="0" cy="1158875"/>
            </a:xfrm>
            <a:prstGeom prst="line">
              <a:avLst/>
            </a:prstGeom>
            <a:noFill/>
            <a:ln w="25400">
              <a:solidFill>
                <a:schemeClr val="tx1"/>
              </a:solidFill>
              <a:round/>
              <a:headEnd/>
              <a:tailEnd/>
            </a:ln>
          </p:spPr>
          <p:txBody>
            <a:bodyPr/>
            <a:lstStyle/>
            <a:p>
              <a:pPr eaLnBrk="1" hangingPunct="1">
                <a:defRPr/>
              </a:pPr>
              <a:endParaRPr lang="en-US" dirty="0"/>
            </a:p>
          </p:txBody>
        </p:sp>
        <p:sp>
          <p:nvSpPr>
            <p:cNvPr id="33864" name="Text Box 45">
              <a:extLst>
                <a:ext uri="{FF2B5EF4-FFF2-40B4-BE49-F238E27FC236}">
                  <a16:creationId xmlns:a16="http://schemas.microsoft.com/office/drawing/2014/main" id="{5822EC47-3B85-43D3-882B-B12A1F7A0B54}"/>
                </a:ext>
              </a:extLst>
            </p:cNvPr>
            <p:cNvSpPr txBox="1">
              <a:spLocks noChangeArrowheads="1"/>
            </p:cNvSpPr>
            <p:nvPr/>
          </p:nvSpPr>
          <p:spPr bwMode="auto">
            <a:xfrm>
              <a:off x="2005013" y="1736726"/>
              <a:ext cx="496887" cy="396875"/>
            </a:xfrm>
            <a:prstGeom prst="rect">
              <a:avLst/>
            </a:prstGeom>
            <a:noFill/>
            <a:ln w="9525">
              <a:noFill/>
              <a:miter lim="800000"/>
              <a:headEnd/>
              <a:tailEnd/>
            </a:ln>
          </p:spPr>
          <p:txBody>
            <a:bodyPr>
              <a:spAutoFit/>
            </a:bodyPr>
            <a:lstStyle/>
            <a:p>
              <a:pPr eaLnBrk="1" hangingPunct="1">
                <a:spcBef>
                  <a:spcPct val="50000"/>
                </a:spcBef>
                <a:defRPr/>
              </a:pPr>
              <a:r>
                <a:rPr lang="en-US" sz="2000" dirty="0"/>
                <a:t>q</a:t>
              </a:r>
              <a:r>
                <a:rPr lang="en-US" sz="2000" baseline="-25000" dirty="0"/>
                <a:t>1</a:t>
              </a:r>
              <a:endParaRPr lang="en-US" sz="2000" dirty="0"/>
            </a:p>
          </p:txBody>
        </p:sp>
        <p:sp>
          <p:nvSpPr>
            <p:cNvPr id="33865" name="Text Box 46">
              <a:extLst>
                <a:ext uri="{FF2B5EF4-FFF2-40B4-BE49-F238E27FC236}">
                  <a16:creationId xmlns:a16="http://schemas.microsoft.com/office/drawing/2014/main" id="{AC727F27-6FFC-4B79-AA6A-8526AE749264}"/>
                </a:ext>
              </a:extLst>
            </p:cNvPr>
            <p:cNvSpPr txBox="1">
              <a:spLocks noChangeArrowheads="1"/>
            </p:cNvSpPr>
            <p:nvPr/>
          </p:nvSpPr>
          <p:spPr bwMode="auto">
            <a:xfrm>
              <a:off x="3146425" y="1736726"/>
              <a:ext cx="447675" cy="396875"/>
            </a:xfrm>
            <a:prstGeom prst="rect">
              <a:avLst/>
            </a:prstGeom>
            <a:noFill/>
            <a:ln w="9525">
              <a:noFill/>
              <a:miter lim="800000"/>
              <a:headEnd/>
              <a:tailEnd/>
            </a:ln>
          </p:spPr>
          <p:txBody>
            <a:bodyPr>
              <a:spAutoFit/>
            </a:bodyPr>
            <a:lstStyle/>
            <a:p>
              <a:pPr eaLnBrk="1" hangingPunct="1">
                <a:spcBef>
                  <a:spcPct val="50000"/>
                </a:spcBef>
                <a:defRPr/>
              </a:pPr>
              <a:r>
                <a:rPr lang="en-US" sz="2000" dirty="0"/>
                <a:t>q</a:t>
              </a:r>
              <a:r>
                <a:rPr lang="en-US" sz="2000" baseline="-25000" dirty="0"/>
                <a:t>2</a:t>
              </a:r>
              <a:endParaRPr lang="en-US" sz="2000" dirty="0"/>
            </a:p>
          </p:txBody>
        </p:sp>
        <p:sp>
          <p:nvSpPr>
            <p:cNvPr id="33866" name="Text Box 47">
              <a:extLst>
                <a:ext uri="{FF2B5EF4-FFF2-40B4-BE49-F238E27FC236}">
                  <a16:creationId xmlns:a16="http://schemas.microsoft.com/office/drawing/2014/main" id="{76F5AECD-5CD6-4EA6-B2DC-01302C1C9F73}"/>
                </a:ext>
              </a:extLst>
            </p:cNvPr>
            <p:cNvSpPr txBox="1">
              <a:spLocks noChangeArrowheads="1"/>
            </p:cNvSpPr>
            <p:nvPr/>
          </p:nvSpPr>
          <p:spPr bwMode="auto">
            <a:xfrm>
              <a:off x="4289425" y="1749426"/>
              <a:ext cx="531813" cy="396875"/>
            </a:xfrm>
            <a:prstGeom prst="rect">
              <a:avLst/>
            </a:prstGeom>
            <a:noFill/>
            <a:ln w="9525">
              <a:noFill/>
              <a:miter lim="800000"/>
              <a:headEnd/>
              <a:tailEnd/>
            </a:ln>
          </p:spPr>
          <p:txBody>
            <a:bodyPr>
              <a:spAutoFit/>
            </a:bodyPr>
            <a:lstStyle/>
            <a:p>
              <a:pPr eaLnBrk="1" hangingPunct="1">
                <a:spcBef>
                  <a:spcPct val="50000"/>
                </a:spcBef>
                <a:defRPr/>
              </a:pPr>
              <a:r>
                <a:rPr lang="en-US" sz="2000" dirty="0"/>
                <a:t>q</a:t>
              </a:r>
              <a:r>
                <a:rPr lang="en-US" sz="2000" baseline="-25000" dirty="0"/>
                <a:t>3</a:t>
              </a:r>
              <a:endParaRPr lang="en-US" sz="2000" dirty="0"/>
            </a:p>
          </p:txBody>
        </p:sp>
        <p:sp>
          <p:nvSpPr>
            <p:cNvPr id="33867" name="Oval 49">
              <a:extLst>
                <a:ext uri="{FF2B5EF4-FFF2-40B4-BE49-F238E27FC236}">
                  <a16:creationId xmlns:a16="http://schemas.microsoft.com/office/drawing/2014/main" id="{A2E7EB6B-BD07-4B40-9C90-21A5F1EA7C45}"/>
                </a:ext>
              </a:extLst>
            </p:cNvPr>
            <p:cNvSpPr>
              <a:spLocks noChangeArrowheads="1"/>
            </p:cNvSpPr>
            <p:nvPr/>
          </p:nvSpPr>
          <p:spPr bwMode="auto">
            <a:xfrm>
              <a:off x="5453063" y="2779714"/>
              <a:ext cx="104775" cy="123825"/>
            </a:xfrm>
            <a:prstGeom prst="ellipse">
              <a:avLst/>
            </a:prstGeom>
            <a:solidFill>
              <a:schemeClr val="accent1"/>
            </a:solidFill>
            <a:ln w="9525">
              <a:solidFill>
                <a:schemeClr val="tx1"/>
              </a:solidFill>
              <a:round/>
              <a:headEnd/>
              <a:tailEnd/>
            </a:ln>
          </p:spPr>
          <p:txBody>
            <a:bodyPr wrap="none" anchor="ctr"/>
            <a:lstStyle/>
            <a:p>
              <a:pPr eaLnBrk="1" hangingPunct="1">
                <a:defRPr/>
              </a:pPr>
              <a:endParaRPr lang="en-US" dirty="0"/>
            </a:p>
          </p:txBody>
        </p:sp>
        <p:sp>
          <p:nvSpPr>
            <p:cNvPr id="33868" name="Line 50">
              <a:extLst>
                <a:ext uri="{FF2B5EF4-FFF2-40B4-BE49-F238E27FC236}">
                  <a16:creationId xmlns:a16="http://schemas.microsoft.com/office/drawing/2014/main" id="{2D9C4234-E4C9-46F7-8644-08FD1FC886F7}"/>
                </a:ext>
              </a:extLst>
            </p:cNvPr>
            <p:cNvSpPr>
              <a:spLocks noChangeShapeType="1"/>
            </p:cNvSpPr>
            <p:nvPr/>
          </p:nvSpPr>
          <p:spPr bwMode="auto">
            <a:xfrm>
              <a:off x="5565775" y="2847976"/>
              <a:ext cx="169863" cy="0"/>
            </a:xfrm>
            <a:prstGeom prst="line">
              <a:avLst/>
            </a:prstGeom>
            <a:noFill/>
            <a:ln w="25400">
              <a:solidFill>
                <a:srgbClr val="000000"/>
              </a:solidFill>
              <a:round/>
              <a:headEnd/>
              <a:tailEnd type="none" w="sm" len="med"/>
            </a:ln>
          </p:spPr>
          <p:txBody>
            <a:bodyPr/>
            <a:lstStyle/>
            <a:p>
              <a:pPr eaLnBrk="1" hangingPunct="1">
                <a:defRPr/>
              </a:pPr>
              <a:endParaRPr lang="en-US" dirty="0"/>
            </a:p>
          </p:txBody>
        </p:sp>
        <p:sp>
          <p:nvSpPr>
            <p:cNvPr id="33869" name="Line 51">
              <a:extLst>
                <a:ext uri="{FF2B5EF4-FFF2-40B4-BE49-F238E27FC236}">
                  <a16:creationId xmlns:a16="http://schemas.microsoft.com/office/drawing/2014/main" id="{38B07A1C-8B6D-4554-8DE5-2A8623AEF7E0}"/>
                </a:ext>
              </a:extLst>
            </p:cNvPr>
            <p:cNvSpPr>
              <a:spLocks noChangeShapeType="1"/>
            </p:cNvSpPr>
            <p:nvPr/>
          </p:nvSpPr>
          <p:spPr bwMode="auto">
            <a:xfrm flipV="1">
              <a:off x="5456238" y="2222501"/>
              <a:ext cx="117475" cy="3175"/>
            </a:xfrm>
            <a:prstGeom prst="line">
              <a:avLst/>
            </a:prstGeom>
            <a:noFill/>
            <a:ln w="25400">
              <a:solidFill>
                <a:srgbClr val="000000"/>
              </a:solidFill>
              <a:round/>
              <a:headEnd/>
              <a:tailEnd type="none" w="sm" len="med"/>
            </a:ln>
          </p:spPr>
          <p:txBody>
            <a:bodyPr/>
            <a:lstStyle/>
            <a:p>
              <a:pPr eaLnBrk="1" hangingPunct="1">
                <a:defRPr/>
              </a:pPr>
              <a:endParaRPr lang="en-US" dirty="0"/>
            </a:p>
          </p:txBody>
        </p:sp>
        <p:sp>
          <p:nvSpPr>
            <p:cNvPr id="33870" name="Freeform 66">
              <a:extLst>
                <a:ext uri="{FF2B5EF4-FFF2-40B4-BE49-F238E27FC236}">
                  <a16:creationId xmlns:a16="http://schemas.microsoft.com/office/drawing/2014/main" id="{B84FC4D7-49D6-4647-ADDD-2C9492217C06}"/>
                </a:ext>
              </a:extLst>
            </p:cNvPr>
            <p:cNvSpPr>
              <a:spLocks/>
            </p:cNvSpPr>
            <p:nvPr/>
          </p:nvSpPr>
          <p:spPr bwMode="auto">
            <a:xfrm>
              <a:off x="1397000" y="2768601"/>
              <a:ext cx="115888" cy="176213"/>
            </a:xfrm>
            <a:custGeom>
              <a:avLst/>
              <a:gdLst>
                <a:gd name="T0" fmla="*/ 0 w 129"/>
                <a:gd name="T1" fmla="*/ 27 h 133"/>
                <a:gd name="T2" fmla="*/ 3 w 129"/>
                <a:gd name="T3" fmla="*/ 13 h 133"/>
                <a:gd name="T4" fmla="*/ 0 w 129"/>
                <a:gd name="T5" fmla="*/ 0 h 133"/>
                <a:gd name="T6" fmla="*/ 0 60000 65536"/>
                <a:gd name="T7" fmla="*/ 0 60000 65536"/>
                <a:gd name="T8" fmla="*/ 0 60000 65536"/>
                <a:gd name="T9" fmla="*/ 0 w 129"/>
                <a:gd name="T10" fmla="*/ 0 h 133"/>
                <a:gd name="T11" fmla="*/ 129 w 129"/>
                <a:gd name="T12" fmla="*/ 133 h 133"/>
              </a:gdLst>
              <a:ahLst/>
              <a:cxnLst>
                <a:cxn ang="T6">
                  <a:pos x="T0" y="T1"/>
                </a:cxn>
                <a:cxn ang="T7">
                  <a:pos x="T2" y="T3"/>
                </a:cxn>
                <a:cxn ang="T8">
                  <a:pos x="T4" y="T5"/>
                </a:cxn>
              </a:cxnLst>
              <a:rect l="T9" t="T10" r="T11" b="T12"/>
              <a:pathLst>
                <a:path w="129" h="133">
                  <a:moveTo>
                    <a:pt x="0" y="133"/>
                  </a:moveTo>
                  <a:lnTo>
                    <a:pt x="129" y="66"/>
                  </a:lnTo>
                  <a:lnTo>
                    <a:pt x="0" y="0"/>
                  </a:lnTo>
                </a:path>
              </a:pathLst>
            </a:custGeom>
            <a:solidFill>
              <a:schemeClr val="accent1"/>
            </a:solidFill>
            <a:ln w="25400">
              <a:solidFill>
                <a:schemeClr val="tx1"/>
              </a:solidFill>
              <a:miter lim="800000"/>
              <a:headEnd/>
              <a:tailEnd/>
            </a:ln>
          </p:spPr>
          <p:txBody>
            <a:bodyPr/>
            <a:lstStyle/>
            <a:p>
              <a:pPr eaLnBrk="1" hangingPunct="1">
                <a:defRPr/>
              </a:pPr>
              <a:endParaRPr lang="en-US" dirty="0"/>
            </a:p>
          </p:txBody>
        </p:sp>
        <p:sp>
          <p:nvSpPr>
            <p:cNvPr id="33871" name="Freeform 67">
              <a:extLst>
                <a:ext uri="{FF2B5EF4-FFF2-40B4-BE49-F238E27FC236}">
                  <a16:creationId xmlns:a16="http://schemas.microsoft.com/office/drawing/2014/main" id="{B56EF19F-0DDD-4351-A38A-43B84562BE12}"/>
                </a:ext>
              </a:extLst>
            </p:cNvPr>
            <p:cNvSpPr>
              <a:spLocks/>
            </p:cNvSpPr>
            <p:nvPr/>
          </p:nvSpPr>
          <p:spPr bwMode="auto">
            <a:xfrm>
              <a:off x="2520950" y="2714626"/>
              <a:ext cx="115888" cy="176213"/>
            </a:xfrm>
            <a:custGeom>
              <a:avLst/>
              <a:gdLst>
                <a:gd name="T0" fmla="*/ 0 w 129"/>
                <a:gd name="T1" fmla="*/ 27 h 133"/>
                <a:gd name="T2" fmla="*/ 3 w 129"/>
                <a:gd name="T3" fmla="*/ 13 h 133"/>
                <a:gd name="T4" fmla="*/ 0 w 129"/>
                <a:gd name="T5" fmla="*/ 0 h 133"/>
                <a:gd name="T6" fmla="*/ 0 60000 65536"/>
                <a:gd name="T7" fmla="*/ 0 60000 65536"/>
                <a:gd name="T8" fmla="*/ 0 60000 65536"/>
                <a:gd name="T9" fmla="*/ 0 w 129"/>
                <a:gd name="T10" fmla="*/ 0 h 133"/>
                <a:gd name="T11" fmla="*/ 129 w 129"/>
                <a:gd name="T12" fmla="*/ 133 h 133"/>
              </a:gdLst>
              <a:ahLst/>
              <a:cxnLst>
                <a:cxn ang="T6">
                  <a:pos x="T0" y="T1"/>
                </a:cxn>
                <a:cxn ang="T7">
                  <a:pos x="T2" y="T3"/>
                </a:cxn>
                <a:cxn ang="T8">
                  <a:pos x="T4" y="T5"/>
                </a:cxn>
              </a:cxnLst>
              <a:rect l="T9" t="T10" r="T11" b="T12"/>
              <a:pathLst>
                <a:path w="129" h="133">
                  <a:moveTo>
                    <a:pt x="0" y="133"/>
                  </a:moveTo>
                  <a:lnTo>
                    <a:pt x="129" y="66"/>
                  </a:lnTo>
                  <a:lnTo>
                    <a:pt x="0" y="0"/>
                  </a:lnTo>
                </a:path>
              </a:pathLst>
            </a:custGeom>
            <a:solidFill>
              <a:schemeClr val="accent1"/>
            </a:solidFill>
            <a:ln w="25400">
              <a:solidFill>
                <a:schemeClr val="tx1"/>
              </a:solidFill>
              <a:miter lim="800000"/>
              <a:headEnd/>
              <a:tailEnd/>
            </a:ln>
          </p:spPr>
          <p:txBody>
            <a:bodyPr/>
            <a:lstStyle/>
            <a:p>
              <a:pPr eaLnBrk="1" hangingPunct="1">
                <a:defRPr/>
              </a:pPr>
              <a:endParaRPr lang="en-US" dirty="0"/>
            </a:p>
          </p:txBody>
        </p:sp>
        <p:sp>
          <p:nvSpPr>
            <p:cNvPr id="33872" name="Freeform 68">
              <a:extLst>
                <a:ext uri="{FF2B5EF4-FFF2-40B4-BE49-F238E27FC236}">
                  <a16:creationId xmlns:a16="http://schemas.microsoft.com/office/drawing/2014/main" id="{96A5A5A3-92F3-4757-AF8C-A0B2DFE398B5}"/>
                </a:ext>
              </a:extLst>
            </p:cNvPr>
            <p:cNvSpPr>
              <a:spLocks/>
            </p:cNvSpPr>
            <p:nvPr/>
          </p:nvSpPr>
          <p:spPr bwMode="auto">
            <a:xfrm>
              <a:off x="3651250" y="2755901"/>
              <a:ext cx="115888" cy="176213"/>
            </a:xfrm>
            <a:custGeom>
              <a:avLst/>
              <a:gdLst>
                <a:gd name="T0" fmla="*/ 0 w 129"/>
                <a:gd name="T1" fmla="*/ 27 h 133"/>
                <a:gd name="T2" fmla="*/ 3 w 129"/>
                <a:gd name="T3" fmla="*/ 13 h 133"/>
                <a:gd name="T4" fmla="*/ 0 w 129"/>
                <a:gd name="T5" fmla="*/ 0 h 133"/>
                <a:gd name="T6" fmla="*/ 0 60000 65536"/>
                <a:gd name="T7" fmla="*/ 0 60000 65536"/>
                <a:gd name="T8" fmla="*/ 0 60000 65536"/>
                <a:gd name="T9" fmla="*/ 0 w 129"/>
                <a:gd name="T10" fmla="*/ 0 h 133"/>
                <a:gd name="T11" fmla="*/ 129 w 129"/>
                <a:gd name="T12" fmla="*/ 133 h 133"/>
              </a:gdLst>
              <a:ahLst/>
              <a:cxnLst>
                <a:cxn ang="T6">
                  <a:pos x="T0" y="T1"/>
                </a:cxn>
                <a:cxn ang="T7">
                  <a:pos x="T2" y="T3"/>
                </a:cxn>
                <a:cxn ang="T8">
                  <a:pos x="T4" y="T5"/>
                </a:cxn>
              </a:cxnLst>
              <a:rect l="T9" t="T10" r="T11" b="T12"/>
              <a:pathLst>
                <a:path w="129" h="133">
                  <a:moveTo>
                    <a:pt x="0" y="133"/>
                  </a:moveTo>
                  <a:lnTo>
                    <a:pt x="129" y="66"/>
                  </a:lnTo>
                  <a:lnTo>
                    <a:pt x="0" y="0"/>
                  </a:lnTo>
                </a:path>
              </a:pathLst>
            </a:custGeom>
            <a:solidFill>
              <a:schemeClr val="accent1"/>
            </a:solidFill>
            <a:ln w="25400">
              <a:solidFill>
                <a:schemeClr val="tx1"/>
              </a:solidFill>
              <a:miter lim="800000"/>
              <a:headEnd/>
              <a:tailEnd/>
            </a:ln>
          </p:spPr>
          <p:txBody>
            <a:bodyPr/>
            <a:lstStyle/>
            <a:p>
              <a:pPr eaLnBrk="1" hangingPunct="1">
                <a:defRPr/>
              </a:pPr>
              <a:endParaRPr lang="en-US" dirty="0"/>
            </a:p>
          </p:txBody>
        </p:sp>
        <p:sp>
          <p:nvSpPr>
            <p:cNvPr id="33873" name="Freeform 115">
              <a:extLst>
                <a:ext uri="{FF2B5EF4-FFF2-40B4-BE49-F238E27FC236}">
                  <a16:creationId xmlns:a16="http://schemas.microsoft.com/office/drawing/2014/main" id="{EFBFB635-C0F3-4D02-B32B-AD00D43BF4FC}"/>
                </a:ext>
              </a:extLst>
            </p:cNvPr>
            <p:cNvSpPr>
              <a:spLocks/>
            </p:cNvSpPr>
            <p:nvPr/>
          </p:nvSpPr>
          <p:spPr bwMode="auto">
            <a:xfrm>
              <a:off x="4799013" y="2779714"/>
              <a:ext cx="117475" cy="176212"/>
            </a:xfrm>
            <a:custGeom>
              <a:avLst/>
              <a:gdLst>
                <a:gd name="T0" fmla="*/ 0 w 129"/>
                <a:gd name="T1" fmla="*/ 27 h 133"/>
                <a:gd name="T2" fmla="*/ 3 w 129"/>
                <a:gd name="T3" fmla="*/ 13 h 133"/>
                <a:gd name="T4" fmla="*/ 0 w 129"/>
                <a:gd name="T5" fmla="*/ 0 h 133"/>
                <a:gd name="T6" fmla="*/ 0 60000 65536"/>
                <a:gd name="T7" fmla="*/ 0 60000 65536"/>
                <a:gd name="T8" fmla="*/ 0 60000 65536"/>
                <a:gd name="T9" fmla="*/ 0 w 129"/>
                <a:gd name="T10" fmla="*/ 0 h 133"/>
                <a:gd name="T11" fmla="*/ 129 w 129"/>
                <a:gd name="T12" fmla="*/ 133 h 133"/>
              </a:gdLst>
              <a:ahLst/>
              <a:cxnLst>
                <a:cxn ang="T6">
                  <a:pos x="T0" y="T1"/>
                </a:cxn>
                <a:cxn ang="T7">
                  <a:pos x="T2" y="T3"/>
                </a:cxn>
                <a:cxn ang="T8">
                  <a:pos x="T4" y="T5"/>
                </a:cxn>
              </a:cxnLst>
              <a:rect l="T9" t="T10" r="T11" b="T12"/>
              <a:pathLst>
                <a:path w="129" h="133">
                  <a:moveTo>
                    <a:pt x="0" y="133"/>
                  </a:moveTo>
                  <a:lnTo>
                    <a:pt x="129" y="66"/>
                  </a:lnTo>
                  <a:lnTo>
                    <a:pt x="0" y="0"/>
                  </a:lnTo>
                </a:path>
              </a:pathLst>
            </a:custGeom>
            <a:solidFill>
              <a:schemeClr val="accent1"/>
            </a:solidFill>
            <a:ln w="25400">
              <a:solidFill>
                <a:schemeClr val="tx1"/>
              </a:solidFill>
              <a:miter lim="800000"/>
              <a:headEnd/>
              <a:tailEnd/>
            </a:ln>
          </p:spPr>
          <p:txBody>
            <a:bodyPr/>
            <a:lstStyle/>
            <a:p>
              <a:pPr eaLnBrk="1" hangingPunct="1">
                <a:defRPr/>
              </a:pPr>
              <a:endParaRPr lang="en-US" dirty="0"/>
            </a:p>
          </p:txBody>
        </p:sp>
        <p:sp>
          <p:nvSpPr>
            <p:cNvPr id="33874" name="Text Box 117">
              <a:extLst>
                <a:ext uri="{FF2B5EF4-FFF2-40B4-BE49-F238E27FC236}">
                  <a16:creationId xmlns:a16="http://schemas.microsoft.com/office/drawing/2014/main" id="{F222F995-109C-4E50-8DA4-55093CD97314}"/>
                </a:ext>
              </a:extLst>
            </p:cNvPr>
            <p:cNvSpPr txBox="1">
              <a:spLocks noChangeArrowheads="1"/>
            </p:cNvSpPr>
            <p:nvPr/>
          </p:nvSpPr>
          <p:spPr bwMode="auto">
            <a:xfrm>
              <a:off x="5356225" y="1774826"/>
              <a:ext cx="457200" cy="396875"/>
            </a:xfrm>
            <a:prstGeom prst="rect">
              <a:avLst/>
            </a:prstGeom>
            <a:noFill/>
            <a:ln w="9525">
              <a:noFill/>
              <a:miter lim="800000"/>
              <a:headEnd/>
              <a:tailEnd/>
            </a:ln>
          </p:spPr>
          <p:txBody>
            <a:bodyPr>
              <a:spAutoFit/>
            </a:bodyPr>
            <a:lstStyle/>
            <a:p>
              <a:pPr eaLnBrk="1" hangingPunct="1">
                <a:spcBef>
                  <a:spcPct val="50000"/>
                </a:spcBef>
                <a:defRPr/>
              </a:pPr>
              <a:r>
                <a:rPr lang="en-US" sz="2000" dirty="0"/>
                <a:t>q</a:t>
              </a:r>
              <a:r>
                <a:rPr lang="en-US" sz="2000" baseline="-25000" dirty="0"/>
                <a:t>4</a:t>
              </a:r>
              <a:endParaRPr lang="en-US" sz="2000" dirty="0"/>
            </a:p>
          </p:txBody>
        </p:sp>
        <p:sp>
          <p:nvSpPr>
            <p:cNvPr id="33828" name="Text Box 48">
              <a:extLst>
                <a:ext uri="{FF2B5EF4-FFF2-40B4-BE49-F238E27FC236}">
                  <a16:creationId xmlns:a16="http://schemas.microsoft.com/office/drawing/2014/main" id="{B24A66C1-775D-4DA1-B7F1-FB16046BD1B0}"/>
                </a:ext>
              </a:extLst>
            </p:cNvPr>
            <p:cNvSpPr txBox="1">
              <a:spLocks noChangeArrowheads="1"/>
            </p:cNvSpPr>
            <p:nvPr/>
          </p:nvSpPr>
          <p:spPr bwMode="auto">
            <a:xfrm>
              <a:off x="5392738" y="2932114"/>
              <a:ext cx="685800" cy="396875"/>
            </a:xfrm>
            <a:prstGeom prst="rect">
              <a:avLst/>
            </a:prstGeom>
            <a:noFill/>
            <a:ln w="9525">
              <a:noFill/>
              <a:miter lim="800000"/>
              <a:headEnd/>
              <a:tailEnd/>
            </a:ln>
          </p:spPr>
          <p:txBody>
            <a:bodyPr>
              <a:spAutoFit/>
            </a:bodyPr>
            <a:lstStyle/>
            <a:p>
              <a:pPr eaLnBrk="1" hangingPunct="1">
                <a:spcBef>
                  <a:spcPct val="50000"/>
                </a:spcBef>
                <a:defRPr/>
              </a:pPr>
              <a:r>
                <a:rPr lang="en-US" sz="2000" dirty="0"/>
                <a:t>~q</a:t>
              </a:r>
              <a:r>
                <a:rPr lang="en-US" sz="2000" baseline="-25000" dirty="0"/>
                <a:t>4</a:t>
              </a:r>
              <a:endParaRPr lang="en-US" sz="2000" dirty="0"/>
            </a:p>
          </p:txBody>
        </p:sp>
      </p:grpSp>
      <p:sp>
        <p:nvSpPr>
          <p:cNvPr id="58371" name="Line 119">
            <a:extLst>
              <a:ext uri="{FF2B5EF4-FFF2-40B4-BE49-F238E27FC236}">
                <a16:creationId xmlns:a16="http://schemas.microsoft.com/office/drawing/2014/main" id="{57808EE2-2D7C-A409-5889-5008CE96A00D}"/>
              </a:ext>
            </a:extLst>
          </p:cNvPr>
          <p:cNvSpPr>
            <a:spLocks noChangeShapeType="1"/>
          </p:cNvSpPr>
          <p:nvPr/>
        </p:nvSpPr>
        <p:spPr bwMode="auto">
          <a:xfrm>
            <a:off x="7772401" y="2755900"/>
            <a:ext cx="309563" cy="0"/>
          </a:xfrm>
          <a:prstGeom prst="line">
            <a:avLst/>
          </a:prstGeom>
          <a:noFill/>
          <a:ln w="1587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58372" name="Line 120">
            <a:extLst>
              <a:ext uri="{FF2B5EF4-FFF2-40B4-BE49-F238E27FC236}">
                <a16:creationId xmlns:a16="http://schemas.microsoft.com/office/drawing/2014/main" id="{178DA168-143E-532E-C547-60D6DC3F2229}"/>
              </a:ext>
            </a:extLst>
          </p:cNvPr>
          <p:cNvSpPr>
            <a:spLocks noChangeShapeType="1"/>
          </p:cNvSpPr>
          <p:nvPr/>
        </p:nvSpPr>
        <p:spPr bwMode="auto">
          <a:xfrm>
            <a:off x="7772400" y="2763838"/>
            <a:ext cx="0" cy="2743200"/>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8373" name="Line 121">
            <a:extLst>
              <a:ext uri="{FF2B5EF4-FFF2-40B4-BE49-F238E27FC236}">
                <a16:creationId xmlns:a16="http://schemas.microsoft.com/office/drawing/2014/main" id="{C5266A57-2AA1-60F7-BDDA-611E29E317DB}"/>
              </a:ext>
            </a:extLst>
          </p:cNvPr>
          <p:cNvSpPr>
            <a:spLocks noChangeShapeType="1"/>
          </p:cNvSpPr>
          <p:nvPr/>
        </p:nvSpPr>
        <p:spPr bwMode="auto">
          <a:xfrm>
            <a:off x="7772400" y="5505450"/>
            <a:ext cx="266700" cy="0"/>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 name="Rectangle 4">
            <a:extLst>
              <a:ext uri="{FF2B5EF4-FFF2-40B4-BE49-F238E27FC236}">
                <a16:creationId xmlns:a16="http://schemas.microsoft.com/office/drawing/2014/main" id="{EE31B680-AF98-4551-B365-A79D1EFEF760}"/>
              </a:ext>
            </a:extLst>
          </p:cNvPr>
          <p:cNvSpPr txBox="1">
            <a:spLocks noChangeArrowheads="1"/>
          </p:cNvSpPr>
          <p:nvPr/>
        </p:nvSpPr>
        <p:spPr bwMode="auto">
          <a:xfrm>
            <a:off x="1981200" y="274638"/>
            <a:ext cx="8229600" cy="1143000"/>
          </a:xfrm>
          <a:prstGeom prst="rect">
            <a:avLst/>
          </a:prstGeom>
          <a:noFill/>
          <a:ln w="9525">
            <a:noFill/>
            <a:miter lim="800000"/>
            <a:headEnd/>
            <a:tailEnd/>
          </a:ln>
        </p:spPr>
        <p:txBody>
          <a:bodyPr/>
          <a:lstStyle/>
          <a:p>
            <a:pPr eaLnBrk="1" hangingPunct="1">
              <a:defRPr/>
            </a:pPr>
            <a:endParaRPr lang="en-US" sz="3600" b="1" kern="0" dirty="0">
              <a:latin typeface="+mj-lt"/>
              <a:ea typeface="+mj-ea"/>
              <a:cs typeface="+mj-cs"/>
            </a:endParaRPr>
          </a:p>
        </p:txBody>
      </p:sp>
      <p:graphicFrame>
        <p:nvGraphicFramePr>
          <p:cNvPr id="41043" name="Group 83">
            <a:extLst>
              <a:ext uri="{FF2B5EF4-FFF2-40B4-BE49-F238E27FC236}">
                <a16:creationId xmlns:a16="http://schemas.microsoft.com/office/drawing/2014/main" id="{7CC5B4AB-207D-473C-88CC-C4FBB32EAC98}"/>
              </a:ext>
            </a:extLst>
          </p:cNvPr>
          <p:cNvGraphicFramePr>
            <a:graphicFrameLocks noGrp="1"/>
          </p:cNvGraphicFramePr>
          <p:nvPr>
            <p:extLst>
              <p:ext uri="{D42A27DB-BD31-4B8C-83A1-F6EECF244321}">
                <p14:modId xmlns:p14="http://schemas.microsoft.com/office/powerpoint/2010/main" val="729117081"/>
              </p:ext>
            </p:extLst>
          </p:nvPr>
        </p:nvGraphicFramePr>
        <p:xfrm>
          <a:off x="8094664" y="2295526"/>
          <a:ext cx="2243137" cy="3343275"/>
        </p:xfrm>
        <a:graphic>
          <a:graphicData uri="http://schemas.openxmlformats.org/drawingml/2006/table">
            <a:tbl>
              <a:tblPr/>
              <a:tblGrid>
                <a:gridCol w="1120775">
                  <a:extLst>
                    <a:ext uri="{9D8B030D-6E8A-4147-A177-3AD203B41FA5}">
                      <a16:colId xmlns:a16="http://schemas.microsoft.com/office/drawing/2014/main" val="20000"/>
                    </a:ext>
                  </a:extLst>
                </a:gridCol>
                <a:gridCol w="1122362">
                  <a:extLst>
                    <a:ext uri="{9D8B030D-6E8A-4147-A177-3AD203B41FA5}">
                      <a16:colId xmlns:a16="http://schemas.microsoft.com/office/drawing/2014/main" val="20001"/>
                    </a:ext>
                  </a:extLst>
                </a:gridCol>
              </a:tblGrid>
              <a:tr h="37147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bg2"/>
                          </a:solidFill>
                          <a:effectLst/>
                          <a:latin typeface="Arial" pitchFamily="34" charset="0"/>
                          <a:cs typeface="Arial" pitchFamily="34" charset="0"/>
                        </a:rPr>
                        <a:t>S</a:t>
                      </a:r>
                      <a:endParaRPr kumimoji="0" lang="ru-RU" sz="1800" b="0" i="0" u="none" strike="noStrike" cap="none" normalizeH="0" baseline="0" dirty="0">
                        <a:ln>
                          <a:noFill/>
                        </a:ln>
                        <a:solidFill>
                          <a:schemeClr val="bg2"/>
                        </a:solidFill>
                        <a:effectLst/>
                        <a:latin typeface="Arial" pitchFamily="34" charset="0"/>
                        <a:cs typeface="Arial" pitchFamily="34" charset="0"/>
                      </a:endParaRPr>
                    </a:p>
                  </a:txBody>
                  <a:tcPr marT="45712" marB="4571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bg2"/>
                          </a:solidFill>
                          <a:effectLst/>
                          <a:latin typeface="Arial" pitchFamily="34" charset="0"/>
                          <a:cs typeface="Arial" pitchFamily="34" charset="0"/>
                        </a:rPr>
                        <a:t>q</a:t>
                      </a:r>
                      <a:r>
                        <a:rPr kumimoji="0" lang="en-US" sz="1800" b="0" i="0" u="none" strike="noStrike" cap="none" normalizeH="0" baseline="-25000" dirty="0">
                          <a:ln>
                            <a:noFill/>
                          </a:ln>
                          <a:solidFill>
                            <a:schemeClr val="bg2"/>
                          </a:solidFill>
                          <a:effectLst/>
                          <a:latin typeface="Arial" pitchFamily="34" charset="0"/>
                          <a:cs typeface="Arial" pitchFamily="34" charset="0"/>
                        </a:rPr>
                        <a:t>1</a:t>
                      </a:r>
                      <a:r>
                        <a:rPr kumimoji="0" lang="en-US" sz="1800" b="0" i="0" u="none" strike="noStrike" cap="none" normalizeH="0" baseline="0" dirty="0">
                          <a:ln>
                            <a:noFill/>
                          </a:ln>
                          <a:solidFill>
                            <a:schemeClr val="bg2"/>
                          </a:solidFill>
                          <a:effectLst/>
                          <a:latin typeface="Arial" pitchFamily="34" charset="0"/>
                          <a:cs typeface="Arial" pitchFamily="34" charset="0"/>
                        </a:rPr>
                        <a:t>q</a:t>
                      </a:r>
                      <a:r>
                        <a:rPr kumimoji="0" lang="en-US" sz="1800" b="0" i="0" u="none" strike="noStrike" cap="none" normalizeH="0" baseline="-25000" dirty="0">
                          <a:ln>
                            <a:noFill/>
                          </a:ln>
                          <a:solidFill>
                            <a:schemeClr val="bg2"/>
                          </a:solidFill>
                          <a:effectLst/>
                          <a:latin typeface="Arial" pitchFamily="34" charset="0"/>
                          <a:cs typeface="Arial" pitchFamily="34" charset="0"/>
                        </a:rPr>
                        <a:t>2</a:t>
                      </a:r>
                      <a:r>
                        <a:rPr kumimoji="0" lang="en-US" sz="1800" b="0" i="0" u="none" strike="noStrike" cap="none" normalizeH="0" baseline="0" dirty="0">
                          <a:ln>
                            <a:noFill/>
                          </a:ln>
                          <a:solidFill>
                            <a:schemeClr val="bg2"/>
                          </a:solidFill>
                          <a:effectLst/>
                          <a:latin typeface="Arial" pitchFamily="34" charset="0"/>
                          <a:cs typeface="Arial" pitchFamily="34" charset="0"/>
                        </a:rPr>
                        <a:t>q</a:t>
                      </a:r>
                      <a:r>
                        <a:rPr kumimoji="0" lang="en-US" sz="1800" b="0" i="0" u="none" strike="noStrike" cap="none" normalizeH="0" baseline="-25000" dirty="0">
                          <a:ln>
                            <a:noFill/>
                          </a:ln>
                          <a:solidFill>
                            <a:schemeClr val="bg2"/>
                          </a:solidFill>
                          <a:effectLst/>
                          <a:latin typeface="Arial" pitchFamily="34" charset="0"/>
                          <a:cs typeface="Arial" pitchFamily="34" charset="0"/>
                        </a:rPr>
                        <a:t>3</a:t>
                      </a:r>
                      <a:r>
                        <a:rPr kumimoji="0" lang="en-US" sz="1800" b="0" i="0" u="none" strike="noStrike" cap="none" normalizeH="0" baseline="0" dirty="0">
                          <a:ln>
                            <a:noFill/>
                          </a:ln>
                          <a:solidFill>
                            <a:schemeClr val="bg2"/>
                          </a:solidFill>
                          <a:effectLst/>
                          <a:latin typeface="Arial" pitchFamily="34" charset="0"/>
                          <a:cs typeface="Arial" pitchFamily="34" charset="0"/>
                        </a:rPr>
                        <a:t>q</a:t>
                      </a:r>
                      <a:r>
                        <a:rPr kumimoji="0" lang="en-US" sz="1800" b="0" i="0" u="none" strike="noStrike" cap="none" normalizeH="0" baseline="-25000" dirty="0">
                          <a:ln>
                            <a:noFill/>
                          </a:ln>
                          <a:solidFill>
                            <a:schemeClr val="bg2"/>
                          </a:solidFill>
                          <a:effectLst/>
                          <a:latin typeface="Arial" pitchFamily="34" charset="0"/>
                          <a:cs typeface="Arial" pitchFamily="34" charset="0"/>
                        </a:rPr>
                        <a:t>4</a:t>
                      </a:r>
                      <a:endParaRPr kumimoji="0" lang="ru-RU" sz="1800" b="0" i="0" u="none" strike="noStrike" cap="none" normalizeH="0" baseline="0" dirty="0">
                        <a:ln>
                          <a:noFill/>
                        </a:ln>
                        <a:solidFill>
                          <a:schemeClr val="bg2"/>
                        </a:solidFill>
                        <a:effectLst/>
                        <a:latin typeface="Arial" pitchFamily="34" charset="0"/>
                        <a:cs typeface="Arial" pitchFamily="34" charset="0"/>
                      </a:endParaRPr>
                    </a:p>
                  </a:txBody>
                  <a:tcPr marT="45712" marB="4571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37147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Arial" pitchFamily="34" charset="0"/>
                          <a:cs typeface="Arial" pitchFamily="34" charset="0"/>
                        </a:rPr>
                        <a:t>S</a:t>
                      </a:r>
                      <a:r>
                        <a:rPr kumimoji="0" lang="en-US" sz="1800" b="0" i="0" u="none" strike="noStrike" cap="none" normalizeH="0" baseline="-25000" dirty="0">
                          <a:ln>
                            <a:noFill/>
                          </a:ln>
                          <a:solidFill>
                            <a:schemeClr val="tx1"/>
                          </a:solidFill>
                          <a:effectLst/>
                          <a:latin typeface="Arial" pitchFamily="34" charset="0"/>
                          <a:cs typeface="Arial" pitchFamily="34" charset="0"/>
                        </a:rPr>
                        <a:t>0</a:t>
                      </a:r>
                      <a:endParaRPr kumimoji="0" lang="ru-RU" sz="1800" b="0" i="0" u="none" strike="noStrike" cap="none" normalizeH="0" baseline="0" dirty="0">
                        <a:ln>
                          <a:noFill/>
                        </a:ln>
                        <a:solidFill>
                          <a:schemeClr val="tx1"/>
                        </a:solidFill>
                        <a:effectLst/>
                        <a:latin typeface="Arial" pitchFamily="34" charset="0"/>
                        <a:cs typeface="Arial" pitchFamily="34" charset="0"/>
                      </a:endParaRPr>
                    </a:p>
                  </a:txBody>
                  <a:tcPr marT="45712" marB="4571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Arial" pitchFamily="34" charset="0"/>
                          <a:cs typeface="Arial" pitchFamily="34" charset="0"/>
                        </a:rPr>
                        <a:t>0  0  0  0</a:t>
                      </a:r>
                      <a:endParaRPr kumimoji="0" lang="ru-RU" sz="1800" b="0" i="0" u="none" strike="noStrike" cap="none" normalizeH="0" baseline="0" dirty="0">
                        <a:ln>
                          <a:noFill/>
                        </a:ln>
                        <a:solidFill>
                          <a:schemeClr val="tx1"/>
                        </a:solidFill>
                        <a:effectLst/>
                        <a:latin typeface="Arial" pitchFamily="34" charset="0"/>
                        <a:cs typeface="Arial" pitchFamily="34" charset="0"/>
                      </a:endParaRPr>
                    </a:p>
                  </a:txBody>
                  <a:tcPr marT="45712" marB="4571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1"/>
                  </a:ext>
                </a:extLst>
              </a:tr>
              <a:tr h="37147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pitchFamily="34" charset="0"/>
                          <a:cs typeface="Arial" pitchFamily="34" charset="0"/>
                        </a:rPr>
                        <a:t>S</a:t>
                      </a:r>
                      <a:r>
                        <a:rPr kumimoji="0" lang="en-US" sz="1800" b="0" i="0" u="none" strike="noStrike" cap="none" normalizeH="0" baseline="-25000">
                          <a:ln>
                            <a:noFill/>
                          </a:ln>
                          <a:solidFill>
                            <a:schemeClr val="tx1"/>
                          </a:solidFill>
                          <a:effectLst/>
                          <a:latin typeface="Arial" pitchFamily="34" charset="0"/>
                          <a:cs typeface="Arial" pitchFamily="34" charset="0"/>
                        </a:rPr>
                        <a:t>1</a:t>
                      </a:r>
                      <a:endParaRPr kumimoji="0" lang="ru-RU" sz="1800" b="0" i="0" u="none" strike="noStrike" cap="none" normalizeH="0" baseline="0">
                        <a:ln>
                          <a:noFill/>
                        </a:ln>
                        <a:solidFill>
                          <a:schemeClr val="tx1"/>
                        </a:solidFill>
                        <a:effectLst/>
                        <a:latin typeface="Arial" pitchFamily="34" charset="0"/>
                        <a:cs typeface="Arial" pitchFamily="34" charset="0"/>
                      </a:endParaRPr>
                    </a:p>
                  </a:txBody>
                  <a:tcPr marT="45712" marB="4571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Arial" pitchFamily="34" charset="0"/>
                          <a:cs typeface="Arial" pitchFamily="34" charset="0"/>
                        </a:rPr>
                        <a:t>1  0  0  0</a:t>
                      </a:r>
                      <a:endParaRPr kumimoji="0" lang="ru-RU" sz="1800" b="0" i="0" u="none" strike="noStrike" cap="none" normalizeH="0" baseline="0" dirty="0">
                        <a:ln>
                          <a:noFill/>
                        </a:ln>
                        <a:solidFill>
                          <a:schemeClr val="tx1"/>
                        </a:solidFill>
                        <a:effectLst/>
                        <a:latin typeface="Arial" pitchFamily="34" charset="0"/>
                        <a:cs typeface="Arial" pitchFamily="34" charset="0"/>
                      </a:endParaRPr>
                    </a:p>
                  </a:txBody>
                  <a:tcPr marT="45712" marB="4571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2"/>
                  </a:ext>
                </a:extLst>
              </a:tr>
              <a:tr h="37147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Arial" pitchFamily="34" charset="0"/>
                          <a:cs typeface="Arial" pitchFamily="34" charset="0"/>
                        </a:rPr>
                        <a:t>S</a:t>
                      </a:r>
                      <a:r>
                        <a:rPr kumimoji="0" lang="en-US" sz="1800" b="0" i="0" u="none" strike="noStrike" cap="none" normalizeH="0" baseline="-25000" dirty="0">
                          <a:ln>
                            <a:noFill/>
                          </a:ln>
                          <a:solidFill>
                            <a:schemeClr val="tx1"/>
                          </a:solidFill>
                          <a:effectLst/>
                          <a:latin typeface="Arial" pitchFamily="34" charset="0"/>
                          <a:cs typeface="Arial" pitchFamily="34" charset="0"/>
                        </a:rPr>
                        <a:t>2</a:t>
                      </a:r>
                      <a:endParaRPr kumimoji="0" lang="ru-RU" sz="1800" b="0" i="0" u="none" strike="noStrike" cap="none" normalizeH="0" baseline="0" dirty="0">
                        <a:ln>
                          <a:noFill/>
                        </a:ln>
                        <a:solidFill>
                          <a:schemeClr val="tx1"/>
                        </a:solidFill>
                        <a:effectLst/>
                        <a:latin typeface="Arial" pitchFamily="34" charset="0"/>
                        <a:cs typeface="Arial" pitchFamily="34" charset="0"/>
                      </a:endParaRPr>
                    </a:p>
                  </a:txBody>
                  <a:tcPr marT="45712" marB="4571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Arial" pitchFamily="34" charset="0"/>
                          <a:cs typeface="Arial" pitchFamily="34" charset="0"/>
                        </a:rPr>
                        <a:t>1  1  0  0</a:t>
                      </a:r>
                      <a:endParaRPr kumimoji="0" lang="ru-RU" sz="1800" b="0" i="0" u="none" strike="noStrike" cap="none" normalizeH="0" baseline="0" dirty="0">
                        <a:ln>
                          <a:noFill/>
                        </a:ln>
                        <a:solidFill>
                          <a:schemeClr val="tx1"/>
                        </a:solidFill>
                        <a:effectLst/>
                        <a:latin typeface="Arial" pitchFamily="34" charset="0"/>
                        <a:cs typeface="Arial" pitchFamily="34" charset="0"/>
                      </a:endParaRPr>
                    </a:p>
                  </a:txBody>
                  <a:tcPr marT="45712" marB="4571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3"/>
                  </a:ext>
                </a:extLst>
              </a:tr>
              <a:tr h="37147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pitchFamily="34" charset="0"/>
                          <a:cs typeface="Arial" pitchFamily="34" charset="0"/>
                        </a:rPr>
                        <a:t>S</a:t>
                      </a:r>
                      <a:r>
                        <a:rPr kumimoji="0" lang="en-US" sz="1800" b="0" i="0" u="none" strike="noStrike" cap="none" normalizeH="0" baseline="-25000">
                          <a:ln>
                            <a:noFill/>
                          </a:ln>
                          <a:solidFill>
                            <a:schemeClr val="tx1"/>
                          </a:solidFill>
                          <a:effectLst/>
                          <a:latin typeface="Arial" pitchFamily="34" charset="0"/>
                          <a:cs typeface="Arial" pitchFamily="34" charset="0"/>
                        </a:rPr>
                        <a:t>3</a:t>
                      </a:r>
                      <a:endParaRPr kumimoji="0" lang="ru-RU" sz="1800" b="0" i="0" u="none" strike="noStrike" cap="none" normalizeH="0" baseline="0">
                        <a:ln>
                          <a:noFill/>
                        </a:ln>
                        <a:solidFill>
                          <a:schemeClr val="tx1"/>
                        </a:solidFill>
                        <a:effectLst/>
                        <a:latin typeface="Arial" pitchFamily="34" charset="0"/>
                        <a:cs typeface="Arial" pitchFamily="34" charset="0"/>
                      </a:endParaRPr>
                    </a:p>
                  </a:txBody>
                  <a:tcPr marT="45712" marB="4571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Arial" pitchFamily="34" charset="0"/>
                          <a:cs typeface="Arial" pitchFamily="34" charset="0"/>
                        </a:rPr>
                        <a:t>1  1  1  0</a:t>
                      </a:r>
                      <a:endParaRPr kumimoji="0" lang="ru-RU" sz="1800" b="0" i="0" u="none" strike="noStrike" cap="none" normalizeH="0" baseline="0" dirty="0">
                        <a:ln>
                          <a:noFill/>
                        </a:ln>
                        <a:solidFill>
                          <a:schemeClr val="tx1"/>
                        </a:solidFill>
                        <a:effectLst/>
                        <a:latin typeface="Arial" pitchFamily="34" charset="0"/>
                        <a:cs typeface="Arial" pitchFamily="34" charset="0"/>
                      </a:endParaRPr>
                    </a:p>
                  </a:txBody>
                  <a:tcPr marT="45712" marB="4571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4"/>
                  </a:ext>
                </a:extLst>
              </a:tr>
              <a:tr h="37147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pitchFamily="34" charset="0"/>
                          <a:cs typeface="Arial" pitchFamily="34" charset="0"/>
                        </a:rPr>
                        <a:t>S</a:t>
                      </a:r>
                      <a:r>
                        <a:rPr kumimoji="0" lang="en-US" sz="1800" b="0" i="0" u="none" strike="noStrike" cap="none" normalizeH="0" baseline="-25000">
                          <a:ln>
                            <a:noFill/>
                          </a:ln>
                          <a:solidFill>
                            <a:schemeClr val="tx1"/>
                          </a:solidFill>
                          <a:effectLst/>
                          <a:latin typeface="Arial" pitchFamily="34" charset="0"/>
                          <a:cs typeface="Arial" pitchFamily="34" charset="0"/>
                        </a:rPr>
                        <a:t>4</a:t>
                      </a:r>
                      <a:endParaRPr kumimoji="0" lang="ru-RU" sz="1800" b="0" i="0" u="none" strike="noStrike" cap="none" normalizeH="0" baseline="0">
                        <a:ln>
                          <a:noFill/>
                        </a:ln>
                        <a:solidFill>
                          <a:schemeClr val="tx1"/>
                        </a:solidFill>
                        <a:effectLst/>
                        <a:latin typeface="Arial" pitchFamily="34" charset="0"/>
                        <a:cs typeface="Arial" pitchFamily="34" charset="0"/>
                      </a:endParaRPr>
                    </a:p>
                  </a:txBody>
                  <a:tcPr marT="45712" marB="4571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Arial" pitchFamily="34" charset="0"/>
                          <a:cs typeface="Arial" pitchFamily="34" charset="0"/>
                        </a:rPr>
                        <a:t>1  1  1  1</a:t>
                      </a:r>
                      <a:endParaRPr kumimoji="0" lang="ru-RU" sz="1800" b="0" i="0" u="none" strike="noStrike" cap="none" normalizeH="0" baseline="0" dirty="0">
                        <a:ln>
                          <a:noFill/>
                        </a:ln>
                        <a:solidFill>
                          <a:schemeClr val="tx1"/>
                        </a:solidFill>
                        <a:effectLst/>
                        <a:latin typeface="Arial" pitchFamily="34" charset="0"/>
                        <a:cs typeface="Arial" pitchFamily="34" charset="0"/>
                      </a:endParaRPr>
                    </a:p>
                  </a:txBody>
                  <a:tcPr marT="45712" marB="4571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5"/>
                  </a:ext>
                </a:extLst>
              </a:tr>
              <a:tr h="37147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pitchFamily="34" charset="0"/>
                          <a:cs typeface="Arial" pitchFamily="34" charset="0"/>
                        </a:rPr>
                        <a:t>S</a:t>
                      </a:r>
                      <a:r>
                        <a:rPr kumimoji="0" lang="en-US" sz="1800" b="0" i="0" u="none" strike="noStrike" cap="none" normalizeH="0" baseline="-25000">
                          <a:ln>
                            <a:noFill/>
                          </a:ln>
                          <a:solidFill>
                            <a:schemeClr val="tx1"/>
                          </a:solidFill>
                          <a:effectLst/>
                          <a:latin typeface="Arial" pitchFamily="34" charset="0"/>
                          <a:cs typeface="Arial" pitchFamily="34" charset="0"/>
                        </a:rPr>
                        <a:t>5</a:t>
                      </a:r>
                      <a:endParaRPr kumimoji="0" lang="ru-RU" sz="1800" b="0" i="0" u="none" strike="noStrike" cap="none" normalizeH="0" baseline="0">
                        <a:ln>
                          <a:noFill/>
                        </a:ln>
                        <a:solidFill>
                          <a:schemeClr val="tx1"/>
                        </a:solidFill>
                        <a:effectLst/>
                        <a:latin typeface="Arial" pitchFamily="34" charset="0"/>
                        <a:cs typeface="Arial" pitchFamily="34" charset="0"/>
                      </a:endParaRPr>
                    </a:p>
                  </a:txBody>
                  <a:tcPr marT="45712" marB="4571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Arial" pitchFamily="34" charset="0"/>
                          <a:cs typeface="Arial" pitchFamily="34" charset="0"/>
                        </a:rPr>
                        <a:t>0  1  1  1</a:t>
                      </a:r>
                      <a:endParaRPr kumimoji="0" lang="ru-RU" sz="1800" b="0" i="0" u="none" strike="noStrike" cap="none" normalizeH="0" baseline="0" dirty="0">
                        <a:ln>
                          <a:noFill/>
                        </a:ln>
                        <a:solidFill>
                          <a:schemeClr val="tx1"/>
                        </a:solidFill>
                        <a:effectLst/>
                        <a:latin typeface="Arial" pitchFamily="34" charset="0"/>
                        <a:cs typeface="Arial" pitchFamily="34" charset="0"/>
                      </a:endParaRPr>
                    </a:p>
                  </a:txBody>
                  <a:tcPr marT="45712" marB="4571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6"/>
                  </a:ext>
                </a:extLst>
              </a:tr>
              <a:tr h="37147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pitchFamily="34" charset="0"/>
                          <a:cs typeface="Arial" pitchFamily="34" charset="0"/>
                        </a:rPr>
                        <a:t>S</a:t>
                      </a:r>
                      <a:r>
                        <a:rPr kumimoji="0" lang="en-US" sz="1800" b="0" i="0" u="none" strike="noStrike" cap="none" normalizeH="0" baseline="-25000">
                          <a:ln>
                            <a:noFill/>
                          </a:ln>
                          <a:solidFill>
                            <a:schemeClr val="tx1"/>
                          </a:solidFill>
                          <a:effectLst/>
                          <a:latin typeface="Arial" pitchFamily="34" charset="0"/>
                          <a:cs typeface="Arial" pitchFamily="34" charset="0"/>
                        </a:rPr>
                        <a:t>6</a:t>
                      </a:r>
                      <a:endParaRPr kumimoji="0" lang="ru-RU" sz="1800" b="0" i="0" u="none" strike="noStrike" cap="none" normalizeH="0" baseline="0">
                        <a:ln>
                          <a:noFill/>
                        </a:ln>
                        <a:solidFill>
                          <a:schemeClr val="tx1"/>
                        </a:solidFill>
                        <a:effectLst/>
                        <a:latin typeface="Arial" pitchFamily="34" charset="0"/>
                        <a:cs typeface="Arial" pitchFamily="34" charset="0"/>
                      </a:endParaRPr>
                    </a:p>
                  </a:txBody>
                  <a:tcPr marT="45712" marB="4571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Arial" pitchFamily="34" charset="0"/>
                          <a:cs typeface="Arial" pitchFamily="34" charset="0"/>
                        </a:rPr>
                        <a:t>0  0  1  1</a:t>
                      </a:r>
                      <a:endParaRPr kumimoji="0" lang="ru-RU" sz="1800" b="0" i="0" u="none" strike="noStrike" cap="none" normalizeH="0" baseline="0" dirty="0">
                        <a:ln>
                          <a:noFill/>
                        </a:ln>
                        <a:solidFill>
                          <a:schemeClr val="tx1"/>
                        </a:solidFill>
                        <a:effectLst/>
                        <a:latin typeface="Arial" pitchFamily="34" charset="0"/>
                        <a:cs typeface="Arial" pitchFamily="34" charset="0"/>
                      </a:endParaRPr>
                    </a:p>
                  </a:txBody>
                  <a:tcPr marT="45712" marB="4571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7"/>
                  </a:ext>
                </a:extLst>
              </a:tr>
              <a:tr h="37147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pitchFamily="34" charset="0"/>
                          <a:cs typeface="Arial" pitchFamily="34" charset="0"/>
                        </a:rPr>
                        <a:t>S</a:t>
                      </a:r>
                      <a:r>
                        <a:rPr kumimoji="0" lang="en-US" sz="1800" b="0" i="0" u="none" strike="noStrike" cap="none" normalizeH="0" baseline="-25000">
                          <a:ln>
                            <a:noFill/>
                          </a:ln>
                          <a:solidFill>
                            <a:schemeClr val="tx1"/>
                          </a:solidFill>
                          <a:effectLst/>
                          <a:latin typeface="Arial" pitchFamily="34" charset="0"/>
                          <a:cs typeface="Arial" pitchFamily="34" charset="0"/>
                        </a:rPr>
                        <a:t>7</a:t>
                      </a:r>
                      <a:endParaRPr kumimoji="0" lang="ru-RU" sz="1800" b="0" i="0" u="none" strike="noStrike" cap="none" normalizeH="0" baseline="0">
                        <a:ln>
                          <a:noFill/>
                        </a:ln>
                        <a:solidFill>
                          <a:schemeClr val="tx1"/>
                        </a:solidFill>
                        <a:effectLst/>
                        <a:latin typeface="Arial" pitchFamily="34" charset="0"/>
                        <a:cs typeface="Arial" pitchFamily="34" charset="0"/>
                      </a:endParaRPr>
                    </a:p>
                  </a:txBody>
                  <a:tcPr marT="45712" marB="4571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Arial" pitchFamily="34" charset="0"/>
                          <a:cs typeface="Arial" pitchFamily="34" charset="0"/>
                        </a:rPr>
                        <a:t>0  0  0  1</a:t>
                      </a:r>
                      <a:endParaRPr kumimoji="0" lang="ru-RU" sz="1800" b="0" i="0" u="none" strike="noStrike" cap="none" normalizeH="0" baseline="0" dirty="0">
                        <a:ln>
                          <a:noFill/>
                        </a:ln>
                        <a:solidFill>
                          <a:schemeClr val="tx1"/>
                        </a:solidFill>
                        <a:effectLst/>
                        <a:latin typeface="Arial" pitchFamily="34" charset="0"/>
                        <a:cs typeface="Arial" pitchFamily="34" charset="0"/>
                      </a:endParaRPr>
                    </a:p>
                  </a:txBody>
                  <a:tcPr marT="45712" marB="4571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8"/>
                  </a:ext>
                </a:extLst>
              </a:tr>
            </a:tbl>
          </a:graphicData>
        </a:graphic>
      </p:graphicFrame>
      <p:sp>
        <p:nvSpPr>
          <p:cNvPr id="4" name="Title 3">
            <a:extLst>
              <a:ext uri="{FF2B5EF4-FFF2-40B4-BE49-F238E27FC236}">
                <a16:creationId xmlns:a16="http://schemas.microsoft.com/office/drawing/2014/main" id="{7E54EEEB-6401-70D4-1C2B-390B8C42D819}"/>
              </a:ext>
            </a:extLst>
          </p:cNvPr>
          <p:cNvSpPr>
            <a:spLocks noGrp="1"/>
          </p:cNvSpPr>
          <p:nvPr>
            <p:ph type="title"/>
          </p:nvPr>
        </p:nvSpPr>
        <p:spPr/>
        <p:txBody>
          <a:bodyPr>
            <a:normAutofit/>
          </a:bodyPr>
          <a:lstStyle/>
          <a:p>
            <a:r>
              <a:rPr lang="en-US" dirty="0"/>
              <a:t>Johnson’s Counter</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Text Box 6">
            <a:extLst>
              <a:ext uri="{FF2B5EF4-FFF2-40B4-BE49-F238E27FC236}">
                <a16:creationId xmlns:a16="http://schemas.microsoft.com/office/drawing/2014/main" id="{886157A5-3D45-430F-94BA-2C0B5B043A2B}"/>
              </a:ext>
            </a:extLst>
          </p:cNvPr>
          <p:cNvSpPr txBox="1">
            <a:spLocks noChangeArrowheads="1"/>
          </p:cNvSpPr>
          <p:nvPr/>
        </p:nvSpPr>
        <p:spPr bwMode="auto">
          <a:xfrm>
            <a:off x="1905000" y="4648201"/>
            <a:ext cx="487680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Bef>
                <a:spcPts val="600"/>
              </a:spcBef>
            </a:pPr>
            <a:r>
              <a:rPr lang="en-US" altLang="en-US"/>
              <a:t>Number of states of n-bit Johnson’s counter - 2n. To  design a counter with odd number of states it is  enough to add one gate. </a:t>
            </a:r>
          </a:p>
        </p:txBody>
      </p:sp>
      <p:sp>
        <p:nvSpPr>
          <p:cNvPr id="6" name="Rectangle 4">
            <a:extLst>
              <a:ext uri="{FF2B5EF4-FFF2-40B4-BE49-F238E27FC236}">
                <a16:creationId xmlns:a16="http://schemas.microsoft.com/office/drawing/2014/main" id="{47F43CFC-B55B-4FF4-B55C-A1803F5A94FD}"/>
              </a:ext>
            </a:extLst>
          </p:cNvPr>
          <p:cNvSpPr txBox="1">
            <a:spLocks noChangeArrowheads="1"/>
          </p:cNvSpPr>
          <p:nvPr/>
        </p:nvSpPr>
        <p:spPr bwMode="auto">
          <a:xfrm>
            <a:off x="1981200" y="304800"/>
            <a:ext cx="8229600" cy="1143000"/>
          </a:xfrm>
          <a:prstGeom prst="rect">
            <a:avLst/>
          </a:prstGeom>
          <a:noFill/>
          <a:ln w="9525">
            <a:noFill/>
            <a:miter lim="800000"/>
            <a:headEnd/>
            <a:tailEnd/>
          </a:ln>
        </p:spPr>
        <p:txBody>
          <a:bodyPr/>
          <a:lstStyle/>
          <a:p>
            <a:pPr eaLnBrk="1" hangingPunct="1">
              <a:defRPr/>
            </a:pPr>
            <a:endParaRPr lang="en-US" sz="3600" b="1" kern="0" dirty="0">
              <a:latin typeface="+mj-lt"/>
              <a:ea typeface="+mj-ea"/>
              <a:cs typeface="+mj-cs"/>
            </a:endParaRPr>
          </a:p>
        </p:txBody>
      </p:sp>
      <p:graphicFrame>
        <p:nvGraphicFramePr>
          <p:cNvPr id="41995" name="Group 11">
            <a:extLst>
              <a:ext uri="{FF2B5EF4-FFF2-40B4-BE49-F238E27FC236}">
                <a16:creationId xmlns:a16="http://schemas.microsoft.com/office/drawing/2014/main" id="{67FB7D48-38CB-40C4-8A98-D72107507C4D}"/>
              </a:ext>
            </a:extLst>
          </p:cNvPr>
          <p:cNvGraphicFramePr>
            <a:graphicFrameLocks noGrp="1"/>
          </p:cNvGraphicFramePr>
          <p:nvPr/>
        </p:nvGraphicFramePr>
        <p:xfrm>
          <a:off x="2590800" y="1524000"/>
          <a:ext cx="1752600" cy="3063240"/>
        </p:xfrm>
        <a:graphic>
          <a:graphicData uri="http://schemas.openxmlformats.org/drawingml/2006/table">
            <a:tbl>
              <a:tblPr>
                <a:tableStyleId>{08FB837D-C827-4EFA-A057-4D05807E0F7C}</a:tableStyleId>
              </a:tblPr>
              <a:tblGrid>
                <a:gridCol w="1752600">
                  <a:extLst>
                    <a:ext uri="{9D8B030D-6E8A-4147-A177-3AD203B41FA5}">
                      <a16:colId xmlns:a16="http://schemas.microsoft.com/office/drawing/2014/main" val="20000"/>
                    </a:ext>
                  </a:extLst>
                </a:gridCol>
              </a:tblGrid>
              <a:tr h="371475">
                <a:tc>
                  <a:txBody>
                    <a:bodyPr/>
                    <a:lstStyle/>
                    <a:p>
                      <a:pPr marL="0" marR="0" lvl="0" indent="0" algn="l" defTabSz="914400" rtl="0" eaLnBrk="1" fontAlgn="base" latinLnBrk="0" hangingPunct="1">
                        <a:lnSpc>
                          <a:spcPct val="100000"/>
                        </a:lnSpc>
                        <a:spcBef>
                          <a:spcPts val="600"/>
                        </a:spcBef>
                        <a:spcAft>
                          <a:spcPct val="0"/>
                        </a:spcAft>
                        <a:buClrTx/>
                        <a:buSzTx/>
                        <a:buFontTx/>
                        <a:buNone/>
                        <a:tabLst/>
                      </a:pPr>
                      <a:r>
                        <a:rPr kumimoji="0" lang="en-US" sz="2000" u="none" strike="noStrike" cap="none" normalizeH="0" baseline="0" dirty="0">
                          <a:ln>
                            <a:noFill/>
                          </a:ln>
                          <a:effectLst/>
                        </a:rPr>
                        <a:t>S</a:t>
                      </a:r>
                      <a:r>
                        <a:rPr kumimoji="0" lang="en-US" sz="2000" u="none" strike="noStrike" cap="none" normalizeH="0" baseline="-25000" dirty="0">
                          <a:ln>
                            <a:noFill/>
                          </a:ln>
                          <a:effectLst/>
                        </a:rPr>
                        <a:t>0</a:t>
                      </a:r>
                      <a:r>
                        <a:rPr kumimoji="0" lang="en-US" sz="2000" u="none" strike="noStrike" cap="none" normalizeH="0" baseline="0" dirty="0">
                          <a:ln>
                            <a:noFill/>
                          </a:ln>
                          <a:effectLst/>
                        </a:rPr>
                        <a:t> = ~q</a:t>
                      </a:r>
                      <a:r>
                        <a:rPr kumimoji="0" lang="en-US" sz="2000" u="none" strike="noStrike" cap="none" normalizeH="0" baseline="-25000" dirty="0">
                          <a:ln>
                            <a:noFill/>
                          </a:ln>
                          <a:effectLst/>
                        </a:rPr>
                        <a:t>1</a:t>
                      </a:r>
                      <a:r>
                        <a:rPr kumimoji="0" lang="en-US" sz="2000" u="none" strike="noStrike" cap="none" normalizeH="0" baseline="0" dirty="0">
                          <a:ln>
                            <a:noFill/>
                          </a:ln>
                          <a:effectLst/>
                          <a:sym typeface="Symbol" pitchFamily="18" charset="2"/>
                        </a:rPr>
                        <a:t>~q</a:t>
                      </a:r>
                      <a:r>
                        <a:rPr kumimoji="0" lang="en-US" sz="2000" u="none" strike="noStrike" cap="none" normalizeH="0" baseline="-25000" dirty="0">
                          <a:ln>
                            <a:noFill/>
                          </a:ln>
                          <a:effectLst/>
                          <a:sym typeface="Symbol" pitchFamily="18" charset="2"/>
                        </a:rPr>
                        <a:t>4</a:t>
                      </a:r>
                      <a:r>
                        <a:rPr kumimoji="0" lang="en-US" sz="2000" u="none" strike="noStrike" cap="none" normalizeH="0" baseline="0" dirty="0">
                          <a:ln>
                            <a:noFill/>
                          </a:ln>
                          <a:effectLst/>
                          <a:sym typeface="Symbol" pitchFamily="18" charset="2"/>
                        </a:rPr>
                        <a:t>;</a:t>
                      </a:r>
                    </a:p>
                    <a:p>
                      <a:pPr marL="0" marR="0" lvl="0" indent="0" algn="l" defTabSz="914400" rtl="0" eaLnBrk="1" fontAlgn="base" latinLnBrk="0" hangingPunct="1">
                        <a:lnSpc>
                          <a:spcPct val="100000"/>
                        </a:lnSpc>
                        <a:spcBef>
                          <a:spcPts val="600"/>
                        </a:spcBef>
                        <a:spcAft>
                          <a:spcPct val="0"/>
                        </a:spcAft>
                        <a:buClrTx/>
                        <a:buSzTx/>
                        <a:buFontTx/>
                        <a:buNone/>
                        <a:tabLst/>
                      </a:pPr>
                      <a:r>
                        <a:rPr kumimoji="0" lang="en-US" sz="2000" u="none" strike="noStrike" cap="none" normalizeH="0" baseline="0" dirty="0">
                          <a:ln>
                            <a:noFill/>
                          </a:ln>
                          <a:effectLst/>
                        </a:rPr>
                        <a:t>S</a:t>
                      </a:r>
                      <a:r>
                        <a:rPr kumimoji="0" lang="en-US" sz="2000" u="none" strike="noStrike" cap="none" normalizeH="0" baseline="-25000" dirty="0">
                          <a:ln>
                            <a:noFill/>
                          </a:ln>
                          <a:effectLst/>
                        </a:rPr>
                        <a:t>1</a:t>
                      </a:r>
                      <a:r>
                        <a:rPr kumimoji="0" lang="en-US" sz="2000" u="none" strike="noStrike" cap="none" normalizeH="0" baseline="0" dirty="0">
                          <a:ln>
                            <a:noFill/>
                          </a:ln>
                          <a:effectLst/>
                        </a:rPr>
                        <a:t> = q</a:t>
                      </a:r>
                      <a:r>
                        <a:rPr kumimoji="0" lang="en-US" sz="2000" u="none" strike="noStrike" cap="none" normalizeH="0" baseline="-25000" dirty="0">
                          <a:ln>
                            <a:noFill/>
                          </a:ln>
                          <a:effectLst/>
                        </a:rPr>
                        <a:t>1</a:t>
                      </a:r>
                      <a:r>
                        <a:rPr kumimoji="0" lang="en-US" sz="2000" u="none" strike="noStrike" cap="none" normalizeH="0" baseline="0" dirty="0">
                          <a:ln>
                            <a:noFill/>
                          </a:ln>
                          <a:effectLst/>
                          <a:sym typeface="Symbol" pitchFamily="18" charset="2"/>
                        </a:rPr>
                        <a:t>~q</a:t>
                      </a:r>
                      <a:r>
                        <a:rPr kumimoji="0" lang="en-US" sz="2000" u="none" strike="noStrike" cap="none" normalizeH="0" baseline="-25000" dirty="0">
                          <a:ln>
                            <a:noFill/>
                          </a:ln>
                          <a:effectLst/>
                          <a:sym typeface="Symbol" pitchFamily="18" charset="2"/>
                        </a:rPr>
                        <a:t>2</a:t>
                      </a:r>
                      <a:r>
                        <a:rPr kumimoji="0" lang="en-US" sz="2000" u="none" strike="noStrike" cap="none" normalizeH="0" baseline="0" dirty="0">
                          <a:ln>
                            <a:noFill/>
                          </a:ln>
                          <a:effectLst/>
                          <a:sym typeface="Symbol" pitchFamily="18" charset="2"/>
                        </a:rPr>
                        <a:t>;</a:t>
                      </a:r>
                    </a:p>
                    <a:p>
                      <a:pPr marL="0" marR="0" lvl="0" indent="0" algn="l" defTabSz="914400" rtl="0" eaLnBrk="1" fontAlgn="base" latinLnBrk="0" hangingPunct="1">
                        <a:lnSpc>
                          <a:spcPct val="100000"/>
                        </a:lnSpc>
                        <a:spcBef>
                          <a:spcPts val="600"/>
                        </a:spcBef>
                        <a:spcAft>
                          <a:spcPct val="0"/>
                        </a:spcAft>
                        <a:buClrTx/>
                        <a:buSzTx/>
                        <a:buFontTx/>
                        <a:buNone/>
                        <a:tabLst/>
                      </a:pPr>
                      <a:r>
                        <a:rPr kumimoji="0" lang="en-US" sz="2000" u="none" strike="noStrike" cap="none" normalizeH="0" baseline="0" dirty="0">
                          <a:ln>
                            <a:noFill/>
                          </a:ln>
                          <a:effectLst/>
                        </a:rPr>
                        <a:t>S</a:t>
                      </a:r>
                      <a:r>
                        <a:rPr kumimoji="0" lang="en-US" sz="2000" u="none" strike="noStrike" cap="none" normalizeH="0" baseline="-25000" dirty="0">
                          <a:ln>
                            <a:noFill/>
                          </a:ln>
                          <a:effectLst/>
                        </a:rPr>
                        <a:t>2</a:t>
                      </a:r>
                      <a:r>
                        <a:rPr kumimoji="0" lang="en-US" sz="2000" u="none" strike="noStrike" cap="none" normalizeH="0" baseline="0" dirty="0">
                          <a:ln>
                            <a:noFill/>
                          </a:ln>
                          <a:effectLst/>
                        </a:rPr>
                        <a:t> = q</a:t>
                      </a:r>
                      <a:r>
                        <a:rPr kumimoji="0" lang="en-US" sz="2000" u="none" strike="noStrike" cap="none" normalizeH="0" baseline="-25000" dirty="0">
                          <a:ln>
                            <a:noFill/>
                          </a:ln>
                          <a:effectLst/>
                        </a:rPr>
                        <a:t>2</a:t>
                      </a:r>
                      <a:r>
                        <a:rPr kumimoji="0" lang="en-US" sz="2000" u="none" strike="noStrike" cap="none" normalizeH="0" baseline="0" dirty="0">
                          <a:ln>
                            <a:noFill/>
                          </a:ln>
                          <a:effectLst/>
                          <a:sym typeface="Symbol" pitchFamily="18" charset="2"/>
                        </a:rPr>
                        <a:t>~q</a:t>
                      </a:r>
                      <a:r>
                        <a:rPr kumimoji="0" lang="en-US" sz="2000" u="none" strike="noStrike" cap="none" normalizeH="0" baseline="-25000" dirty="0">
                          <a:ln>
                            <a:noFill/>
                          </a:ln>
                          <a:effectLst/>
                          <a:sym typeface="Symbol" pitchFamily="18" charset="2"/>
                        </a:rPr>
                        <a:t>3</a:t>
                      </a:r>
                      <a:r>
                        <a:rPr kumimoji="0" lang="en-US" sz="2000" u="none" strike="noStrike" cap="none" normalizeH="0" baseline="0" dirty="0">
                          <a:ln>
                            <a:noFill/>
                          </a:ln>
                          <a:effectLst/>
                          <a:sym typeface="Symbol" pitchFamily="18" charset="2"/>
                        </a:rPr>
                        <a:t>;</a:t>
                      </a:r>
                    </a:p>
                    <a:p>
                      <a:pPr marL="0" marR="0" lvl="0" indent="0" algn="l" defTabSz="914400" rtl="0" eaLnBrk="1" fontAlgn="base" latinLnBrk="0" hangingPunct="1">
                        <a:lnSpc>
                          <a:spcPct val="100000"/>
                        </a:lnSpc>
                        <a:spcBef>
                          <a:spcPts val="600"/>
                        </a:spcBef>
                        <a:spcAft>
                          <a:spcPct val="0"/>
                        </a:spcAft>
                        <a:buClrTx/>
                        <a:buSzTx/>
                        <a:buFontTx/>
                        <a:buNone/>
                        <a:tabLst/>
                      </a:pPr>
                      <a:r>
                        <a:rPr kumimoji="0" lang="en-US" sz="2000" u="none" strike="noStrike" cap="none" normalizeH="0" baseline="0" dirty="0">
                          <a:ln>
                            <a:noFill/>
                          </a:ln>
                          <a:effectLst/>
                        </a:rPr>
                        <a:t>S</a:t>
                      </a:r>
                      <a:r>
                        <a:rPr kumimoji="0" lang="en-US" sz="2000" u="none" strike="noStrike" cap="none" normalizeH="0" baseline="-25000" dirty="0">
                          <a:ln>
                            <a:noFill/>
                          </a:ln>
                          <a:effectLst/>
                        </a:rPr>
                        <a:t>3</a:t>
                      </a:r>
                      <a:r>
                        <a:rPr kumimoji="0" lang="en-US" sz="2000" u="none" strike="noStrike" cap="none" normalizeH="0" baseline="0" dirty="0">
                          <a:ln>
                            <a:noFill/>
                          </a:ln>
                          <a:effectLst/>
                        </a:rPr>
                        <a:t> = q</a:t>
                      </a:r>
                      <a:r>
                        <a:rPr kumimoji="0" lang="en-US" sz="2000" u="none" strike="noStrike" cap="none" normalizeH="0" baseline="-25000" dirty="0">
                          <a:ln>
                            <a:noFill/>
                          </a:ln>
                          <a:effectLst/>
                        </a:rPr>
                        <a:t>3</a:t>
                      </a:r>
                      <a:r>
                        <a:rPr kumimoji="0" lang="en-US" sz="2000" u="none" strike="noStrike" cap="none" normalizeH="0" baseline="0" dirty="0">
                          <a:ln>
                            <a:noFill/>
                          </a:ln>
                          <a:effectLst/>
                          <a:sym typeface="Symbol" pitchFamily="18" charset="2"/>
                        </a:rPr>
                        <a:t>~q</a:t>
                      </a:r>
                      <a:r>
                        <a:rPr kumimoji="0" lang="en-US" sz="2000" u="none" strike="noStrike" cap="none" normalizeH="0" baseline="-25000" dirty="0">
                          <a:ln>
                            <a:noFill/>
                          </a:ln>
                          <a:effectLst/>
                          <a:sym typeface="Symbol" pitchFamily="18" charset="2"/>
                        </a:rPr>
                        <a:t>4</a:t>
                      </a:r>
                      <a:r>
                        <a:rPr kumimoji="0" lang="en-US" sz="2000" u="none" strike="noStrike" cap="none" normalizeH="0" baseline="0" dirty="0">
                          <a:ln>
                            <a:noFill/>
                          </a:ln>
                          <a:effectLst/>
                          <a:sym typeface="Symbol" pitchFamily="18" charset="2"/>
                        </a:rPr>
                        <a:t>;</a:t>
                      </a:r>
                    </a:p>
                    <a:p>
                      <a:pPr marL="0" marR="0" lvl="0" indent="0" algn="l" defTabSz="914400" rtl="0" eaLnBrk="1" fontAlgn="base" latinLnBrk="0" hangingPunct="1">
                        <a:lnSpc>
                          <a:spcPct val="100000"/>
                        </a:lnSpc>
                        <a:spcBef>
                          <a:spcPts val="600"/>
                        </a:spcBef>
                        <a:spcAft>
                          <a:spcPct val="0"/>
                        </a:spcAft>
                        <a:buClrTx/>
                        <a:buSzTx/>
                        <a:buFontTx/>
                        <a:buNone/>
                        <a:tabLst/>
                      </a:pPr>
                      <a:r>
                        <a:rPr kumimoji="0" lang="en-US" sz="2000" u="none" strike="noStrike" cap="none" normalizeH="0" baseline="0" dirty="0">
                          <a:ln>
                            <a:noFill/>
                          </a:ln>
                          <a:effectLst/>
                        </a:rPr>
                        <a:t>S</a:t>
                      </a:r>
                      <a:r>
                        <a:rPr kumimoji="0" lang="en-US" sz="2000" u="none" strike="noStrike" cap="none" normalizeH="0" baseline="-25000" dirty="0">
                          <a:ln>
                            <a:noFill/>
                          </a:ln>
                          <a:effectLst/>
                        </a:rPr>
                        <a:t>4</a:t>
                      </a:r>
                      <a:r>
                        <a:rPr kumimoji="0" lang="en-US" sz="2000" u="none" strike="noStrike" cap="none" normalizeH="0" baseline="0" dirty="0">
                          <a:ln>
                            <a:noFill/>
                          </a:ln>
                          <a:effectLst/>
                        </a:rPr>
                        <a:t> = q</a:t>
                      </a:r>
                      <a:r>
                        <a:rPr kumimoji="0" lang="en-US" sz="2000" u="none" strike="noStrike" cap="none" normalizeH="0" baseline="-25000" dirty="0">
                          <a:ln>
                            <a:noFill/>
                          </a:ln>
                          <a:effectLst/>
                        </a:rPr>
                        <a:t>1</a:t>
                      </a:r>
                      <a:r>
                        <a:rPr kumimoji="0" lang="en-US" sz="2000" u="none" strike="noStrike" cap="none" normalizeH="0" baseline="0" dirty="0">
                          <a:ln>
                            <a:noFill/>
                          </a:ln>
                          <a:effectLst/>
                          <a:sym typeface="Symbol" pitchFamily="18" charset="2"/>
                        </a:rPr>
                        <a:t>q</a:t>
                      </a:r>
                      <a:r>
                        <a:rPr kumimoji="0" lang="en-US" sz="2000" u="none" strike="noStrike" cap="none" normalizeH="0" baseline="-25000" dirty="0">
                          <a:ln>
                            <a:noFill/>
                          </a:ln>
                          <a:effectLst/>
                          <a:sym typeface="Symbol" pitchFamily="18" charset="2"/>
                        </a:rPr>
                        <a:t>4</a:t>
                      </a:r>
                      <a:r>
                        <a:rPr kumimoji="0" lang="en-US" sz="2000" u="none" strike="noStrike" cap="none" normalizeH="0" baseline="0" dirty="0">
                          <a:ln>
                            <a:noFill/>
                          </a:ln>
                          <a:effectLst/>
                          <a:sym typeface="Symbol" pitchFamily="18" charset="2"/>
                        </a:rPr>
                        <a:t>;</a:t>
                      </a:r>
                    </a:p>
                    <a:p>
                      <a:pPr marL="0" marR="0" lvl="0" indent="0" algn="l" defTabSz="914400" rtl="0" eaLnBrk="1" fontAlgn="base" latinLnBrk="0" hangingPunct="1">
                        <a:lnSpc>
                          <a:spcPct val="100000"/>
                        </a:lnSpc>
                        <a:spcBef>
                          <a:spcPts val="600"/>
                        </a:spcBef>
                        <a:spcAft>
                          <a:spcPct val="0"/>
                        </a:spcAft>
                        <a:buClrTx/>
                        <a:buSzTx/>
                        <a:buFontTx/>
                        <a:buNone/>
                        <a:tabLst/>
                      </a:pPr>
                      <a:r>
                        <a:rPr kumimoji="0" lang="en-US" sz="2000" u="none" strike="noStrike" cap="none" normalizeH="0" baseline="0" dirty="0">
                          <a:ln>
                            <a:noFill/>
                          </a:ln>
                          <a:effectLst/>
                        </a:rPr>
                        <a:t>S</a:t>
                      </a:r>
                      <a:r>
                        <a:rPr kumimoji="0" lang="en-US" sz="2000" u="none" strike="noStrike" cap="none" normalizeH="0" baseline="-25000" dirty="0">
                          <a:ln>
                            <a:noFill/>
                          </a:ln>
                          <a:effectLst/>
                        </a:rPr>
                        <a:t>5</a:t>
                      </a:r>
                      <a:r>
                        <a:rPr kumimoji="0" lang="en-US" sz="2000" u="none" strike="noStrike" cap="none" normalizeH="0" baseline="0" dirty="0">
                          <a:ln>
                            <a:noFill/>
                          </a:ln>
                          <a:effectLst/>
                        </a:rPr>
                        <a:t> = ~q</a:t>
                      </a:r>
                      <a:r>
                        <a:rPr kumimoji="0" lang="en-US" sz="2000" u="none" strike="noStrike" cap="none" normalizeH="0" baseline="-25000" dirty="0">
                          <a:ln>
                            <a:noFill/>
                          </a:ln>
                          <a:effectLst/>
                        </a:rPr>
                        <a:t>1</a:t>
                      </a:r>
                      <a:r>
                        <a:rPr kumimoji="0" lang="en-US" sz="2000" u="none" strike="noStrike" cap="none" normalizeH="0" baseline="0" dirty="0">
                          <a:ln>
                            <a:noFill/>
                          </a:ln>
                          <a:effectLst/>
                          <a:sym typeface="Symbol" pitchFamily="18" charset="2"/>
                        </a:rPr>
                        <a:t>q</a:t>
                      </a:r>
                      <a:r>
                        <a:rPr kumimoji="0" lang="en-US" sz="2000" u="none" strike="noStrike" cap="none" normalizeH="0" baseline="-25000" dirty="0">
                          <a:ln>
                            <a:noFill/>
                          </a:ln>
                          <a:effectLst/>
                          <a:sym typeface="Symbol" pitchFamily="18" charset="2"/>
                        </a:rPr>
                        <a:t>2</a:t>
                      </a:r>
                      <a:r>
                        <a:rPr kumimoji="0" lang="en-US" sz="2000" u="none" strike="noStrike" cap="none" normalizeH="0" baseline="0" dirty="0">
                          <a:ln>
                            <a:noFill/>
                          </a:ln>
                          <a:effectLst/>
                          <a:sym typeface="Symbol" pitchFamily="18" charset="2"/>
                        </a:rPr>
                        <a:t>;</a:t>
                      </a:r>
                    </a:p>
                    <a:p>
                      <a:pPr marL="0" marR="0" lvl="0" indent="0" algn="l" defTabSz="914400" rtl="0" eaLnBrk="1" fontAlgn="base" latinLnBrk="0" hangingPunct="1">
                        <a:lnSpc>
                          <a:spcPct val="100000"/>
                        </a:lnSpc>
                        <a:spcBef>
                          <a:spcPts val="600"/>
                        </a:spcBef>
                        <a:spcAft>
                          <a:spcPct val="0"/>
                        </a:spcAft>
                        <a:buClrTx/>
                        <a:buSzTx/>
                        <a:buFontTx/>
                        <a:buNone/>
                        <a:tabLst/>
                      </a:pPr>
                      <a:r>
                        <a:rPr kumimoji="0" lang="en-US" sz="2000" u="none" strike="noStrike" cap="none" normalizeH="0" baseline="0" dirty="0">
                          <a:ln>
                            <a:noFill/>
                          </a:ln>
                          <a:effectLst/>
                        </a:rPr>
                        <a:t>S</a:t>
                      </a:r>
                      <a:r>
                        <a:rPr kumimoji="0" lang="en-US" sz="2000" u="none" strike="noStrike" cap="none" normalizeH="0" baseline="-25000" dirty="0">
                          <a:ln>
                            <a:noFill/>
                          </a:ln>
                          <a:effectLst/>
                        </a:rPr>
                        <a:t>6</a:t>
                      </a:r>
                      <a:r>
                        <a:rPr kumimoji="0" lang="en-US" sz="2000" u="none" strike="noStrike" cap="none" normalizeH="0" baseline="0" dirty="0">
                          <a:ln>
                            <a:noFill/>
                          </a:ln>
                          <a:effectLst/>
                        </a:rPr>
                        <a:t> = ~q</a:t>
                      </a:r>
                      <a:r>
                        <a:rPr kumimoji="0" lang="en-US" sz="2000" u="none" strike="noStrike" cap="none" normalizeH="0" baseline="-25000" dirty="0">
                          <a:ln>
                            <a:noFill/>
                          </a:ln>
                          <a:effectLst/>
                        </a:rPr>
                        <a:t>2</a:t>
                      </a:r>
                      <a:r>
                        <a:rPr kumimoji="0" lang="en-US" sz="2000" u="none" strike="noStrike" cap="none" normalizeH="0" baseline="0" dirty="0">
                          <a:ln>
                            <a:noFill/>
                          </a:ln>
                          <a:effectLst/>
                          <a:sym typeface="Symbol" pitchFamily="18" charset="2"/>
                        </a:rPr>
                        <a:t>q</a:t>
                      </a:r>
                      <a:r>
                        <a:rPr kumimoji="0" lang="en-US" sz="2000" u="none" strike="noStrike" cap="none" normalizeH="0" baseline="-25000" dirty="0">
                          <a:ln>
                            <a:noFill/>
                          </a:ln>
                          <a:effectLst/>
                          <a:sym typeface="Symbol" pitchFamily="18" charset="2"/>
                        </a:rPr>
                        <a:t>3</a:t>
                      </a:r>
                      <a:r>
                        <a:rPr kumimoji="0" lang="en-US" sz="2000" u="none" strike="noStrike" cap="none" normalizeH="0" baseline="0" dirty="0">
                          <a:ln>
                            <a:noFill/>
                          </a:ln>
                          <a:effectLst/>
                          <a:sym typeface="Symbol" pitchFamily="18" charset="2"/>
                        </a:rPr>
                        <a:t>;</a:t>
                      </a:r>
                    </a:p>
                    <a:p>
                      <a:pPr marL="0" marR="0" lvl="0" indent="0" algn="l" defTabSz="914400" rtl="0" eaLnBrk="1" fontAlgn="base" latinLnBrk="0" hangingPunct="1">
                        <a:lnSpc>
                          <a:spcPct val="100000"/>
                        </a:lnSpc>
                        <a:spcBef>
                          <a:spcPts val="600"/>
                        </a:spcBef>
                        <a:spcAft>
                          <a:spcPct val="0"/>
                        </a:spcAft>
                        <a:buClrTx/>
                        <a:buSzTx/>
                        <a:buFontTx/>
                        <a:buNone/>
                        <a:tabLst/>
                      </a:pPr>
                      <a:r>
                        <a:rPr kumimoji="0" lang="en-US" sz="2000" u="none" strike="noStrike" cap="none" normalizeH="0" baseline="0" dirty="0">
                          <a:ln>
                            <a:noFill/>
                          </a:ln>
                          <a:effectLst/>
                        </a:rPr>
                        <a:t>S</a:t>
                      </a:r>
                      <a:r>
                        <a:rPr kumimoji="0" lang="en-US" sz="2000" u="none" strike="noStrike" cap="none" normalizeH="0" baseline="-25000" dirty="0">
                          <a:ln>
                            <a:noFill/>
                          </a:ln>
                          <a:effectLst/>
                        </a:rPr>
                        <a:t>7</a:t>
                      </a:r>
                      <a:r>
                        <a:rPr kumimoji="0" lang="en-US" sz="2000" u="none" strike="noStrike" cap="none" normalizeH="0" baseline="0" dirty="0">
                          <a:ln>
                            <a:noFill/>
                          </a:ln>
                          <a:effectLst/>
                        </a:rPr>
                        <a:t> = ~q</a:t>
                      </a:r>
                      <a:r>
                        <a:rPr kumimoji="0" lang="en-US" sz="2000" u="none" strike="noStrike" cap="none" normalizeH="0" baseline="-25000" dirty="0">
                          <a:ln>
                            <a:noFill/>
                          </a:ln>
                          <a:effectLst/>
                        </a:rPr>
                        <a:t>3</a:t>
                      </a:r>
                      <a:r>
                        <a:rPr kumimoji="0" lang="en-US" sz="2000" u="none" strike="noStrike" cap="none" normalizeH="0" baseline="0" dirty="0">
                          <a:ln>
                            <a:noFill/>
                          </a:ln>
                          <a:effectLst/>
                          <a:sym typeface="Symbol" pitchFamily="18" charset="2"/>
                        </a:rPr>
                        <a:t>q</a:t>
                      </a:r>
                      <a:r>
                        <a:rPr kumimoji="0" lang="en-US" sz="2000" u="none" strike="noStrike" cap="none" normalizeH="0" baseline="-25000" dirty="0">
                          <a:ln>
                            <a:noFill/>
                          </a:ln>
                          <a:effectLst/>
                          <a:sym typeface="Symbol" pitchFamily="18" charset="2"/>
                        </a:rPr>
                        <a:t>4</a:t>
                      </a:r>
                      <a:r>
                        <a:rPr kumimoji="0" lang="en-US" sz="2000" u="none" strike="noStrike" cap="none" normalizeH="0" baseline="0" dirty="0">
                          <a:ln>
                            <a:noFill/>
                          </a:ln>
                          <a:effectLst/>
                          <a:sym typeface="Symbol" pitchFamily="18" charset="2"/>
                        </a:rPr>
                        <a:t>;</a:t>
                      </a:r>
                    </a:p>
                  </a:txBody>
                  <a:tcPr horzOverflow="overflow">
                    <a:solidFill>
                      <a:schemeClr val="accent1">
                        <a:lumMod val="20000"/>
                        <a:lumOff val="80000"/>
                      </a:schemeClr>
                    </a:solidFill>
                  </a:tcPr>
                </a:tc>
                <a:extLst>
                  <a:ext uri="{0D108BD9-81ED-4DB2-BD59-A6C34878D82A}">
                    <a16:rowId xmlns:a16="http://schemas.microsoft.com/office/drawing/2014/main" val="10000"/>
                  </a:ext>
                </a:extLst>
              </a:tr>
            </a:tbl>
          </a:graphicData>
        </a:graphic>
      </p:graphicFrame>
      <p:sp>
        <p:nvSpPr>
          <p:cNvPr id="59397" name="TextBox 4">
            <a:extLst>
              <a:ext uri="{FF2B5EF4-FFF2-40B4-BE49-F238E27FC236}">
                <a16:creationId xmlns:a16="http://schemas.microsoft.com/office/drawing/2014/main" id="{48E54154-40E7-6C6A-D4DB-847CEA423378}"/>
              </a:ext>
            </a:extLst>
          </p:cNvPr>
          <p:cNvSpPr txBox="1">
            <a:spLocks noChangeArrowheads="1"/>
          </p:cNvSpPr>
          <p:nvPr/>
        </p:nvSpPr>
        <p:spPr bwMode="auto">
          <a:xfrm>
            <a:off x="5181600" y="1752601"/>
            <a:ext cx="3962400" cy="2862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solidFill>
                  <a:srgbClr val="0000FF"/>
                </a:solidFill>
              </a:rPr>
              <a:t>module</a:t>
            </a:r>
            <a:r>
              <a:rPr lang="en-US" altLang="en-US"/>
              <a:t>  Johnson_cnt(clk,reset,q);</a:t>
            </a:r>
          </a:p>
          <a:p>
            <a:pPr eaLnBrk="1" hangingPunct="1"/>
            <a:r>
              <a:rPr lang="en-US" altLang="en-US"/>
              <a:t>	</a:t>
            </a:r>
            <a:r>
              <a:rPr lang="en-US" altLang="en-US">
                <a:solidFill>
                  <a:srgbClr val="0000FF"/>
                </a:solidFill>
              </a:rPr>
              <a:t>parameter  </a:t>
            </a:r>
            <a:r>
              <a:rPr lang="en-US" altLang="en-US"/>
              <a:t>n=16;</a:t>
            </a:r>
            <a:endParaRPr lang="en-GB" altLang="en-US">
              <a:solidFill>
                <a:srgbClr val="0000FF"/>
              </a:solidFill>
            </a:endParaRPr>
          </a:p>
          <a:p>
            <a:pPr eaLnBrk="1" hangingPunct="1"/>
            <a:r>
              <a:rPr lang="en-US" altLang="en-US"/>
              <a:t>	 </a:t>
            </a:r>
            <a:r>
              <a:rPr lang="en-US" altLang="en-US">
                <a:solidFill>
                  <a:srgbClr val="0000FF"/>
                </a:solidFill>
              </a:rPr>
              <a:t>input</a:t>
            </a:r>
            <a:r>
              <a:rPr lang="en-US" altLang="en-US"/>
              <a:t>  clk,reset;</a:t>
            </a:r>
            <a:endParaRPr lang="en-GB" altLang="en-US"/>
          </a:p>
          <a:p>
            <a:pPr eaLnBrk="1" hangingPunct="1"/>
            <a:r>
              <a:rPr lang="en-US" altLang="en-US"/>
              <a:t>	 </a:t>
            </a:r>
            <a:r>
              <a:rPr lang="en-US" altLang="en-US">
                <a:solidFill>
                  <a:srgbClr val="0000FF"/>
                </a:solidFill>
              </a:rPr>
              <a:t>output reg </a:t>
            </a:r>
            <a:r>
              <a:rPr lang="en-US" altLang="en-US"/>
              <a:t>[n-1:0] q;</a:t>
            </a:r>
            <a:endParaRPr lang="en-GB" altLang="en-US"/>
          </a:p>
          <a:p>
            <a:pPr eaLnBrk="1" hangingPunct="1"/>
            <a:r>
              <a:rPr lang="en-US" altLang="en-US">
                <a:solidFill>
                  <a:srgbClr val="0000FF"/>
                </a:solidFill>
              </a:rPr>
              <a:t> always </a:t>
            </a:r>
            <a:r>
              <a:rPr lang="en-US" altLang="en-US"/>
              <a:t>@(posedge clk)</a:t>
            </a:r>
            <a:endParaRPr lang="en-GB" altLang="en-US"/>
          </a:p>
          <a:p>
            <a:pPr eaLnBrk="1" hangingPunct="1"/>
            <a:r>
              <a:rPr lang="en-US" altLang="en-US"/>
              <a:t>	 </a:t>
            </a:r>
            <a:r>
              <a:rPr lang="en-US" altLang="en-US">
                <a:solidFill>
                  <a:srgbClr val="0000FF"/>
                </a:solidFill>
              </a:rPr>
              <a:t>if</a:t>
            </a:r>
            <a:r>
              <a:rPr lang="en-US" altLang="en-US"/>
              <a:t>(reset)</a:t>
            </a:r>
            <a:endParaRPr lang="en-GB" altLang="en-US"/>
          </a:p>
          <a:p>
            <a:pPr eaLnBrk="1" hangingPunct="1"/>
            <a:r>
              <a:rPr lang="en-US" altLang="en-US"/>
              <a:t>	 q&lt;=0;</a:t>
            </a:r>
            <a:endParaRPr lang="en-GB" altLang="en-US"/>
          </a:p>
          <a:p>
            <a:pPr eaLnBrk="1" hangingPunct="1"/>
            <a:r>
              <a:rPr lang="en-US" altLang="en-US">
                <a:solidFill>
                  <a:srgbClr val="0000FF"/>
                </a:solidFill>
              </a:rPr>
              <a:t>    else	</a:t>
            </a:r>
            <a:r>
              <a:rPr lang="en-US" altLang="en-US"/>
              <a:t> q&lt;={~q[0],q[n:1]};</a:t>
            </a:r>
            <a:endParaRPr lang="en-GB" altLang="en-US"/>
          </a:p>
          <a:p>
            <a:pPr eaLnBrk="1" hangingPunct="1"/>
            <a:r>
              <a:rPr lang="en-US" altLang="en-US"/>
              <a:t>	 </a:t>
            </a:r>
            <a:r>
              <a:rPr lang="en-US" altLang="en-US">
                <a:solidFill>
                  <a:srgbClr val="0000FF"/>
                </a:solidFill>
              </a:rPr>
              <a:t>else </a:t>
            </a:r>
            <a:r>
              <a:rPr lang="en-US" altLang="en-US"/>
              <a:t>q&lt;=q;</a:t>
            </a:r>
            <a:endParaRPr lang="en-GB" altLang="en-US"/>
          </a:p>
          <a:p>
            <a:pPr eaLnBrk="1" hangingPunct="1"/>
            <a:r>
              <a:rPr lang="en-US" altLang="en-US"/>
              <a:t>	</a:t>
            </a:r>
            <a:r>
              <a:rPr lang="en-US" altLang="en-US">
                <a:solidFill>
                  <a:srgbClr val="0000FF"/>
                </a:solidFill>
              </a:rPr>
              <a:t> endmodule</a:t>
            </a:r>
            <a:endParaRPr lang="en-GB" altLang="en-US"/>
          </a:p>
        </p:txBody>
      </p:sp>
      <p:sp>
        <p:nvSpPr>
          <p:cNvPr id="59398" name="TextBox 6">
            <a:extLst>
              <a:ext uri="{FF2B5EF4-FFF2-40B4-BE49-F238E27FC236}">
                <a16:creationId xmlns:a16="http://schemas.microsoft.com/office/drawing/2014/main" id="{2AFD4B68-8BC4-0A08-A3A7-9A36F3306F4D}"/>
              </a:ext>
            </a:extLst>
          </p:cNvPr>
          <p:cNvSpPr txBox="1">
            <a:spLocks noChangeArrowheads="1"/>
          </p:cNvSpPr>
          <p:nvPr/>
        </p:nvSpPr>
        <p:spPr bwMode="auto">
          <a:xfrm>
            <a:off x="5867400" y="1219200"/>
            <a:ext cx="34290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Verilog  Description</a:t>
            </a:r>
            <a:endParaRPr lang="en-GB" altLang="en-US"/>
          </a:p>
        </p:txBody>
      </p:sp>
      <p:sp>
        <p:nvSpPr>
          <p:cNvPr id="3" name="Title 2">
            <a:extLst>
              <a:ext uri="{FF2B5EF4-FFF2-40B4-BE49-F238E27FC236}">
                <a16:creationId xmlns:a16="http://schemas.microsoft.com/office/drawing/2014/main" id="{D2F8414D-D39F-415E-1C70-9D90D0579378}"/>
              </a:ext>
            </a:extLst>
          </p:cNvPr>
          <p:cNvSpPr>
            <a:spLocks noGrp="1"/>
          </p:cNvSpPr>
          <p:nvPr>
            <p:ph type="title"/>
          </p:nvPr>
        </p:nvSpPr>
        <p:spPr/>
        <p:txBody>
          <a:bodyPr>
            <a:normAutofit/>
          </a:bodyPr>
          <a:lstStyle/>
          <a:p>
            <a:r>
              <a:rPr lang="en-US" dirty="0"/>
              <a:t>State Decoding of Johnson’s Counter</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4">
            <a:extLst>
              <a:ext uri="{FF2B5EF4-FFF2-40B4-BE49-F238E27FC236}">
                <a16:creationId xmlns:a16="http://schemas.microsoft.com/office/drawing/2014/main" id="{DEDF23E6-E294-33A1-2F3A-11F1921025D1}"/>
              </a:ext>
            </a:extLst>
          </p:cNvPr>
          <p:cNvSpPr>
            <a:spLocks noGrp="1" noChangeArrowheads="1"/>
          </p:cNvSpPr>
          <p:nvPr>
            <p:ph type="title"/>
          </p:nvPr>
        </p:nvSpPr>
        <p:spPr/>
        <p:txBody>
          <a:bodyPr/>
          <a:lstStyle/>
          <a:p>
            <a:r>
              <a:rPr lang="en-US" altLang="en-US"/>
              <a:t>Johnson’s Counter with State Decoding</a:t>
            </a:r>
            <a:endParaRPr lang="ru-RU" altLang="en-US"/>
          </a:p>
        </p:txBody>
      </p:sp>
      <p:grpSp>
        <p:nvGrpSpPr>
          <p:cNvPr id="60419" name="Group 7">
            <a:extLst>
              <a:ext uri="{FF2B5EF4-FFF2-40B4-BE49-F238E27FC236}">
                <a16:creationId xmlns:a16="http://schemas.microsoft.com/office/drawing/2014/main" id="{5405494D-0C0E-F5CE-B588-E4DA488AE5D3}"/>
              </a:ext>
            </a:extLst>
          </p:cNvPr>
          <p:cNvGrpSpPr>
            <a:grpSpLocks/>
          </p:cNvGrpSpPr>
          <p:nvPr/>
        </p:nvGrpSpPr>
        <p:grpSpPr bwMode="auto">
          <a:xfrm>
            <a:off x="2209800" y="1804988"/>
            <a:ext cx="7848600" cy="3986212"/>
            <a:chOff x="136" y="1221"/>
            <a:chExt cx="5561" cy="2715"/>
          </a:xfrm>
        </p:grpSpPr>
        <p:sp>
          <p:nvSpPr>
            <p:cNvPr id="60420" name="Line 99">
              <a:extLst>
                <a:ext uri="{FF2B5EF4-FFF2-40B4-BE49-F238E27FC236}">
                  <a16:creationId xmlns:a16="http://schemas.microsoft.com/office/drawing/2014/main" id="{95F4F130-7968-B35B-5CE4-6A82E901F25B}"/>
                </a:ext>
              </a:extLst>
            </p:cNvPr>
            <p:cNvSpPr>
              <a:spLocks noChangeShapeType="1"/>
            </p:cNvSpPr>
            <p:nvPr/>
          </p:nvSpPr>
          <p:spPr bwMode="auto">
            <a:xfrm>
              <a:off x="2869" y="1410"/>
              <a:ext cx="254"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421" name="Line 115">
              <a:extLst>
                <a:ext uri="{FF2B5EF4-FFF2-40B4-BE49-F238E27FC236}">
                  <a16:creationId xmlns:a16="http://schemas.microsoft.com/office/drawing/2014/main" id="{B4309939-E868-FF15-B7E7-C220D953FCDC}"/>
                </a:ext>
              </a:extLst>
            </p:cNvPr>
            <p:cNvSpPr>
              <a:spLocks noChangeShapeType="1"/>
            </p:cNvSpPr>
            <p:nvPr/>
          </p:nvSpPr>
          <p:spPr bwMode="auto">
            <a:xfrm>
              <a:off x="4367" y="1536"/>
              <a:ext cx="118"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422" name="Line 43">
              <a:extLst>
                <a:ext uri="{FF2B5EF4-FFF2-40B4-BE49-F238E27FC236}">
                  <a16:creationId xmlns:a16="http://schemas.microsoft.com/office/drawing/2014/main" id="{4BED7021-BDC4-BD77-4733-2080FE81F362}"/>
                </a:ext>
              </a:extLst>
            </p:cNvPr>
            <p:cNvSpPr>
              <a:spLocks noChangeShapeType="1"/>
            </p:cNvSpPr>
            <p:nvPr/>
          </p:nvSpPr>
          <p:spPr bwMode="auto">
            <a:xfrm>
              <a:off x="4665" y="3103"/>
              <a:ext cx="125" cy="0"/>
            </a:xfrm>
            <a:prstGeom prst="line">
              <a:avLst/>
            </a:prstGeom>
            <a:noFill/>
            <a:ln w="22225">
              <a:solidFill>
                <a:srgbClr val="000000"/>
              </a:solidFill>
              <a:round/>
              <a:headEnd/>
              <a:tailEnd type="none" w="sm" len="med"/>
            </a:ln>
            <a:extLst>
              <a:ext uri="{909E8E84-426E-40DD-AFC4-6F175D3DCCD1}">
                <a14:hiddenFill xmlns:a14="http://schemas.microsoft.com/office/drawing/2010/main">
                  <a:noFill/>
                </a14:hiddenFill>
              </a:ext>
            </a:extLst>
          </p:spPr>
          <p:txBody>
            <a:bodyPr/>
            <a:lstStyle/>
            <a:p>
              <a:endParaRPr lang="en-US"/>
            </a:p>
          </p:txBody>
        </p:sp>
        <p:sp>
          <p:nvSpPr>
            <p:cNvPr id="60423" name="Text Box 8">
              <a:extLst>
                <a:ext uri="{FF2B5EF4-FFF2-40B4-BE49-F238E27FC236}">
                  <a16:creationId xmlns:a16="http://schemas.microsoft.com/office/drawing/2014/main" id="{33B01AD4-3099-F81A-49C1-505079331DB3}"/>
                </a:ext>
              </a:extLst>
            </p:cNvPr>
            <p:cNvSpPr txBox="1">
              <a:spLocks noChangeArrowheads="1"/>
            </p:cNvSpPr>
            <p:nvPr/>
          </p:nvSpPr>
          <p:spPr bwMode="auto">
            <a:xfrm>
              <a:off x="4568" y="3091"/>
              <a:ext cx="432" cy="2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~q</a:t>
              </a:r>
              <a:r>
                <a:rPr lang="en-US" altLang="en-US" sz="2000" baseline="-25000"/>
                <a:t>4</a:t>
              </a:r>
              <a:endParaRPr lang="en-US" altLang="en-US" sz="2000"/>
            </a:p>
          </p:txBody>
        </p:sp>
        <p:sp>
          <p:nvSpPr>
            <p:cNvPr id="60424" name="Rectangle 9">
              <a:extLst>
                <a:ext uri="{FF2B5EF4-FFF2-40B4-BE49-F238E27FC236}">
                  <a16:creationId xmlns:a16="http://schemas.microsoft.com/office/drawing/2014/main" id="{60DFF386-59FA-1317-4526-422EBD0902DA}"/>
                </a:ext>
              </a:extLst>
            </p:cNvPr>
            <p:cNvSpPr>
              <a:spLocks noChangeArrowheads="1"/>
            </p:cNvSpPr>
            <p:nvPr/>
          </p:nvSpPr>
          <p:spPr bwMode="auto">
            <a:xfrm>
              <a:off x="874" y="2564"/>
              <a:ext cx="472" cy="735"/>
            </a:xfrm>
            <a:prstGeom prst="rect">
              <a:avLst/>
            </a:prstGeom>
            <a:solidFill>
              <a:schemeClr val="accent1"/>
            </a:solidFill>
            <a:ln w="22225">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en-US" sz="2000" dirty="0"/>
                <a:t> </a:t>
              </a:r>
              <a:r>
                <a:rPr lang="en-US" altLang="en-US" sz="2000" dirty="0">
                  <a:solidFill>
                    <a:schemeClr val="bg1"/>
                  </a:solidFill>
                </a:rPr>
                <a:t>D</a:t>
              </a:r>
            </a:p>
            <a:p>
              <a:endParaRPr lang="en-US" altLang="en-US" sz="2000" dirty="0">
                <a:solidFill>
                  <a:schemeClr val="bg1"/>
                </a:solidFill>
              </a:endParaRPr>
            </a:p>
            <a:p>
              <a:r>
                <a:rPr lang="en-US" altLang="en-US" sz="2000" dirty="0">
                  <a:solidFill>
                    <a:schemeClr val="bg1"/>
                  </a:solidFill>
                </a:rPr>
                <a:t> C</a:t>
              </a:r>
            </a:p>
            <a:p>
              <a:endParaRPr lang="en-US" altLang="en-US" sz="2000" dirty="0"/>
            </a:p>
          </p:txBody>
        </p:sp>
        <p:sp>
          <p:nvSpPr>
            <p:cNvPr id="60425" name="Rectangle 10">
              <a:extLst>
                <a:ext uri="{FF2B5EF4-FFF2-40B4-BE49-F238E27FC236}">
                  <a16:creationId xmlns:a16="http://schemas.microsoft.com/office/drawing/2014/main" id="{72A95441-A08F-754B-DDC1-2BC6718C7F25}"/>
                </a:ext>
              </a:extLst>
            </p:cNvPr>
            <p:cNvSpPr>
              <a:spLocks noChangeArrowheads="1"/>
            </p:cNvSpPr>
            <p:nvPr/>
          </p:nvSpPr>
          <p:spPr bwMode="auto">
            <a:xfrm>
              <a:off x="1955" y="2570"/>
              <a:ext cx="467" cy="734"/>
            </a:xfrm>
            <a:prstGeom prst="rect">
              <a:avLst/>
            </a:prstGeom>
            <a:solidFill>
              <a:schemeClr val="accent1"/>
            </a:solidFill>
            <a:ln w="22225">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en-US" sz="2000" dirty="0"/>
                <a:t> </a:t>
              </a:r>
              <a:r>
                <a:rPr lang="en-US" altLang="en-US" sz="2000" dirty="0">
                  <a:solidFill>
                    <a:schemeClr val="bg1"/>
                  </a:solidFill>
                </a:rPr>
                <a:t>D</a:t>
              </a:r>
            </a:p>
            <a:p>
              <a:endParaRPr lang="en-US" altLang="en-US" sz="2000" dirty="0">
                <a:solidFill>
                  <a:schemeClr val="bg1"/>
                </a:solidFill>
              </a:endParaRPr>
            </a:p>
            <a:p>
              <a:r>
                <a:rPr lang="en-US" altLang="en-US" sz="2000" dirty="0">
                  <a:solidFill>
                    <a:schemeClr val="bg1"/>
                  </a:solidFill>
                </a:rPr>
                <a:t> C</a:t>
              </a:r>
            </a:p>
            <a:p>
              <a:endParaRPr lang="en-US" altLang="en-US" sz="2000" dirty="0"/>
            </a:p>
          </p:txBody>
        </p:sp>
        <p:sp>
          <p:nvSpPr>
            <p:cNvPr id="60426" name="Rectangle 11">
              <a:extLst>
                <a:ext uri="{FF2B5EF4-FFF2-40B4-BE49-F238E27FC236}">
                  <a16:creationId xmlns:a16="http://schemas.microsoft.com/office/drawing/2014/main" id="{53282572-0737-F34D-C072-1A7B2A00F3B4}"/>
                </a:ext>
              </a:extLst>
            </p:cNvPr>
            <p:cNvSpPr>
              <a:spLocks noChangeArrowheads="1"/>
            </p:cNvSpPr>
            <p:nvPr/>
          </p:nvSpPr>
          <p:spPr bwMode="auto">
            <a:xfrm>
              <a:off x="3037" y="2576"/>
              <a:ext cx="472" cy="734"/>
            </a:xfrm>
            <a:prstGeom prst="rect">
              <a:avLst/>
            </a:prstGeom>
            <a:solidFill>
              <a:schemeClr val="accent1"/>
            </a:solidFill>
            <a:ln w="22225">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en-US" sz="2000" dirty="0"/>
                <a:t> </a:t>
              </a:r>
              <a:r>
                <a:rPr lang="en-US" altLang="en-US" sz="2000" dirty="0">
                  <a:solidFill>
                    <a:schemeClr val="bg1"/>
                  </a:solidFill>
                </a:rPr>
                <a:t>D</a:t>
              </a:r>
            </a:p>
            <a:p>
              <a:endParaRPr lang="en-US" altLang="en-US" sz="2000" dirty="0">
                <a:solidFill>
                  <a:schemeClr val="bg1"/>
                </a:solidFill>
              </a:endParaRPr>
            </a:p>
            <a:p>
              <a:r>
                <a:rPr lang="en-US" altLang="en-US" sz="2000" dirty="0">
                  <a:solidFill>
                    <a:schemeClr val="bg1"/>
                  </a:solidFill>
                </a:rPr>
                <a:t> C</a:t>
              </a:r>
            </a:p>
            <a:p>
              <a:endParaRPr lang="en-US" altLang="en-US" sz="2000" dirty="0"/>
            </a:p>
          </p:txBody>
        </p:sp>
        <p:sp>
          <p:nvSpPr>
            <p:cNvPr id="60427" name="Rectangle 12">
              <a:extLst>
                <a:ext uri="{FF2B5EF4-FFF2-40B4-BE49-F238E27FC236}">
                  <a16:creationId xmlns:a16="http://schemas.microsoft.com/office/drawing/2014/main" id="{1BA4E979-309C-6509-DE3F-DE1D1706F490}"/>
                </a:ext>
              </a:extLst>
            </p:cNvPr>
            <p:cNvSpPr>
              <a:spLocks noChangeArrowheads="1"/>
            </p:cNvSpPr>
            <p:nvPr/>
          </p:nvSpPr>
          <p:spPr bwMode="auto">
            <a:xfrm>
              <a:off x="4127" y="2580"/>
              <a:ext cx="469" cy="734"/>
            </a:xfrm>
            <a:prstGeom prst="rect">
              <a:avLst/>
            </a:prstGeom>
            <a:solidFill>
              <a:schemeClr val="accent1"/>
            </a:solidFill>
            <a:ln w="22225">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en-US" sz="2000" dirty="0"/>
                <a:t> </a:t>
              </a:r>
              <a:r>
                <a:rPr lang="en-US" altLang="en-US" sz="2000" dirty="0">
                  <a:solidFill>
                    <a:schemeClr val="bg1"/>
                  </a:solidFill>
                </a:rPr>
                <a:t>D</a:t>
              </a:r>
            </a:p>
            <a:p>
              <a:endParaRPr lang="en-US" altLang="en-US" sz="2000" dirty="0">
                <a:solidFill>
                  <a:schemeClr val="bg1"/>
                </a:solidFill>
              </a:endParaRPr>
            </a:p>
            <a:p>
              <a:r>
                <a:rPr lang="en-US" altLang="en-US" sz="2000" dirty="0">
                  <a:solidFill>
                    <a:schemeClr val="bg1"/>
                  </a:solidFill>
                </a:rPr>
                <a:t> C</a:t>
              </a:r>
            </a:p>
            <a:p>
              <a:endParaRPr lang="en-US" altLang="en-US" sz="2000" dirty="0"/>
            </a:p>
          </p:txBody>
        </p:sp>
        <p:sp>
          <p:nvSpPr>
            <p:cNvPr id="60428" name="Line 13">
              <a:extLst>
                <a:ext uri="{FF2B5EF4-FFF2-40B4-BE49-F238E27FC236}">
                  <a16:creationId xmlns:a16="http://schemas.microsoft.com/office/drawing/2014/main" id="{378B7B06-0E2F-C3A5-2409-CF7666718843}"/>
                </a:ext>
              </a:extLst>
            </p:cNvPr>
            <p:cNvSpPr>
              <a:spLocks noChangeShapeType="1"/>
            </p:cNvSpPr>
            <p:nvPr/>
          </p:nvSpPr>
          <p:spPr bwMode="auto">
            <a:xfrm flipV="1">
              <a:off x="377" y="3711"/>
              <a:ext cx="3607"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429" name="Line 14">
              <a:extLst>
                <a:ext uri="{FF2B5EF4-FFF2-40B4-BE49-F238E27FC236}">
                  <a16:creationId xmlns:a16="http://schemas.microsoft.com/office/drawing/2014/main" id="{1438156D-C5C9-7A74-18AA-33A363CC9615}"/>
                </a:ext>
              </a:extLst>
            </p:cNvPr>
            <p:cNvSpPr>
              <a:spLocks noChangeShapeType="1"/>
            </p:cNvSpPr>
            <p:nvPr/>
          </p:nvSpPr>
          <p:spPr bwMode="auto">
            <a:xfrm>
              <a:off x="3990" y="3121"/>
              <a:ext cx="134"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430" name="Line 15">
              <a:extLst>
                <a:ext uri="{FF2B5EF4-FFF2-40B4-BE49-F238E27FC236}">
                  <a16:creationId xmlns:a16="http://schemas.microsoft.com/office/drawing/2014/main" id="{67471FDE-EFC6-B3FC-2263-3211966FEE8C}"/>
                </a:ext>
              </a:extLst>
            </p:cNvPr>
            <p:cNvSpPr>
              <a:spLocks noChangeShapeType="1"/>
            </p:cNvSpPr>
            <p:nvPr/>
          </p:nvSpPr>
          <p:spPr bwMode="auto">
            <a:xfrm flipH="1">
              <a:off x="3995" y="3126"/>
              <a:ext cx="0" cy="592"/>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431" name="Line 16">
              <a:extLst>
                <a:ext uri="{FF2B5EF4-FFF2-40B4-BE49-F238E27FC236}">
                  <a16:creationId xmlns:a16="http://schemas.microsoft.com/office/drawing/2014/main" id="{1DD8CE12-09CD-428D-D4E6-8EE6FF47CF77}"/>
                </a:ext>
              </a:extLst>
            </p:cNvPr>
            <p:cNvSpPr>
              <a:spLocks noChangeShapeType="1"/>
            </p:cNvSpPr>
            <p:nvPr/>
          </p:nvSpPr>
          <p:spPr bwMode="auto">
            <a:xfrm>
              <a:off x="2901" y="3105"/>
              <a:ext cx="131"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432" name="Line 17">
              <a:extLst>
                <a:ext uri="{FF2B5EF4-FFF2-40B4-BE49-F238E27FC236}">
                  <a16:creationId xmlns:a16="http://schemas.microsoft.com/office/drawing/2014/main" id="{AB39BBE6-7A85-62D1-22E4-E275AC58EFD2}"/>
                </a:ext>
              </a:extLst>
            </p:cNvPr>
            <p:cNvSpPr>
              <a:spLocks noChangeShapeType="1"/>
            </p:cNvSpPr>
            <p:nvPr/>
          </p:nvSpPr>
          <p:spPr bwMode="auto">
            <a:xfrm flipH="1">
              <a:off x="2901" y="3097"/>
              <a:ext cx="0" cy="612"/>
            </a:xfrm>
            <a:prstGeom prst="line">
              <a:avLst/>
            </a:prstGeom>
            <a:noFill/>
            <a:ln w="22225">
              <a:solidFill>
                <a:srgbClr val="000000"/>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60433" name="Line 18">
              <a:extLst>
                <a:ext uri="{FF2B5EF4-FFF2-40B4-BE49-F238E27FC236}">
                  <a16:creationId xmlns:a16="http://schemas.microsoft.com/office/drawing/2014/main" id="{F2678BD2-0A71-625A-5733-3365EA262116}"/>
                </a:ext>
              </a:extLst>
            </p:cNvPr>
            <p:cNvSpPr>
              <a:spLocks noChangeShapeType="1"/>
            </p:cNvSpPr>
            <p:nvPr/>
          </p:nvSpPr>
          <p:spPr bwMode="auto">
            <a:xfrm>
              <a:off x="1811" y="3090"/>
              <a:ext cx="131"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434" name="Line 19">
              <a:extLst>
                <a:ext uri="{FF2B5EF4-FFF2-40B4-BE49-F238E27FC236}">
                  <a16:creationId xmlns:a16="http://schemas.microsoft.com/office/drawing/2014/main" id="{3EB326E9-C910-CB60-501B-DBDB756EED7D}"/>
                </a:ext>
              </a:extLst>
            </p:cNvPr>
            <p:cNvSpPr>
              <a:spLocks noChangeShapeType="1"/>
            </p:cNvSpPr>
            <p:nvPr/>
          </p:nvSpPr>
          <p:spPr bwMode="auto">
            <a:xfrm>
              <a:off x="734" y="3094"/>
              <a:ext cx="131"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435" name="Line 20">
              <a:extLst>
                <a:ext uri="{FF2B5EF4-FFF2-40B4-BE49-F238E27FC236}">
                  <a16:creationId xmlns:a16="http://schemas.microsoft.com/office/drawing/2014/main" id="{C714C963-AB64-69A4-9233-E17E8E332D9D}"/>
                </a:ext>
              </a:extLst>
            </p:cNvPr>
            <p:cNvSpPr>
              <a:spLocks noChangeShapeType="1"/>
            </p:cNvSpPr>
            <p:nvPr/>
          </p:nvSpPr>
          <p:spPr bwMode="auto">
            <a:xfrm flipH="1">
              <a:off x="732" y="3099"/>
              <a:ext cx="4" cy="612"/>
            </a:xfrm>
            <a:prstGeom prst="line">
              <a:avLst/>
            </a:prstGeom>
            <a:noFill/>
            <a:ln w="22225">
              <a:solidFill>
                <a:srgbClr val="000000"/>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60436" name="Line 21">
              <a:extLst>
                <a:ext uri="{FF2B5EF4-FFF2-40B4-BE49-F238E27FC236}">
                  <a16:creationId xmlns:a16="http://schemas.microsoft.com/office/drawing/2014/main" id="{FBD2DC22-1769-B299-FE41-BE8A083DAC96}"/>
                </a:ext>
              </a:extLst>
            </p:cNvPr>
            <p:cNvSpPr>
              <a:spLocks noChangeShapeType="1"/>
            </p:cNvSpPr>
            <p:nvPr/>
          </p:nvSpPr>
          <p:spPr bwMode="auto">
            <a:xfrm flipH="1">
              <a:off x="1811" y="3087"/>
              <a:ext cx="0" cy="623"/>
            </a:xfrm>
            <a:prstGeom prst="line">
              <a:avLst/>
            </a:prstGeom>
            <a:noFill/>
            <a:ln w="22225">
              <a:solidFill>
                <a:srgbClr val="000000"/>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60437" name="Line 22">
              <a:extLst>
                <a:ext uri="{FF2B5EF4-FFF2-40B4-BE49-F238E27FC236}">
                  <a16:creationId xmlns:a16="http://schemas.microsoft.com/office/drawing/2014/main" id="{F2A2DEDE-57FA-780D-B315-78F48C7F299B}"/>
                </a:ext>
              </a:extLst>
            </p:cNvPr>
            <p:cNvSpPr>
              <a:spLocks noChangeShapeType="1"/>
            </p:cNvSpPr>
            <p:nvPr/>
          </p:nvSpPr>
          <p:spPr bwMode="auto">
            <a:xfrm>
              <a:off x="738" y="2733"/>
              <a:ext cx="12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438" name="Line 23">
              <a:extLst>
                <a:ext uri="{FF2B5EF4-FFF2-40B4-BE49-F238E27FC236}">
                  <a16:creationId xmlns:a16="http://schemas.microsoft.com/office/drawing/2014/main" id="{323B0BE6-E508-9337-6003-B04F0CC50F7A}"/>
                </a:ext>
              </a:extLst>
            </p:cNvPr>
            <p:cNvSpPr>
              <a:spLocks noChangeShapeType="1"/>
            </p:cNvSpPr>
            <p:nvPr/>
          </p:nvSpPr>
          <p:spPr bwMode="auto">
            <a:xfrm>
              <a:off x="1341" y="2750"/>
              <a:ext cx="614"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439" name="Line 24">
              <a:extLst>
                <a:ext uri="{FF2B5EF4-FFF2-40B4-BE49-F238E27FC236}">
                  <a16:creationId xmlns:a16="http://schemas.microsoft.com/office/drawing/2014/main" id="{64F6B310-5AF5-CF9B-6720-9B937323705D}"/>
                </a:ext>
              </a:extLst>
            </p:cNvPr>
            <p:cNvSpPr>
              <a:spLocks noChangeShapeType="1"/>
            </p:cNvSpPr>
            <p:nvPr/>
          </p:nvSpPr>
          <p:spPr bwMode="auto">
            <a:xfrm>
              <a:off x="2427" y="2742"/>
              <a:ext cx="612"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440" name="Line 25">
              <a:extLst>
                <a:ext uri="{FF2B5EF4-FFF2-40B4-BE49-F238E27FC236}">
                  <a16:creationId xmlns:a16="http://schemas.microsoft.com/office/drawing/2014/main" id="{1DC13757-E945-078C-E3F7-C12D495D9955}"/>
                </a:ext>
              </a:extLst>
            </p:cNvPr>
            <p:cNvSpPr>
              <a:spLocks noChangeShapeType="1"/>
            </p:cNvSpPr>
            <p:nvPr/>
          </p:nvSpPr>
          <p:spPr bwMode="auto">
            <a:xfrm>
              <a:off x="3506" y="2729"/>
              <a:ext cx="612"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441" name="Text Box 26">
              <a:extLst>
                <a:ext uri="{FF2B5EF4-FFF2-40B4-BE49-F238E27FC236}">
                  <a16:creationId xmlns:a16="http://schemas.microsoft.com/office/drawing/2014/main" id="{531E6D86-6A0A-8596-A08B-735CC9E9565C}"/>
                </a:ext>
              </a:extLst>
            </p:cNvPr>
            <p:cNvSpPr txBox="1">
              <a:spLocks noChangeArrowheads="1"/>
            </p:cNvSpPr>
            <p:nvPr/>
          </p:nvSpPr>
          <p:spPr bwMode="auto">
            <a:xfrm>
              <a:off x="136" y="3351"/>
              <a:ext cx="629" cy="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en-US"/>
                <a:t>Clock</a:t>
              </a:r>
              <a:endParaRPr lang="en-US" altLang="en-US" baseline="-25000"/>
            </a:p>
          </p:txBody>
        </p:sp>
        <p:sp>
          <p:nvSpPr>
            <p:cNvPr id="60442" name="Oval 27">
              <a:extLst>
                <a:ext uri="{FF2B5EF4-FFF2-40B4-BE49-F238E27FC236}">
                  <a16:creationId xmlns:a16="http://schemas.microsoft.com/office/drawing/2014/main" id="{5D84AC7D-9E04-30FF-D05D-D57F801BE56E}"/>
                </a:ext>
              </a:extLst>
            </p:cNvPr>
            <p:cNvSpPr>
              <a:spLocks noChangeArrowheads="1"/>
            </p:cNvSpPr>
            <p:nvPr/>
          </p:nvSpPr>
          <p:spPr bwMode="auto">
            <a:xfrm>
              <a:off x="1081" y="3300"/>
              <a:ext cx="77" cy="77"/>
            </a:xfrm>
            <a:prstGeom prst="ellipse">
              <a:avLst/>
            </a:prstGeom>
            <a:solidFill>
              <a:schemeClr val="accent1"/>
            </a:solidFill>
            <a:ln w="22225">
              <a:solidFill>
                <a:schemeClr val="tx1"/>
              </a:solidFill>
              <a:round/>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60443" name="Oval 28">
              <a:extLst>
                <a:ext uri="{FF2B5EF4-FFF2-40B4-BE49-F238E27FC236}">
                  <a16:creationId xmlns:a16="http://schemas.microsoft.com/office/drawing/2014/main" id="{8E077261-1143-4795-04AA-D6D5574339D6}"/>
                </a:ext>
              </a:extLst>
            </p:cNvPr>
            <p:cNvSpPr>
              <a:spLocks noChangeArrowheads="1"/>
            </p:cNvSpPr>
            <p:nvPr/>
          </p:nvSpPr>
          <p:spPr bwMode="auto">
            <a:xfrm>
              <a:off x="2153" y="3299"/>
              <a:ext cx="77" cy="77"/>
            </a:xfrm>
            <a:prstGeom prst="ellipse">
              <a:avLst/>
            </a:prstGeom>
            <a:solidFill>
              <a:schemeClr val="accent1"/>
            </a:solidFill>
            <a:ln w="22225">
              <a:solidFill>
                <a:schemeClr val="tx1"/>
              </a:solidFill>
              <a:round/>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60444" name="Oval 29">
              <a:extLst>
                <a:ext uri="{FF2B5EF4-FFF2-40B4-BE49-F238E27FC236}">
                  <a16:creationId xmlns:a16="http://schemas.microsoft.com/office/drawing/2014/main" id="{FDE956C1-DCD3-1C85-92ED-29C1BEBD90DD}"/>
                </a:ext>
              </a:extLst>
            </p:cNvPr>
            <p:cNvSpPr>
              <a:spLocks noChangeArrowheads="1"/>
            </p:cNvSpPr>
            <p:nvPr/>
          </p:nvSpPr>
          <p:spPr bwMode="auto">
            <a:xfrm>
              <a:off x="3234" y="3308"/>
              <a:ext cx="78" cy="78"/>
            </a:xfrm>
            <a:prstGeom prst="ellipse">
              <a:avLst/>
            </a:prstGeom>
            <a:solidFill>
              <a:schemeClr val="accent1"/>
            </a:solidFill>
            <a:ln w="22225">
              <a:solidFill>
                <a:schemeClr val="tx1"/>
              </a:solidFill>
              <a:round/>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60445" name="Oval 30">
              <a:extLst>
                <a:ext uri="{FF2B5EF4-FFF2-40B4-BE49-F238E27FC236}">
                  <a16:creationId xmlns:a16="http://schemas.microsoft.com/office/drawing/2014/main" id="{638178EB-A9F3-2A7A-B4E9-CC91C694024C}"/>
                </a:ext>
              </a:extLst>
            </p:cNvPr>
            <p:cNvSpPr>
              <a:spLocks noChangeArrowheads="1"/>
            </p:cNvSpPr>
            <p:nvPr/>
          </p:nvSpPr>
          <p:spPr bwMode="auto">
            <a:xfrm>
              <a:off x="4349" y="3314"/>
              <a:ext cx="78" cy="78"/>
            </a:xfrm>
            <a:prstGeom prst="ellipse">
              <a:avLst/>
            </a:prstGeom>
            <a:solidFill>
              <a:schemeClr val="accent1"/>
            </a:solidFill>
            <a:ln w="22225">
              <a:solidFill>
                <a:schemeClr val="tx1"/>
              </a:solidFill>
              <a:round/>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60446" name="Line 31">
              <a:extLst>
                <a:ext uri="{FF2B5EF4-FFF2-40B4-BE49-F238E27FC236}">
                  <a16:creationId xmlns:a16="http://schemas.microsoft.com/office/drawing/2014/main" id="{180D53CA-63C8-B64B-68E9-D751F311CD12}"/>
                </a:ext>
              </a:extLst>
            </p:cNvPr>
            <p:cNvSpPr>
              <a:spLocks noChangeShapeType="1"/>
            </p:cNvSpPr>
            <p:nvPr/>
          </p:nvSpPr>
          <p:spPr bwMode="auto">
            <a:xfrm>
              <a:off x="376" y="3558"/>
              <a:ext cx="4017"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447" name="Line 32">
              <a:extLst>
                <a:ext uri="{FF2B5EF4-FFF2-40B4-BE49-F238E27FC236}">
                  <a16:creationId xmlns:a16="http://schemas.microsoft.com/office/drawing/2014/main" id="{3F22C177-A38B-AE26-EA27-203F9F671ACD}"/>
                </a:ext>
              </a:extLst>
            </p:cNvPr>
            <p:cNvSpPr>
              <a:spLocks noChangeShapeType="1"/>
            </p:cNvSpPr>
            <p:nvPr/>
          </p:nvSpPr>
          <p:spPr bwMode="auto">
            <a:xfrm flipH="1">
              <a:off x="1121" y="3379"/>
              <a:ext cx="0" cy="170"/>
            </a:xfrm>
            <a:prstGeom prst="line">
              <a:avLst/>
            </a:prstGeom>
            <a:noFill/>
            <a:ln w="22225">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60448" name="Line 33">
              <a:extLst>
                <a:ext uri="{FF2B5EF4-FFF2-40B4-BE49-F238E27FC236}">
                  <a16:creationId xmlns:a16="http://schemas.microsoft.com/office/drawing/2014/main" id="{AD7C4350-03C5-8A6B-4025-2BD6B2B2804D}"/>
                </a:ext>
              </a:extLst>
            </p:cNvPr>
            <p:cNvSpPr>
              <a:spLocks noChangeShapeType="1"/>
            </p:cNvSpPr>
            <p:nvPr/>
          </p:nvSpPr>
          <p:spPr bwMode="auto">
            <a:xfrm>
              <a:off x="2185" y="3372"/>
              <a:ext cx="0" cy="170"/>
            </a:xfrm>
            <a:prstGeom prst="line">
              <a:avLst/>
            </a:prstGeom>
            <a:noFill/>
            <a:ln w="22225">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60449" name="Line 34">
              <a:extLst>
                <a:ext uri="{FF2B5EF4-FFF2-40B4-BE49-F238E27FC236}">
                  <a16:creationId xmlns:a16="http://schemas.microsoft.com/office/drawing/2014/main" id="{6035020B-F075-80EF-365E-99BA67DA0D63}"/>
                </a:ext>
              </a:extLst>
            </p:cNvPr>
            <p:cNvSpPr>
              <a:spLocks noChangeShapeType="1"/>
            </p:cNvSpPr>
            <p:nvPr/>
          </p:nvSpPr>
          <p:spPr bwMode="auto">
            <a:xfrm>
              <a:off x="3267" y="3381"/>
              <a:ext cx="0" cy="170"/>
            </a:xfrm>
            <a:prstGeom prst="line">
              <a:avLst/>
            </a:prstGeom>
            <a:noFill/>
            <a:ln w="22225">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60450" name="Line 35">
              <a:extLst>
                <a:ext uri="{FF2B5EF4-FFF2-40B4-BE49-F238E27FC236}">
                  <a16:creationId xmlns:a16="http://schemas.microsoft.com/office/drawing/2014/main" id="{4F9D32F8-6042-CFC3-4562-690B50E51876}"/>
                </a:ext>
              </a:extLst>
            </p:cNvPr>
            <p:cNvSpPr>
              <a:spLocks noChangeShapeType="1"/>
            </p:cNvSpPr>
            <p:nvPr/>
          </p:nvSpPr>
          <p:spPr bwMode="auto">
            <a:xfrm>
              <a:off x="4389" y="3395"/>
              <a:ext cx="0" cy="163"/>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451" name="Line 36">
              <a:extLst>
                <a:ext uri="{FF2B5EF4-FFF2-40B4-BE49-F238E27FC236}">
                  <a16:creationId xmlns:a16="http://schemas.microsoft.com/office/drawing/2014/main" id="{CA5ADD8F-33FB-F132-6CC2-BE34A60676B8}"/>
                </a:ext>
              </a:extLst>
            </p:cNvPr>
            <p:cNvSpPr>
              <a:spLocks noChangeShapeType="1"/>
            </p:cNvSpPr>
            <p:nvPr/>
          </p:nvSpPr>
          <p:spPr bwMode="auto">
            <a:xfrm flipV="1">
              <a:off x="745" y="2379"/>
              <a:ext cx="0" cy="347"/>
            </a:xfrm>
            <a:prstGeom prst="line">
              <a:avLst/>
            </a:prstGeom>
            <a:noFill/>
            <a:ln w="22225">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60452" name="Line 37">
              <a:extLst>
                <a:ext uri="{FF2B5EF4-FFF2-40B4-BE49-F238E27FC236}">
                  <a16:creationId xmlns:a16="http://schemas.microsoft.com/office/drawing/2014/main" id="{C726C8DB-6CA3-7878-BE91-C702A9182C16}"/>
                </a:ext>
              </a:extLst>
            </p:cNvPr>
            <p:cNvSpPr>
              <a:spLocks noChangeShapeType="1"/>
            </p:cNvSpPr>
            <p:nvPr/>
          </p:nvSpPr>
          <p:spPr bwMode="auto">
            <a:xfrm>
              <a:off x="139" y="2379"/>
              <a:ext cx="4665"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453" name="Line 38">
              <a:extLst>
                <a:ext uri="{FF2B5EF4-FFF2-40B4-BE49-F238E27FC236}">
                  <a16:creationId xmlns:a16="http://schemas.microsoft.com/office/drawing/2014/main" id="{C7532F8B-FEEA-6822-0583-7161897FD539}"/>
                </a:ext>
              </a:extLst>
            </p:cNvPr>
            <p:cNvSpPr>
              <a:spLocks noChangeShapeType="1"/>
            </p:cNvSpPr>
            <p:nvPr/>
          </p:nvSpPr>
          <p:spPr bwMode="auto">
            <a:xfrm flipV="1">
              <a:off x="4800" y="2379"/>
              <a:ext cx="0" cy="73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454" name="Text Box 39">
              <a:extLst>
                <a:ext uri="{FF2B5EF4-FFF2-40B4-BE49-F238E27FC236}">
                  <a16:creationId xmlns:a16="http://schemas.microsoft.com/office/drawing/2014/main" id="{74787759-7CAD-F9C7-3483-9ADF168B4AA3}"/>
                </a:ext>
              </a:extLst>
            </p:cNvPr>
            <p:cNvSpPr txBox="1">
              <a:spLocks noChangeArrowheads="1"/>
            </p:cNvSpPr>
            <p:nvPr/>
          </p:nvSpPr>
          <p:spPr bwMode="auto">
            <a:xfrm>
              <a:off x="1675" y="2433"/>
              <a:ext cx="288" cy="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q</a:t>
              </a:r>
              <a:r>
                <a:rPr lang="en-US" altLang="en-US" sz="2000" baseline="-25000"/>
                <a:t>1</a:t>
              </a:r>
              <a:endParaRPr lang="en-US" altLang="en-US" sz="2000"/>
            </a:p>
          </p:txBody>
        </p:sp>
        <p:sp>
          <p:nvSpPr>
            <p:cNvPr id="60455" name="Text Box 40">
              <a:extLst>
                <a:ext uri="{FF2B5EF4-FFF2-40B4-BE49-F238E27FC236}">
                  <a16:creationId xmlns:a16="http://schemas.microsoft.com/office/drawing/2014/main" id="{84B73B26-285C-A9A9-4A82-A1F6C318AB68}"/>
                </a:ext>
              </a:extLst>
            </p:cNvPr>
            <p:cNvSpPr txBox="1">
              <a:spLocks noChangeArrowheads="1"/>
            </p:cNvSpPr>
            <p:nvPr/>
          </p:nvSpPr>
          <p:spPr bwMode="auto">
            <a:xfrm>
              <a:off x="2713" y="2433"/>
              <a:ext cx="288" cy="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q</a:t>
              </a:r>
              <a:r>
                <a:rPr lang="en-US" altLang="en-US" sz="2000" baseline="-25000"/>
                <a:t>2</a:t>
              </a:r>
              <a:endParaRPr lang="en-US" altLang="en-US" sz="2000"/>
            </a:p>
          </p:txBody>
        </p:sp>
        <p:sp>
          <p:nvSpPr>
            <p:cNvPr id="60456" name="Text Box 41">
              <a:extLst>
                <a:ext uri="{FF2B5EF4-FFF2-40B4-BE49-F238E27FC236}">
                  <a16:creationId xmlns:a16="http://schemas.microsoft.com/office/drawing/2014/main" id="{3348F592-3980-9A0D-211F-0B06C941FF0C}"/>
                </a:ext>
              </a:extLst>
            </p:cNvPr>
            <p:cNvSpPr txBox="1">
              <a:spLocks noChangeArrowheads="1"/>
            </p:cNvSpPr>
            <p:nvPr/>
          </p:nvSpPr>
          <p:spPr bwMode="auto">
            <a:xfrm>
              <a:off x="3835" y="2427"/>
              <a:ext cx="288" cy="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q</a:t>
              </a:r>
              <a:r>
                <a:rPr lang="en-US" altLang="en-US" sz="2000" baseline="-25000"/>
                <a:t>3</a:t>
              </a:r>
              <a:endParaRPr lang="en-US" altLang="en-US" sz="2000"/>
            </a:p>
          </p:txBody>
        </p:sp>
        <p:sp>
          <p:nvSpPr>
            <p:cNvPr id="60457" name="Oval 42">
              <a:extLst>
                <a:ext uri="{FF2B5EF4-FFF2-40B4-BE49-F238E27FC236}">
                  <a16:creationId xmlns:a16="http://schemas.microsoft.com/office/drawing/2014/main" id="{9972E15E-698D-207F-BB88-409F2C2DBD6F}"/>
                </a:ext>
              </a:extLst>
            </p:cNvPr>
            <p:cNvSpPr>
              <a:spLocks noChangeArrowheads="1"/>
            </p:cNvSpPr>
            <p:nvPr/>
          </p:nvSpPr>
          <p:spPr bwMode="auto">
            <a:xfrm>
              <a:off x="4599" y="3066"/>
              <a:ext cx="78" cy="78"/>
            </a:xfrm>
            <a:prstGeom prst="ellipse">
              <a:avLst/>
            </a:prstGeom>
            <a:solidFill>
              <a:schemeClr val="accent1"/>
            </a:solidFill>
            <a:ln w="22225">
              <a:solidFill>
                <a:schemeClr val="tx1"/>
              </a:solidFill>
              <a:round/>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60458" name="Line 44">
              <a:extLst>
                <a:ext uri="{FF2B5EF4-FFF2-40B4-BE49-F238E27FC236}">
                  <a16:creationId xmlns:a16="http://schemas.microsoft.com/office/drawing/2014/main" id="{57E0A8ED-A9A7-FF12-6625-5E16C7C6AF81}"/>
                </a:ext>
              </a:extLst>
            </p:cNvPr>
            <p:cNvSpPr>
              <a:spLocks noChangeShapeType="1"/>
            </p:cNvSpPr>
            <p:nvPr/>
          </p:nvSpPr>
          <p:spPr bwMode="auto">
            <a:xfrm flipV="1">
              <a:off x="4610" y="2717"/>
              <a:ext cx="307" cy="0"/>
            </a:xfrm>
            <a:prstGeom prst="line">
              <a:avLst/>
            </a:prstGeom>
            <a:noFill/>
            <a:ln w="22225">
              <a:solidFill>
                <a:srgbClr val="000000"/>
              </a:solidFill>
              <a:round/>
              <a:headEnd/>
              <a:tailEnd type="none" w="sm" len="med"/>
            </a:ln>
            <a:extLst>
              <a:ext uri="{909E8E84-426E-40DD-AFC4-6F175D3DCCD1}">
                <a14:hiddenFill xmlns:a14="http://schemas.microsoft.com/office/drawing/2010/main">
                  <a:noFill/>
                </a14:hiddenFill>
              </a:ext>
            </a:extLst>
          </p:spPr>
          <p:txBody>
            <a:bodyPr/>
            <a:lstStyle/>
            <a:p>
              <a:endParaRPr lang="en-US"/>
            </a:p>
          </p:txBody>
        </p:sp>
        <p:sp>
          <p:nvSpPr>
            <p:cNvPr id="60459" name="Freeform 45">
              <a:extLst>
                <a:ext uri="{FF2B5EF4-FFF2-40B4-BE49-F238E27FC236}">
                  <a16:creationId xmlns:a16="http://schemas.microsoft.com/office/drawing/2014/main" id="{E4154CD2-C113-CAAE-64AD-E50AACDDED1F}"/>
                </a:ext>
              </a:extLst>
            </p:cNvPr>
            <p:cNvSpPr>
              <a:spLocks/>
            </p:cNvSpPr>
            <p:nvPr/>
          </p:nvSpPr>
          <p:spPr bwMode="auto">
            <a:xfrm>
              <a:off x="874" y="3059"/>
              <a:ext cx="84" cy="111"/>
            </a:xfrm>
            <a:custGeom>
              <a:avLst/>
              <a:gdLst>
                <a:gd name="T0" fmla="*/ 0 w 129"/>
                <a:gd name="T1" fmla="*/ 32 h 133"/>
                <a:gd name="T2" fmla="*/ 5 w 129"/>
                <a:gd name="T3" fmla="*/ 16 h 133"/>
                <a:gd name="T4" fmla="*/ 0 w 129"/>
                <a:gd name="T5" fmla="*/ 0 h 133"/>
                <a:gd name="T6" fmla="*/ 0 60000 65536"/>
                <a:gd name="T7" fmla="*/ 0 60000 65536"/>
                <a:gd name="T8" fmla="*/ 0 60000 65536"/>
                <a:gd name="T9" fmla="*/ 0 w 129"/>
                <a:gd name="T10" fmla="*/ 0 h 133"/>
                <a:gd name="T11" fmla="*/ 129 w 129"/>
                <a:gd name="T12" fmla="*/ 133 h 133"/>
              </a:gdLst>
              <a:ahLst/>
              <a:cxnLst>
                <a:cxn ang="T6">
                  <a:pos x="T0" y="T1"/>
                </a:cxn>
                <a:cxn ang="T7">
                  <a:pos x="T2" y="T3"/>
                </a:cxn>
                <a:cxn ang="T8">
                  <a:pos x="T4" y="T5"/>
                </a:cxn>
              </a:cxnLst>
              <a:rect l="T9" t="T10" r="T11" b="T12"/>
              <a:pathLst>
                <a:path w="129" h="133">
                  <a:moveTo>
                    <a:pt x="0" y="133"/>
                  </a:moveTo>
                  <a:lnTo>
                    <a:pt x="129" y="66"/>
                  </a:lnTo>
                  <a:lnTo>
                    <a:pt x="0" y="0"/>
                  </a:lnTo>
                </a:path>
              </a:pathLst>
            </a:custGeom>
            <a:noFill/>
            <a:ln w="22225" cap="flat">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0460" name="Freeform 46">
              <a:extLst>
                <a:ext uri="{FF2B5EF4-FFF2-40B4-BE49-F238E27FC236}">
                  <a16:creationId xmlns:a16="http://schemas.microsoft.com/office/drawing/2014/main" id="{EA7BA5CA-4D89-621E-75AA-CF88E30F6A2D}"/>
                </a:ext>
              </a:extLst>
            </p:cNvPr>
            <p:cNvSpPr>
              <a:spLocks/>
            </p:cNvSpPr>
            <p:nvPr/>
          </p:nvSpPr>
          <p:spPr bwMode="auto">
            <a:xfrm>
              <a:off x="1957" y="3042"/>
              <a:ext cx="84" cy="111"/>
            </a:xfrm>
            <a:custGeom>
              <a:avLst/>
              <a:gdLst>
                <a:gd name="T0" fmla="*/ 0 w 129"/>
                <a:gd name="T1" fmla="*/ 32 h 133"/>
                <a:gd name="T2" fmla="*/ 5 w 129"/>
                <a:gd name="T3" fmla="*/ 16 h 133"/>
                <a:gd name="T4" fmla="*/ 0 w 129"/>
                <a:gd name="T5" fmla="*/ 0 h 133"/>
                <a:gd name="T6" fmla="*/ 0 60000 65536"/>
                <a:gd name="T7" fmla="*/ 0 60000 65536"/>
                <a:gd name="T8" fmla="*/ 0 60000 65536"/>
                <a:gd name="T9" fmla="*/ 0 w 129"/>
                <a:gd name="T10" fmla="*/ 0 h 133"/>
                <a:gd name="T11" fmla="*/ 129 w 129"/>
                <a:gd name="T12" fmla="*/ 133 h 133"/>
              </a:gdLst>
              <a:ahLst/>
              <a:cxnLst>
                <a:cxn ang="T6">
                  <a:pos x="T0" y="T1"/>
                </a:cxn>
                <a:cxn ang="T7">
                  <a:pos x="T2" y="T3"/>
                </a:cxn>
                <a:cxn ang="T8">
                  <a:pos x="T4" y="T5"/>
                </a:cxn>
              </a:cxnLst>
              <a:rect l="T9" t="T10" r="T11" b="T12"/>
              <a:pathLst>
                <a:path w="129" h="133">
                  <a:moveTo>
                    <a:pt x="0" y="133"/>
                  </a:moveTo>
                  <a:lnTo>
                    <a:pt x="129" y="66"/>
                  </a:lnTo>
                  <a:lnTo>
                    <a:pt x="0" y="0"/>
                  </a:lnTo>
                </a:path>
              </a:pathLst>
            </a:custGeom>
            <a:noFill/>
            <a:ln w="22225" cap="flat">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0461" name="Freeform 47">
              <a:extLst>
                <a:ext uri="{FF2B5EF4-FFF2-40B4-BE49-F238E27FC236}">
                  <a16:creationId xmlns:a16="http://schemas.microsoft.com/office/drawing/2014/main" id="{1BA27F41-4E46-0942-97C5-DDE25751788F}"/>
                </a:ext>
              </a:extLst>
            </p:cNvPr>
            <p:cNvSpPr>
              <a:spLocks/>
            </p:cNvSpPr>
            <p:nvPr/>
          </p:nvSpPr>
          <p:spPr bwMode="auto">
            <a:xfrm>
              <a:off x="3039" y="3051"/>
              <a:ext cx="84" cy="111"/>
            </a:xfrm>
            <a:custGeom>
              <a:avLst/>
              <a:gdLst>
                <a:gd name="T0" fmla="*/ 0 w 129"/>
                <a:gd name="T1" fmla="*/ 32 h 133"/>
                <a:gd name="T2" fmla="*/ 5 w 129"/>
                <a:gd name="T3" fmla="*/ 16 h 133"/>
                <a:gd name="T4" fmla="*/ 0 w 129"/>
                <a:gd name="T5" fmla="*/ 0 h 133"/>
                <a:gd name="T6" fmla="*/ 0 60000 65536"/>
                <a:gd name="T7" fmla="*/ 0 60000 65536"/>
                <a:gd name="T8" fmla="*/ 0 60000 65536"/>
                <a:gd name="T9" fmla="*/ 0 w 129"/>
                <a:gd name="T10" fmla="*/ 0 h 133"/>
                <a:gd name="T11" fmla="*/ 129 w 129"/>
                <a:gd name="T12" fmla="*/ 133 h 133"/>
              </a:gdLst>
              <a:ahLst/>
              <a:cxnLst>
                <a:cxn ang="T6">
                  <a:pos x="T0" y="T1"/>
                </a:cxn>
                <a:cxn ang="T7">
                  <a:pos x="T2" y="T3"/>
                </a:cxn>
                <a:cxn ang="T8">
                  <a:pos x="T4" y="T5"/>
                </a:cxn>
              </a:cxnLst>
              <a:rect l="T9" t="T10" r="T11" b="T12"/>
              <a:pathLst>
                <a:path w="129" h="133">
                  <a:moveTo>
                    <a:pt x="0" y="133"/>
                  </a:moveTo>
                  <a:lnTo>
                    <a:pt x="129" y="66"/>
                  </a:lnTo>
                  <a:lnTo>
                    <a:pt x="0" y="0"/>
                  </a:lnTo>
                </a:path>
              </a:pathLst>
            </a:custGeom>
            <a:noFill/>
            <a:ln w="22225" cap="flat">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0462" name="Freeform 48">
              <a:extLst>
                <a:ext uri="{FF2B5EF4-FFF2-40B4-BE49-F238E27FC236}">
                  <a16:creationId xmlns:a16="http://schemas.microsoft.com/office/drawing/2014/main" id="{CA22E0C7-03A7-9253-1E39-2040138A3F5F}"/>
                </a:ext>
              </a:extLst>
            </p:cNvPr>
            <p:cNvSpPr>
              <a:spLocks/>
            </p:cNvSpPr>
            <p:nvPr/>
          </p:nvSpPr>
          <p:spPr bwMode="auto">
            <a:xfrm>
              <a:off x="4123" y="3066"/>
              <a:ext cx="84" cy="111"/>
            </a:xfrm>
            <a:custGeom>
              <a:avLst/>
              <a:gdLst>
                <a:gd name="T0" fmla="*/ 0 w 129"/>
                <a:gd name="T1" fmla="*/ 32 h 133"/>
                <a:gd name="T2" fmla="*/ 5 w 129"/>
                <a:gd name="T3" fmla="*/ 16 h 133"/>
                <a:gd name="T4" fmla="*/ 0 w 129"/>
                <a:gd name="T5" fmla="*/ 0 h 133"/>
                <a:gd name="T6" fmla="*/ 0 60000 65536"/>
                <a:gd name="T7" fmla="*/ 0 60000 65536"/>
                <a:gd name="T8" fmla="*/ 0 60000 65536"/>
                <a:gd name="T9" fmla="*/ 0 w 129"/>
                <a:gd name="T10" fmla="*/ 0 h 133"/>
                <a:gd name="T11" fmla="*/ 129 w 129"/>
                <a:gd name="T12" fmla="*/ 133 h 133"/>
              </a:gdLst>
              <a:ahLst/>
              <a:cxnLst>
                <a:cxn ang="T6">
                  <a:pos x="T0" y="T1"/>
                </a:cxn>
                <a:cxn ang="T7">
                  <a:pos x="T2" y="T3"/>
                </a:cxn>
                <a:cxn ang="T8">
                  <a:pos x="T4" y="T5"/>
                </a:cxn>
              </a:cxnLst>
              <a:rect l="T9" t="T10" r="T11" b="T12"/>
              <a:pathLst>
                <a:path w="129" h="133">
                  <a:moveTo>
                    <a:pt x="0" y="133"/>
                  </a:moveTo>
                  <a:lnTo>
                    <a:pt x="129" y="66"/>
                  </a:lnTo>
                  <a:lnTo>
                    <a:pt x="0" y="0"/>
                  </a:lnTo>
                </a:path>
              </a:pathLst>
            </a:custGeom>
            <a:noFill/>
            <a:ln w="22225" cap="flat">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0463" name="Text Box 49">
              <a:extLst>
                <a:ext uri="{FF2B5EF4-FFF2-40B4-BE49-F238E27FC236}">
                  <a16:creationId xmlns:a16="http://schemas.microsoft.com/office/drawing/2014/main" id="{78B0BDC5-1991-A8E4-DCD4-0CCA80BC9D96}"/>
                </a:ext>
              </a:extLst>
            </p:cNvPr>
            <p:cNvSpPr txBox="1">
              <a:spLocks noChangeArrowheads="1"/>
            </p:cNvSpPr>
            <p:nvPr/>
          </p:nvSpPr>
          <p:spPr bwMode="auto">
            <a:xfrm>
              <a:off x="4584" y="2388"/>
              <a:ext cx="288" cy="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q</a:t>
              </a:r>
              <a:r>
                <a:rPr lang="en-US" altLang="en-US" sz="2000" baseline="-25000"/>
                <a:t>4</a:t>
              </a:r>
              <a:endParaRPr lang="en-US" altLang="en-US" sz="2000"/>
            </a:p>
          </p:txBody>
        </p:sp>
        <p:sp>
          <p:nvSpPr>
            <p:cNvPr id="60464" name="AutoShape 50">
              <a:extLst>
                <a:ext uri="{FF2B5EF4-FFF2-40B4-BE49-F238E27FC236}">
                  <a16:creationId xmlns:a16="http://schemas.microsoft.com/office/drawing/2014/main" id="{9E7D2493-AEF1-773D-AA7B-B99D4036536A}"/>
                </a:ext>
              </a:extLst>
            </p:cNvPr>
            <p:cNvSpPr>
              <a:spLocks noChangeArrowheads="1"/>
            </p:cNvSpPr>
            <p:nvPr/>
          </p:nvSpPr>
          <p:spPr bwMode="auto">
            <a:xfrm>
              <a:off x="1051" y="1332"/>
              <a:ext cx="216" cy="288"/>
            </a:xfrm>
            <a:prstGeom prst="flowChartDelay">
              <a:avLst/>
            </a:prstGeom>
            <a:solidFill>
              <a:schemeClr val="accent1"/>
            </a:solidFill>
            <a:ln w="22225">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60465" name="Oval 51">
              <a:extLst>
                <a:ext uri="{FF2B5EF4-FFF2-40B4-BE49-F238E27FC236}">
                  <a16:creationId xmlns:a16="http://schemas.microsoft.com/office/drawing/2014/main" id="{F08D3D9E-5179-D95B-337A-32D8B5690230}"/>
                </a:ext>
              </a:extLst>
            </p:cNvPr>
            <p:cNvSpPr>
              <a:spLocks noChangeArrowheads="1"/>
            </p:cNvSpPr>
            <p:nvPr/>
          </p:nvSpPr>
          <p:spPr bwMode="auto">
            <a:xfrm>
              <a:off x="3508" y="3079"/>
              <a:ext cx="78" cy="78"/>
            </a:xfrm>
            <a:prstGeom prst="ellipse">
              <a:avLst/>
            </a:prstGeom>
            <a:solidFill>
              <a:schemeClr val="accent1"/>
            </a:solidFill>
            <a:ln w="22225">
              <a:solidFill>
                <a:schemeClr val="tx1"/>
              </a:solidFill>
              <a:round/>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60466" name="Oval 52">
              <a:extLst>
                <a:ext uri="{FF2B5EF4-FFF2-40B4-BE49-F238E27FC236}">
                  <a16:creationId xmlns:a16="http://schemas.microsoft.com/office/drawing/2014/main" id="{883E8576-6414-5C9A-0D7C-1302A1126CBA}"/>
                </a:ext>
              </a:extLst>
            </p:cNvPr>
            <p:cNvSpPr>
              <a:spLocks noChangeArrowheads="1"/>
            </p:cNvSpPr>
            <p:nvPr/>
          </p:nvSpPr>
          <p:spPr bwMode="auto">
            <a:xfrm>
              <a:off x="2420" y="3070"/>
              <a:ext cx="78" cy="78"/>
            </a:xfrm>
            <a:prstGeom prst="ellipse">
              <a:avLst/>
            </a:prstGeom>
            <a:solidFill>
              <a:schemeClr val="accent1"/>
            </a:solidFill>
            <a:ln w="22225">
              <a:solidFill>
                <a:schemeClr val="tx1"/>
              </a:solidFill>
              <a:round/>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60467" name="Oval 53">
              <a:extLst>
                <a:ext uri="{FF2B5EF4-FFF2-40B4-BE49-F238E27FC236}">
                  <a16:creationId xmlns:a16="http://schemas.microsoft.com/office/drawing/2014/main" id="{8A1ED2FC-61B6-3096-EE75-700DAB0DBFDA}"/>
                </a:ext>
              </a:extLst>
            </p:cNvPr>
            <p:cNvSpPr>
              <a:spLocks noChangeArrowheads="1"/>
            </p:cNvSpPr>
            <p:nvPr/>
          </p:nvSpPr>
          <p:spPr bwMode="auto">
            <a:xfrm>
              <a:off x="1341" y="3061"/>
              <a:ext cx="78" cy="78"/>
            </a:xfrm>
            <a:prstGeom prst="ellipse">
              <a:avLst/>
            </a:prstGeom>
            <a:solidFill>
              <a:schemeClr val="accent1"/>
            </a:solidFill>
            <a:ln w="22225">
              <a:solidFill>
                <a:schemeClr val="tx1"/>
              </a:solidFill>
              <a:round/>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60468" name="Line 54">
              <a:extLst>
                <a:ext uri="{FF2B5EF4-FFF2-40B4-BE49-F238E27FC236}">
                  <a16:creationId xmlns:a16="http://schemas.microsoft.com/office/drawing/2014/main" id="{BA4EBEE3-D8F2-05C2-784C-D6DC6410BE13}"/>
                </a:ext>
              </a:extLst>
            </p:cNvPr>
            <p:cNvSpPr>
              <a:spLocks noChangeShapeType="1"/>
            </p:cNvSpPr>
            <p:nvPr/>
          </p:nvSpPr>
          <p:spPr bwMode="auto">
            <a:xfrm>
              <a:off x="1414" y="3099"/>
              <a:ext cx="144"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469" name="Line 55">
              <a:extLst>
                <a:ext uri="{FF2B5EF4-FFF2-40B4-BE49-F238E27FC236}">
                  <a16:creationId xmlns:a16="http://schemas.microsoft.com/office/drawing/2014/main" id="{084EEB55-205E-2C3E-7B84-0AB0513772DD}"/>
                </a:ext>
              </a:extLst>
            </p:cNvPr>
            <p:cNvSpPr>
              <a:spLocks noChangeShapeType="1"/>
            </p:cNvSpPr>
            <p:nvPr/>
          </p:nvSpPr>
          <p:spPr bwMode="auto">
            <a:xfrm>
              <a:off x="2512" y="3109"/>
              <a:ext cx="145"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470" name="Line 56">
              <a:extLst>
                <a:ext uri="{FF2B5EF4-FFF2-40B4-BE49-F238E27FC236}">
                  <a16:creationId xmlns:a16="http://schemas.microsoft.com/office/drawing/2014/main" id="{65052B91-F33B-28D4-69F1-1C07A29D4195}"/>
                </a:ext>
              </a:extLst>
            </p:cNvPr>
            <p:cNvSpPr>
              <a:spLocks noChangeShapeType="1"/>
            </p:cNvSpPr>
            <p:nvPr/>
          </p:nvSpPr>
          <p:spPr bwMode="auto">
            <a:xfrm>
              <a:off x="3582" y="3118"/>
              <a:ext cx="144"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471" name="AutoShape 57">
              <a:extLst>
                <a:ext uri="{FF2B5EF4-FFF2-40B4-BE49-F238E27FC236}">
                  <a16:creationId xmlns:a16="http://schemas.microsoft.com/office/drawing/2014/main" id="{8C5A567D-66D6-D070-50B5-CE6D54FFBDEB}"/>
                </a:ext>
              </a:extLst>
            </p:cNvPr>
            <p:cNvSpPr>
              <a:spLocks noChangeArrowheads="1"/>
            </p:cNvSpPr>
            <p:nvPr/>
          </p:nvSpPr>
          <p:spPr bwMode="auto">
            <a:xfrm>
              <a:off x="1702" y="1332"/>
              <a:ext cx="216" cy="288"/>
            </a:xfrm>
            <a:prstGeom prst="flowChartDelay">
              <a:avLst/>
            </a:prstGeom>
            <a:solidFill>
              <a:schemeClr val="accent1"/>
            </a:solidFill>
            <a:ln w="22225">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60472" name="AutoShape 58">
              <a:extLst>
                <a:ext uri="{FF2B5EF4-FFF2-40B4-BE49-F238E27FC236}">
                  <a16:creationId xmlns:a16="http://schemas.microsoft.com/office/drawing/2014/main" id="{08A1D123-8E99-CE68-F441-B05F98F49DF6}"/>
                </a:ext>
              </a:extLst>
            </p:cNvPr>
            <p:cNvSpPr>
              <a:spLocks noChangeArrowheads="1"/>
            </p:cNvSpPr>
            <p:nvPr/>
          </p:nvSpPr>
          <p:spPr bwMode="auto">
            <a:xfrm>
              <a:off x="2362" y="1332"/>
              <a:ext cx="216" cy="288"/>
            </a:xfrm>
            <a:prstGeom prst="flowChartDelay">
              <a:avLst/>
            </a:prstGeom>
            <a:solidFill>
              <a:schemeClr val="accent1"/>
            </a:solidFill>
            <a:ln w="22225">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60473" name="AutoShape 59">
              <a:extLst>
                <a:ext uri="{FF2B5EF4-FFF2-40B4-BE49-F238E27FC236}">
                  <a16:creationId xmlns:a16="http://schemas.microsoft.com/office/drawing/2014/main" id="{895D7D99-B55A-66D5-F4D7-0D28BE2BAAEB}"/>
                </a:ext>
              </a:extLst>
            </p:cNvPr>
            <p:cNvSpPr>
              <a:spLocks noChangeArrowheads="1"/>
            </p:cNvSpPr>
            <p:nvPr/>
          </p:nvSpPr>
          <p:spPr bwMode="auto">
            <a:xfrm>
              <a:off x="3064" y="1332"/>
              <a:ext cx="216" cy="288"/>
            </a:xfrm>
            <a:prstGeom prst="flowChartDelay">
              <a:avLst/>
            </a:prstGeom>
            <a:solidFill>
              <a:schemeClr val="accent1"/>
            </a:solidFill>
            <a:ln w="22225">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60474" name="AutoShape 60">
              <a:extLst>
                <a:ext uri="{FF2B5EF4-FFF2-40B4-BE49-F238E27FC236}">
                  <a16:creationId xmlns:a16="http://schemas.microsoft.com/office/drawing/2014/main" id="{B352A1AD-0B22-EA99-DA53-C9BD7E2B5DBF}"/>
                </a:ext>
              </a:extLst>
            </p:cNvPr>
            <p:cNvSpPr>
              <a:spLocks noChangeArrowheads="1"/>
            </p:cNvSpPr>
            <p:nvPr/>
          </p:nvSpPr>
          <p:spPr bwMode="auto">
            <a:xfrm>
              <a:off x="3727" y="1332"/>
              <a:ext cx="216" cy="288"/>
            </a:xfrm>
            <a:prstGeom prst="flowChartDelay">
              <a:avLst/>
            </a:prstGeom>
            <a:solidFill>
              <a:schemeClr val="accent1"/>
            </a:solidFill>
            <a:ln w="22225">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60475" name="AutoShape 61">
              <a:extLst>
                <a:ext uri="{FF2B5EF4-FFF2-40B4-BE49-F238E27FC236}">
                  <a16:creationId xmlns:a16="http://schemas.microsoft.com/office/drawing/2014/main" id="{E3BB6812-3FDD-DBD9-0450-F1A586710916}"/>
                </a:ext>
              </a:extLst>
            </p:cNvPr>
            <p:cNvSpPr>
              <a:spLocks noChangeArrowheads="1"/>
            </p:cNvSpPr>
            <p:nvPr/>
          </p:nvSpPr>
          <p:spPr bwMode="auto">
            <a:xfrm>
              <a:off x="4477" y="1332"/>
              <a:ext cx="216" cy="288"/>
            </a:xfrm>
            <a:prstGeom prst="flowChartDelay">
              <a:avLst/>
            </a:prstGeom>
            <a:solidFill>
              <a:schemeClr val="accent1"/>
            </a:solidFill>
            <a:ln w="22225">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60476" name="AutoShape 62">
              <a:extLst>
                <a:ext uri="{FF2B5EF4-FFF2-40B4-BE49-F238E27FC236}">
                  <a16:creationId xmlns:a16="http://schemas.microsoft.com/office/drawing/2014/main" id="{0D784D1B-4B78-2D00-6CC9-010F46E1FA73}"/>
                </a:ext>
              </a:extLst>
            </p:cNvPr>
            <p:cNvSpPr>
              <a:spLocks noChangeArrowheads="1"/>
            </p:cNvSpPr>
            <p:nvPr/>
          </p:nvSpPr>
          <p:spPr bwMode="auto">
            <a:xfrm>
              <a:off x="5197" y="1320"/>
              <a:ext cx="216" cy="288"/>
            </a:xfrm>
            <a:prstGeom prst="flowChartDelay">
              <a:avLst/>
            </a:prstGeom>
            <a:solidFill>
              <a:schemeClr val="accent1"/>
            </a:solidFill>
            <a:ln w="22225">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60477" name="AutoShape 63">
              <a:extLst>
                <a:ext uri="{FF2B5EF4-FFF2-40B4-BE49-F238E27FC236}">
                  <a16:creationId xmlns:a16="http://schemas.microsoft.com/office/drawing/2014/main" id="{7678B55D-FCF9-6D9E-1CA4-C0FE709D6433}"/>
                </a:ext>
              </a:extLst>
            </p:cNvPr>
            <p:cNvSpPr>
              <a:spLocks noChangeArrowheads="1"/>
            </p:cNvSpPr>
            <p:nvPr/>
          </p:nvSpPr>
          <p:spPr bwMode="auto">
            <a:xfrm>
              <a:off x="373" y="1332"/>
              <a:ext cx="216" cy="288"/>
            </a:xfrm>
            <a:prstGeom prst="flowChartDelay">
              <a:avLst/>
            </a:prstGeom>
            <a:solidFill>
              <a:schemeClr val="accent1"/>
            </a:solidFill>
            <a:ln w="22225">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60478" name="Line 64">
              <a:extLst>
                <a:ext uri="{FF2B5EF4-FFF2-40B4-BE49-F238E27FC236}">
                  <a16:creationId xmlns:a16="http://schemas.microsoft.com/office/drawing/2014/main" id="{D7E7745D-F810-6867-1D60-28E4F1A52E3F}"/>
                </a:ext>
              </a:extLst>
            </p:cNvPr>
            <p:cNvSpPr>
              <a:spLocks noChangeShapeType="1"/>
            </p:cNvSpPr>
            <p:nvPr/>
          </p:nvSpPr>
          <p:spPr bwMode="auto">
            <a:xfrm flipV="1">
              <a:off x="1564" y="2244"/>
              <a:ext cx="0" cy="852"/>
            </a:xfrm>
            <a:prstGeom prst="line">
              <a:avLst/>
            </a:prstGeom>
            <a:noFill/>
            <a:ln w="22225">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60479" name="Line 65">
              <a:extLst>
                <a:ext uri="{FF2B5EF4-FFF2-40B4-BE49-F238E27FC236}">
                  <a16:creationId xmlns:a16="http://schemas.microsoft.com/office/drawing/2014/main" id="{EAF94DE4-9020-5526-3ADB-E7B38DD240BB}"/>
                </a:ext>
              </a:extLst>
            </p:cNvPr>
            <p:cNvSpPr>
              <a:spLocks noChangeShapeType="1"/>
            </p:cNvSpPr>
            <p:nvPr/>
          </p:nvSpPr>
          <p:spPr bwMode="auto">
            <a:xfrm flipH="1">
              <a:off x="265" y="2244"/>
              <a:ext cx="3258"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480" name="Line 66">
              <a:extLst>
                <a:ext uri="{FF2B5EF4-FFF2-40B4-BE49-F238E27FC236}">
                  <a16:creationId xmlns:a16="http://schemas.microsoft.com/office/drawing/2014/main" id="{9D6B69C8-5EA5-3F57-5DA9-3C806C9E53A8}"/>
                </a:ext>
              </a:extLst>
            </p:cNvPr>
            <p:cNvSpPr>
              <a:spLocks noChangeShapeType="1"/>
            </p:cNvSpPr>
            <p:nvPr/>
          </p:nvSpPr>
          <p:spPr bwMode="auto">
            <a:xfrm flipV="1">
              <a:off x="265" y="1542"/>
              <a:ext cx="0" cy="701"/>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481" name="Line 67">
              <a:extLst>
                <a:ext uri="{FF2B5EF4-FFF2-40B4-BE49-F238E27FC236}">
                  <a16:creationId xmlns:a16="http://schemas.microsoft.com/office/drawing/2014/main" id="{B61B6DCB-5317-82A0-EFA9-D504288E19CA}"/>
                </a:ext>
              </a:extLst>
            </p:cNvPr>
            <p:cNvSpPr>
              <a:spLocks noChangeShapeType="1"/>
            </p:cNvSpPr>
            <p:nvPr/>
          </p:nvSpPr>
          <p:spPr bwMode="auto">
            <a:xfrm>
              <a:off x="277" y="1542"/>
              <a:ext cx="1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482" name="Line 68">
              <a:extLst>
                <a:ext uri="{FF2B5EF4-FFF2-40B4-BE49-F238E27FC236}">
                  <a16:creationId xmlns:a16="http://schemas.microsoft.com/office/drawing/2014/main" id="{9F70D45D-4DEA-FB18-0619-02FA9D50F0E8}"/>
                </a:ext>
              </a:extLst>
            </p:cNvPr>
            <p:cNvSpPr>
              <a:spLocks noChangeShapeType="1"/>
            </p:cNvSpPr>
            <p:nvPr/>
          </p:nvSpPr>
          <p:spPr bwMode="auto">
            <a:xfrm flipV="1">
              <a:off x="139" y="1416"/>
              <a:ext cx="0" cy="954"/>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483" name="Line 69">
              <a:extLst>
                <a:ext uri="{FF2B5EF4-FFF2-40B4-BE49-F238E27FC236}">
                  <a16:creationId xmlns:a16="http://schemas.microsoft.com/office/drawing/2014/main" id="{2A44C7DF-FC09-551D-7224-98479637FE15}"/>
                </a:ext>
              </a:extLst>
            </p:cNvPr>
            <p:cNvSpPr>
              <a:spLocks noChangeShapeType="1"/>
            </p:cNvSpPr>
            <p:nvPr/>
          </p:nvSpPr>
          <p:spPr bwMode="auto">
            <a:xfrm>
              <a:off x="139" y="1413"/>
              <a:ext cx="243"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484" name="Line 70">
              <a:extLst>
                <a:ext uri="{FF2B5EF4-FFF2-40B4-BE49-F238E27FC236}">
                  <a16:creationId xmlns:a16="http://schemas.microsoft.com/office/drawing/2014/main" id="{4AF075C8-8371-7A69-E9A6-EC5BA9E92A53}"/>
                </a:ext>
              </a:extLst>
            </p:cNvPr>
            <p:cNvSpPr>
              <a:spLocks noChangeShapeType="1"/>
            </p:cNvSpPr>
            <p:nvPr/>
          </p:nvSpPr>
          <p:spPr bwMode="auto">
            <a:xfrm>
              <a:off x="583" y="1482"/>
              <a:ext cx="122"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485" name="Line 71">
              <a:extLst>
                <a:ext uri="{FF2B5EF4-FFF2-40B4-BE49-F238E27FC236}">
                  <a16:creationId xmlns:a16="http://schemas.microsoft.com/office/drawing/2014/main" id="{6C14103A-FC24-396C-3E12-D32D89FFFEA1}"/>
                </a:ext>
              </a:extLst>
            </p:cNvPr>
            <p:cNvSpPr>
              <a:spLocks noChangeShapeType="1"/>
            </p:cNvSpPr>
            <p:nvPr/>
          </p:nvSpPr>
          <p:spPr bwMode="auto">
            <a:xfrm flipH="1" flipV="1">
              <a:off x="2662" y="2043"/>
              <a:ext cx="0" cy="1063"/>
            </a:xfrm>
            <a:prstGeom prst="line">
              <a:avLst/>
            </a:prstGeom>
            <a:noFill/>
            <a:ln w="22225">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60486" name="Line 72">
              <a:extLst>
                <a:ext uri="{FF2B5EF4-FFF2-40B4-BE49-F238E27FC236}">
                  <a16:creationId xmlns:a16="http://schemas.microsoft.com/office/drawing/2014/main" id="{8FBD7708-213A-E786-B02B-3823ACB76D35}"/>
                </a:ext>
              </a:extLst>
            </p:cNvPr>
            <p:cNvSpPr>
              <a:spLocks noChangeShapeType="1"/>
            </p:cNvSpPr>
            <p:nvPr/>
          </p:nvSpPr>
          <p:spPr bwMode="auto">
            <a:xfrm flipV="1">
              <a:off x="1474" y="2148"/>
              <a:ext cx="0" cy="598"/>
            </a:xfrm>
            <a:prstGeom prst="line">
              <a:avLst/>
            </a:prstGeom>
            <a:noFill/>
            <a:ln w="22225">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en-US"/>
            </a:p>
          </p:txBody>
        </p:sp>
        <p:sp>
          <p:nvSpPr>
            <p:cNvPr id="60487" name="Line 73">
              <a:extLst>
                <a:ext uri="{FF2B5EF4-FFF2-40B4-BE49-F238E27FC236}">
                  <a16:creationId xmlns:a16="http://schemas.microsoft.com/office/drawing/2014/main" id="{67088B56-A09F-40C5-909E-280A132CDC1E}"/>
                </a:ext>
              </a:extLst>
            </p:cNvPr>
            <p:cNvSpPr>
              <a:spLocks noChangeShapeType="1"/>
            </p:cNvSpPr>
            <p:nvPr/>
          </p:nvSpPr>
          <p:spPr bwMode="auto">
            <a:xfrm flipV="1">
              <a:off x="2539" y="1968"/>
              <a:ext cx="0" cy="775"/>
            </a:xfrm>
            <a:prstGeom prst="line">
              <a:avLst/>
            </a:prstGeom>
            <a:noFill/>
            <a:ln w="22225">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en-US"/>
            </a:p>
          </p:txBody>
        </p:sp>
        <p:sp>
          <p:nvSpPr>
            <p:cNvPr id="60488" name="Line 74">
              <a:extLst>
                <a:ext uri="{FF2B5EF4-FFF2-40B4-BE49-F238E27FC236}">
                  <a16:creationId xmlns:a16="http://schemas.microsoft.com/office/drawing/2014/main" id="{CA30B9FC-BC19-0A4A-39B0-DBBC51ED325D}"/>
                </a:ext>
              </a:extLst>
            </p:cNvPr>
            <p:cNvSpPr>
              <a:spLocks noChangeShapeType="1"/>
            </p:cNvSpPr>
            <p:nvPr/>
          </p:nvSpPr>
          <p:spPr bwMode="auto">
            <a:xfrm flipV="1">
              <a:off x="859" y="2148"/>
              <a:ext cx="2006"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489" name="Line 75">
              <a:extLst>
                <a:ext uri="{FF2B5EF4-FFF2-40B4-BE49-F238E27FC236}">
                  <a16:creationId xmlns:a16="http://schemas.microsoft.com/office/drawing/2014/main" id="{E3605050-999D-BB4D-A78E-E3B5D0C3F390}"/>
                </a:ext>
              </a:extLst>
            </p:cNvPr>
            <p:cNvSpPr>
              <a:spLocks noChangeShapeType="1"/>
            </p:cNvSpPr>
            <p:nvPr/>
          </p:nvSpPr>
          <p:spPr bwMode="auto">
            <a:xfrm flipV="1">
              <a:off x="955" y="2043"/>
              <a:ext cx="331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490" name="Line 76">
              <a:extLst>
                <a:ext uri="{FF2B5EF4-FFF2-40B4-BE49-F238E27FC236}">
                  <a16:creationId xmlns:a16="http://schemas.microsoft.com/office/drawing/2014/main" id="{B20205F8-B3A9-12E3-52F7-0C6AF951D414}"/>
                </a:ext>
              </a:extLst>
            </p:cNvPr>
            <p:cNvSpPr>
              <a:spLocks noChangeShapeType="1"/>
            </p:cNvSpPr>
            <p:nvPr/>
          </p:nvSpPr>
          <p:spPr bwMode="auto">
            <a:xfrm flipV="1">
              <a:off x="946" y="1542"/>
              <a:ext cx="0" cy="499"/>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491" name="Line 77">
              <a:extLst>
                <a:ext uri="{FF2B5EF4-FFF2-40B4-BE49-F238E27FC236}">
                  <a16:creationId xmlns:a16="http://schemas.microsoft.com/office/drawing/2014/main" id="{1B7015DC-BCB6-A8A7-E3A4-BEAEE05F328F}"/>
                </a:ext>
              </a:extLst>
            </p:cNvPr>
            <p:cNvSpPr>
              <a:spLocks noChangeShapeType="1"/>
            </p:cNvSpPr>
            <p:nvPr/>
          </p:nvSpPr>
          <p:spPr bwMode="auto">
            <a:xfrm>
              <a:off x="946" y="1539"/>
              <a:ext cx="113"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492" name="Line 78">
              <a:extLst>
                <a:ext uri="{FF2B5EF4-FFF2-40B4-BE49-F238E27FC236}">
                  <a16:creationId xmlns:a16="http://schemas.microsoft.com/office/drawing/2014/main" id="{6D7D5909-1365-5D16-4680-274D7DC24379}"/>
                </a:ext>
              </a:extLst>
            </p:cNvPr>
            <p:cNvSpPr>
              <a:spLocks noChangeShapeType="1"/>
            </p:cNvSpPr>
            <p:nvPr/>
          </p:nvSpPr>
          <p:spPr bwMode="auto">
            <a:xfrm flipV="1">
              <a:off x="868" y="1404"/>
              <a:ext cx="0" cy="739"/>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493" name="Line 79">
              <a:extLst>
                <a:ext uri="{FF2B5EF4-FFF2-40B4-BE49-F238E27FC236}">
                  <a16:creationId xmlns:a16="http://schemas.microsoft.com/office/drawing/2014/main" id="{139ADCFA-A558-EABD-2585-F31C0F995233}"/>
                </a:ext>
              </a:extLst>
            </p:cNvPr>
            <p:cNvSpPr>
              <a:spLocks noChangeShapeType="1"/>
            </p:cNvSpPr>
            <p:nvPr/>
          </p:nvSpPr>
          <p:spPr bwMode="auto">
            <a:xfrm>
              <a:off x="868" y="1398"/>
              <a:ext cx="181"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494" name="Line 80">
              <a:extLst>
                <a:ext uri="{FF2B5EF4-FFF2-40B4-BE49-F238E27FC236}">
                  <a16:creationId xmlns:a16="http://schemas.microsoft.com/office/drawing/2014/main" id="{06D8B44D-2345-3FD2-D215-39BAC3A49FC9}"/>
                </a:ext>
              </a:extLst>
            </p:cNvPr>
            <p:cNvSpPr>
              <a:spLocks noChangeShapeType="1"/>
            </p:cNvSpPr>
            <p:nvPr/>
          </p:nvSpPr>
          <p:spPr bwMode="auto">
            <a:xfrm>
              <a:off x="1260" y="1482"/>
              <a:ext cx="122"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495" name="Line 81">
              <a:extLst>
                <a:ext uri="{FF2B5EF4-FFF2-40B4-BE49-F238E27FC236}">
                  <a16:creationId xmlns:a16="http://schemas.microsoft.com/office/drawing/2014/main" id="{C4288A50-8A05-3508-C753-7AED17D4C9D6}"/>
                </a:ext>
              </a:extLst>
            </p:cNvPr>
            <p:cNvSpPr>
              <a:spLocks noChangeShapeType="1"/>
            </p:cNvSpPr>
            <p:nvPr/>
          </p:nvSpPr>
          <p:spPr bwMode="auto">
            <a:xfrm flipV="1">
              <a:off x="1522" y="1959"/>
              <a:ext cx="2102"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496" name="Line 82">
              <a:extLst>
                <a:ext uri="{FF2B5EF4-FFF2-40B4-BE49-F238E27FC236}">
                  <a16:creationId xmlns:a16="http://schemas.microsoft.com/office/drawing/2014/main" id="{B52B4DE3-08DA-ADA3-2054-F3BC55CF4BC4}"/>
                </a:ext>
              </a:extLst>
            </p:cNvPr>
            <p:cNvSpPr>
              <a:spLocks noChangeShapeType="1"/>
            </p:cNvSpPr>
            <p:nvPr/>
          </p:nvSpPr>
          <p:spPr bwMode="auto">
            <a:xfrm flipV="1">
              <a:off x="3733" y="1872"/>
              <a:ext cx="0" cy="1245"/>
            </a:xfrm>
            <a:prstGeom prst="line">
              <a:avLst/>
            </a:prstGeom>
            <a:noFill/>
            <a:ln w="22225">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60497" name="Line 83">
              <a:extLst>
                <a:ext uri="{FF2B5EF4-FFF2-40B4-BE49-F238E27FC236}">
                  <a16:creationId xmlns:a16="http://schemas.microsoft.com/office/drawing/2014/main" id="{3C9BBB91-482D-0D70-F897-013E1A98FD33}"/>
                </a:ext>
              </a:extLst>
            </p:cNvPr>
            <p:cNvSpPr>
              <a:spLocks noChangeShapeType="1"/>
            </p:cNvSpPr>
            <p:nvPr/>
          </p:nvSpPr>
          <p:spPr bwMode="auto">
            <a:xfrm flipV="1">
              <a:off x="1600" y="1869"/>
              <a:ext cx="3385"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498" name="Line 84">
              <a:extLst>
                <a:ext uri="{FF2B5EF4-FFF2-40B4-BE49-F238E27FC236}">
                  <a16:creationId xmlns:a16="http://schemas.microsoft.com/office/drawing/2014/main" id="{C33D4009-39AA-0B7B-0A18-D7DA5F98642E}"/>
                </a:ext>
              </a:extLst>
            </p:cNvPr>
            <p:cNvSpPr>
              <a:spLocks noChangeShapeType="1"/>
            </p:cNvSpPr>
            <p:nvPr/>
          </p:nvSpPr>
          <p:spPr bwMode="auto">
            <a:xfrm flipV="1">
              <a:off x="1597" y="1554"/>
              <a:ext cx="0" cy="32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499" name="Line 85">
              <a:extLst>
                <a:ext uri="{FF2B5EF4-FFF2-40B4-BE49-F238E27FC236}">
                  <a16:creationId xmlns:a16="http://schemas.microsoft.com/office/drawing/2014/main" id="{4ADE146B-E7BE-72B0-7C9B-8EB8C61356D5}"/>
                </a:ext>
              </a:extLst>
            </p:cNvPr>
            <p:cNvSpPr>
              <a:spLocks noChangeShapeType="1"/>
            </p:cNvSpPr>
            <p:nvPr/>
          </p:nvSpPr>
          <p:spPr bwMode="auto">
            <a:xfrm>
              <a:off x="1597" y="1554"/>
              <a:ext cx="102"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00" name="Line 86">
              <a:extLst>
                <a:ext uri="{FF2B5EF4-FFF2-40B4-BE49-F238E27FC236}">
                  <a16:creationId xmlns:a16="http://schemas.microsoft.com/office/drawing/2014/main" id="{15ED7F2F-AE36-291C-E748-C5487735AC5C}"/>
                </a:ext>
              </a:extLst>
            </p:cNvPr>
            <p:cNvSpPr>
              <a:spLocks noChangeShapeType="1"/>
            </p:cNvSpPr>
            <p:nvPr/>
          </p:nvSpPr>
          <p:spPr bwMode="auto">
            <a:xfrm flipV="1">
              <a:off x="1519" y="1410"/>
              <a:ext cx="0" cy="551"/>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01" name="Line 87">
              <a:extLst>
                <a:ext uri="{FF2B5EF4-FFF2-40B4-BE49-F238E27FC236}">
                  <a16:creationId xmlns:a16="http://schemas.microsoft.com/office/drawing/2014/main" id="{E4C7368A-8BC7-2924-4DD0-C311D1F39ED3}"/>
                </a:ext>
              </a:extLst>
            </p:cNvPr>
            <p:cNvSpPr>
              <a:spLocks noChangeShapeType="1"/>
            </p:cNvSpPr>
            <p:nvPr/>
          </p:nvSpPr>
          <p:spPr bwMode="auto">
            <a:xfrm>
              <a:off x="1519" y="1416"/>
              <a:ext cx="181"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02" name="Line 88">
              <a:extLst>
                <a:ext uri="{FF2B5EF4-FFF2-40B4-BE49-F238E27FC236}">
                  <a16:creationId xmlns:a16="http://schemas.microsoft.com/office/drawing/2014/main" id="{878CE4EB-938A-AB4B-338E-8B7F1DFF000A}"/>
                </a:ext>
              </a:extLst>
            </p:cNvPr>
            <p:cNvSpPr>
              <a:spLocks noChangeShapeType="1"/>
            </p:cNvSpPr>
            <p:nvPr/>
          </p:nvSpPr>
          <p:spPr bwMode="auto">
            <a:xfrm>
              <a:off x="2170" y="1407"/>
              <a:ext cx="181"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03" name="Line 89">
              <a:extLst>
                <a:ext uri="{FF2B5EF4-FFF2-40B4-BE49-F238E27FC236}">
                  <a16:creationId xmlns:a16="http://schemas.microsoft.com/office/drawing/2014/main" id="{3C878F5E-C1BD-E032-490E-EB43DB53D8AF}"/>
                </a:ext>
              </a:extLst>
            </p:cNvPr>
            <p:cNvSpPr>
              <a:spLocks noChangeShapeType="1"/>
            </p:cNvSpPr>
            <p:nvPr/>
          </p:nvSpPr>
          <p:spPr bwMode="auto">
            <a:xfrm>
              <a:off x="2164" y="1401"/>
              <a:ext cx="0" cy="367"/>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04" name="Line 90">
              <a:extLst>
                <a:ext uri="{FF2B5EF4-FFF2-40B4-BE49-F238E27FC236}">
                  <a16:creationId xmlns:a16="http://schemas.microsoft.com/office/drawing/2014/main" id="{EDB49EC9-234D-401F-D64F-B9D4198A530E}"/>
                </a:ext>
              </a:extLst>
            </p:cNvPr>
            <p:cNvSpPr>
              <a:spLocks noChangeShapeType="1"/>
            </p:cNvSpPr>
            <p:nvPr/>
          </p:nvSpPr>
          <p:spPr bwMode="auto">
            <a:xfrm flipV="1">
              <a:off x="3856" y="1776"/>
              <a:ext cx="0" cy="950"/>
            </a:xfrm>
            <a:prstGeom prst="line">
              <a:avLst/>
            </a:prstGeom>
            <a:noFill/>
            <a:ln w="22225">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en-US"/>
            </a:p>
          </p:txBody>
        </p:sp>
        <p:sp>
          <p:nvSpPr>
            <p:cNvPr id="60505" name="Line 91">
              <a:extLst>
                <a:ext uri="{FF2B5EF4-FFF2-40B4-BE49-F238E27FC236}">
                  <a16:creationId xmlns:a16="http://schemas.microsoft.com/office/drawing/2014/main" id="{79B20C88-8253-91CC-867A-B8EC80D333E9}"/>
                </a:ext>
              </a:extLst>
            </p:cNvPr>
            <p:cNvSpPr>
              <a:spLocks noChangeShapeType="1"/>
            </p:cNvSpPr>
            <p:nvPr/>
          </p:nvSpPr>
          <p:spPr bwMode="auto">
            <a:xfrm>
              <a:off x="2164" y="1767"/>
              <a:ext cx="2204"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06" name="Line 92">
              <a:extLst>
                <a:ext uri="{FF2B5EF4-FFF2-40B4-BE49-F238E27FC236}">
                  <a16:creationId xmlns:a16="http://schemas.microsoft.com/office/drawing/2014/main" id="{6553B3E4-3833-4BFD-D513-7797B4E0BD80}"/>
                </a:ext>
              </a:extLst>
            </p:cNvPr>
            <p:cNvSpPr>
              <a:spLocks noChangeShapeType="1"/>
            </p:cNvSpPr>
            <p:nvPr/>
          </p:nvSpPr>
          <p:spPr bwMode="auto">
            <a:xfrm>
              <a:off x="2251" y="1554"/>
              <a:ext cx="0" cy="818"/>
            </a:xfrm>
            <a:prstGeom prst="line">
              <a:avLst/>
            </a:prstGeom>
            <a:noFill/>
            <a:ln w="22225">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60507" name="Line 93">
              <a:extLst>
                <a:ext uri="{FF2B5EF4-FFF2-40B4-BE49-F238E27FC236}">
                  <a16:creationId xmlns:a16="http://schemas.microsoft.com/office/drawing/2014/main" id="{2CD764AC-8C87-AC6E-7E1A-8F2CCC528076}"/>
                </a:ext>
              </a:extLst>
            </p:cNvPr>
            <p:cNvSpPr>
              <a:spLocks noChangeShapeType="1"/>
            </p:cNvSpPr>
            <p:nvPr/>
          </p:nvSpPr>
          <p:spPr bwMode="auto">
            <a:xfrm>
              <a:off x="2260" y="1554"/>
              <a:ext cx="102"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08" name="Line 94">
              <a:extLst>
                <a:ext uri="{FF2B5EF4-FFF2-40B4-BE49-F238E27FC236}">
                  <a16:creationId xmlns:a16="http://schemas.microsoft.com/office/drawing/2014/main" id="{39EFADAE-5639-BF7C-9996-84DBBD260813}"/>
                </a:ext>
              </a:extLst>
            </p:cNvPr>
            <p:cNvSpPr>
              <a:spLocks noChangeShapeType="1"/>
            </p:cNvSpPr>
            <p:nvPr/>
          </p:nvSpPr>
          <p:spPr bwMode="auto">
            <a:xfrm>
              <a:off x="2959" y="1545"/>
              <a:ext cx="102"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09" name="Line 95">
              <a:extLst>
                <a:ext uri="{FF2B5EF4-FFF2-40B4-BE49-F238E27FC236}">
                  <a16:creationId xmlns:a16="http://schemas.microsoft.com/office/drawing/2014/main" id="{690D5213-6FE2-A0EC-BD98-8FFE630C3827}"/>
                </a:ext>
              </a:extLst>
            </p:cNvPr>
            <p:cNvSpPr>
              <a:spLocks noChangeShapeType="1"/>
            </p:cNvSpPr>
            <p:nvPr/>
          </p:nvSpPr>
          <p:spPr bwMode="auto">
            <a:xfrm>
              <a:off x="1915" y="1467"/>
              <a:ext cx="122"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10" name="Line 96">
              <a:extLst>
                <a:ext uri="{FF2B5EF4-FFF2-40B4-BE49-F238E27FC236}">
                  <a16:creationId xmlns:a16="http://schemas.microsoft.com/office/drawing/2014/main" id="{D50BC1CA-E5D1-3257-7161-3B9BF087D136}"/>
                </a:ext>
              </a:extLst>
            </p:cNvPr>
            <p:cNvSpPr>
              <a:spLocks noChangeShapeType="1"/>
            </p:cNvSpPr>
            <p:nvPr/>
          </p:nvSpPr>
          <p:spPr bwMode="auto">
            <a:xfrm>
              <a:off x="2578" y="1482"/>
              <a:ext cx="122"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11" name="Line 97">
              <a:extLst>
                <a:ext uri="{FF2B5EF4-FFF2-40B4-BE49-F238E27FC236}">
                  <a16:creationId xmlns:a16="http://schemas.microsoft.com/office/drawing/2014/main" id="{DBDDE7F7-9A8F-A866-9095-BEDEEA7BC3B7}"/>
                </a:ext>
              </a:extLst>
            </p:cNvPr>
            <p:cNvSpPr>
              <a:spLocks noChangeShapeType="1"/>
            </p:cNvSpPr>
            <p:nvPr/>
          </p:nvSpPr>
          <p:spPr bwMode="auto">
            <a:xfrm flipV="1">
              <a:off x="4912" y="2142"/>
              <a:ext cx="0" cy="567"/>
            </a:xfrm>
            <a:prstGeom prst="line">
              <a:avLst/>
            </a:prstGeom>
            <a:noFill/>
            <a:ln w="22225">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60512" name="Line 98">
              <a:extLst>
                <a:ext uri="{FF2B5EF4-FFF2-40B4-BE49-F238E27FC236}">
                  <a16:creationId xmlns:a16="http://schemas.microsoft.com/office/drawing/2014/main" id="{CCCE5631-5849-FF46-F863-5AAE28F5A625}"/>
                </a:ext>
              </a:extLst>
            </p:cNvPr>
            <p:cNvSpPr>
              <a:spLocks noChangeShapeType="1"/>
            </p:cNvSpPr>
            <p:nvPr/>
          </p:nvSpPr>
          <p:spPr bwMode="auto">
            <a:xfrm flipV="1">
              <a:off x="2866" y="1410"/>
              <a:ext cx="0" cy="732"/>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13" name="Line 100">
              <a:extLst>
                <a:ext uri="{FF2B5EF4-FFF2-40B4-BE49-F238E27FC236}">
                  <a16:creationId xmlns:a16="http://schemas.microsoft.com/office/drawing/2014/main" id="{B62DCD40-812E-00CC-A3B5-3370627D6A62}"/>
                </a:ext>
              </a:extLst>
            </p:cNvPr>
            <p:cNvSpPr>
              <a:spLocks noChangeShapeType="1"/>
            </p:cNvSpPr>
            <p:nvPr/>
          </p:nvSpPr>
          <p:spPr bwMode="auto">
            <a:xfrm flipV="1">
              <a:off x="2965" y="2148"/>
              <a:ext cx="2118"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14" name="Line 101">
              <a:extLst>
                <a:ext uri="{FF2B5EF4-FFF2-40B4-BE49-F238E27FC236}">
                  <a16:creationId xmlns:a16="http://schemas.microsoft.com/office/drawing/2014/main" id="{A195BFDE-BF6A-B3C7-E7C6-93A5FC9D0169}"/>
                </a:ext>
              </a:extLst>
            </p:cNvPr>
            <p:cNvSpPr>
              <a:spLocks noChangeShapeType="1"/>
            </p:cNvSpPr>
            <p:nvPr/>
          </p:nvSpPr>
          <p:spPr bwMode="auto">
            <a:xfrm flipV="1">
              <a:off x="2962" y="1545"/>
              <a:ext cx="0" cy="598"/>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15" name="Line 102">
              <a:extLst>
                <a:ext uri="{FF2B5EF4-FFF2-40B4-BE49-F238E27FC236}">
                  <a16:creationId xmlns:a16="http://schemas.microsoft.com/office/drawing/2014/main" id="{D8BCDD7D-7730-D4EA-15C9-0C5593059AD7}"/>
                </a:ext>
              </a:extLst>
            </p:cNvPr>
            <p:cNvSpPr>
              <a:spLocks noChangeShapeType="1"/>
            </p:cNvSpPr>
            <p:nvPr/>
          </p:nvSpPr>
          <p:spPr bwMode="auto">
            <a:xfrm>
              <a:off x="3280" y="1476"/>
              <a:ext cx="122"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16" name="Line 103">
              <a:extLst>
                <a:ext uri="{FF2B5EF4-FFF2-40B4-BE49-F238E27FC236}">
                  <a16:creationId xmlns:a16="http://schemas.microsoft.com/office/drawing/2014/main" id="{14DB4C80-89E3-BDEB-4A6E-E01DF0800119}"/>
                </a:ext>
              </a:extLst>
            </p:cNvPr>
            <p:cNvSpPr>
              <a:spLocks noChangeShapeType="1"/>
            </p:cNvSpPr>
            <p:nvPr/>
          </p:nvSpPr>
          <p:spPr bwMode="auto">
            <a:xfrm>
              <a:off x="3952" y="1476"/>
              <a:ext cx="122"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17" name="Line 104">
              <a:extLst>
                <a:ext uri="{FF2B5EF4-FFF2-40B4-BE49-F238E27FC236}">
                  <a16:creationId xmlns:a16="http://schemas.microsoft.com/office/drawing/2014/main" id="{A0125385-1AA6-4574-BDBF-7DB7592AAFE8}"/>
                </a:ext>
              </a:extLst>
            </p:cNvPr>
            <p:cNvSpPr>
              <a:spLocks noChangeShapeType="1"/>
            </p:cNvSpPr>
            <p:nvPr/>
          </p:nvSpPr>
          <p:spPr bwMode="auto">
            <a:xfrm>
              <a:off x="4690" y="1476"/>
              <a:ext cx="122"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18" name="Line 105">
              <a:extLst>
                <a:ext uri="{FF2B5EF4-FFF2-40B4-BE49-F238E27FC236}">
                  <a16:creationId xmlns:a16="http://schemas.microsoft.com/office/drawing/2014/main" id="{5429679F-D012-8730-A591-ADF3B90220FC}"/>
                </a:ext>
              </a:extLst>
            </p:cNvPr>
            <p:cNvSpPr>
              <a:spLocks noChangeShapeType="1"/>
            </p:cNvSpPr>
            <p:nvPr/>
          </p:nvSpPr>
          <p:spPr bwMode="auto">
            <a:xfrm>
              <a:off x="5410" y="1476"/>
              <a:ext cx="122"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19" name="Line 106">
              <a:extLst>
                <a:ext uri="{FF2B5EF4-FFF2-40B4-BE49-F238E27FC236}">
                  <a16:creationId xmlns:a16="http://schemas.microsoft.com/office/drawing/2014/main" id="{ECF2B31A-622D-7C06-DF4E-98FB9A50E850}"/>
                </a:ext>
              </a:extLst>
            </p:cNvPr>
            <p:cNvSpPr>
              <a:spLocks noChangeShapeType="1"/>
            </p:cNvSpPr>
            <p:nvPr/>
          </p:nvSpPr>
          <p:spPr bwMode="auto">
            <a:xfrm>
              <a:off x="3523" y="1413"/>
              <a:ext cx="195"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20" name="Line 107">
              <a:extLst>
                <a:ext uri="{FF2B5EF4-FFF2-40B4-BE49-F238E27FC236}">
                  <a16:creationId xmlns:a16="http://schemas.microsoft.com/office/drawing/2014/main" id="{5DFCCAB7-EDB4-DA28-3BF7-D8230C78DF29}"/>
                </a:ext>
              </a:extLst>
            </p:cNvPr>
            <p:cNvSpPr>
              <a:spLocks noChangeShapeType="1"/>
            </p:cNvSpPr>
            <p:nvPr/>
          </p:nvSpPr>
          <p:spPr bwMode="auto">
            <a:xfrm>
              <a:off x="3618" y="1536"/>
              <a:ext cx="102"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21" name="Line 108">
              <a:extLst>
                <a:ext uri="{FF2B5EF4-FFF2-40B4-BE49-F238E27FC236}">
                  <a16:creationId xmlns:a16="http://schemas.microsoft.com/office/drawing/2014/main" id="{84BFD995-92D8-698B-E46E-63F665A97E80}"/>
                </a:ext>
              </a:extLst>
            </p:cNvPr>
            <p:cNvSpPr>
              <a:spLocks noChangeShapeType="1"/>
            </p:cNvSpPr>
            <p:nvPr/>
          </p:nvSpPr>
          <p:spPr bwMode="auto">
            <a:xfrm flipV="1">
              <a:off x="4267" y="1425"/>
              <a:ext cx="0" cy="614"/>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22" name="Line 109">
              <a:extLst>
                <a:ext uri="{FF2B5EF4-FFF2-40B4-BE49-F238E27FC236}">
                  <a16:creationId xmlns:a16="http://schemas.microsoft.com/office/drawing/2014/main" id="{D2263445-320F-47C5-2F7D-FC730820991A}"/>
                </a:ext>
              </a:extLst>
            </p:cNvPr>
            <p:cNvSpPr>
              <a:spLocks noChangeShapeType="1"/>
            </p:cNvSpPr>
            <p:nvPr/>
          </p:nvSpPr>
          <p:spPr bwMode="auto">
            <a:xfrm>
              <a:off x="4369" y="1533"/>
              <a:ext cx="0" cy="231"/>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23" name="Line 110">
              <a:extLst>
                <a:ext uri="{FF2B5EF4-FFF2-40B4-BE49-F238E27FC236}">
                  <a16:creationId xmlns:a16="http://schemas.microsoft.com/office/drawing/2014/main" id="{80CB5CB4-3B30-EED1-6806-119CBEC4068D}"/>
                </a:ext>
              </a:extLst>
            </p:cNvPr>
            <p:cNvSpPr>
              <a:spLocks noChangeShapeType="1"/>
            </p:cNvSpPr>
            <p:nvPr/>
          </p:nvSpPr>
          <p:spPr bwMode="auto">
            <a:xfrm>
              <a:off x="3529" y="1410"/>
              <a:ext cx="0" cy="827"/>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24" name="Line 111">
              <a:extLst>
                <a:ext uri="{FF2B5EF4-FFF2-40B4-BE49-F238E27FC236}">
                  <a16:creationId xmlns:a16="http://schemas.microsoft.com/office/drawing/2014/main" id="{C4F6393B-DE8B-6431-3B92-CFA21E28BCBB}"/>
                </a:ext>
              </a:extLst>
            </p:cNvPr>
            <p:cNvSpPr>
              <a:spLocks noChangeShapeType="1"/>
            </p:cNvSpPr>
            <p:nvPr/>
          </p:nvSpPr>
          <p:spPr bwMode="auto">
            <a:xfrm flipV="1">
              <a:off x="5083" y="1536"/>
              <a:ext cx="0" cy="598"/>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25" name="Line 112">
              <a:extLst>
                <a:ext uri="{FF2B5EF4-FFF2-40B4-BE49-F238E27FC236}">
                  <a16:creationId xmlns:a16="http://schemas.microsoft.com/office/drawing/2014/main" id="{E0A2B106-C082-F2EE-F403-563CF34F51E3}"/>
                </a:ext>
              </a:extLst>
            </p:cNvPr>
            <p:cNvSpPr>
              <a:spLocks noChangeShapeType="1"/>
            </p:cNvSpPr>
            <p:nvPr/>
          </p:nvSpPr>
          <p:spPr bwMode="auto">
            <a:xfrm>
              <a:off x="5080" y="1536"/>
              <a:ext cx="127"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26" name="Line 113">
              <a:extLst>
                <a:ext uri="{FF2B5EF4-FFF2-40B4-BE49-F238E27FC236}">
                  <a16:creationId xmlns:a16="http://schemas.microsoft.com/office/drawing/2014/main" id="{087EAD78-F0CA-A618-2040-9D6643276000}"/>
                </a:ext>
              </a:extLst>
            </p:cNvPr>
            <p:cNvSpPr>
              <a:spLocks noChangeShapeType="1"/>
            </p:cNvSpPr>
            <p:nvPr/>
          </p:nvSpPr>
          <p:spPr bwMode="auto">
            <a:xfrm flipV="1">
              <a:off x="4987" y="1407"/>
              <a:ext cx="0" cy="458"/>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27" name="Line 114">
              <a:extLst>
                <a:ext uri="{FF2B5EF4-FFF2-40B4-BE49-F238E27FC236}">
                  <a16:creationId xmlns:a16="http://schemas.microsoft.com/office/drawing/2014/main" id="{934526D6-F13A-FF75-35C2-A64D8189ED8A}"/>
                </a:ext>
              </a:extLst>
            </p:cNvPr>
            <p:cNvSpPr>
              <a:spLocks noChangeShapeType="1"/>
            </p:cNvSpPr>
            <p:nvPr/>
          </p:nvSpPr>
          <p:spPr bwMode="auto">
            <a:xfrm>
              <a:off x="4987" y="1401"/>
              <a:ext cx="192"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28" name="Line 116">
              <a:extLst>
                <a:ext uri="{FF2B5EF4-FFF2-40B4-BE49-F238E27FC236}">
                  <a16:creationId xmlns:a16="http://schemas.microsoft.com/office/drawing/2014/main" id="{C847AAE6-4A10-1220-4738-2F23DD90D654}"/>
                </a:ext>
              </a:extLst>
            </p:cNvPr>
            <p:cNvSpPr>
              <a:spLocks noChangeShapeType="1"/>
            </p:cNvSpPr>
            <p:nvPr/>
          </p:nvSpPr>
          <p:spPr bwMode="auto">
            <a:xfrm>
              <a:off x="4267" y="1419"/>
              <a:ext cx="192"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29" name="Line 117">
              <a:extLst>
                <a:ext uri="{FF2B5EF4-FFF2-40B4-BE49-F238E27FC236}">
                  <a16:creationId xmlns:a16="http://schemas.microsoft.com/office/drawing/2014/main" id="{2F29B908-D83F-3FA1-FB39-F6835BB2BFA8}"/>
                </a:ext>
              </a:extLst>
            </p:cNvPr>
            <p:cNvSpPr>
              <a:spLocks noChangeShapeType="1"/>
            </p:cNvSpPr>
            <p:nvPr/>
          </p:nvSpPr>
          <p:spPr bwMode="auto">
            <a:xfrm>
              <a:off x="3622" y="1533"/>
              <a:ext cx="0" cy="419"/>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530" name="Text Box 118">
              <a:extLst>
                <a:ext uri="{FF2B5EF4-FFF2-40B4-BE49-F238E27FC236}">
                  <a16:creationId xmlns:a16="http://schemas.microsoft.com/office/drawing/2014/main" id="{1AA645F3-5637-B068-EA4F-70CB5F5052BB}"/>
                </a:ext>
              </a:extLst>
            </p:cNvPr>
            <p:cNvSpPr txBox="1">
              <a:spLocks noChangeArrowheads="1"/>
            </p:cNvSpPr>
            <p:nvPr/>
          </p:nvSpPr>
          <p:spPr bwMode="auto">
            <a:xfrm>
              <a:off x="154" y="3687"/>
              <a:ext cx="629" cy="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en-US"/>
                <a:t>Reset</a:t>
              </a:r>
              <a:endParaRPr lang="en-US" altLang="en-US" baseline="-25000"/>
            </a:p>
          </p:txBody>
        </p:sp>
        <p:sp>
          <p:nvSpPr>
            <p:cNvPr id="60531" name="Text Box 119">
              <a:extLst>
                <a:ext uri="{FF2B5EF4-FFF2-40B4-BE49-F238E27FC236}">
                  <a16:creationId xmlns:a16="http://schemas.microsoft.com/office/drawing/2014/main" id="{D8BCE300-B022-4211-80D8-E05B6A2F153A}"/>
                </a:ext>
              </a:extLst>
            </p:cNvPr>
            <p:cNvSpPr txBox="1">
              <a:spLocks noChangeArrowheads="1"/>
            </p:cNvSpPr>
            <p:nvPr/>
          </p:nvSpPr>
          <p:spPr bwMode="auto">
            <a:xfrm>
              <a:off x="555" y="1245"/>
              <a:ext cx="336"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S</a:t>
              </a:r>
              <a:r>
                <a:rPr lang="en-US" altLang="en-US" baseline="-25000"/>
                <a:t>0</a:t>
              </a:r>
              <a:endParaRPr lang="ru-RU" altLang="en-US"/>
            </a:p>
          </p:txBody>
        </p:sp>
        <p:sp>
          <p:nvSpPr>
            <p:cNvPr id="60532" name="Text Box 120">
              <a:extLst>
                <a:ext uri="{FF2B5EF4-FFF2-40B4-BE49-F238E27FC236}">
                  <a16:creationId xmlns:a16="http://schemas.microsoft.com/office/drawing/2014/main" id="{5FDDB68C-5DF4-E723-1EC6-38F06A4D078B}"/>
                </a:ext>
              </a:extLst>
            </p:cNvPr>
            <p:cNvSpPr txBox="1">
              <a:spLocks noChangeArrowheads="1"/>
            </p:cNvSpPr>
            <p:nvPr/>
          </p:nvSpPr>
          <p:spPr bwMode="auto">
            <a:xfrm>
              <a:off x="1232" y="1236"/>
              <a:ext cx="336"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S</a:t>
              </a:r>
              <a:r>
                <a:rPr lang="en-US" altLang="en-US" baseline="-25000"/>
                <a:t>1</a:t>
              </a:r>
              <a:endParaRPr lang="ru-RU" altLang="en-US"/>
            </a:p>
          </p:txBody>
        </p:sp>
        <p:sp>
          <p:nvSpPr>
            <p:cNvPr id="60533" name="Text Box 121">
              <a:extLst>
                <a:ext uri="{FF2B5EF4-FFF2-40B4-BE49-F238E27FC236}">
                  <a16:creationId xmlns:a16="http://schemas.microsoft.com/office/drawing/2014/main" id="{0AB2DBC6-86C5-9042-240C-D5FD90DEFB74}"/>
                </a:ext>
              </a:extLst>
            </p:cNvPr>
            <p:cNvSpPr txBox="1">
              <a:spLocks noChangeArrowheads="1"/>
            </p:cNvSpPr>
            <p:nvPr/>
          </p:nvSpPr>
          <p:spPr bwMode="auto">
            <a:xfrm>
              <a:off x="1881" y="1227"/>
              <a:ext cx="336"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S</a:t>
              </a:r>
              <a:r>
                <a:rPr lang="en-US" altLang="en-US" baseline="-25000"/>
                <a:t>2</a:t>
              </a:r>
              <a:endParaRPr lang="ru-RU" altLang="en-US"/>
            </a:p>
          </p:txBody>
        </p:sp>
        <p:sp>
          <p:nvSpPr>
            <p:cNvPr id="60534" name="Text Box 122">
              <a:extLst>
                <a:ext uri="{FF2B5EF4-FFF2-40B4-BE49-F238E27FC236}">
                  <a16:creationId xmlns:a16="http://schemas.microsoft.com/office/drawing/2014/main" id="{D0917566-5D79-30B6-4C81-45E280FC678D}"/>
                </a:ext>
              </a:extLst>
            </p:cNvPr>
            <p:cNvSpPr txBox="1">
              <a:spLocks noChangeArrowheads="1"/>
            </p:cNvSpPr>
            <p:nvPr/>
          </p:nvSpPr>
          <p:spPr bwMode="auto">
            <a:xfrm>
              <a:off x="2553" y="1221"/>
              <a:ext cx="336"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S</a:t>
              </a:r>
              <a:r>
                <a:rPr lang="en-US" altLang="en-US" baseline="-25000"/>
                <a:t>3</a:t>
              </a:r>
              <a:endParaRPr lang="ru-RU" altLang="en-US"/>
            </a:p>
          </p:txBody>
        </p:sp>
        <p:sp>
          <p:nvSpPr>
            <p:cNvPr id="60535" name="Text Box 123">
              <a:extLst>
                <a:ext uri="{FF2B5EF4-FFF2-40B4-BE49-F238E27FC236}">
                  <a16:creationId xmlns:a16="http://schemas.microsoft.com/office/drawing/2014/main" id="{0CBDF01C-59FB-EAF0-4B55-2216AF88A4B9}"/>
                </a:ext>
              </a:extLst>
            </p:cNvPr>
            <p:cNvSpPr txBox="1">
              <a:spLocks noChangeArrowheads="1"/>
            </p:cNvSpPr>
            <p:nvPr/>
          </p:nvSpPr>
          <p:spPr bwMode="auto">
            <a:xfrm>
              <a:off x="3239" y="1230"/>
              <a:ext cx="336"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S</a:t>
              </a:r>
              <a:r>
                <a:rPr lang="en-US" altLang="en-US" baseline="-25000"/>
                <a:t>4</a:t>
              </a:r>
              <a:endParaRPr lang="ru-RU" altLang="en-US"/>
            </a:p>
          </p:txBody>
        </p:sp>
        <p:sp>
          <p:nvSpPr>
            <p:cNvPr id="60536" name="Text Box 124">
              <a:extLst>
                <a:ext uri="{FF2B5EF4-FFF2-40B4-BE49-F238E27FC236}">
                  <a16:creationId xmlns:a16="http://schemas.microsoft.com/office/drawing/2014/main" id="{87DEB0CB-DD1E-D81E-03B5-68843BBC88B5}"/>
                </a:ext>
              </a:extLst>
            </p:cNvPr>
            <p:cNvSpPr txBox="1">
              <a:spLocks noChangeArrowheads="1"/>
            </p:cNvSpPr>
            <p:nvPr/>
          </p:nvSpPr>
          <p:spPr bwMode="auto">
            <a:xfrm>
              <a:off x="3906" y="1230"/>
              <a:ext cx="336"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S</a:t>
              </a:r>
              <a:r>
                <a:rPr lang="en-US" altLang="en-US" baseline="-25000"/>
                <a:t>5</a:t>
              </a:r>
              <a:endParaRPr lang="ru-RU" altLang="en-US"/>
            </a:p>
          </p:txBody>
        </p:sp>
        <p:sp>
          <p:nvSpPr>
            <p:cNvPr id="60537" name="Text Box 125">
              <a:extLst>
                <a:ext uri="{FF2B5EF4-FFF2-40B4-BE49-F238E27FC236}">
                  <a16:creationId xmlns:a16="http://schemas.microsoft.com/office/drawing/2014/main" id="{9C8FCC66-59A7-E900-C6B4-E8D6E5D01D49}"/>
                </a:ext>
              </a:extLst>
            </p:cNvPr>
            <p:cNvSpPr txBox="1">
              <a:spLocks noChangeArrowheads="1"/>
            </p:cNvSpPr>
            <p:nvPr/>
          </p:nvSpPr>
          <p:spPr bwMode="auto">
            <a:xfrm>
              <a:off x="4659" y="1242"/>
              <a:ext cx="336"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S</a:t>
              </a:r>
              <a:r>
                <a:rPr lang="en-US" altLang="en-US" baseline="-25000"/>
                <a:t>6</a:t>
              </a:r>
              <a:endParaRPr lang="ru-RU" altLang="en-US"/>
            </a:p>
          </p:txBody>
        </p:sp>
        <p:sp>
          <p:nvSpPr>
            <p:cNvPr id="60538" name="Text Box 126">
              <a:extLst>
                <a:ext uri="{FF2B5EF4-FFF2-40B4-BE49-F238E27FC236}">
                  <a16:creationId xmlns:a16="http://schemas.microsoft.com/office/drawing/2014/main" id="{7335C67D-59EB-A459-D5A4-0ABBD4399948}"/>
                </a:ext>
              </a:extLst>
            </p:cNvPr>
            <p:cNvSpPr txBox="1">
              <a:spLocks noChangeArrowheads="1"/>
            </p:cNvSpPr>
            <p:nvPr/>
          </p:nvSpPr>
          <p:spPr bwMode="auto">
            <a:xfrm>
              <a:off x="5361" y="1239"/>
              <a:ext cx="336"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S</a:t>
              </a:r>
              <a:r>
                <a:rPr lang="en-US" altLang="en-US" baseline="-25000"/>
                <a:t>7</a:t>
              </a:r>
              <a:endParaRPr lang="ru-RU" altLang="en-US"/>
            </a:p>
          </p:txBody>
        </p:sp>
      </p:gr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Заголовок 2">
            <a:extLst>
              <a:ext uri="{FF2B5EF4-FFF2-40B4-BE49-F238E27FC236}">
                <a16:creationId xmlns:a16="http://schemas.microsoft.com/office/drawing/2014/main" id="{65BA2490-1C57-6A0F-2A5A-10F66C658635}"/>
              </a:ext>
            </a:extLst>
          </p:cNvPr>
          <p:cNvSpPr>
            <a:spLocks noGrp="1" noChangeArrowheads="1"/>
          </p:cNvSpPr>
          <p:nvPr>
            <p:ph type="title"/>
          </p:nvPr>
        </p:nvSpPr>
        <p:spPr/>
        <p:txBody>
          <a:bodyPr>
            <a:normAutofit/>
          </a:bodyPr>
          <a:lstStyle/>
          <a:p>
            <a:r>
              <a:rPr lang="en-US" altLang="en-US" dirty="0"/>
              <a:t>Polynomial Counters</a:t>
            </a:r>
            <a:endParaRPr lang="ru-RU" altLang="en-US" dirty="0"/>
          </a:p>
        </p:txBody>
      </p:sp>
      <p:sp>
        <p:nvSpPr>
          <p:cNvPr id="4" name="Объект 3">
            <a:extLst>
              <a:ext uri="{FF2B5EF4-FFF2-40B4-BE49-F238E27FC236}">
                <a16:creationId xmlns:a16="http://schemas.microsoft.com/office/drawing/2014/main" id="{611E530E-ADAC-4432-9CC3-FEAC516493AF}"/>
              </a:ext>
            </a:extLst>
          </p:cNvPr>
          <p:cNvSpPr>
            <a:spLocks noGrp="1"/>
          </p:cNvSpPr>
          <p:nvPr>
            <p:ph type="body" sz="quarter" idx="10"/>
          </p:nvPr>
        </p:nvSpPr>
        <p:spPr/>
        <p:txBody>
          <a:bodyPr/>
          <a:lstStyle/>
          <a:p>
            <a:r>
              <a:rPr lang="en-US" dirty="0"/>
              <a:t>Polynomial counters refer to the class of linear state machine (LSM)</a:t>
            </a:r>
            <a:r>
              <a:rPr lang="ru-RU" dirty="0"/>
              <a:t>, </a:t>
            </a:r>
            <a:r>
              <a:rPr lang="en-US" dirty="0"/>
              <a:t>which are variants of FSMs.</a:t>
            </a:r>
          </a:p>
          <a:p>
            <a:r>
              <a:rPr lang="en-US" dirty="0"/>
              <a:t>FSM is called linear if its memory is realized on </a:t>
            </a:r>
            <a:r>
              <a:rPr lang="ru-RU" dirty="0"/>
              <a:t>D</a:t>
            </a:r>
            <a:r>
              <a:rPr lang="en-US" dirty="0"/>
              <a:t> flip-flops</a:t>
            </a:r>
            <a:r>
              <a:rPr lang="ru-RU" dirty="0"/>
              <a:t>,</a:t>
            </a:r>
            <a:r>
              <a:rPr lang="en-US" dirty="0"/>
              <a:t> and excitation functions and the output functions are linear. </a:t>
            </a:r>
            <a:endParaRPr lang="ru-RU" dirty="0"/>
          </a:p>
          <a:p>
            <a:r>
              <a:rPr lang="en-US" dirty="0"/>
              <a:t>LSM makes the base of coding theory.</a:t>
            </a:r>
            <a:endParaRPr lang="ru-RU" dirty="0"/>
          </a:p>
          <a:p>
            <a:r>
              <a:rPr lang="en-US" dirty="0"/>
              <a:t>LSM is often </a:t>
            </a:r>
            <a:r>
              <a:rPr lang="ru-RU" dirty="0"/>
              <a:t> </a:t>
            </a:r>
            <a:r>
              <a:rPr lang="en-US" dirty="0"/>
              <a:t>used as a transformer of one polynomial into another.</a:t>
            </a:r>
          </a:p>
          <a:p>
            <a:r>
              <a:rPr lang="en-US" dirty="0"/>
              <a:t>Used in devices of</a:t>
            </a:r>
            <a:r>
              <a:rPr lang="ru-RU" dirty="0"/>
              <a:t> </a:t>
            </a:r>
            <a:r>
              <a:rPr lang="en-US" dirty="0"/>
              <a:t> test diagnosis of digital units to solve mathematical tasks by Monte-Carlo method</a:t>
            </a:r>
            <a:r>
              <a:rPr lang="ru-RU" dirty="0"/>
              <a:t>, </a:t>
            </a:r>
            <a:r>
              <a:rPr lang="en-US" dirty="0"/>
              <a:t>as a generator of Galois fields, etc. </a:t>
            </a:r>
          </a:p>
          <a:p>
            <a:endParaRPr lang="ru-RU"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Title 1">
            <a:extLst>
              <a:ext uri="{FF2B5EF4-FFF2-40B4-BE49-F238E27FC236}">
                <a16:creationId xmlns:a16="http://schemas.microsoft.com/office/drawing/2014/main" id="{8A8CE044-C712-51CF-7FD0-42FB53257207}"/>
              </a:ext>
            </a:extLst>
          </p:cNvPr>
          <p:cNvSpPr>
            <a:spLocks noGrp="1" noChangeArrowheads="1"/>
          </p:cNvSpPr>
          <p:nvPr>
            <p:ph type="title"/>
          </p:nvPr>
        </p:nvSpPr>
        <p:spPr/>
        <p:txBody>
          <a:bodyPr/>
          <a:lstStyle/>
          <a:p>
            <a:r>
              <a:rPr lang="en-US" altLang="en-US"/>
              <a:t>Primitive  Polynomials</a:t>
            </a:r>
          </a:p>
        </p:txBody>
      </p:sp>
      <p:sp>
        <p:nvSpPr>
          <p:cNvPr id="3" name="Text Placeholder 2">
            <a:extLst>
              <a:ext uri="{FF2B5EF4-FFF2-40B4-BE49-F238E27FC236}">
                <a16:creationId xmlns:a16="http://schemas.microsoft.com/office/drawing/2014/main" id="{0DB3E5A3-84BE-D982-C5DA-FB40D7583592}"/>
              </a:ext>
            </a:extLst>
          </p:cNvPr>
          <p:cNvSpPr>
            <a:spLocks noGrp="1"/>
          </p:cNvSpPr>
          <p:nvPr>
            <p:ph type="body" sz="quarter" idx="10"/>
          </p:nvPr>
        </p:nvSpPr>
        <p:spPr/>
        <p:txBody>
          <a:bodyPr/>
          <a:lstStyle/>
          <a:p>
            <a:pPr eaLnBrk="1" hangingPunct="1"/>
            <a:r>
              <a:rPr lang="en-US" altLang="en-US" sz="2400" dirty="0"/>
              <a:t>A polynomial of degree n,  that is not divisible by any polynomial of degree less than n but greater than 0, is called irreducible.</a:t>
            </a:r>
            <a:br>
              <a:rPr lang="en-US" altLang="en-US" sz="2400" dirty="0"/>
            </a:br>
            <a:r>
              <a:rPr lang="en-US" altLang="en-US" sz="2400" dirty="0"/>
              <a:t>Any polynomial f (x) that is not divisible by x is a divisor of the polynomial x</a:t>
            </a:r>
            <a:r>
              <a:rPr lang="en-US" altLang="en-US" sz="2400" baseline="30000" dirty="0"/>
              <a:t>i</a:t>
            </a:r>
            <a:r>
              <a:rPr lang="en-US" altLang="en-US" sz="2400" dirty="0"/>
              <a:t> – 1 for some integer </a:t>
            </a:r>
            <a:r>
              <a:rPr lang="en-US" altLang="en-US" sz="2400" dirty="0" err="1"/>
              <a:t>i</a:t>
            </a:r>
            <a:r>
              <a:rPr lang="en-US" altLang="en-US" sz="2400" dirty="0"/>
              <a:t>. The smallest such positive number </a:t>
            </a:r>
            <a:r>
              <a:rPr lang="en-US" altLang="en-US" sz="2400" dirty="0" err="1"/>
              <a:t>i</a:t>
            </a:r>
            <a:r>
              <a:rPr lang="en-US" altLang="en-US" sz="2400" dirty="0"/>
              <a:t> is called the exponent to which the polynomial f (x) belongs.</a:t>
            </a:r>
            <a:br>
              <a:rPr lang="en-US" altLang="en-US" sz="2400" dirty="0"/>
            </a:br>
            <a:r>
              <a:rPr lang="en-US" altLang="en-US" sz="2400" dirty="0"/>
              <a:t>For any n and any prime p, there exists at least one irreducible polynomial of degree n belonging to the exponent </a:t>
            </a:r>
            <a:r>
              <a:rPr lang="en-US" altLang="en-US" sz="2400" dirty="0" err="1"/>
              <a:t>p</a:t>
            </a:r>
            <a:r>
              <a:rPr lang="en-US" altLang="en-US" sz="2400" baseline="30000" dirty="0" err="1"/>
              <a:t>n</a:t>
            </a:r>
            <a:r>
              <a:rPr lang="en-US" altLang="en-US" sz="2400" dirty="0"/>
              <a:t> - 1.</a:t>
            </a:r>
          </a:p>
          <a:p>
            <a:pPr eaLnBrk="1" hangingPunct="1"/>
            <a:r>
              <a:rPr lang="en-US" altLang="en-US" sz="2400" dirty="0"/>
              <a:t>Polynomial </a:t>
            </a:r>
            <a:r>
              <a:rPr lang="en-US" altLang="en-US" sz="2400" i="1" dirty="0"/>
              <a:t>d</a:t>
            </a:r>
            <a:r>
              <a:rPr lang="en-US" altLang="en-US" sz="2400" dirty="0"/>
              <a:t>(</a:t>
            </a:r>
            <a:r>
              <a:rPr lang="en-US" altLang="en-US" sz="2400" i="1" dirty="0"/>
              <a:t>x</a:t>
            </a:r>
            <a:r>
              <a:rPr lang="en-US" altLang="en-US" sz="2400" dirty="0"/>
              <a:t>) with coefficients in GF(</a:t>
            </a:r>
            <a:r>
              <a:rPr lang="en-US" altLang="en-US" sz="2400" i="1" dirty="0"/>
              <a:t>p</a:t>
            </a:r>
            <a:r>
              <a:rPr lang="en-US" altLang="en-US" sz="2400" dirty="0"/>
              <a:t>) is a primitive polynomial if its degree is </a:t>
            </a:r>
            <a:r>
              <a:rPr lang="en-US" altLang="en-US" sz="2400" i="1" dirty="0"/>
              <a:t>m</a:t>
            </a:r>
            <a:r>
              <a:rPr lang="en-US" altLang="en-US" sz="2400" dirty="0"/>
              <a:t> and it has a root </a:t>
            </a:r>
            <a:r>
              <a:rPr lang="en-US" altLang="en-US" sz="2400" i="1" dirty="0"/>
              <a:t>α</a:t>
            </a:r>
            <a:r>
              <a:rPr lang="en-US" altLang="en-US" sz="2400" dirty="0"/>
              <a:t> in GF(</a:t>
            </a:r>
            <a:r>
              <a:rPr lang="en-US" altLang="en-US" sz="2400" i="1" dirty="0"/>
              <a:t>p</a:t>
            </a:r>
            <a:r>
              <a:rPr lang="en-US" altLang="en-US" sz="2400" i="1" baseline="30000" dirty="0"/>
              <a:t>m</a:t>
            </a:r>
            <a:r>
              <a:rPr lang="en-US" altLang="en-US" sz="2400" dirty="0"/>
              <a:t>) such that {0, 1, </a:t>
            </a:r>
            <a:r>
              <a:rPr lang="en-US" altLang="en-US" sz="2400" i="1" dirty="0"/>
              <a:t>α</a:t>
            </a:r>
            <a:r>
              <a:rPr lang="en-US" altLang="en-US" sz="2400" dirty="0"/>
              <a:t>, </a:t>
            </a:r>
            <a:r>
              <a:rPr lang="en-US" altLang="en-US" sz="2400" i="1" dirty="0"/>
              <a:t>α</a:t>
            </a:r>
            <a:r>
              <a:rPr lang="en-US" altLang="en-US" sz="2400" baseline="30000" dirty="0"/>
              <a:t>2</a:t>
            </a:r>
            <a:r>
              <a:rPr lang="en-US" altLang="en-US" sz="2400" dirty="0"/>
              <a:t>, </a:t>
            </a:r>
            <a:r>
              <a:rPr lang="en-US" altLang="en-US" sz="2400" i="1" dirty="0"/>
              <a:t>α</a:t>
            </a:r>
            <a:r>
              <a:rPr lang="en-US" altLang="en-US" sz="2400" baseline="30000" dirty="0"/>
              <a:t>3</a:t>
            </a:r>
            <a:r>
              <a:rPr lang="en-US" altLang="en-US" sz="2400" dirty="0"/>
              <a:t>, ..., </a:t>
            </a:r>
            <a:r>
              <a:rPr lang="en-US" altLang="en-US" sz="2400" i="1" dirty="0"/>
              <a:t>α</a:t>
            </a:r>
            <a:r>
              <a:rPr lang="en-US" altLang="en-US" sz="2400" i="1" baseline="30000" dirty="0"/>
              <a:t>p^m</a:t>
            </a:r>
            <a:r>
              <a:rPr lang="en-US" altLang="en-US" sz="2400" baseline="30000" dirty="0"/>
              <a:t>−2</a:t>
            </a:r>
            <a:r>
              <a:rPr lang="en-US" altLang="en-US" sz="2400" dirty="0"/>
              <a:t>} is the entire field GF(</a:t>
            </a:r>
            <a:r>
              <a:rPr lang="en-US" altLang="en-US" sz="2400" i="1" dirty="0"/>
              <a:t>p</a:t>
            </a:r>
            <a:r>
              <a:rPr lang="en-US" altLang="en-US" sz="2400" i="1" baseline="30000" dirty="0"/>
              <a:t>m</a:t>
            </a:r>
            <a:r>
              <a:rPr lang="en-US" altLang="en-US" sz="2400" dirty="0"/>
              <a:t>). </a:t>
            </a:r>
            <a:br>
              <a:rPr lang="en-US" altLang="en-US" sz="2400" dirty="0"/>
            </a:br>
            <a:r>
              <a:rPr lang="en-US" altLang="en-US" sz="2400" dirty="0"/>
              <a:t>d(</a:t>
            </a:r>
            <a:r>
              <a:rPr lang="en-US" altLang="en-US" sz="2400" dirty="0">
                <a:sym typeface="Symbol" panose="05050102010706020507" pitchFamily="18" charset="2"/>
              </a:rPr>
              <a:t>)=0;</a:t>
            </a:r>
            <a:endParaRPr lang="en-US" altLang="en-US" sz="2400" dirty="0"/>
          </a:p>
          <a:p>
            <a:endParaRPr lang="en-US"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Заголовок 3">
            <a:extLst>
              <a:ext uri="{FF2B5EF4-FFF2-40B4-BE49-F238E27FC236}">
                <a16:creationId xmlns:a16="http://schemas.microsoft.com/office/drawing/2014/main" id="{EB603566-B523-8E6C-E6D7-5AECD4B4E8E8}"/>
              </a:ext>
            </a:extLst>
          </p:cNvPr>
          <p:cNvSpPr>
            <a:spLocks noGrp="1" noChangeArrowheads="1"/>
          </p:cNvSpPr>
          <p:nvPr>
            <p:ph type="title"/>
          </p:nvPr>
        </p:nvSpPr>
        <p:spPr/>
        <p:txBody>
          <a:bodyPr>
            <a:normAutofit/>
          </a:bodyPr>
          <a:lstStyle/>
          <a:p>
            <a:r>
              <a:rPr lang="en-US" altLang="en-US" dirty="0"/>
              <a:t>Example 2</a:t>
            </a:r>
            <a:endParaRPr lang="ru-RU" altLang="en-US" dirty="0"/>
          </a:p>
        </p:txBody>
      </p:sp>
      <p:sp>
        <p:nvSpPr>
          <p:cNvPr id="63491" name="Объект 4">
            <a:extLst>
              <a:ext uri="{FF2B5EF4-FFF2-40B4-BE49-F238E27FC236}">
                <a16:creationId xmlns:a16="http://schemas.microsoft.com/office/drawing/2014/main" id="{B8C0FCCF-0104-BE8D-AC74-F6CBBB012F0A}"/>
              </a:ext>
            </a:extLst>
          </p:cNvPr>
          <p:cNvSpPr>
            <a:spLocks noGrp="1" noChangeArrowheads="1"/>
          </p:cNvSpPr>
          <p:nvPr>
            <p:ph type="body" sz="quarter" idx="10"/>
          </p:nvPr>
        </p:nvSpPr>
        <p:spPr>
          <a:xfrm>
            <a:off x="457200" y="1188720"/>
            <a:ext cx="8708571" cy="5185186"/>
          </a:xfrm>
        </p:spPr>
        <p:txBody>
          <a:bodyPr/>
          <a:lstStyle/>
          <a:p>
            <a:r>
              <a:rPr lang="en-US" altLang="en-US" dirty="0"/>
              <a:t>Galois field</a:t>
            </a:r>
            <a:r>
              <a:rPr lang="ru-RU" altLang="en-US" dirty="0"/>
              <a:t> </a:t>
            </a:r>
            <a:r>
              <a:rPr lang="en-US" altLang="en-US" dirty="0"/>
              <a:t>GF</a:t>
            </a:r>
            <a:r>
              <a:rPr lang="ru-RU" altLang="en-US" dirty="0"/>
              <a:t>(24) </a:t>
            </a:r>
            <a:r>
              <a:rPr lang="en-US" altLang="en-US" dirty="0"/>
              <a:t>from </a:t>
            </a:r>
            <a:r>
              <a:rPr lang="ru-RU" altLang="en-US" dirty="0"/>
              <a:t>24 </a:t>
            </a:r>
            <a:r>
              <a:rPr lang="en-US" altLang="en-US" dirty="0"/>
              <a:t>elements can be made as a field of polynomials above</a:t>
            </a:r>
            <a:r>
              <a:rPr lang="ru-RU" altLang="en-US" dirty="0"/>
              <a:t> </a:t>
            </a:r>
            <a:r>
              <a:rPr lang="en-US" altLang="en-US" dirty="0"/>
              <a:t>GF</a:t>
            </a:r>
            <a:r>
              <a:rPr lang="ru-RU" altLang="en-US" dirty="0"/>
              <a:t>(2) </a:t>
            </a:r>
            <a:r>
              <a:rPr lang="en-US" altLang="en-US" dirty="0"/>
              <a:t>by modulo</a:t>
            </a:r>
            <a:r>
              <a:rPr lang="ru-RU" altLang="en-US" dirty="0"/>
              <a:t> 1 + </a:t>
            </a:r>
            <a:r>
              <a:rPr lang="en-US" altLang="en-US" dirty="0"/>
              <a:t>x</a:t>
            </a:r>
            <a:r>
              <a:rPr lang="ru-RU" altLang="en-US" dirty="0"/>
              <a:t> + </a:t>
            </a:r>
            <a:r>
              <a:rPr lang="en-US" altLang="en-US" dirty="0"/>
              <a:t>x</a:t>
            </a:r>
            <a:r>
              <a:rPr lang="ru-RU" altLang="en-US" dirty="0"/>
              <a:t>4. </a:t>
            </a:r>
            <a:r>
              <a:rPr lang="en-US" altLang="en-US" dirty="0"/>
              <a:t> </a:t>
            </a:r>
          </a:p>
          <a:p>
            <a:r>
              <a:rPr lang="en-US" altLang="en-US" dirty="0"/>
              <a:t>Let</a:t>
            </a:r>
            <a:r>
              <a:rPr lang="ru-RU" altLang="en-US" dirty="0"/>
              <a:t> </a:t>
            </a:r>
            <a:r>
              <a:rPr lang="ru-RU" altLang="en-US" dirty="0">
                <a:sym typeface="Symbol" panose="05050102010706020507" pitchFamily="18" charset="2"/>
              </a:rPr>
              <a:t></a:t>
            </a:r>
            <a:r>
              <a:rPr lang="ru-RU" altLang="en-US" dirty="0"/>
              <a:t> </a:t>
            </a:r>
            <a:r>
              <a:rPr lang="en-US" altLang="en-US" dirty="0"/>
              <a:t>be the root of polynomial</a:t>
            </a:r>
          </a:p>
          <a:p>
            <a:r>
              <a:rPr lang="en-US" altLang="en-US" dirty="0"/>
              <a:t> </a:t>
            </a:r>
            <a:r>
              <a:rPr lang="ru-RU" altLang="en-US" dirty="0"/>
              <a:t>1 + </a:t>
            </a:r>
            <a:r>
              <a:rPr lang="en-US" altLang="en-US" dirty="0"/>
              <a:t>x</a:t>
            </a:r>
            <a:r>
              <a:rPr lang="ru-RU" altLang="en-US" dirty="0"/>
              <a:t> + </a:t>
            </a:r>
            <a:r>
              <a:rPr lang="en-US" altLang="en-US" dirty="0"/>
              <a:t>x</a:t>
            </a:r>
            <a:r>
              <a:rPr lang="ru-RU" altLang="en-US" dirty="0"/>
              <a:t>4  </a:t>
            </a:r>
            <a:r>
              <a:rPr lang="en-US" altLang="en-US" dirty="0"/>
              <a:t>with extension of Galois field and primitive element.</a:t>
            </a:r>
            <a:endParaRPr lang="ru-RU" altLang="en-US" dirty="0"/>
          </a:p>
          <a:p>
            <a:r>
              <a:rPr lang="en-US" altLang="en-US" dirty="0"/>
              <a:t>All</a:t>
            </a:r>
            <a:r>
              <a:rPr lang="ru-RU" altLang="en-US" dirty="0"/>
              <a:t> 15 </a:t>
            </a:r>
            <a:r>
              <a:rPr lang="en-US" altLang="en-US" dirty="0"/>
              <a:t>non-zero elements of the field are shown in the table</a:t>
            </a:r>
            <a:r>
              <a:rPr lang="ru-RU" altLang="en-US" dirty="0"/>
              <a:t>.</a:t>
            </a:r>
            <a:endParaRPr lang="en-US" altLang="en-US" dirty="0"/>
          </a:p>
          <a:p>
            <a:r>
              <a:rPr lang="en-US" altLang="en-US" dirty="0"/>
              <a:t>d(x)=1+x+x4</a:t>
            </a:r>
            <a:br>
              <a:rPr lang="en-US" altLang="en-US" dirty="0"/>
            </a:br>
            <a:r>
              <a:rPr lang="en-US" altLang="en-US" dirty="0"/>
              <a:t>d(</a:t>
            </a:r>
            <a:r>
              <a:rPr lang="ru-RU" altLang="en-US" dirty="0">
                <a:sym typeface="Symbol" panose="05050102010706020507" pitchFamily="18" charset="2"/>
              </a:rPr>
              <a:t></a:t>
            </a:r>
            <a:r>
              <a:rPr lang="en-US" altLang="en-US" dirty="0"/>
              <a:t>)=1+</a:t>
            </a:r>
            <a:r>
              <a:rPr lang="ru-RU" altLang="en-US" dirty="0">
                <a:sym typeface="Symbol" panose="05050102010706020507" pitchFamily="18" charset="2"/>
              </a:rPr>
              <a:t>  </a:t>
            </a:r>
            <a:r>
              <a:rPr lang="en-US" altLang="en-US" dirty="0"/>
              <a:t>+</a:t>
            </a:r>
            <a:r>
              <a:rPr lang="ru-RU" altLang="en-US" dirty="0">
                <a:sym typeface="Symbol" panose="05050102010706020507" pitchFamily="18" charset="2"/>
              </a:rPr>
              <a:t>  </a:t>
            </a:r>
            <a:r>
              <a:rPr lang="en-US" altLang="en-US" dirty="0"/>
              <a:t>4</a:t>
            </a:r>
            <a:endParaRPr lang="ru-RU" altLang="en-US" dirty="0"/>
          </a:p>
          <a:p>
            <a:r>
              <a:rPr lang="en-US" altLang="en-US" dirty="0"/>
              <a:t>1+</a:t>
            </a:r>
            <a:r>
              <a:rPr lang="ru-RU" altLang="en-US" dirty="0">
                <a:sym typeface="Symbol" panose="05050102010706020507" pitchFamily="18" charset="2"/>
              </a:rPr>
              <a:t>  </a:t>
            </a:r>
            <a:r>
              <a:rPr lang="en-US" altLang="en-US" dirty="0"/>
              <a:t>+</a:t>
            </a:r>
            <a:r>
              <a:rPr lang="ru-RU" altLang="en-US" dirty="0">
                <a:sym typeface="Symbol" panose="05050102010706020507" pitchFamily="18" charset="2"/>
              </a:rPr>
              <a:t>  </a:t>
            </a:r>
            <a:r>
              <a:rPr lang="en-US" altLang="en-US" dirty="0"/>
              <a:t>4=0; </a:t>
            </a:r>
            <a:r>
              <a:rPr lang="ru-RU" altLang="en-US" dirty="0">
                <a:sym typeface="Symbol" panose="05050102010706020507" pitchFamily="18" charset="2"/>
              </a:rPr>
              <a:t> </a:t>
            </a:r>
            <a:r>
              <a:rPr lang="en-US" altLang="en-US" dirty="0"/>
              <a:t>4=1+</a:t>
            </a:r>
            <a:r>
              <a:rPr lang="ru-RU" altLang="en-US" dirty="0">
                <a:sym typeface="Symbol" panose="05050102010706020507" pitchFamily="18" charset="2"/>
              </a:rPr>
              <a:t> </a:t>
            </a:r>
            <a:endParaRPr lang="en-US" altLang="en-US" dirty="0"/>
          </a:p>
          <a:p>
            <a:endParaRPr lang="ru-RU" altLang="en-US" dirty="0"/>
          </a:p>
          <a:p>
            <a:endParaRPr lang="ru-RU" altLang="en-US" dirty="0"/>
          </a:p>
        </p:txBody>
      </p:sp>
      <p:graphicFrame>
        <p:nvGraphicFramePr>
          <p:cNvPr id="7" name="Таблица 6">
            <a:extLst>
              <a:ext uri="{FF2B5EF4-FFF2-40B4-BE49-F238E27FC236}">
                <a16:creationId xmlns:a16="http://schemas.microsoft.com/office/drawing/2014/main" id="{1736E4FD-0DA3-41F7-AEE2-931F4DFFED4D}"/>
              </a:ext>
            </a:extLst>
          </p:cNvPr>
          <p:cNvGraphicFramePr>
            <a:graphicFrameLocks noGrp="1"/>
          </p:cNvGraphicFramePr>
          <p:nvPr>
            <p:extLst>
              <p:ext uri="{D42A27DB-BD31-4B8C-83A1-F6EECF244321}">
                <p14:modId xmlns:p14="http://schemas.microsoft.com/office/powerpoint/2010/main" val="1853411903"/>
              </p:ext>
            </p:extLst>
          </p:nvPr>
        </p:nvGraphicFramePr>
        <p:xfrm>
          <a:off x="9287692" y="1188720"/>
          <a:ext cx="2447108" cy="5299172"/>
        </p:xfrm>
        <a:graphic>
          <a:graphicData uri="http://schemas.openxmlformats.org/drawingml/2006/table">
            <a:tbl>
              <a:tblPr firstRow="1" bandRow="1">
                <a:tableStyleId>{5C22544A-7EE6-4342-B048-85BDC9FD1C3A}</a:tableStyleId>
              </a:tblPr>
              <a:tblGrid>
                <a:gridCol w="2447108">
                  <a:extLst>
                    <a:ext uri="{9D8B030D-6E8A-4147-A177-3AD203B41FA5}">
                      <a16:colId xmlns:a16="http://schemas.microsoft.com/office/drawing/2014/main" val="20000"/>
                    </a:ext>
                  </a:extLst>
                </a:gridCol>
              </a:tblGrid>
              <a:tr h="311716">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bg2"/>
                          </a:solidFill>
                          <a:effectLst/>
                          <a:latin typeface="Arial" pitchFamily="34" charset="0"/>
                          <a:cs typeface="Arial" pitchFamily="34" charset="0"/>
                        </a:rPr>
                        <a:t>Representation of GF(2</a:t>
                      </a:r>
                      <a:r>
                        <a:rPr kumimoji="0" lang="en-US" sz="1400" b="0" i="0" u="none" strike="noStrike" cap="none" normalizeH="0" baseline="30000" dirty="0">
                          <a:ln>
                            <a:noFill/>
                          </a:ln>
                          <a:solidFill>
                            <a:schemeClr val="bg2"/>
                          </a:solidFill>
                          <a:effectLst/>
                          <a:latin typeface="Arial" pitchFamily="34" charset="0"/>
                          <a:cs typeface="Arial" pitchFamily="34" charset="0"/>
                        </a:rPr>
                        <a:t>4</a:t>
                      </a:r>
                      <a:r>
                        <a:rPr kumimoji="0" lang="en-US" sz="1400" b="0" i="0" u="none" strike="noStrike" cap="none" normalizeH="0" baseline="0" dirty="0">
                          <a:ln>
                            <a:noFill/>
                          </a:ln>
                          <a:solidFill>
                            <a:schemeClr val="bg2"/>
                          </a:solidFill>
                          <a:effectLst/>
                          <a:latin typeface="Arial" pitchFamily="34" charset="0"/>
                          <a:cs typeface="Arial" pitchFamily="34" charset="0"/>
                        </a:rPr>
                        <a:t>) </a:t>
                      </a:r>
                    </a:p>
                  </a:txBody>
                  <a:tcPr marT="45716" marB="45716" horzOverflow="overflow"/>
                </a:tc>
                <a:extLst>
                  <a:ext uri="{0D108BD9-81ED-4DB2-BD59-A6C34878D82A}">
                    <a16:rowId xmlns:a16="http://schemas.microsoft.com/office/drawing/2014/main" val="10000"/>
                  </a:ext>
                </a:extLst>
              </a:tr>
              <a:tr h="311716">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tx1"/>
                          </a:solidFill>
                          <a:effectLst/>
                          <a:latin typeface="Arial" pitchFamily="34" charset="0"/>
                          <a:cs typeface="Arial" pitchFamily="34" charset="0"/>
                          <a:sym typeface="Symbol" pitchFamily="18" charset="2"/>
                        </a:rPr>
                        <a:t></a:t>
                      </a:r>
                      <a:r>
                        <a:rPr kumimoji="0" lang="en-US" sz="1400" b="0" i="0" u="none" strike="noStrike" cap="none" normalizeH="0" baseline="30000" dirty="0">
                          <a:ln>
                            <a:noFill/>
                          </a:ln>
                          <a:solidFill>
                            <a:schemeClr val="tx1"/>
                          </a:solidFill>
                          <a:effectLst/>
                          <a:latin typeface="Arial" pitchFamily="34" charset="0"/>
                          <a:cs typeface="Arial" pitchFamily="34" charset="0"/>
                          <a:sym typeface="Symbol" pitchFamily="18" charset="2"/>
                        </a:rPr>
                        <a:t>0</a:t>
                      </a:r>
                      <a:r>
                        <a:rPr kumimoji="0" lang="en-US" sz="1400" b="0" i="0" u="none" strike="noStrike" cap="none" normalizeH="0" baseline="0" dirty="0">
                          <a:ln>
                            <a:noFill/>
                          </a:ln>
                          <a:solidFill>
                            <a:schemeClr val="tx1"/>
                          </a:solidFill>
                          <a:effectLst/>
                          <a:latin typeface="Arial" pitchFamily="34" charset="0"/>
                          <a:cs typeface="Arial" pitchFamily="34" charset="0"/>
                          <a:sym typeface="Symbol" pitchFamily="18" charset="2"/>
                        </a:rPr>
                        <a:t>=  1</a:t>
                      </a:r>
                    </a:p>
                  </a:txBody>
                  <a:tcPr marT="45716" marB="45716" horzOverflow="overflow"/>
                </a:tc>
                <a:extLst>
                  <a:ext uri="{0D108BD9-81ED-4DB2-BD59-A6C34878D82A}">
                    <a16:rowId xmlns:a16="http://schemas.microsoft.com/office/drawing/2014/main" val="10001"/>
                  </a:ext>
                </a:extLst>
              </a:tr>
              <a:tr h="311716">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tx1"/>
                          </a:solidFill>
                          <a:effectLst/>
                          <a:latin typeface="Arial" pitchFamily="34" charset="0"/>
                          <a:cs typeface="Arial" pitchFamily="34" charset="0"/>
                          <a:sym typeface="Symbol" pitchFamily="18" charset="2"/>
                        </a:rPr>
                        <a:t></a:t>
                      </a:r>
                      <a:r>
                        <a:rPr kumimoji="0" lang="en-US" sz="1400" b="0" i="0" u="none" strike="noStrike" cap="none" normalizeH="0" baseline="30000" dirty="0">
                          <a:ln>
                            <a:noFill/>
                          </a:ln>
                          <a:solidFill>
                            <a:schemeClr val="tx1"/>
                          </a:solidFill>
                          <a:effectLst/>
                          <a:latin typeface="Arial" pitchFamily="34" charset="0"/>
                          <a:cs typeface="Arial" pitchFamily="34" charset="0"/>
                          <a:sym typeface="Symbol" pitchFamily="18" charset="2"/>
                        </a:rPr>
                        <a:t>1</a:t>
                      </a:r>
                      <a:r>
                        <a:rPr kumimoji="0" lang="en-US" sz="1400" b="0" i="0" u="none" strike="noStrike" cap="none" normalizeH="0" baseline="0" dirty="0">
                          <a:ln>
                            <a:noFill/>
                          </a:ln>
                          <a:solidFill>
                            <a:schemeClr val="tx1"/>
                          </a:solidFill>
                          <a:effectLst/>
                          <a:latin typeface="Arial" pitchFamily="34" charset="0"/>
                          <a:cs typeface="Arial" pitchFamily="34" charset="0"/>
                          <a:sym typeface="Symbol" pitchFamily="18" charset="2"/>
                        </a:rPr>
                        <a:t>=         </a:t>
                      </a:r>
                    </a:p>
                  </a:txBody>
                  <a:tcPr marT="45716" marB="45716" horzOverflow="overflow"/>
                </a:tc>
                <a:extLst>
                  <a:ext uri="{0D108BD9-81ED-4DB2-BD59-A6C34878D82A}">
                    <a16:rowId xmlns:a16="http://schemas.microsoft.com/office/drawing/2014/main" val="10002"/>
                  </a:ext>
                </a:extLst>
              </a:tr>
              <a:tr h="311716">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tx1"/>
                          </a:solidFill>
                          <a:effectLst/>
                          <a:latin typeface="Arial" pitchFamily="34" charset="0"/>
                          <a:cs typeface="Arial" pitchFamily="34" charset="0"/>
                          <a:sym typeface="Symbol" pitchFamily="18" charset="2"/>
                        </a:rPr>
                        <a:t></a:t>
                      </a:r>
                      <a:r>
                        <a:rPr kumimoji="0" lang="en-US" sz="1400" b="0" i="0" u="none" strike="noStrike" cap="none" normalizeH="0" baseline="30000" dirty="0">
                          <a:ln>
                            <a:noFill/>
                          </a:ln>
                          <a:solidFill>
                            <a:schemeClr val="tx1"/>
                          </a:solidFill>
                          <a:effectLst/>
                          <a:latin typeface="Arial" pitchFamily="34" charset="0"/>
                          <a:cs typeface="Arial" pitchFamily="34" charset="0"/>
                          <a:sym typeface="Symbol" pitchFamily="18" charset="2"/>
                        </a:rPr>
                        <a:t>2</a:t>
                      </a:r>
                      <a:r>
                        <a:rPr kumimoji="0" lang="en-US" sz="1400" b="0" i="0" u="none" strike="noStrike" cap="none" normalizeH="0" baseline="0" dirty="0">
                          <a:ln>
                            <a:noFill/>
                          </a:ln>
                          <a:solidFill>
                            <a:schemeClr val="tx1"/>
                          </a:solidFill>
                          <a:effectLst/>
                          <a:latin typeface="Arial" pitchFamily="34" charset="0"/>
                          <a:cs typeface="Arial" pitchFamily="34" charset="0"/>
                          <a:sym typeface="Symbol" pitchFamily="18" charset="2"/>
                        </a:rPr>
                        <a:t>=                </a:t>
                      </a:r>
                      <a:r>
                        <a:rPr kumimoji="0" lang="en-US" sz="1400" b="0" i="0" u="none" strike="noStrike" cap="none" normalizeH="0" baseline="30000" dirty="0">
                          <a:ln>
                            <a:noFill/>
                          </a:ln>
                          <a:solidFill>
                            <a:schemeClr val="tx1"/>
                          </a:solidFill>
                          <a:effectLst/>
                          <a:latin typeface="Arial" pitchFamily="34" charset="0"/>
                          <a:cs typeface="Arial" pitchFamily="34" charset="0"/>
                          <a:sym typeface="Symbol" pitchFamily="18" charset="2"/>
                        </a:rPr>
                        <a:t>2</a:t>
                      </a:r>
                      <a:endParaRPr kumimoji="0" lang="en-US" sz="1400" b="0" i="0" u="none" strike="noStrike" cap="none" normalizeH="0" baseline="0" dirty="0">
                        <a:ln>
                          <a:noFill/>
                        </a:ln>
                        <a:solidFill>
                          <a:schemeClr val="tx1"/>
                        </a:solidFill>
                        <a:effectLst/>
                        <a:latin typeface="Arial" pitchFamily="34" charset="0"/>
                        <a:cs typeface="Arial" pitchFamily="34" charset="0"/>
                        <a:sym typeface="Symbol" pitchFamily="18" charset="2"/>
                      </a:endParaRPr>
                    </a:p>
                  </a:txBody>
                  <a:tcPr marT="45716" marB="45716" horzOverflow="overflow"/>
                </a:tc>
                <a:extLst>
                  <a:ext uri="{0D108BD9-81ED-4DB2-BD59-A6C34878D82A}">
                    <a16:rowId xmlns:a16="http://schemas.microsoft.com/office/drawing/2014/main" val="10003"/>
                  </a:ext>
                </a:extLst>
              </a:tr>
              <a:tr h="311716">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tx1"/>
                          </a:solidFill>
                          <a:effectLst/>
                          <a:latin typeface="Arial" pitchFamily="34" charset="0"/>
                          <a:cs typeface="Arial" pitchFamily="34" charset="0"/>
                          <a:sym typeface="Symbol" pitchFamily="18" charset="2"/>
                        </a:rPr>
                        <a:t></a:t>
                      </a:r>
                      <a:r>
                        <a:rPr kumimoji="0" lang="en-US" sz="1400" b="0" i="0" u="none" strike="noStrike" cap="none" normalizeH="0" baseline="30000" dirty="0">
                          <a:ln>
                            <a:noFill/>
                          </a:ln>
                          <a:solidFill>
                            <a:schemeClr val="tx1"/>
                          </a:solidFill>
                          <a:effectLst/>
                          <a:latin typeface="Arial" pitchFamily="34" charset="0"/>
                          <a:cs typeface="Arial" pitchFamily="34" charset="0"/>
                          <a:sym typeface="Symbol" pitchFamily="18" charset="2"/>
                        </a:rPr>
                        <a:t>3</a:t>
                      </a:r>
                      <a:r>
                        <a:rPr kumimoji="0" lang="en-US" sz="1400" b="0" i="0" u="none" strike="noStrike" cap="none" normalizeH="0" baseline="0" dirty="0">
                          <a:ln>
                            <a:noFill/>
                          </a:ln>
                          <a:solidFill>
                            <a:schemeClr val="tx1"/>
                          </a:solidFill>
                          <a:effectLst/>
                          <a:latin typeface="Arial" pitchFamily="34" charset="0"/>
                          <a:cs typeface="Arial" pitchFamily="34" charset="0"/>
                          <a:sym typeface="Symbol" pitchFamily="18" charset="2"/>
                        </a:rPr>
                        <a:t>=                          </a:t>
                      </a:r>
                      <a:r>
                        <a:rPr kumimoji="0" lang="en-US" sz="1400" b="0" i="0" u="none" strike="noStrike" cap="none" normalizeH="0" baseline="30000" dirty="0">
                          <a:ln>
                            <a:noFill/>
                          </a:ln>
                          <a:solidFill>
                            <a:schemeClr val="tx1"/>
                          </a:solidFill>
                          <a:effectLst/>
                          <a:latin typeface="Arial" pitchFamily="34" charset="0"/>
                          <a:cs typeface="Arial" pitchFamily="34" charset="0"/>
                          <a:sym typeface="Symbol" pitchFamily="18" charset="2"/>
                        </a:rPr>
                        <a:t>3</a:t>
                      </a:r>
                      <a:endParaRPr kumimoji="0" lang="en-US" sz="1400" b="0" i="0" u="none" strike="noStrike" cap="none" normalizeH="0" baseline="0" dirty="0">
                        <a:ln>
                          <a:noFill/>
                        </a:ln>
                        <a:solidFill>
                          <a:schemeClr val="tx1"/>
                        </a:solidFill>
                        <a:effectLst/>
                        <a:latin typeface="Arial" pitchFamily="34" charset="0"/>
                        <a:cs typeface="Arial" pitchFamily="34" charset="0"/>
                      </a:endParaRPr>
                    </a:p>
                  </a:txBody>
                  <a:tcPr marT="45716" marB="45716" horzOverflow="overflow"/>
                </a:tc>
                <a:extLst>
                  <a:ext uri="{0D108BD9-81ED-4DB2-BD59-A6C34878D82A}">
                    <a16:rowId xmlns:a16="http://schemas.microsoft.com/office/drawing/2014/main" val="10004"/>
                  </a:ext>
                </a:extLst>
              </a:tr>
              <a:tr h="311716">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tx1"/>
                          </a:solidFill>
                          <a:effectLst/>
                          <a:latin typeface="Arial" pitchFamily="34" charset="0"/>
                          <a:cs typeface="Arial" pitchFamily="34" charset="0"/>
                          <a:sym typeface="Symbol" pitchFamily="18" charset="2"/>
                        </a:rPr>
                        <a:t></a:t>
                      </a:r>
                      <a:r>
                        <a:rPr kumimoji="0" lang="en-US" sz="1400" b="0" i="0" u="none" strike="noStrike" cap="none" normalizeH="0" baseline="30000" dirty="0">
                          <a:ln>
                            <a:noFill/>
                          </a:ln>
                          <a:solidFill>
                            <a:schemeClr val="tx1"/>
                          </a:solidFill>
                          <a:effectLst/>
                          <a:latin typeface="Arial" pitchFamily="34" charset="0"/>
                          <a:cs typeface="Arial" pitchFamily="34" charset="0"/>
                          <a:sym typeface="Symbol" pitchFamily="18" charset="2"/>
                        </a:rPr>
                        <a:t>4</a:t>
                      </a:r>
                      <a:r>
                        <a:rPr kumimoji="0" lang="en-US" sz="1400" b="0" i="0" u="none" strike="noStrike" cap="none" normalizeH="0" baseline="0" dirty="0">
                          <a:ln>
                            <a:noFill/>
                          </a:ln>
                          <a:solidFill>
                            <a:schemeClr val="tx1"/>
                          </a:solidFill>
                          <a:effectLst/>
                          <a:latin typeface="Arial" pitchFamily="34" charset="0"/>
                          <a:cs typeface="Arial" pitchFamily="34" charset="0"/>
                          <a:sym typeface="Symbol" pitchFamily="18" charset="2"/>
                        </a:rPr>
                        <a:t>=  1 +   </a:t>
                      </a:r>
                      <a:endParaRPr kumimoji="0" lang="en-US" sz="1400" b="0" i="0" u="none" strike="noStrike" cap="none" normalizeH="0" baseline="30000" dirty="0">
                        <a:ln>
                          <a:noFill/>
                        </a:ln>
                        <a:solidFill>
                          <a:schemeClr val="tx1"/>
                        </a:solidFill>
                        <a:effectLst/>
                        <a:latin typeface="Arial" pitchFamily="34" charset="0"/>
                        <a:cs typeface="Arial" pitchFamily="34" charset="0"/>
                        <a:sym typeface="Symbol" pitchFamily="18" charset="2"/>
                      </a:endParaRPr>
                    </a:p>
                  </a:txBody>
                  <a:tcPr marT="45716" marB="45716" horzOverflow="overflow"/>
                </a:tc>
                <a:extLst>
                  <a:ext uri="{0D108BD9-81ED-4DB2-BD59-A6C34878D82A}">
                    <a16:rowId xmlns:a16="http://schemas.microsoft.com/office/drawing/2014/main" val="10005"/>
                  </a:ext>
                </a:extLst>
              </a:tr>
              <a:tr h="311716">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862013" algn="l"/>
                          <a:tab pos="1258888" algn="l"/>
                        </a:tabLst>
                      </a:pPr>
                      <a:r>
                        <a:rPr kumimoji="0" lang="en-US" sz="1400" b="0" i="0" u="none" strike="noStrike" cap="none" normalizeH="0" baseline="0" dirty="0">
                          <a:ln>
                            <a:noFill/>
                          </a:ln>
                          <a:solidFill>
                            <a:schemeClr val="tx1"/>
                          </a:solidFill>
                          <a:effectLst/>
                          <a:latin typeface="Arial" pitchFamily="34" charset="0"/>
                          <a:cs typeface="Arial" pitchFamily="34" charset="0"/>
                          <a:sym typeface="Symbol" pitchFamily="18" charset="2"/>
                        </a:rPr>
                        <a:t></a:t>
                      </a:r>
                      <a:r>
                        <a:rPr kumimoji="0" lang="en-US" sz="1400" b="0" i="0" u="none" strike="noStrike" cap="none" normalizeH="0" baseline="30000" dirty="0">
                          <a:ln>
                            <a:noFill/>
                          </a:ln>
                          <a:solidFill>
                            <a:schemeClr val="tx1"/>
                          </a:solidFill>
                          <a:effectLst/>
                          <a:latin typeface="Arial" pitchFamily="34" charset="0"/>
                          <a:cs typeface="Arial" pitchFamily="34" charset="0"/>
                          <a:sym typeface="Symbol" pitchFamily="18" charset="2"/>
                        </a:rPr>
                        <a:t>5</a:t>
                      </a:r>
                      <a:r>
                        <a:rPr kumimoji="0" lang="en-US" sz="1400" b="0" i="0" u="none" strike="noStrike" cap="none" normalizeH="0" baseline="0" dirty="0">
                          <a:ln>
                            <a:noFill/>
                          </a:ln>
                          <a:solidFill>
                            <a:schemeClr val="tx1"/>
                          </a:solidFill>
                          <a:effectLst/>
                          <a:latin typeface="Arial" pitchFamily="34" charset="0"/>
                          <a:cs typeface="Arial" pitchFamily="34" charset="0"/>
                          <a:sym typeface="Symbol" pitchFamily="18" charset="2"/>
                        </a:rPr>
                        <a:t>=           +  </a:t>
                      </a:r>
                      <a:r>
                        <a:rPr kumimoji="0" lang="en-US" sz="1400" b="0" i="0" u="none" strike="noStrike" cap="none" normalizeH="0" baseline="30000" dirty="0">
                          <a:ln>
                            <a:noFill/>
                          </a:ln>
                          <a:solidFill>
                            <a:schemeClr val="tx1"/>
                          </a:solidFill>
                          <a:effectLst/>
                          <a:latin typeface="Arial" pitchFamily="34" charset="0"/>
                          <a:cs typeface="Arial" pitchFamily="34" charset="0"/>
                          <a:sym typeface="Symbol" pitchFamily="18" charset="2"/>
                        </a:rPr>
                        <a:t>2</a:t>
                      </a:r>
                    </a:p>
                  </a:txBody>
                  <a:tcPr marT="45716" marB="45716" horzOverflow="overflow"/>
                </a:tc>
                <a:extLst>
                  <a:ext uri="{0D108BD9-81ED-4DB2-BD59-A6C34878D82A}">
                    <a16:rowId xmlns:a16="http://schemas.microsoft.com/office/drawing/2014/main" val="10006"/>
                  </a:ext>
                </a:extLst>
              </a:tr>
              <a:tr h="311716">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tx1"/>
                          </a:solidFill>
                          <a:effectLst/>
                          <a:latin typeface="Arial" pitchFamily="34" charset="0"/>
                          <a:cs typeface="Arial" pitchFamily="34" charset="0"/>
                          <a:sym typeface="Symbol" pitchFamily="18" charset="2"/>
                        </a:rPr>
                        <a:t></a:t>
                      </a:r>
                      <a:r>
                        <a:rPr kumimoji="0" lang="en-US" sz="1400" b="0" i="0" u="none" strike="noStrike" cap="none" normalizeH="0" baseline="30000" dirty="0">
                          <a:ln>
                            <a:noFill/>
                          </a:ln>
                          <a:solidFill>
                            <a:schemeClr val="tx1"/>
                          </a:solidFill>
                          <a:effectLst/>
                          <a:latin typeface="Arial" pitchFamily="34" charset="0"/>
                          <a:cs typeface="Arial" pitchFamily="34" charset="0"/>
                          <a:sym typeface="Symbol" pitchFamily="18" charset="2"/>
                        </a:rPr>
                        <a:t>6</a:t>
                      </a:r>
                      <a:r>
                        <a:rPr kumimoji="0" lang="en-US" sz="1400" b="0" i="0" u="none" strike="noStrike" cap="none" normalizeH="0" baseline="0" dirty="0">
                          <a:ln>
                            <a:noFill/>
                          </a:ln>
                          <a:solidFill>
                            <a:schemeClr val="tx1"/>
                          </a:solidFill>
                          <a:effectLst/>
                          <a:latin typeface="Arial" pitchFamily="34" charset="0"/>
                          <a:cs typeface="Arial" pitchFamily="34" charset="0"/>
                          <a:sym typeface="Symbol" pitchFamily="18" charset="2"/>
                        </a:rPr>
                        <a:t>=                 </a:t>
                      </a:r>
                      <a:r>
                        <a:rPr kumimoji="0" lang="en-US" sz="1400" b="0" i="0" u="none" strike="noStrike" cap="none" normalizeH="0" baseline="30000" dirty="0">
                          <a:ln>
                            <a:noFill/>
                          </a:ln>
                          <a:solidFill>
                            <a:schemeClr val="tx1"/>
                          </a:solidFill>
                          <a:effectLst/>
                          <a:latin typeface="Arial" pitchFamily="34" charset="0"/>
                          <a:cs typeface="Arial" pitchFamily="34" charset="0"/>
                          <a:sym typeface="Symbol" pitchFamily="18" charset="2"/>
                        </a:rPr>
                        <a:t>2 </a:t>
                      </a:r>
                      <a:r>
                        <a:rPr kumimoji="0" lang="en-US" sz="1400" b="0" i="0" u="none" strike="noStrike" cap="none" normalizeH="0" baseline="0" dirty="0">
                          <a:ln>
                            <a:noFill/>
                          </a:ln>
                          <a:solidFill>
                            <a:schemeClr val="tx1"/>
                          </a:solidFill>
                          <a:effectLst/>
                          <a:latin typeface="Arial" pitchFamily="34" charset="0"/>
                          <a:cs typeface="Arial" pitchFamily="34" charset="0"/>
                          <a:sym typeface="Symbol" pitchFamily="18" charset="2"/>
                        </a:rPr>
                        <a:t>+    </a:t>
                      </a:r>
                      <a:r>
                        <a:rPr kumimoji="0" lang="en-US" sz="1400" b="0" i="0" u="none" strike="noStrike" cap="none" normalizeH="0" baseline="30000" dirty="0">
                          <a:ln>
                            <a:noFill/>
                          </a:ln>
                          <a:solidFill>
                            <a:schemeClr val="tx1"/>
                          </a:solidFill>
                          <a:effectLst/>
                          <a:latin typeface="Arial" pitchFamily="34" charset="0"/>
                          <a:cs typeface="Arial" pitchFamily="34" charset="0"/>
                          <a:sym typeface="Symbol" pitchFamily="18" charset="2"/>
                        </a:rPr>
                        <a:t>3</a:t>
                      </a:r>
                    </a:p>
                  </a:txBody>
                  <a:tcPr marT="45716" marB="45716" horzOverflow="overflow"/>
                </a:tc>
                <a:extLst>
                  <a:ext uri="{0D108BD9-81ED-4DB2-BD59-A6C34878D82A}">
                    <a16:rowId xmlns:a16="http://schemas.microsoft.com/office/drawing/2014/main" val="10007"/>
                  </a:ext>
                </a:extLst>
              </a:tr>
              <a:tr h="311716">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tx1"/>
                          </a:solidFill>
                          <a:effectLst/>
                          <a:latin typeface="Arial" pitchFamily="34" charset="0"/>
                          <a:cs typeface="Arial" pitchFamily="34" charset="0"/>
                          <a:sym typeface="Symbol" pitchFamily="18" charset="2"/>
                        </a:rPr>
                        <a:t></a:t>
                      </a:r>
                      <a:r>
                        <a:rPr kumimoji="0" lang="en-US" sz="1400" b="0" i="0" u="none" strike="noStrike" cap="none" normalizeH="0" baseline="30000" dirty="0">
                          <a:ln>
                            <a:noFill/>
                          </a:ln>
                          <a:solidFill>
                            <a:schemeClr val="tx1"/>
                          </a:solidFill>
                          <a:effectLst/>
                          <a:latin typeface="Arial" pitchFamily="34" charset="0"/>
                          <a:cs typeface="Arial" pitchFamily="34" charset="0"/>
                          <a:sym typeface="Symbol" pitchFamily="18" charset="2"/>
                        </a:rPr>
                        <a:t>7</a:t>
                      </a:r>
                      <a:r>
                        <a:rPr kumimoji="0" lang="en-US" sz="1400" b="0" i="0" u="none" strike="noStrike" cap="none" normalizeH="0" baseline="0" dirty="0">
                          <a:ln>
                            <a:noFill/>
                          </a:ln>
                          <a:solidFill>
                            <a:schemeClr val="tx1"/>
                          </a:solidFill>
                          <a:effectLst/>
                          <a:latin typeface="Arial" pitchFamily="34" charset="0"/>
                          <a:cs typeface="Arial" pitchFamily="34" charset="0"/>
                          <a:sym typeface="Symbol" pitchFamily="18" charset="2"/>
                        </a:rPr>
                        <a:t>=  1  +   +            </a:t>
                      </a:r>
                      <a:r>
                        <a:rPr kumimoji="0" lang="en-US" sz="1400" b="0" i="0" u="none" strike="noStrike" cap="none" normalizeH="0" baseline="30000" dirty="0">
                          <a:ln>
                            <a:noFill/>
                          </a:ln>
                          <a:solidFill>
                            <a:schemeClr val="tx1"/>
                          </a:solidFill>
                          <a:effectLst/>
                          <a:latin typeface="Arial" pitchFamily="34" charset="0"/>
                          <a:cs typeface="Arial" pitchFamily="34" charset="0"/>
                          <a:sym typeface="Symbol" pitchFamily="18" charset="2"/>
                        </a:rPr>
                        <a:t>3</a:t>
                      </a:r>
                    </a:p>
                  </a:txBody>
                  <a:tcPr marT="45716" marB="45716" horzOverflow="overflow"/>
                </a:tc>
                <a:extLst>
                  <a:ext uri="{0D108BD9-81ED-4DB2-BD59-A6C34878D82A}">
                    <a16:rowId xmlns:a16="http://schemas.microsoft.com/office/drawing/2014/main" val="10008"/>
                  </a:ext>
                </a:extLst>
              </a:tr>
              <a:tr h="311716">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tx1"/>
                          </a:solidFill>
                          <a:effectLst/>
                          <a:latin typeface="Arial" pitchFamily="34" charset="0"/>
                          <a:cs typeface="Arial" pitchFamily="34" charset="0"/>
                          <a:sym typeface="Symbol" pitchFamily="18" charset="2"/>
                        </a:rPr>
                        <a:t></a:t>
                      </a:r>
                      <a:r>
                        <a:rPr kumimoji="0" lang="en-US" sz="1400" b="0" i="0" u="none" strike="noStrike" cap="none" normalizeH="0" baseline="30000" dirty="0">
                          <a:ln>
                            <a:noFill/>
                          </a:ln>
                          <a:solidFill>
                            <a:schemeClr val="tx1"/>
                          </a:solidFill>
                          <a:effectLst/>
                          <a:latin typeface="Arial" pitchFamily="34" charset="0"/>
                          <a:cs typeface="Arial" pitchFamily="34" charset="0"/>
                          <a:sym typeface="Symbol" pitchFamily="18" charset="2"/>
                        </a:rPr>
                        <a:t>8</a:t>
                      </a:r>
                      <a:r>
                        <a:rPr kumimoji="0" lang="en-US" sz="1400" b="0" i="0" u="none" strike="noStrike" cap="none" normalizeH="0" baseline="0" dirty="0">
                          <a:ln>
                            <a:noFill/>
                          </a:ln>
                          <a:solidFill>
                            <a:schemeClr val="tx1"/>
                          </a:solidFill>
                          <a:effectLst/>
                          <a:latin typeface="Arial" pitchFamily="34" charset="0"/>
                          <a:cs typeface="Arial" pitchFamily="34" charset="0"/>
                          <a:sym typeface="Symbol" pitchFamily="18" charset="2"/>
                        </a:rPr>
                        <a:t>=  1  +         </a:t>
                      </a:r>
                      <a:r>
                        <a:rPr kumimoji="0" lang="en-US" sz="1400" b="0" i="0" u="none" strike="noStrike" cap="none" normalizeH="0" baseline="30000" dirty="0">
                          <a:ln>
                            <a:noFill/>
                          </a:ln>
                          <a:solidFill>
                            <a:schemeClr val="tx1"/>
                          </a:solidFill>
                          <a:effectLst/>
                          <a:latin typeface="Arial" pitchFamily="34" charset="0"/>
                          <a:cs typeface="Arial" pitchFamily="34" charset="0"/>
                          <a:sym typeface="Symbol" pitchFamily="18" charset="2"/>
                        </a:rPr>
                        <a:t>2</a:t>
                      </a:r>
                    </a:p>
                  </a:txBody>
                  <a:tcPr marT="45716" marB="45716" horzOverflow="overflow"/>
                </a:tc>
                <a:extLst>
                  <a:ext uri="{0D108BD9-81ED-4DB2-BD59-A6C34878D82A}">
                    <a16:rowId xmlns:a16="http://schemas.microsoft.com/office/drawing/2014/main" val="10009"/>
                  </a:ext>
                </a:extLst>
              </a:tr>
              <a:tr h="311716">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tx1"/>
                          </a:solidFill>
                          <a:effectLst/>
                          <a:latin typeface="Arial" pitchFamily="34" charset="0"/>
                          <a:cs typeface="Arial" pitchFamily="34" charset="0"/>
                          <a:sym typeface="Symbol" pitchFamily="18" charset="2"/>
                        </a:rPr>
                        <a:t></a:t>
                      </a:r>
                      <a:r>
                        <a:rPr kumimoji="0" lang="en-US" sz="1400" b="0" i="0" u="none" strike="noStrike" cap="none" normalizeH="0" baseline="30000" dirty="0">
                          <a:ln>
                            <a:noFill/>
                          </a:ln>
                          <a:solidFill>
                            <a:schemeClr val="tx1"/>
                          </a:solidFill>
                          <a:effectLst/>
                          <a:latin typeface="Arial" pitchFamily="34" charset="0"/>
                          <a:cs typeface="Arial" pitchFamily="34" charset="0"/>
                          <a:sym typeface="Symbol" pitchFamily="18" charset="2"/>
                        </a:rPr>
                        <a:t>9</a:t>
                      </a:r>
                      <a:r>
                        <a:rPr kumimoji="0" lang="en-US" sz="1400" b="0" i="0" u="none" strike="noStrike" cap="none" normalizeH="0" baseline="0" dirty="0">
                          <a:ln>
                            <a:noFill/>
                          </a:ln>
                          <a:solidFill>
                            <a:schemeClr val="tx1"/>
                          </a:solidFill>
                          <a:effectLst/>
                          <a:latin typeface="Arial" pitchFamily="34" charset="0"/>
                          <a:cs typeface="Arial" pitchFamily="34" charset="0"/>
                          <a:sym typeface="Symbol" pitchFamily="18" charset="2"/>
                        </a:rPr>
                        <a:t>=            +           </a:t>
                      </a:r>
                      <a:r>
                        <a:rPr kumimoji="0" lang="en-US" sz="1400" b="0" i="0" u="none" strike="noStrike" cap="none" normalizeH="0" baseline="30000" dirty="0">
                          <a:ln>
                            <a:noFill/>
                          </a:ln>
                          <a:solidFill>
                            <a:schemeClr val="tx1"/>
                          </a:solidFill>
                          <a:effectLst/>
                          <a:latin typeface="Arial" pitchFamily="34" charset="0"/>
                          <a:cs typeface="Arial" pitchFamily="34" charset="0"/>
                          <a:sym typeface="Symbol" pitchFamily="18" charset="2"/>
                        </a:rPr>
                        <a:t>3</a:t>
                      </a:r>
                    </a:p>
                  </a:txBody>
                  <a:tcPr marT="45716" marB="45716" horzOverflow="overflow"/>
                </a:tc>
                <a:extLst>
                  <a:ext uri="{0D108BD9-81ED-4DB2-BD59-A6C34878D82A}">
                    <a16:rowId xmlns:a16="http://schemas.microsoft.com/office/drawing/2014/main" val="10010"/>
                  </a:ext>
                </a:extLst>
              </a:tr>
              <a:tr h="311716">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tx1"/>
                          </a:solidFill>
                          <a:effectLst/>
                          <a:latin typeface="Arial" pitchFamily="34" charset="0"/>
                          <a:cs typeface="Arial" pitchFamily="34" charset="0"/>
                          <a:sym typeface="Symbol" pitchFamily="18" charset="2"/>
                        </a:rPr>
                        <a:t></a:t>
                      </a:r>
                      <a:r>
                        <a:rPr kumimoji="0" lang="en-US" sz="1400" b="0" i="0" u="none" strike="noStrike" cap="none" normalizeH="0" baseline="30000" dirty="0">
                          <a:ln>
                            <a:noFill/>
                          </a:ln>
                          <a:solidFill>
                            <a:schemeClr val="tx1"/>
                          </a:solidFill>
                          <a:effectLst/>
                          <a:latin typeface="Arial" pitchFamily="34" charset="0"/>
                          <a:cs typeface="Arial" pitchFamily="34" charset="0"/>
                          <a:sym typeface="Symbol" pitchFamily="18" charset="2"/>
                        </a:rPr>
                        <a:t>10</a:t>
                      </a:r>
                      <a:r>
                        <a:rPr kumimoji="0" lang="en-US" sz="1400" b="0" i="0" u="none" strike="noStrike" cap="none" normalizeH="0" baseline="0" dirty="0">
                          <a:ln>
                            <a:noFill/>
                          </a:ln>
                          <a:solidFill>
                            <a:schemeClr val="tx1"/>
                          </a:solidFill>
                          <a:effectLst/>
                          <a:latin typeface="Arial" pitchFamily="34" charset="0"/>
                          <a:cs typeface="Arial" pitchFamily="34" charset="0"/>
                          <a:sym typeface="Symbol" pitchFamily="18" charset="2"/>
                        </a:rPr>
                        <a:t>= 1  +    + </a:t>
                      </a:r>
                      <a:r>
                        <a:rPr kumimoji="0" lang="en-US" sz="1400" b="0" i="0" u="none" strike="noStrike" cap="none" normalizeH="0" baseline="30000" dirty="0">
                          <a:ln>
                            <a:noFill/>
                          </a:ln>
                          <a:solidFill>
                            <a:schemeClr val="tx1"/>
                          </a:solidFill>
                          <a:effectLst/>
                          <a:latin typeface="Arial" pitchFamily="34" charset="0"/>
                          <a:cs typeface="Arial" pitchFamily="34" charset="0"/>
                          <a:sym typeface="Symbol" pitchFamily="18" charset="2"/>
                        </a:rPr>
                        <a:t>2</a:t>
                      </a:r>
                    </a:p>
                  </a:txBody>
                  <a:tcPr marT="45716" marB="45716" horzOverflow="overflow"/>
                </a:tc>
                <a:extLst>
                  <a:ext uri="{0D108BD9-81ED-4DB2-BD59-A6C34878D82A}">
                    <a16:rowId xmlns:a16="http://schemas.microsoft.com/office/drawing/2014/main" val="10011"/>
                  </a:ext>
                </a:extLst>
              </a:tr>
              <a:tr h="311716">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tx1"/>
                          </a:solidFill>
                          <a:effectLst/>
                          <a:latin typeface="Arial" pitchFamily="34" charset="0"/>
                          <a:cs typeface="Arial" pitchFamily="34" charset="0"/>
                          <a:sym typeface="Symbol" pitchFamily="18" charset="2"/>
                        </a:rPr>
                        <a:t></a:t>
                      </a:r>
                      <a:r>
                        <a:rPr kumimoji="0" lang="en-US" sz="1400" b="0" i="0" u="none" strike="noStrike" cap="none" normalizeH="0" baseline="30000" dirty="0">
                          <a:ln>
                            <a:noFill/>
                          </a:ln>
                          <a:solidFill>
                            <a:schemeClr val="tx1"/>
                          </a:solidFill>
                          <a:effectLst/>
                          <a:latin typeface="Arial" pitchFamily="34" charset="0"/>
                          <a:cs typeface="Arial" pitchFamily="34" charset="0"/>
                          <a:sym typeface="Symbol" pitchFamily="18" charset="2"/>
                        </a:rPr>
                        <a:t>11</a:t>
                      </a:r>
                      <a:r>
                        <a:rPr kumimoji="0" lang="en-US" sz="1400" b="0" i="0" u="none" strike="noStrike" cap="none" normalizeH="0" baseline="0" dirty="0">
                          <a:ln>
                            <a:noFill/>
                          </a:ln>
                          <a:solidFill>
                            <a:schemeClr val="tx1"/>
                          </a:solidFill>
                          <a:effectLst/>
                          <a:latin typeface="Arial" pitchFamily="34" charset="0"/>
                          <a:cs typeface="Arial" pitchFamily="34" charset="0"/>
                          <a:sym typeface="Symbol" pitchFamily="18" charset="2"/>
                        </a:rPr>
                        <a:t>=           + </a:t>
                      </a:r>
                      <a:r>
                        <a:rPr kumimoji="0" lang="en-US" sz="1400" b="0" i="0" u="none" strike="noStrike" cap="none" normalizeH="0" baseline="30000" dirty="0">
                          <a:ln>
                            <a:noFill/>
                          </a:ln>
                          <a:solidFill>
                            <a:schemeClr val="tx1"/>
                          </a:solidFill>
                          <a:effectLst/>
                          <a:latin typeface="Arial" pitchFamily="34" charset="0"/>
                          <a:cs typeface="Arial" pitchFamily="34" charset="0"/>
                          <a:sym typeface="Symbol" pitchFamily="18" charset="2"/>
                        </a:rPr>
                        <a:t>2 </a:t>
                      </a:r>
                      <a:r>
                        <a:rPr kumimoji="0" lang="en-US" sz="1400" b="0" i="0" u="none" strike="noStrike" cap="none" normalizeH="0" baseline="0" dirty="0">
                          <a:ln>
                            <a:noFill/>
                          </a:ln>
                          <a:solidFill>
                            <a:schemeClr val="tx1"/>
                          </a:solidFill>
                          <a:effectLst/>
                          <a:latin typeface="Arial" pitchFamily="34" charset="0"/>
                          <a:cs typeface="Arial" pitchFamily="34" charset="0"/>
                          <a:sym typeface="Symbol" pitchFamily="18" charset="2"/>
                        </a:rPr>
                        <a:t>+    </a:t>
                      </a:r>
                      <a:r>
                        <a:rPr kumimoji="0" lang="en-US" sz="1400" b="0" i="0" u="none" strike="noStrike" cap="none" normalizeH="0" baseline="30000" dirty="0">
                          <a:ln>
                            <a:noFill/>
                          </a:ln>
                          <a:solidFill>
                            <a:schemeClr val="tx1"/>
                          </a:solidFill>
                          <a:effectLst/>
                          <a:latin typeface="Arial" pitchFamily="34" charset="0"/>
                          <a:cs typeface="Arial" pitchFamily="34" charset="0"/>
                          <a:sym typeface="Symbol" pitchFamily="18" charset="2"/>
                        </a:rPr>
                        <a:t>3</a:t>
                      </a:r>
                      <a:endParaRPr kumimoji="0" lang="en-US" sz="1400" b="0" i="0" u="none" strike="noStrike" cap="none" normalizeH="0" baseline="0" dirty="0">
                        <a:ln>
                          <a:noFill/>
                        </a:ln>
                        <a:solidFill>
                          <a:schemeClr val="tx1"/>
                        </a:solidFill>
                        <a:effectLst/>
                        <a:latin typeface="Arial" pitchFamily="34" charset="0"/>
                        <a:cs typeface="Arial" pitchFamily="34" charset="0"/>
                      </a:endParaRPr>
                    </a:p>
                  </a:txBody>
                  <a:tcPr marT="45716" marB="45716" horzOverflow="overflow"/>
                </a:tc>
                <a:extLst>
                  <a:ext uri="{0D108BD9-81ED-4DB2-BD59-A6C34878D82A}">
                    <a16:rowId xmlns:a16="http://schemas.microsoft.com/office/drawing/2014/main" val="10012"/>
                  </a:ext>
                </a:extLst>
              </a:tr>
              <a:tr h="311716">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tx1"/>
                          </a:solidFill>
                          <a:effectLst/>
                          <a:latin typeface="Arial" pitchFamily="34" charset="0"/>
                          <a:cs typeface="Arial" pitchFamily="34" charset="0"/>
                          <a:sym typeface="Symbol" pitchFamily="18" charset="2"/>
                        </a:rPr>
                        <a:t></a:t>
                      </a:r>
                      <a:r>
                        <a:rPr kumimoji="0" lang="en-US" sz="1400" b="0" i="0" u="none" strike="noStrike" cap="none" normalizeH="0" baseline="30000" dirty="0">
                          <a:ln>
                            <a:noFill/>
                          </a:ln>
                          <a:solidFill>
                            <a:schemeClr val="tx1"/>
                          </a:solidFill>
                          <a:effectLst/>
                          <a:latin typeface="Arial" pitchFamily="34" charset="0"/>
                          <a:cs typeface="Arial" pitchFamily="34" charset="0"/>
                          <a:sym typeface="Symbol" pitchFamily="18" charset="2"/>
                        </a:rPr>
                        <a:t>12</a:t>
                      </a:r>
                      <a:r>
                        <a:rPr kumimoji="0" lang="en-US" sz="1400" b="0" i="0" u="none" strike="noStrike" cap="none" normalizeH="0" baseline="0" dirty="0">
                          <a:ln>
                            <a:noFill/>
                          </a:ln>
                          <a:solidFill>
                            <a:schemeClr val="tx1"/>
                          </a:solidFill>
                          <a:effectLst/>
                          <a:latin typeface="Arial" pitchFamily="34" charset="0"/>
                          <a:cs typeface="Arial" pitchFamily="34" charset="0"/>
                          <a:sym typeface="Symbol" pitchFamily="18" charset="2"/>
                        </a:rPr>
                        <a:t>= 1  +    + </a:t>
                      </a:r>
                      <a:r>
                        <a:rPr kumimoji="0" lang="en-US" sz="1400" b="0" i="0" u="none" strike="noStrike" cap="none" normalizeH="0" baseline="30000" dirty="0">
                          <a:ln>
                            <a:noFill/>
                          </a:ln>
                          <a:solidFill>
                            <a:schemeClr val="tx1"/>
                          </a:solidFill>
                          <a:effectLst/>
                          <a:latin typeface="Arial" pitchFamily="34" charset="0"/>
                          <a:cs typeface="Arial" pitchFamily="34" charset="0"/>
                          <a:sym typeface="Symbol" pitchFamily="18" charset="2"/>
                        </a:rPr>
                        <a:t>2 </a:t>
                      </a:r>
                      <a:r>
                        <a:rPr kumimoji="0" lang="en-US" sz="1400" b="0" i="0" u="none" strike="noStrike" cap="none" normalizeH="0" baseline="0" dirty="0">
                          <a:ln>
                            <a:noFill/>
                          </a:ln>
                          <a:solidFill>
                            <a:schemeClr val="tx1"/>
                          </a:solidFill>
                          <a:effectLst/>
                          <a:latin typeface="Arial" pitchFamily="34" charset="0"/>
                          <a:cs typeface="Arial" pitchFamily="34" charset="0"/>
                          <a:sym typeface="Symbol" pitchFamily="18" charset="2"/>
                        </a:rPr>
                        <a:t>+    </a:t>
                      </a:r>
                      <a:r>
                        <a:rPr kumimoji="0" lang="en-US" sz="1400" b="0" i="0" u="none" strike="noStrike" cap="none" normalizeH="0" baseline="30000" dirty="0">
                          <a:ln>
                            <a:noFill/>
                          </a:ln>
                          <a:solidFill>
                            <a:schemeClr val="tx1"/>
                          </a:solidFill>
                          <a:effectLst/>
                          <a:latin typeface="Arial" pitchFamily="34" charset="0"/>
                          <a:cs typeface="Arial" pitchFamily="34" charset="0"/>
                          <a:sym typeface="Symbol" pitchFamily="18" charset="2"/>
                        </a:rPr>
                        <a:t>3</a:t>
                      </a:r>
                    </a:p>
                  </a:txBody>
                  <a:tcPr marT="45716" marB="45716" horzOverflow="overflow"/>
                </a:tc>
                <a:extLst>
                  <a:ext uri="{0D108BD9-81ED-4DB2-BD59-A6C34878D82A}">
                    <a16:rowId xmlns:a16="http://schemas.microsoft.com/office/drawing/2014/main" val="10013"/>
                  </a:ext>
                </a:extLst>
              </a:tr>
              <a:tr h="311716">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tx1"/>
                          </a:solidFill>
                          <a:effectLst/>
                          <a:latin typeface="Arial" pitchFamily="34" charset="0"/>
                          <a:cs typeface="Arial" pitchFamily="34" charset="0"/>
                          <a:sym typeface="Symbol" pitchFamily="18" charset="2"/>
                        </a:rPr>
                        <a:t></a:t>
                      </a:r>
                      <a:r>
                        <a:rPr kumimoji="0" lang="en-US" sz="1400" b="0" i="0" u="none" strike="noStrike" cap="none" normalizeH="0" baseline="30000" dirty="0">
                          <a:ln>
                            <a:noFill/>
                          </a:ln>
                          <a:solidFill>
                            <a:schemeClr val="tx1"/>
                          </a:solidFill>
                          <a:effectLst/>
                          <a:latin typeface="Arial" pitchFamily="34" charset="0"/>
                          <a:cs typeface="Arial" pitchFamily="34" charset="0"/>
                          <a:sym typeface="Symbol" pitchFamily="18" charset="2"/>
                        </a:rPr>
                        <a:t>13</a:t>
                      </a:r>
                      <a:r>
                        <a:rPr kumimoji="0" lang="en-US" sz="1400" b="0" i="0" u="none" strike="noStrike" cap="none" normalizeH="0" baseline="0" dirty="0">
                          <a:ln>
                            <a:noFill/>
                          </a:ln>
                          <a:solidFill>
                            <a:schemeClr val="tx1"/>
                          </a:solidFill>
                          <a:effectLst/>
                          <a:latin typeface="Arial" pitchFamily="34" charset="0"/>
                          <a:cs typeface="Arial" pitchFamily="34" charset="0"/>
                          <a:sym typeface="Symbol" pitchFamily="18" charset="2"/>
                        </a:rPr>
                        <a:t>= 1  +          </a:t>
                      </a:r>
                      <a:r>
                        <a:rPr kumimoji="0" lang="en-US" sz="1400" b="0" i="0" u="none" strike="noStrike" cap="none" normalizeH="0" baseline="30000" dirty="0">
                          <a:ln>
                            <a:noFill/>
                          </a:ln>
                          <a:solidFill>
                            <a:schemeClr val="tx1"/>
                          </a:solidFill>
                          <a:effectLst/>
                          <a:latin typeface="Arial" pitchFamily="34" charset="0"/>
                          <a:cs typeface="Arial" pitchFamily="34" charset="0"/>
                          <a:sym typeface="Symbol" pitchFamily="18" charset="2"/>
                        </a:rPr>
                        <a:t>2 </a:t>
                      </a:r>
                      <a:r>
                        <a:rPr kumimoji="0" lang="en-US" sz="1400" b="0" i="0" u="none" strike="noStrike" cap="none" normalizeH="0" baseline="0" dirty="0">
                          <a:ln>
                            <a:noFill/>
                          </a:ln>
                          <a:solidFill>
                            <a:schemeClr val="tx1"/>
                          </a:solidFill>
                          <a:effectLst/>
                          <a:latin typeface="Arial" pitchFamily="34" charset="0"/>
                          <a:cs typeface="Arial" pitchFamily="34" charset="0"/>
                          <a:sym typeface="Symbol" pitchFamily="18" charset="2"/>
                        </a:rPr>
                        <a:t>+    </a:t>
                      </a:r>
                      <a:r>
                        <a:rPr kumimoji="0" lang="en-US" sz="1400" b="0" i="0" u="none" strike="noStrike" cap="none" normalizeH="0" baseline="30000" dirty="0">
                          <a:ln>
                            <a:noFill/>
                          </a:ln>
                          <a:solidFill>
                            <a:schemeClr val="tx1"/>
                          </a:solidFill>
                          <a:effectLst/>
                          <a:latin typeface="Arial" pitchFamily="34" charset="0"/>
                          <a:cs typeface="Arial" pitchFamily="34" charset="0"/>
                          <a:sym typeface="Symbol" pitchFamily="18" charset="2"/>
                        </a:rPr>
                        <a:t>3</a:t>
                      </a:r>
                      <a:endParaRPr kumimoji="0" lang="en-US" sz="1400" b="0" i="0" u="none" strike="noStrike" cap="none" normalizeH="0" baseline="0" dirty="0">
                        <a:ln>
                          <a:noFill/>
                        </a:ln>
                        <a:solidFill>
                          <a:schemeClr val="tx1"/>
                        </a:solidFill>
                        <a:effectLst/>
                        <a:latin typeface="Arial" pitchFamily="34" charset="0"/>
                        <a:cs typeface="Arial" pitchFamily="34" charset="0"/>
                      </a:endParaRPr>
                    </a:p>
                  </a:txBody>
                  <a:tcPr marT="45716" marB="45716" horzOverflow="overflow"/>
                </a:tc>
                <a:extLst>
                  <a:ext uri="{0D108BD9-81ED-4DB2-BD59-A6C34878D82A}">
                    <a16:rowId xmlns:a16="http://schemas.microsoft.com/office/drawing/2014/main" val="10014"/>
                  </a:ext>
                </a:extLst>
              </a:tr>
              <a:tr h="311716">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tx1"/>
                          </a:solidFill>
                          <a:effectLst/>
                          <a:latin typeface="Arial" pitchFamily="34" charset="0"/>
                          <a:cs typeface="Arial" pitchFamily="34" charset="0"/>
                          <a:sym typeface="Symbol" pitchFamily="18" charset="2"/>
                        </a:rPr>
                        <a:t></a:t>
                      </a:r>
                      <a:r>
                        <a:rPr kumimoji="0" lang="en-US" sz="1400" b="0" i="0" u="none" strike="noStrike" cap="none" normalizeH="0" baseline="30000" dirty="0">
                          <a:ln>
                            <a:noFill/>
                          </a:ln>
                          <a:solidFill>
                            <a:schemeClr val="tx1"/>
                          </a:solidFill>
                          <a:effectLst/>
                          <a:latin typeface="Arial" pitchFamily="34" charset="0"/>
                          <a:cs typeface="Arial" pitchFamily="34" charset="0"/>
                          <a:sym typeface="Symbol" pitchFamily="18" charset="2"/>
                        </a:rPr>
                        <a:t>14</a:t>
                      </a:r>
                      <a:r>
                        <a:rPr kumimoji="0" lang="en-US" sz="1400" b="0" i="0" u="none" strike="noStrike" cap="none" normalizeH="0" baseline="0" dirty="0">
                          <a:ln>
                            <a:noFill/>
                          </a:ln>
                          <a:solidFill>
                            <a:schemeClr val="tx1"/>
                          </a:solidFill>
                          <a:effectLst/>
                          <a:latin typeface="Arial" pitchFamily="34" charset="0"/>
                          <a:cs typeface="Arial" pitchFamily="34" charset="0"/>
                          <a:sym typeface="Symbol" pitchFamily="18" charset="2"/>
                        </a:rPr>
                        <a:t>= 1  +                     </a:t>
                      </a:r>
                      <a:r>
                        <a:rPr kumimoji="0" lang="en-US" sz="1400" b="0" i="0" u="none" strike="noStrike" cap="none" normalizeH="0" baseline="30000" dirty="0">
                          <a:ln>
                            <a:noFill/>
                          </a:ln>
                          <a:solidFill>
                            <a:schemeClr val="tx1"/>
                          </a:solidFill>
                          <a:effectLst/>
                          <a:latin typeface="Arial" pitchFamily="34" charset="0"/>
                          <a:cs typeface="Arial" pitchFamily="34" charset="0"/>
                          <a:sym typeface="Symbol" pitchFamily="18" charset="2"/>
                        </a:rPr>
                        <a:t>3</a:t>
                      </a:r>
                      <a:endParaRPr kumimoji="0" lang="en-US" sz="1400" b="0" i="0" u="none" strike="noStrike" cap="none" normalizeH="0" baseline="0" dirty="0">
                        <a:ln>
                          <a:noFill/>
                        </a:ln>
                        <a:solidFill>
                          <a:schemeClr val="tx1"/>
                        </a:solidFill>
                        <a:effectLst/>
                        <a:latin typeface="Arial" pitchFamily="34" charset="0"/>
                        <a:cs typeface="Arial" pitchFamily="34" charset="0"/>
                      </a:endParaRPr>
                    </a:p>
                  </a:txBody>
                  <a:tcPr marT="45716" marB="45716" horzOverflow="overflow"/>
                </a:tc>
                <a:extLst>
                  <a:ext uri="{0D108BD9-81ED-4DB2-BD59-A6C34878D82A}">
                    <a16:rowId xmlns:a16="http://schemas.microsoft.com/office/drawing/2014/main" val="10015"/>
                  </a:ext>
                </a:extLst>
              </a:tr>
              <a:tr h="311716">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tx1"/>
                          </a:solidFill>
                          <a:effectLst/>
                          <a:latin typeface="Arial" pitchFamily="34" charset="0"/>
                          <a:cs typeface="Arial" pitchFamily="34" charset="0"/>
                          <a:sym typeface="Symbol" pitchFamily="18" charset="2"/>
                        </a:rPr>
                        <a:t></a:t>
                      </a:r>
                      <a:r>
                        <a:rPr kumimoji="0" lang="en-US" sz="1400" b="0" i="0" u="none" strike="noStrike" cap="none" normalizeH="0" baseline="30000" dirty="0">
                          <a:ln>
                            <a:noFill/>
                          </a:ln>
                          <a:solidFill>
                            <a:schemeClr val="tx1"/>
                          </a:solidFill>
                          <a:effectLst/>
                          <a:latin typeface="Arial" pitchFamily="34" charset="0"/>
                          <a:cs typeface="Arial" pitchFamily="34" charset="0"/>
                          <a:sym typeface="Symbol" pitchFamily="18" charset="2"/>
                        </a:rPr>
                        <a:t>15</a:t>
                      </a:r>
                      <a:r>
                        <a:rPr kumimoji="0" lang="en-US" sz="1400" b="0" i="0" u="none" strike="noStrike" cap="none" normalizeH="0" baseline="0" dirty="0">
                          <a:ln>
                            <a:noFill/>
                          </a:ln>
                          <a:solidFill>
                            <a:schemeClr val="tx1"/>
                          </a:solidFill>
                          <a:effectLst/>
                          <a:latin typeface="Arial" pitchFamily="34" charset="0"/>
                          <a:cs typeface="Arial" pitchFamily="34" charset="0"/>
                          <a:sym typeface="Symbol" pitchFamily="18" charset="2"/>
                        </a:rPr>
                        <a:t>= 1 = </a:t>
                      </a:r>
                      <a:r>
                        <a:rPr kumimoji="0" lang="en-US" sz="1400" b="0" i="0" u="none" strike="noStrike" cap="none" normalizeH="0" baseline="30000" dirty="0">
                          <a:ln>
                            <a:noFill/>
                          </a:ln>
                          <a:solidFill>
                            <a:schemeClr val="tx1"/>
                          </a:solidFill>
                          <a:effectLst/>
                          <a:latin typeface="Arial" pitchFamily="34" charset="0"/>
                          <a:cs typeface="Arial" pitchFamily="34" charset="0"/>
                          <a:sym typeface="Symbol" pitchFamily="18" charset="2"/>
                        </a:rPr>
                        <a:t>0</a:t>
                      </a:r>
                    </a:p>
                  </a:txBody>
                  <a:tcPr marT="45716" marB="45716" horzOverflow="overflow"/>
                </a:tc>
                <a:extLst>
                  <a:ext uri="{0D108BD9-81ED-4DB2-BD59-A6C34878D82A}">
                    <a16:rowId xmlns:a16="http://schemas.microsoft.com/office/drawing/2014/main" val="10016"/>
                  </a:ext>
                </a:extLst>
              </a:tr>
            </a:tbl>
          </a:graphicData>
        </a:graphic>
      </p:graphicFrame>
      <p:sp>
        <p:nvSpPr>
          <p:cNvPr id="63530" name="TextBox 1">
            <a:extLst>
              <a:ext uri="{FF2B5EF4-FFF2-40B4-BE49-F238E27FC236}">
                <a16:creationId xmlns:a16="http://schemas.microsoft.com/office/drawing/2014/main" id="{8C024730-42DD-D466-65B6-5A7213780EAD}"/>
              </a:ext>
            </a:extLst>
          </p:cNvPr>
          <p:cNvSpPr txBox="1">
            <a:spLocks noChangeArrowheads="1"/>
          </p:cNvSpPr>
          <p:nvPr/>
        </p:nvSpPr>
        <p:spPr bwMode="auto">
          <a:xfrm>
            <a:off x="2057400" y="5422900"/>
            <a:ext cx="48768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ru-RU" altLang="en-US">
                <a:sym typeface="Symbol" panose="05050102010706020507" pitchFamily="18" charset="2"/>
              </a:rPr>
              <a:t></a:t>
            </a:r>
            <a:r>
              <a:rPr lang="en-US" altLang="en-US" baseline="30000">
                <a:sym typeface="Symbol" panose="05050102010706020507" pitchFamily="18" charset="2"/>
              </a:rPr>
              <a:t>14</a:t>
            </a:r>
            <a:r>
              <a:rPr lang="en-US" altLang="en-US">
                <a:sym typeface="Symbol" panose="05050102010706020507" pitchFamily="18" charset="2"/>
              </a:rPr>
              <a:t>=</a:t>
            </a:r>
            <a:r>
              <a:rPr lang="ru-RU" altLang="en-US">
                <a:sym typeface="Symbol" panose="05050102010706020507" pitchFamily="18" charset="2"/>
              </a:rPr>
              <a:t> </a:t>
            </a:r>
            <a:r>
              <a:rPr lang="en-US" altLang="en-US">
                <a:sym typeface="Symbol" panose="05050102010706020507" pitchFamily="18" charset="2"/>
              </a:rPr>
              <a:t>(</a:t>
            </a:r>
            <a:r>
              <a:rPr lang="en-US" altLang="en-US"/>
              <a:t>1+</a:t>
            </a:r>
            <a:r>
              <a:rPr lang="en-US" altLang="en-US">
                <a:sym typeface="Symbol" panose="05050102010706020507" pitchFamily="18" charset="2"/>
              </a:rPr>
              <a:t> </a:t>
            </a:r>
            <a:r>
              <a:rPr lang="en-US" altLang="en-US" baseline="30000">
                <a:sym typeface="Symbol" panose="05050102010706020507" pitchFamily="18" charset="2"/>
              </a:rPr>
              <a:t>2</a:t>
            </a:r>
            <a:r>
              <a:rPr lang="en-US" altLang="en-US">
                <a:sym typeface="Symbol" panose="05050102010706020507" pitchFamily="18" charset="2"/>
              </a:rPr>
              <a:t> + </a:t>
            </a:r>
            <a:r>
              <a:rPr lang="en-US" altLang="en-US" baseline="30000">
                <a:sym typeface="Symbol" panose="05050102010706020507" pitchFamily="18" charset="2"/>
              </a:rPr>
              <a:t>3</a:t>
            </a:r>
            <a:r>
              <a:rPr lang="en-US" altLang="en-US">
                <a:sym typeface="Symbol" panose="05050102010706020507" pitchFamily="18" charset="2"/>
              </a:rPr>
              <a:t>)</a:t>
            </a:r>
            <a:r>
              <a:rPr lang="ru-RU" altLang="en-US">
                <a:sym typeface="Symbol" panose="05050102010706020507" pitchFamily="18" charset="2"/>
              </a:rPr>
              <a:t> </a:t>
            </a:r>
            <a:r>
              <a:rPr lang="en-US" altLang="en-US">
                <a:sym typeface="Symbol" panose="05050102010706020507" pitchFamily="18" charset="2"/>
              </a:rPr>
              <a:t> =</a:t>
            </a:r>
            <a:r>
              <a:rPr lang="ru-RU" altLang="en-US">
                <a:sym typeface="Symbol" panose="05050102010706020507" pitchFamily="18" charset="2"/>
              </a:rPr>
              <a:t> </a:t>
            </a:r>
            <a:r>
              <a:rPr lang="en-US" altLang="en-US">
                <a:sym typeface="Symbol" panose="05050102010706020507" pitchFamily="18" charset="2"/>
              </a:rPr>
              <a:t></a:t>
            </a:r>
            <a:r>
              <a:rPr lang="en-US" altLang="en-US" baseline="30000">
                <a:sym typeface="Symbol" panose="05050102010706020507" pitchFamily="18" charset="2"/>
              </a:rPr>
              <a:t>3</a:t>
            </a:r>
            <a:r>
              <a:rPr lang="en-US" altLang="en-US">
                <a:sym typeface="Symbol" panose="05050102010706020507" pitchFamily="18" charset="2"/>
              </a:rPr>
              <a:t> +1</a:t>
            </a:r>
            <a:endParaRPr lang="en-US" alt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Title 1">
            <a:extLst>
              <a:ext uri="{FF2B5EF4-FFF2-40B4-BE49-F238E27FC236}">
                <a16:creationId xmlns:a16="http://schemas.microsoft.com/office/drawing/2014/main" id="{55D57A80-EB2C-E4E5-B04F-301A58BBB6C6}"/>
              </a:ext>
            </a:extLst>
          </p:cNvPr>
          <p:cNvSpPr>
            <a:spLocks noGrp="1" noChangeArrowheads="1"/>
          </p:cNvSpPr>
          <p:nvPr>
            <p:ph type="title"/>
          </p:nvPr>
        </p:nvSpPr>
        <p:spPr/>
        <p:txBody>
          <a:bodyPr/>
          <a:lstStyle/>
          <a:p>
            <a:r>
              <a:rPr lang="en-US" altLang="en-US"/>
              <a:t>Galois  Finite Fields</a:t>
            </a:r>
          </a:p>
        </p:txBody>
      </p:sp>
      <p:sp>
        <p:nvSpPr>
          <p:cNvPr id="3" name="Text Placeholder 2">
            <a:extLst>
              <a:ext uri="{FF2B5EF4-FFF2-40B4-BE49-F238E27FC236}">
                <a16:creationId xmlns:a16="http://schemas.microsoft.com/office/drawing/2014/main" id="{72C3C09E-4C6D-05B8-DE20-7218F2A9FC28}"/>
              </a:ext>
            </a:extLst>
          </p:cNvPr>
          <p:cNvSpPr>
            <a:spLocks noGrp="1"/>
          </p:cNvSpPr>
          <p:nvPr>
            <p:ph type="body" sz="quarter" idx="10"/>
          </p:nvPr>
        </p:nvSpPr>
        <p:spPr>
          <a:xfrm>
            <a:off x="457200" y="1188720"/>
            <a:ext cx="6096000" cy="5185186"/>
          </a:xfrm>
        </p:spPr>
        <p:txBody>
          <a:bodyPr/>
          <a:lstStyle/>
          <a:p>
            <a:pPr eaLnBrk="1" hangingPunct="1"/>
            <a:r>
              <a:rPr lang="en-US" altLang="en-US" sz="1800" dirty="0"/>
              <a:t>Finite field with P elements where P is prime,  is the set of integers modulo P.</a:t>
            </a:r>
          </a:p>
          <a:p>
            <a:pPr eaLnBrk="1" hangingPunct="1"/>
            <a:r>
              <a:rPr lang="en-US" altLang="en-US" sz="1800" dirty="0"/>
              <a:t>{0,1,2,3,4,5,6}  modulo P field (P=7).</a:t>
            </a:r>
          </a:p>
          <a:p>
            <a:pPr eaLnBrk="1" hangingPunct="1"/>
            <a:r>
              <a:rPr lang="en-US" altLang="en-US" sz="1800" i="1" dirty="0"/>
              <a:t>3</a:t>
            </a:r>
            <a:r>
              <a:rPr lang="en-US" altLang="en-US" sz="1800" baseline="30000" dirty="0"/>
              <a:t>0</a:t>
            </a:r>
            <a:r>
              <a:rPr lang="en-US" altLang="en-US" sz="1800" dirty="0"/>
              <a:t>=1;     4</a:t>
            </a:r>
            <a:r>
              <a:rPr lang="en-US" altLang="en-US" sz="1800" baseline="30000" dirty="0"/>
              <a:t>0</a:t>
            </a:r>
            <a:r>
              <a:rPr lang="en-US" altLang="en-US" sz="1800" dirty="0"/>
              <a:t>=1;  5</a:t>
            </a:r>
            <a:r>
              <a:rPr lang="en-US" altLang="en-US" sz="1800" baseline="30000" dirty="0"/>
              <a:t>0</a:t>
            </a:r>
            <a:r>
              <a:rPr lang="en-US" altLang="en-US" sz="1800" dirty="0"/>
              <a:t>=1;   2</a:t>
            </a:r>
            <a:r>
              <a:rPr lang="en-US" altLang="en-US" sz="1800" baseline="30000" dirty="0"/>
              <a:t>0</a:t>
            </a:r>
            <a:r>
              <a:rPr lang="en-US" altLang="en-US" sz="1800" dirty="0"/>
              <a:t>=1;   6</a:t>
            </a:r>
            <a:r>
              <a:rPr lang="en-US" altLang="en-US" sz="1800" baseline="30000" dirty="0"/>
              <a:t>0</a:t>
            </a:r>
            <a:r>
              <a:rPr lang="en-US" altLang="en-US" sz="1800" dirty="0"/>
              <a:t>=1;</a:t>
            </a:r>
          </a:p>
          <a:p>
            <a:pPr eaLnBrk="1" hangingPunct="1"/>
            <a:r>
              <a:rPr lang="en-US" altLang="en-US" sz="1800" dirty="0"/>
              <a:t>3</a:t>
            </a:r>
            <a:r>
              <a:rPr lang="en-US" altLang="en-US" sz="1800" baseline="30000" dirty="0"/>
              <a:t>1</a:t>
            </a:r>
            <a:r>
              <a:rPr lang="en-US" altLang="en-US" sz="1800" dirty="0"/>
              <a:t>=3;     4</a:t>
            </a:r>
            <a:r>
              <a:rPr lang="en-US" altLang="en-US" sz="1800" baseline="30000" dirty="0"/>
              <a:t>1</a:t>
            </a:r>
            <a:r>
              <a:rPr lang="en-US" altLang="en-US" sz="1800" dirty="0"/>
              <a:t>=4;   5</a:t>
            </a:r>
            <a:r>
              <a:rPr lang="en-US" altLang="en-US" sz="1800" baseline="30000" dirty="0"/>
              <a:t>1</a:t>
            </a:r>
            <a:r>
              <a:rPr lang="en-US" altLang="en-US" sz="1800" dirty="0"/>
              <a:t>=5;   2</a:t>
            </a:r>
            <a:r>
              <a:rPr lang="en-US" altLang="en-US" sz="1800" baseline="30000" dirty="0"/>
              <a:t>1</a:t>
            </a:r>
            <a:r>
              <a:rPr lang="en-US" altLang="en-US" sz="1800" dirty="0"/>
              <a:t>=2;  6</a:t>
            </a:r>
            <a:r>
              <a:rPr lang="en-US" altLang="en-US" sz="1800" baseline="30000" dirty="0"/>
              <a:t>1</a:t>
            </a:r>
            <a:r>
              <a:rPr lang="en-US" altLang="en-US" sz="1800" dirty="0"/>
              <a:t>=6;</a:t>
            </a:r>
          </a:p>
          <a:p>
            <a:pPr eaLnBrk="1" hangingPunct="1"/>
            <a:r>
              <a:rPr lang="en-US" altLang="en-US" sz="1800" dirty="0"/>
              <a:t>3</a:t>
            </a:r>
            <a:r>
              <a:rPr lang="en-US" altLang="en-US" sz="1800" baseline="30000" dirty="0"/>
              <a:t>2</a:t>
            </a:r>
            <a:r>
              <a:rPr lang="en-US" altLang="en-US" sz="1800" dirty="0"/>
              <a:t>=2;	4</a:t>
            </a:r>
            <a:r>
              <a:rPr lang="en-US" altLang="en-US" sz="1800" baseline="30000" dirty="0"/>
              <a:t>2</a:t>
            </a:r>
            <a:r>
              <a:rPr lang="en-US" altLang="en-US" sz="1800" dirty="0"/>
              <a:t>=2;  5</a:t>
            </a:r>
            <a:r>
              <a:rPr lang="en-US" altLang="en-US" sz="1800" baseline="30000" dirty="0"/>
              <a:t>2</a:t>
            </a:r>
            <a:r>
              <a:rPr lang="en-US" altLang="en-US" sz="1800" dirty="0"/>
              <a:t>=4;   2</a:t>
            </a:r>
            <a:r>
              <a:rPr lang="en-US" altLang="en-US" sz="1800" baseline="30000" dirty="0"/>
              <a:t>2</a:t>
            </a:r>
            <a:r>
              <a:rPr lang="en-US" altLang="en-US" sz="1800" dirty="0"/>
              <a:t>=4;   6</a:t>
            </a:r>
            <a:r>
              <a:rPr lang="en-US" altLang="en-US" sz="1800" baseline="30000" dirty="0"/>
              <a:t>2</a:t>
            </a:r>
            <a:r>
              <a:rPr lang="en-US" altLang="en-US" sz="1800" dirty="0"/>
              <a:t>=1</a:t>
            </a:r>
            <a:endParaRPr lang="en-US" altLang="en-US" sz="1800" b="1" dirty="0"/>
          </a:p>
          <a:p>
            <a:pPr eaLnBrk="1" hangingPunct="1"/>
            <a:r>
              <a:rPr lang="en-US" altLang="en-US" sz="1800" dirty="0"/>
              <a:t>3</a:t>
            </a:r>
            <a:r>
              <a:rPr lang="en-US" altLang="en-US" sz="1800" baseline="30000" dirty="0"/>
              <a:t>3</a:t>
            </a:r>
            <a:r>
              <a:rPr lang="en-US" altLang="en-US" sz="1800" dirty="0"/>
              <a:t>=6;	4</a:t>
            </a:r>
            <a:r>
              <a:rPr lang="en-US" altLang="en-US" sz="1800" baseline="30000" dirty="0"/>
              <a:t>3</a:t>
            </a:r>
            <a:r>
              <a:rPr lang="en-US" altLang="en-US" sz="1800" dirty="0"/>
              <a:t>=1;  5</a:t>
            </a:r>
            <a:r>
              <a:rPr lang="en-US" altLang="en-US" sz="1800" baseline="30000" dirty="0"/>
              <a:t>3</a:t>
            </a:r>
            <a:r>
              <a:rPr lang="en-US" altLang="en-US" sz="1800" dirty="0"/>
              <a:t>=6;   2</a:t>
            </a:r>
            <a:r>
              <a:rPr lang="en-US" altLang="en-US" sz="1800" baseline="30000" dirty="0"/>
              <a:t>3</a:t>
            </a:r>
            <a:r>
              <a:rPr lang="en-US" altLang="en-US" sz="1800" dirty="0"/>
              <a:t>=1;</a:t>
            </a:r>
          </a:p>
          <a:p>
            <a:pPr eaLnBrk="1" hangingPunct="1"/>
            <a:r>
              <a:rPr lang="en-US" altLang="en-US" sz="1800" dirty="0"/>
              <a:t>3</a:t>
            </a:r>
            <a:r>
              <a:rPr lang="en-US" altLang="en-US" sz="1800" baseline="30000" dirty="0"/>
              <a:t>4</a:t>
            </a:r>
            <a:r>
              <a:rPr lang="en-US" altLang="en-US" sz="1800" dirty="0"/>
              <a:t>=4;	          5</a:t>
            </a:r>
            <a:r>
              <a:rPr lang="en-US" altLang="en-US" sz="1800" baseline="30000" dirty="0"/>
              <a:t>4</a:t>
            </a:r>
            <a:r>
              <a:rPr lang="en-US" altLang="en-US" sz="1800" dirty="0"/>
              <a:t>=3;</a:t>
            </a:r>
          </a:p>
          <a:p>
            <a:pPr eaLnBrk="1" hangingPunct="1"/>
            <a:r>
              <a:rPr lang="en-US" altLang="en-US" sz="1800" dirty="0"/>
              <a:t>3</a:t>
            </a:r>
            <a:r>
              <a:rPr lang="en-US" altLang="en-US" sz="1800" baseline="30000" dirty="0"/>
              <a:t>5</a:t>
            </a:r>
            <a:r>
              <a:rPr lang="en-US" altLang="en-US" sz="1800" dirty="0"/>
              <a:t>=5;                5</a:t>
            </a:r>
            <a:r>
              <a:rPr lang="en-US" altLang="en-US" sz="1800" baseline="30000" dirty="0"/>
              <a:t>5</a:t>
            </a:r>
            <a:r>
              <a:rPr lang="en-US" altLang="en-US" sz="1800" dirty="0"/>
              <a:t>=1;</a:t>
            </a:r>
          </a:p>
          <a:p>
            <a:pPr eaLnBrk="1" hangingPunct="1"/>
            <a:r>
              <a:rPr lang="en-US" altLang="en-US" sz="1800" dirty="0"/>
              <a:t>Operations on the field  - addition and </a:t>
            </a:r>
            <a:r>
              <a:rPr lang="en-US" altLang="en-US" sz="1800" dirty="0" err="1"/>
              <a:t>multipication</a:t>
            </a:r>
            <a:r>
              <a:rPr lang="en-US" altLang="en-US" sz="1800" dirty="0"/>
              <a:t>  by modulo 7.</a:t>
            </a:r>
          </a:p>
          <a:p>
            <a:pPr eaLnBrk="1" hangingPunct="1"/>
            <a:r>
              <a:rPr lang="en-US" altLang="en-US" sz="1800" dirty="0"/>
              <a:t>Only 3 is a primitive element in modulo</a:t>
            </a:r>
          </a:p>
          <a:p>
            <a:pPr eaLnBrk="1" hangingPunct="1"/>
            <a:r>
              <a:rPr lang="en-US" altLang="en-US" sz="1800" dirty="0"/>
              <a:t>7 field.</a:t>
            </a:r>
          </a:p>
          <a:p>
            <a:pPr eaLnBrk="1" hangingPunct="1"/>
            <a:endParaRPr lang="en-US" altLang="en-US" sz="1800" dirty="0"/>
          </a:p>
          <a:p>
            <a:endParaRPr lang="en-US" sz="1800" dirty="0"/>
          </a:p>
        </p:txBody>
      </p:sp>
      <p:graphicFrame>
        <p:nvGraphicFramePr>
          <p:cNvPr id="5" name="Table 4">
            <a:extLst>
              <a:ext uri="{FF2B5EF4-FFF2-40B4-BE49-F238E27FC236}">
                <a16:creationId xmlns:a16="http://schemas.microsoft.com/office/drawing/2014/main" id="{A993367F-CED7-44D5-B42A-FAD0E216EFB5}"/>
              </a:ext>
            </a:extLst>
          </p:cNvPr>
          <p:cNvGraphicFramePr>
            <a:graphicFrameLocks noGrp="1"/>
          </p:cNvGraphicFramePr>
          <p:nvPr>
            <p:extLst>
              <p:ext uri="{D42A27DB-BD31-4B8C-83A1-F6EECF244321}">
                <p14:modId xmlns:p14="http://schemas.microsoft.com/office/powerpoint/2010/main" val="1817751894"/>
              </p:ext>
            </p:extLst>
          </p:nvPr>
        </p:nvGraphicFramePr>
        <p:xfrm>
          <a:off x="6738258" y="3429000"/>
          <a:ext cx="4572000" cy="2735262"/>
        </p:xfrm>
        <a:graphic>
          <a:graphicData uri="http://schemas.openxmlformats.org/drawingml/2006/table">
            <a:tbl>
              <a:tblPr firstRow="1" bandRow="1">
                <a:tableStyleId>{5C22544A-7EE6-4342-B048-85BDC9FD1C3A}</a:tableStyleId>
              </a:tblPr>
              <a:tblGrid>
                <a:gridCol w="1047750">
                  <a:extLst>
                    <a:ext uri="{9D8B030D-6E8A-4147-A177-3AD203B41FA5}">
                      <a16:colId xmlns:a16="http://schemas.microsoft.com/office/drawing/2014/main" val="20000"/>
                    </a:ext>
                  </a:extLst>
                </a:gridCol>
                <a:gridCol w="78105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365845">
                <a:tc>
                  <a:txBody>
                    <a:bodyPr/>
                    <a:lstStyle/>
                    <a:p>
                      <a:endParaRPr lang="en-US" sz="1800" dirty="0"/>
                    </a:p>
                  </a:txBody>
                  <a:tcPr marT="45731" marB="45731"/>
                </a:tc>
                <a:tc>
                  <a:txBody>
                    <a:bodyPr/>
                    <a:lstStyle/>
                    <a:p>
                      <a:endParaRPr lang="en-US" sz="1800" dirty="0"/>
                    </a:p>
                  </a:txBody>
                  <a:tcPr marT="45731" marB="45731"/>
                </a:tc>
                <a:tc>
                  <a:txBody>
                    <a:bodyPr/>
                    <a:lstStyle/>
                    <a:p>
                      <a:endParaRPr lang="en-US" sz="1800" dirty="0"/>
                    </a:p>
                  </a:txBody>
                  <a:tcPr marT="45731" marB="45731"/>
                </a:tc>
                <a:tc>
                  <a:txBody>
                    <a:bodyPr/>
                    <a:lstStyle/>
                    <a:p>
                      <a:endParaRPr lang="en-US" sz="1800" dirty="0"/>
                    </a:p>
                  </a:txBody>
                  <a:tcPr marT="45731" marB="45731"/>
                </a:tc>
                <a:tc>
                  <a:txBody>
                    <a:bodyPr/>
                    <a:lstStyle/>
                    <a:p>
                      <a:endParaRPr lang="en-US" sz="1800" dirty="0"/>
                    </a:p>
                  </a:txBody>
                  <a:tcPr marT="45731" marB="45731"/>
                </a:tc>
                <a:extLst>
                  <a:ext uri="{0D108BD9-81ED-4DB2-BD59-A6C34878D82A}">
                    <a16:rowId xmlns:a16="http://schemas.microsoft.com/office/drawing/2014/main" val="10000"/>
                  </a:ext>
                </a:extLst>
              </a:tr>
              <a:tr h="33535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cap="none" normalizeH="0" baseline="0" dirty="0">
                          <a:ln>
                            <a:noFill/>
                          </a:ln>
                          <a:solidFill>
                            <a:schemeClr val="tx1"/>
                          </a:solidFill>
                          <a:effectLst/>
                          <a:latin typeface="Arial" pitchFamily="34" charset="0"/>
                          <a:cs typeface="Arial" pitchFamily="34" charset="0"/>
                          <a:sym typeface="Symbol" pitchFamily="18" charset="2"/>
                        </a:rPr>
                        <a:t></a:t>
                      </a:r>
                      <a:r>
                        <a:rPr kumimoji="0" lang="en-US" sz="1600" b="0" i="0" u="none" strike="noStrike" cap="none" normalizeH="0" baseline="30000" dirty="0">
                          <a:ln>
                            <a:noFill/>
                          </a:ln>
                          <a:solidFill>
                            <a:schemeClr val="tx1"/>
                          </a:solidFill>
                          <a:effectLst/>
                          <a:latin typeface="Arial" pitchFamily="34" charset="0"/>
                          <a:cs typeface="Arial" pitchFamily="34" charset="0"/>
                          <a:sym typeface="Symbol" pitchFamily="18" charset="2"/>
                        </a:rPr>
                        <a:t>0`</a:t>
                      </a:r>
                      <a:r>
                        <a:rPr kumimoji="0" lang="en-US" sz="1600" b="0" i="0" u="none" strike="noStrike" cap="none" normalizeH="0" baseline="0" dirty="0">
                          <a:ln>
                            <a:noFill/>
                          </a:ln>
                          <a:solidFill>
                            <a:schemeClr val="tx1"/>
                          </a:solidFill>
                          <a:effectLst/>
                          <a:latin typeface="Arial" pitchFamily="34" charset="0"/>
                          <a:cs typeface="Arial" pitchFamily="34" charset="0"/>
                          <a:sym typeface="Symbol" pitchFamily="18" charset="2"/>
                        </a:rPr>
                        <a:t>=</a:t>
                      </a:r>
                    </a:p>
                  </a:txBody>
                  <a:tcPr marT="45731" marB="45731"/>
                </a:tc>
                <a:tc>
                  <a:txBody>
                    <a:bodyPr/>
                    <a:lstStyle/>
                    <a:p>
                      <a:r>
                        <a:rPr lang="en-US" sz="1600" dirty="0"/>
                        <a:t>1</a:t>
                      </a:r>
                    </a:p>
                  </a:txBody>
                  <a:tcPr marT="45731" marB="45731"/>
                </a:tc>
                <a:tc>
                  <a:txBody>
                    <a:bodyPr/>
                    <a:lstStyle/>
                    <a:p>
                      <a:endParaRPr lang="en-US" sz="1600" dirty="0"/>
                    </a:p>
                  </a:txBody>
                  <a:tcPr marT="45731" marB="45731"/>
                </a:tc>
                <a:tc>
                  <a:txBody>
                    <a:bodyPr/>
                    <a:lstStyle/>
                    <a:p>
                      <a:endParaRPr lang="en-US" sz="1600" dirty="0"/>
                    </a:p>
                  </a:txBody>
                  <a:tcPr marT="45731" marB="45731"/>
                </a:tc>
                <a:tc>
                  <a:txBody>
                    <a:bodyPr/>
                    <a:lstStyle/>
                    <a:p>
                      <a:endParaRPr lang="en-US" sz="1600" dirty="0"/>
                    </a:p>
                  </a:txBody>
                  <a:tcPr marT="45731" marB="45731"/>
                </a:tc>
                <a:extLst>
                  <a:ext uri="{0D108BD9-81ED-4DB2-BD59-A6C34878D82A}">
                    <a16:rowId xmlns:a16="http://schemas.microsoft.com/office/drawing/2014/main" val="10001"/>
                  </a:ext>
                </a:extLst>
              </a:tr>
              <a:tr h="33535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cap="none" normalizeH="0" baseline="0" dirty="0">
                          <a:ln>
                            <a:noFill/>
                          </a:ln>
                          <a:solidFill>
                            <a:schemeClr val="tx1"/>
                          </a:solidFill>
                          <a:effectLst/>
                          <a:latin typeface="Arial" pitchFamily="34" charset="0"/>
                          <a:cs typeface="Arial" pitchFamily="34" charset="0"/>
                          <a:sym typeface="Symbol" pitchFamily="18" charset="2"/>
                        </a:rPr>
                        <a:t></a:t>
                      </a:r>
                      <a:r>
                        <a:rPr kumimoji="0" lang="en-US" sz="1600" b="0" i="0" u="none" strike="noStrike" cap="none" normalizeH="0" baseline="30000" dirty="0">
                          <a:ln>
                            <a:noFill/>
                          </a:ln>
                          <a:solidFill>
                            <a:schemeClr val="tx1"/>
                          </a:solidFill>
                          <a:effectLst/>
                          <a:latin typeface="Arial" pitchFamily="34" charset="0"/>
                          <a:cs typeface="Arial" pitchFamily="34" charset="0"/>
                          <a:sym typeface="Symbol" pitchFamily="18" charset="2"/>
                        </a:rPr>
                        <a:t>1`</a:t>
                      </a:r>
                      <a:r>
                        <a:rPr kumimoji="0" lang="en-US" sz="1600" b="0" i="0" u="none" strike="noStrike" cap="none" normalizeH="0" baseline="0" dirty="0">
                          <a:ln>
                            <a:noFill/>
                          </a:ln>
                          <a:solidFill>
                            <a:schemeClr val="tx1"/>
                          </a:solidFill>
                          <a:effectLst/>
                          <a:latin typeface="Arial" pitchFamily="34" charset="0"/>
                          <a:cs typeface="Arial" pitchFamily="34" charset="0"/>
                          <a:sym typeface="Symbol" pitchFamily="18" charset="2"/>
                        </a:rPr>
                        <a:t>=</a:t>
                      </a:r>
                    </a:p>
                  </a:txBody>
                  <a:tcPr marT="45731" marB="45731"/>
                </a:tc>
                <a:tc>
                  <a:txBody>
                    <a:bodyPr/>
                    <a:lstStyle/>
                    <a:p>
                      <a:endParaRPr lang="en-US" sz="1600" dirty="0"/>
                    </a:p>
                  </a:txBody>
                  <a:tcPr marT="45731" marB="45731"/>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cap="none" normalizeH="0" baseline="0" dirty="0">
                          <a:ln>
                            <a:noFill/>
                          </a:ln>
                          <a:solidFill>
                            <a:schemeClr val="tx1"/>
                          </a:solidFill>
                          <a:effectLst/>
                          <a:latin typeface="Arial" pitchFamily="34" charset="0"/>
                          <a:cs typeface="Arial" pitchFamily="34" charset="0"/>
                          <a:sym typeface="Symbol" pitchFamily="18" charset="2"/>
                        </a:rPr>
                        <a:t></a:t>
                      </a:r>
                    </a:p>
                  </a:txBody>
                  <a:tcPr marT="45731" marB="45731"/>
                </a:tc>
                <a:tc>
                  <a:txBody>
                    <a:bodyPr/>
                    <a:lstStyle/>
                    <a:p>
                      <a:endParaRPr lang="en-US" sz="1600" dirty="0"/>
                    </a:p>
                  </a:txBody>
                  <a:tcPr marT="45731" marB="45731"/>
                </a:tc>
                <a:tc>
                  <a:txBody>
                    <a:bodyPr/>
                    <a:lstStyle/>
                    <a:p>
                      <a:endParaRPr lang="en-US" sz="1600" dirty="0"/>
                    </a:p>
                  </a:txBody>
                  <a:tcPr marT="45731" marB="45731"/>
                </a:tc>
                <a:extLst>
                  <a:ext uri="{0D108BD9-81ED-4DB2-BD59-A6C34878D82A}">
                    <a16:rowId xmlns:a16="http://schemas.microsoft.com/office/drawing/2014/main" val="10002"/>
                  </a:ext>
                </a:extLst>
              </a:tr>
              <a:tr h="33535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cap="none" normalizeH="0" baseline="0" dirty="0">
                          <a:ln>
                            <a:noFill/>
                          </a:ln>
                          <a:solidFill>
                            <a:schemeClr val="tx1"/>
                          </a:solidFill>
                          <a:effectLst/>
                          <a:latin typeface="Arial" pitchFamily="34" charset="0"/>
                          <a:cs typeface="Arial" pitchFamily="34" charset="0"/>
                          <a:sym typeface="Symbol" pitchFamily="18" charset="2"/>
                        </a:rPr>
                        <a:t></a:t>
                      </a:r>
                      <a:r>
                        <a:rPr kumimoji="0" lang="en-US" sz="1600" b="0" i="0" u="none" strike="noStrike" cap="none" normalizeH="0" baseline="30000" dirty="0">
                          <a:ln>
                            <a:noFill/>
                          </a:ln>
                          <a:solidFill>
                            <a:schemeClr val="tx1"/>
                          </a:solidFill>
                          <a:effectLst/>
                          <a:latin typeface="Arial" pitchFamily="34" charset="0"/>
                          <a:cs typeface="Arial" pitchFamily="34" charset="0"/>
                          <a:sym typeface="Symbol" pitchFamily="18" charset="2"/>
                        </a:rPr>
                        <a:t>2`</a:t>
                      </a:r>
                      <a:r>
                        <a:rPr kumimoji="0" lang="en-US" sz="1600" b="0" i="0" u="none" strike="noStrike" cap="none" normalizeH="0" baseline="0" dirty="0">
                          <a:ln>
                            <a:noFill/>
                          </a:ln>
                          <a:solidFill>
                            <a:schemeClr val="tx1"/>
                          </a:solidFill>
                          <a:effectLst/>
                          <a:latin typeface="Arial" pitchFamily="34" charset="0"/>
                          <a:cs typeface="Arial" pitchFamily="34" charset="0"/>
                          <a:sym typeface="Symbol" pitchFamily="18" charset="2"/>
                        </a:rPr>
                        <a:t>=</a:t>
                      </a:r>
                    </a:p>
                  </a:txBody>
                  <a:tcPr marT="45731" marB="45731"/>
                </a:tc>
                <a:tc>
                  <a:txBody>
                    <a:bodyPr/>
                    <a:lstStyle/>
                    <a:p>
                      <a:endParaRPr lang="en-US" sz="1600" dirty="0"/>
                    </a:p>
                  </a:txBody>
                  <a:tcPr marT="45731" marB="45731"/>
                </a:tc>
                <a:tc>
                  <a:txBody>
                    <a:bodyPr/>
                    <a:lstStyle/>
                    <a:p>
                      <a:endParaRPr lang="en-US" sz="1600" dirty="0"/>
                    </a:p>
                  </a:txBody>
                  <a:tcPr marT="45731" marB="45731"/>
                </a:tc>
                <a:tc>
                  <a:txBody>
                    <a:bodyPr/>
                    <a:lstStyle/>
                    <a:p>
                      <a:r>
                        <a:rPr kumimoji="0" lang="en-US" sz="1600" b="0" i="0" u="none" strike="noStrike" cap="none" normalizeH="0" baseline="0" dirty="0">
                          <a:ln>
                            <a:noFill/>
                          </a:ln>
                          <a:solidFill>
                            <a:schemeClr val="tx1"/>
                          </a:solidFill>
                          <a:effectLst/>
                          <a:latin typeface="Arial" pitchFamily="34" charset="0"/>
                          <a:cs typeface="Arial" pitchFamily="34" charset="0"/>
                          <a:sym typeface="Symbol" pitchFamily="18" charset="2"/>
                        </a:rPr>
                        <a:t></a:t>
                      </a:r>
                      <a:r>
                        <a:rPr kumimoji="0" lang="en-US" sz="1600" b="0" i="0" u="none" strike="noStrike" cap="none" normalizeH="0" baseline="30000" dirty="0">
                          <a:ln>
                            <a:noFill/>
                          </a:ln>
                          <a:solidFill>
                            <a:schemeClr val="tx1"/>
                          </a:solidFill>
                          <a:effectLst/>
                          <a:latin typeface="Arial" pitchFamily="34" charset="0"/>
                          <a:cs typeface="Arial" pitchFamily="34" charset="0"/>
                          <a:sym typeface="Symbol" pitchFamily="18" charset="2"/>
                        </a:rPr>
                        <a:t>2</a:t>
                      </a:r>
                      <a:endParaRPr lang="en-US" sz="1600" dirty="0"/>
                    </a:p>
                  </a:txBody>
                  <a:tcPr marT="45731" marB="45731"/>
                </a:tc>
                <a:tc>
                  <a:txBody>
                    <a:bodyPr/>
                    <a:lstStyle/>
                    <a:p>
                      <a:endParaRPr lang="en-US" sz="1600" dirty="0"/>
                    </a:p>
                  </a:txBody>
                  <a:tcPr marT="45731" marB="45731"/>
                </a:tc>
                <a:extLst>
                  <a:ext uri="{0D108BD9-81ED-4DB2-BD59-A6C34878D82A}">
                    <a16:rowId xmlns:a16="http://schemas.microsoft.com/office/drawing/2014/main" val="10003"/>
                  </a:ext>
                </a:extLst>
              </a:tr>
              <a:tr h="33535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cap="none" normalizeH="0" baseline="0" dirty="0">
                          <a:ln>
                            <a:noFill/>
                          </a:ln>
                          <a:solidFill>
                            <a:schemeClr val="tx1"/>
                          </a:solidFill>
                          <a:effectLst/>
                          <a:latin typeface="Arial" pitchFamily="34" charset="0"/>
                          <a:cs typeface="Arial" pitchFamily="34" charset="0"/>
                          <a:sym typeface="Symbol" pitchFamily="18" charset="2"/>
                        </a:rPr>
                        <a:t></a:t>
                      </a:r>
                      <a:r>
                        <a:rPr kumimoji="0" lang="en-US" sz="1600" b="0" i="0" u="none" strike="noStrike" cap="none" normalizeH="0" baseline="30000" dirty="0">
                          <a:ln>
                            <a:noFill/>
                          </a:ln>
                          <a:solidFill>
                            <a:schemeClr val="tx1"/>
                          </a:solidFill>
                          <a:effectLst/>
                          <a:latin typeface="Arial" pitchFamily="34" charset="0"/>
                          <a:cs typeface="Arial" pitchFamily="34" charset="0"/>
                          <a:sym typeface="Symbol" pitchFamily="18" charset="2"/>
                        </a:rPr>
                        <a:t>3`</a:t>
                      </a:r>
                      <a:r>
                        <a:rPr kumimoji="0" lang="en-US" sz="1600" b="0" i="0" u="none" strike="noStrike" cap="none" normalizeH="0" baseline="0" dirty="0">
                          <a:ln>
                            <a:noFill/>
                          </a:ln>
                          <a:solidFill>
                            <a:schemeClr val="tx1"/>
                          </a:solidFill>
                          <a:effectLst/>
                          <a:latin typeface="Arial" pitchFamily="34" charset="0"/>
                          <a:cs typeface="Arial" pitchFamily="34" charset="0"/>
                          <a:sym typeface="Symbol" pitchFamily="18" charset="2"/>
                        </a:rPr>
                        <a:t>=</a:t>
                      </a:r>
                    </a:p>
                  </a:txBody>
                  <a:tcPr marT="45731" marB="45731"/>
                </a:tc>
                <a:tc>
                  <a:txBody>
                    <a:bodyPr/>
                    <a:lstStyle/>
                    <a:p>
                      <a:endParaRPr lang="en-US" sz="1600" dirty="0"/>
                    </a:p>
                  </a:txBody>
                  <a:tcPr marT="45731" marB="45731"/>
                </a:tc>
                <a:tc>
                  <a:txBody>
                    <a:bodyPr/>
                    <a:lstStyle/>
                    <a:p>
                      <a:endParaRPr lang="en-US" sz="1600" dirty="0"/>
                    </a:p>
                  </a:txBody>
                  <a:tcPr marT="45731" marB="45731"/>
                </a:tc>
                <a:tc>
                  <a:txBody>
                    <a:bodyPr/>
                    <a:lstStyle/>
                    <a:p>
                      <a:endParaRPr lang="en-US" sz="1600"/>
                    </a:p>
                  </a:txBody>
                  <a:tcPr marT="45731" marB="45731"/>
                </a:tc>
                <a:tc>
                  <a:txBody>
                    <a:bodyPr/>
                    <a:lstStyle/>
                    <a:p>
                      <a:r>
                        <a:rPr kumimoji="0" lang="en-US" sz="1600" b="0" i="0" u="none" strike="noStrike" cap="none" normalizeH="0" baseline="0" dirty="0">
                          <a:ln>
                            <a:noFill/>
                          </a:ln>
                          <a:solidFill>
                            <a:schemeClr val="tx1"/>
                          </a:solidFill>
                          <a:effectLst/>
                          <a:latin typeface="Arial" pitchFamily="34" charset="0"/>
                          <a:cs typeface="Arial" pitchFamily="34" charset="0"/>
                          <a:sym typeface="Symbol" pitchFamily="18" charset="2"/>
                        </a:rPr>
                        <a:t></a:t>
                      </a:r>
                      <a:r>
                        <a:rPr kumimoji="0" lang="en-US" sz="1600" b="0" i="0" u="none" strike="noStrike" cap="none" normalizeH="0" baseline="30000" dirty="0">
                          <a:ln>
                            <a:noFill/>
                          </a:ln>
                          <a:solidFill>
                            <a:schemeClr val="tx1"/>
                          </a:solidFill>
                          <a:effectLst/>
                          <a:latin typeface="Arial" pitchFamily="34" charset="0"/>
                          <a:cs typeface="Arial" pitchFamily="34" charset="0"/>
                          <a:sym typeface="Symbol" pitchFamily="18" charset="2"/>
                        </a:rPr>
                        <a:t>3</a:t>
                      </a:r>
                      <a:endParaRPr lang="en-US" sz="1600" dirty="0"/>
                    </a:p>
                  </a:txBody>
                  <a:tcPr marT="45731" marB="45731"/>
                </a:tc>
                <a:extLst>
                  <a:ext uri="{0D108BD9-81ED-4DB2-BD59-A6C34878D82A}">
                    <a16:rowId xmlns:a16="http://schemas.microsoft.com/office/drawing/2014/main" val="10004"/>
                  </a:ext>
                </a:extLst>
              </a:tr>
              <a:tr h="35726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cap="none" normalizeH="0" baseline="0" dirty="0">
                          <a:ln>
                            <a:noFill/>
                          </a:ln>
                          <a:solidFill>
                            <a:schemeClr val="tx1"/>
                          </a:solidFill>
                          <a:effectLst/>
                          <a:latin typeface="Arial" pitchFamily="34" charset="0"/>
                          <a:cs typeface="Arial" pitchFamily="34" charset="0"/>
                          <a:sym typeface="Symbol" pitchFamily="18" charset="2"/>
                        </a:rPr>
                        <a:t></a:t>
                      </a:r>
                      <a:r>
                        <a:rPr kumimoji="0" lang="en-US" sz="1600" b="0" i="0" u="none" strike="noStrike" cap="none" normalizeH="0" baseline="30000" dirty="0">
                          <a:ln>
                            <a:noFill/>
                          </a:ln>
                          <a:solidFill>
                            <a:schemeClr val="tx1"/>
                          </a:solidFill>
                          <a:effectLst/>
                          <a:latin typeface="Arial" pitchFamily="34" charset="0"/>
                          <a:cs typeface="Arial" pitchFamily="34" charset="0"/>
                          <a:sym typeface="Symbol" pitchFamily="18" charset="2"/>
                        </a:rPr>
                        <a:t>4`</a:t>
                      </a:r>
                      <a:r>
                        <a:rPr kumimoji="0" lang="en-US" sz="1600" b="0" i="0" u="none" strike="noStrike" cap="none" normalizeH="0" baseline="0" dirty="0">
                          <a:ln>
                            <a:noFill/>
                          </a:ln>
                          <a:solidFill>
                            <a:schemeClr val="tx1"/>
                          </a:solidFill>
                          <a:effectLst/>
                          <a:latin typeface="Arial" pitchFamily="34" charset="0"/>
                          <a:cs typeface="Arial" pitchFamily="34" charset="0"/>
                          <a:sym typeface="Symbol" pitchFamily="18" charset="2"/>
                        </a:rPr>
                        <a:t>=</a:t>
                      </a:r>
                    </a:p>
                  </a:txBody>
                  <a:tcPr marT="45731" marB="45731"/>
                </a:tc>
                <a:tc>
                  <a:txBody>
                    <a:bodyPr/>
                    <a:lstStyle/>
                    <a:p>
                      <a:r>
                        <a:rPr lang="en-US" sz="1600" dirty="0"/>
                        <a:t>1+</a:t>
                      </a:r>
                    </a:p>
                  </a:txBody>
                  <a:tcPr marT="45731" marB="45731"/>
                </a:tc>
                <a:tc>
                  <a:txBody>
                    <a:bodyPr/>
                    <a:lstStyle/>
                    <a:p>
                      <a:endParaRPr lang="en-US" sz="1600" dirty="0"/>
                    </a:p>
                  </a:txBody>
                  <a:tcPr marT="45731" marB="45731"/>
                </a:tc>
                <a:tc>
                  <a:txBody>
                    <a:bodyPr/>
                    <a:lstStyle/>
                    <a:p>
                      <a:r>
                        <a:rPr lang="en-US" sz="1600" dirty="0">
                          <a:sym typeface="Symbol" pitchFamily="18" charset="2"/>
                        </a:rPr>
                        <a:t></a:t>
                      </a:r>
                      <a:r>
                        <a:rPr lang="en-US" sz="1600" baseline="30000" dirty="0">
                          <a:sym typeface="Symbol" pitchFamily="18" charset="2"/>
                        </a:rPr>
                        <a:t>2</a:t>
                      </a:r>
                      <a:endParaRPr lang="en-US" sz="1600" dirty="0"/>
                    </a:p>
                  </a:txBody>
                  <a:tcPr marT="45731" marB="45731"/>
                </a:tc>
                <a:tc>
                  <a:txBody>
                    <a:bodyPr/>
                    <a:lstStyle/>
                    <a:p>
                      <a:endParaRPr lang="en-US" sz="1600" dirty="0"/>
                    </a:p>
                  </a:txBody>
                  <a:tcPr marT="45731" marB="45731"/>
                </a:tc>
                <a:extLst>
                  <a:ext uri="{0D108BD9-81ED-4DB2-BD59-A6C34878D82A}">
                    <a16:rowId xmlns:a16="http://schemas.microsoft.com/office/drawing/2014/main" val="10005"/>
                  </a:ext>
                </a:extLst>
              </a:tr>
              <a:tr h="33535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cap="none" normalizeH="0" baseline="0" dirty="0">
                          <a:ln>
                            <a:noFill/>
                          </a:ln>
                          <a:solidFill>
                            <a:schemeClr val="tx1"/>
                          </a:solidFill>
                          <a:effectLst/>
                          <a:latin typeface="Arial" pitchFamily="34" charset="0"/>
                          <a:cs typeface="Arial" pitchFamily="34" charset="0"/>
                          <a:sym typeface="Symbol" pitchFamily="18" charset="2"/>
                        </a:rPr>
                        <a:t></a:t>
                      </a:r>
                      <a:r>
                        <a:rPr kumimoji="0" lang="en-US" sz="1600" b="0" i="0" u="none" strike="noStrike" cap="none" normalizeH="0" baseline="30000" dirty="0">
                          <a:ln>
                            <a:noFill/>
                          </a:ln>
                          <a:solidFill>
                            <a:schemeClr val="tx1"/>
                          </a:solidFill>
                          <a:effectLst/>
                          <a:latin typeface="Arial" pitchFamily="34" charset="0"/>
                          <a:cs typeface="Arial" pitchFamily="34" charset="0"/>
                          <a:sym typeface="Symbol" pitchFamily="18" charset="2"/>
                        </a:rPr>
                        <a:t>5`</a:t>
                      </a:r>
                      <a:r>
                        <a:rPr kumimoji="0" lang="en-US" sz="1600" b="0" i="0" u="none" strike="noStrike" cap="none" normalizeH="0" baseline="0" dirty="0">
                          <a:ln>
                            <a:noFill/>
                          </a:ln>
                          <a:solidFill>
                            <a:schemeClr val="tx1"/>
                          </a:solidFill>
                          <a:effectLst/>
                          <a:latin typeface="Arial" pitchFamily="34" charset="0"/>
                          <a:cs typeface="Arial" pitchFamily="34" charset="0"/>
                          <a:sym typeface="Symbol" pitchFamily="18" charset="2"/>
                        </a:rPr>
                        <a:t>=</a:t>
                      </a:r>
                    </a:p>
                  </a:txBody>
                  <a:tcPr marT="45731" marB="45731"/>
                </a:tc>
                <a:tc>
                  <a:txBody>
                    <a:bodyPr/>
                    <a:lstStyle/>
                    <a:p>
                      <a:endParaRPr lang="en-US" sz="1600" dirty="0"/>
                    </a:p>
                  </a:txBody>
                  <a:tcPr marT="45731" marB="45731"/>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cap="none" normalizeH="0" baseline="0" dirty="0">
                          <a:ln>
                            <a:noFill/>
                          </a:ln>
                          <a:solidFill>
                            <a:schemeClr val="tx1"/>
                          </a:solidFill>
                          <a:effectLst/>
                          <a:latin typeface="Arial" pitchFamily="34" charset="0"/>
                          <a:cs typeface="Arial" pitchFamily="34" charset="0"/>
                          <a:sym typeface="Symbol" pitchFamily="18" charset="2"/>
                        </a:rPr>
                        <a:t>+</a:t>
                      </a:r>
                    </a:p>
                  </a:txBody>
                  <a:tcPr marT="45731" marB="45731"/>
                </a:tc>
                <a:tc>
                  <a:txBody>
                    <a:bodyPr/>
                    <a:lstStyle/>
                    <a:p>
                      <a:endParaRPr lang="en-US" sz="1600"/>
                    </a:p>
                  </a:txBody>
                  <a:tcPr marT="45731" marB="45731"/>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cap="none" normalizeH="0" baseline="0" dirty="0">
                          <a:ln>
                            <a:noFill/>
                          </a:ln>
                          <a:solidFill>
                            <a:schemeClr val="tx1"/>
                          </a:solidFill>
                          <a:effectLst/>
                          <a:latin typeface="Arial" pitchFamily="34" charset="0"/>
                          <a:cs typeface="Arial" pitchFamily="34" charset="0"/>
                          <a:sym typeface="Symbol" pitchFamily="18" charset="2"/>
                        </a:rPr>
                        <a:t></a:t>
                      </a:r>
                      <a:r>
                        <a:rPr kumimoji="0" lang="en-US" sz="1600" b="0" i="0" u="none" strike="noStrike" cap="none" normalizeH="0" baseline="30000" dirty="0">
                          <a:ln>
                            <a:noFill/>
                          </a:ln>
                          <a:solidFill>
                            <a:schemeClr val="tx1"/>
                          </a:solidFill>
                          <a:effectLst/>
                          <a:latin typeface="Arial" pitchFamily="34" charset="0"/>
                          <a:cs typeface="Arial" pitchFamily="34" charset="0"/>
                          <a:sym typeface="Symbol" pitchFamily="18" charset="2"/>
                        </a:rPr>
                        <a:t>3</a:t>
                      </a:r>
                      <a:endParaRPr lang="en-US" sz="1600" dirty="0"/>
                    </a:p>
                  </a:txBody>
                  <a:tcPr marT="45731" marB="45731"/>
                </a:tc>
                <a:extLst>
                  <a:ext uri="{0D108BD9-81ED-4DB2-BD59-A6C34878D82A}">
                    <a16:rowId xmlns:a16="http://schemas.microsoft.com/office/drawing/2014/main" val="10006"/>
                  </a:ext>
                </a:extLst>
              </a:tr>
              <a:tr h="33535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cap="none" normalizeH="0" baseline="0" dirty="0">
                          <a:ln>
                            <a:noFill/>
                          </a:ln>
                          <a:solidFill>
                            <a:schemeClr val="tx1"/>
                          </a:solidFill>
                          <a:effectLst/>
                          <a:latin typeface="Arial" pitchFamily="34" charset="0"/>
                          <a:cs typeface="Arial" pitchFamily="34" charset="0"/>
                          <a:sym typeface="Symbol" pitchFamily="18" charset="2"/>
                        </a:rPr>
                        <a:t></a:t>
                      </a:r>
                      <a:r>
                        <a:rPr kumimoji="0" lang="en-US" sz="1600" b="0" i="0" u="none" strike="noStrike" cap="none" normalizeH="0" baseline="30000" dirty="0">
                          <a:ln>
                            <a:noFill/>
                          </a:ln>
                          <a:solidFill>
                            <a:schemeClr val="tx1"/>
                          </a:solidFill>
                          <a:effectLst/>
                          <a:latin typeface="Arial" pitchFamily="34" charset="0"/>
                          <a:cs typeface="Arial" pitchFamily="34" charset="0"/>
                          <a:sym typeface="Symbol" pitchFamily="18" charset="2"/>
                        </a:rPr>
                        <a:t>6`</a:t>
                      </a:r>
                      <a:r>
                        <a:rPr kumimoji="0" lang="en-US" sz="1600" b="0" i="0" u="none" strike="noStrike" cap="none" normalizeH="0" baseline="0" dirty="0">
                          <a:ln>
                            <a:noFill/>
                          </a:ln>
                          <a:solidFill>
                            <a:schemeClr val="tx1"/>
                          </a:solidFill>
                          <a:effectLst/>
                          <a:latin typeface="Arial" pitchFamily="34" charset="0"/>
                          <a:cs typeface="Arial" pitchFamily="34" charset="0"/>
                          <a:sym typeface="Symbol" pitchFamily="18" charset="2"/>
                        </a:rPr>
                        <a:t>=</a:t>
                      </a:r>
                    </a:p>
                  </a:txBody>
                  <a:tcPr marT="45731" marB="45731"/>
                </a:tc>
                <a:tc>
                  <a:txBody>
                    <a:bodyPr/>
                    <a:lstStyle/>
                    <a:p>
                      <a:r>
                        <a:rPr lang="en-US" sz="1600" dirty="0"/>
                        <a:t>1</a:t>
                      </a:r>
                    </a:p>
                  </a:txBody>
                  <a:tcPr marT="45731" marB="45731"/>
                </a:tc>
                <a:tc>
                  <a:txBody>
                    <a:bodyPr/>
                    <a:lstStyle/>
                    <a:p>
                      <a:endParaRPr lang="en-US" sz="1600"/>
                    </a:p>
                  </a:txBody>
                  <a:tcPr marT="45731" marB="45731"/>
                </a:tc>
                <a:tc>
                  <a:txBody>
                    <a:bodyPr/>
                    <a:lstStyle/>
                    <a:p>
                      <a:endParaRPr lang="en-US" sz="1600"/>
                    </a:p>
                  </a:txBody>
                  <a:tcPr marT="45731" marB="45731"/>
                </a:tc>
                <a:tc>
                  <a:txBody>
                    <a:bodyPr/>
                    <a:lstStyle/>
                    <a:p>
                      <a:endParaRPr lang="en-US" sz="1600" dirty="0"/>
                    </a:p>
                  </a:txBody>
                  <a:tcPr marT="45731" marB="45731"/>
                </a:tc>
                <a:extLst>
                  <a:ext uri="{0D108BD9-81ED-4DB2-BD59-A6C34878D82A}">
                    <a16:rowId xmlns:a16="http://schemas.microsoft.com/office/drawing/2014/main" val="10007"/>
                  </a:ext>
                </a:extLst>
              </a:tr>
            </a:tbl>
          </a:graphicData>
        </a:graphic>
      </p:graphicFrame>
      <p:sp>
        <p:nvSpPr>
          <p:cNvPr id="64572" name="TextBox 3">
            <a:extLst>
              <a:ext uri="{FF2B5EF4-FFF2-40B4-BE49-F238E27FC236}">
                <a16:creationId xmlns:a16="http://schemas.microsoft.com/office/drawing/2014/main" id="{77E93AAB-9AF0-5F95-2A1B-01EDA51A62DD}"/>
              </a:ext>
            </a:extLst>
          </p:cNvPr>
          <p:cNvSpPr txBox="1">
            <a:spLocks noChangeArrowheads="1"/>
          </p:cNvSpPr>
          <p:nvPr/>
        </p:nvSpPr>
        <p:spPr bwMode="auto">
          <a:xfrm>
            <a:off x="6716486" y="1844449"/>
            <a:ext cx="5018314"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dirty="0"/>
              <a:t>Given d(x) =1+x</a:t>
            </a:r>
            <a:r>
              <a:rPr lang="en-US" altLang="en-US" baseline="30000" dirty="0"/>
              <a:t>2</a:t>
            </a:r>
            <a:r>
              <a:rPr lang="en-US" altLang="en-US" dirty="0"/>
              <a:t>+x</a:t>
            </a:r>
            <a:r>
              <a:rPr lang="en-US" altLang="en-US" baseline="30000" dirty="0"/>
              <a:t>4</a:t>
            </a:r>
            <a:r>
              <a:rPr lang="en-US" altLang="en-US" dirty="0"/>
              <a:t>;</a:t>
            </a:r>
          </a:p>
          <a:p>
            <a:pPr eaLnBrk="1" hangingPunct="1"/>
            <a:r>
              <a:rPr lang="en-US" altLang="en-US" dirty="0"/>
              <a:t>d(</a:t>
            </a:r>
            <a:r>
              <a:rPr lang="en-US" altLang="en-US" dirty="0">
                <a:sym typeface="Symbol" panose="05050102010706020507" pitchFamily="18" charset="2"/>
              </a:rPr>
              <a:t>)=0;</a:t>
            </a:r>
          </a:p>
          <a:p>
            <a:pPr eaLnBrk="1" hangingPunct="1"/>
            <a:r>
              <a:rPr lang="en-US" altLang="en-US" dirty="0">
                <a:sym typeface="Symbol" panose="05050102010706020507" pitchFamily="18" charset="2"/>
              </a:rPr>
              <a:t></a:t>
            </a:r>
            <a:r>
              <a:rPr lang="en-US" altLang="en-US" baseline="30000" dirty="0">
                <a:sym typeface="Symbol" panose="05050102010706020507" pitchFamily="18" charset="2"/>
              </a:rPr>
              <a:t>4</a:t>
            </a:r>
            <a:r>
              <a:rPr lang="en-US" altLang="en-US" dirty="0">
                <a:sym typeface="Symbol" panose="05050102010706020507" pitchFamily="18" charset="2"/>
              </a:rPr>
              <a:t>=1+ </a:t>
            </a:r>
            <a:r>
              <a:rPr lang="en-US" altLang="en-US" baseline="30000" dirty="0">
                <a:sym typeface="Symbol" panose="05050102010706020507" pitchFamily="18" charset="2"/>
              </a:rPr>
              <a:t>2</a:t>
            </a:r>
            <a:r>
              <a:rPr lang="en-US" altLang="en-US" dirty="0">
                <a:sym typeface="Symbol" panose="05050102010706020507" pitchFamily="18" charset="2"/>
              </a:rPr>
              <a:t>; </a:t>
            </a:r>
            <a:r>
              <a:rPr lang="en-US" altLang="en-US" baseline="30000" dirty="0">
                <a:sym typeface="Symbol" panose="05050102010706020507" pitchFamily="18" charset="2"/>
              </a:rPr>
              <a:t>6</a:t>
            </a:r>
            <a:r>
              <a:rPr lang="en-US" altLang="en-US" dirty="0">
                <a:sym typeface="Symbol" panose="05050102010706020507" pitchFamily="18" charset="2"/>
              </a:rPr>
              <a:t>=1</a:t>
            </a:r>
          </a:p>
          <a:p>
            <a:pPr eaLnBrk="1" hangingPunct="1"/>
            <a:r>
              <a:rPr lang="en-US" altLang="en-US" dirty="0">
                <a:sym typeface="Symbol" panose="05050102010706020507" pitchFamily="18" charset="2"/>
              </a:rPr>
              <a:t>d(x) – is non primitive polynomial.</a:t>
            </a:r>
          </a:p>
          <a:p>
            <a:pPr eaLnBrk="1" hangingPunct="1"/>
            <a:r>
              <a:rPr lang="en-US" altLang="en-US" dirty="0">
                <a:sym typeface="Symbol" panose="05050102010706020507" pitchFamily="18" charset="2"/>
              </a:rPr>
              <a:t>Number of non-zero elements equal 6 (</a:t>
            </a:r>
            <a:r>
              <a:rPr lang="en-US" altLang="en-US" baseline="30000" dirty="0">
                <a:sym typeface="Symbol" panose="05050102010706020507" pitchFamily="18" charset="2"/>
              </a:rPr>
              <a:t>6 </a:t>
            </a:r>
            <a:r>
              <a:rPr lang="en-US" altLang="en-US" dirty="0">
                <a:sym typeface="Symbol" panose="05050102010706020507" pitchFamily="18" charset="2"/>
              </a:rPr>
              <a:t>= 1)</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4">
            <a:extLst>
              <a:ext uri="{FF2B5EF4-FFF2-40B4-BE49-F238E27FC236}">
                <a16:creationId xmlns:a16="http://schemas.microsoft.com/office/drawing/2014/main" id="{C5C32078-FE48-ACA3-DE35-ED39F39487B6}"/>
              </a:ext>
            </a:extLst>
          </p:cNvPr>
          <p:cNvSpPr>
            <a:spLocks noGrp="1" noChangeArrowheads="1"/>
          </p:cNvSpPr>
          <p:nvPr>
            <p:ph type="title"/>
          </p:nvPr>
        </p:nvSpPr>
        <p:spPr/>
        <p:txBody>
          <a:bodyPr/>
          <a:lstStyle/>
          <a:p>
            <a:r>
              <a:rPr lang="en-US" altLang="en-US"/>
              <a:t>Galois LFSR</a:t>
            </a:r>
            <a:endParaRPr lang="ru-RU" altLang="en-US"/>
          </a:p>
        </p:txBody>
      </p:sp>
      <p:sp>
        <p:nvSpPr>
          <p:cNvPr id="3" name="Text Placeholder 2">
            <a:extLst>
              <a:ext uri="{FF2B5EF4-FFF2-40B4-BE49-F238E27FC236}">
                <a16:creationId xmlns:a16="http://schemas.microsoft.com/office/drawing/2014/main" id="{16DFA11E-89E3-5DEB-F533-1CE0F50AAE46}"/>
              </a:ext>
            </a:extLst>
          </p:cNvPr>
          <p:cNvSpPr>
            <a:spLocks noGrp="1"/>
          </p:cNvSpPr>
          <p:nvPr>
            <p:ph type="body" sz="quarter" idx="10"/>
          </p:nvPr>
        </p:nvSpPr>
        <p:spPr/>
        <p:txBody>
          <a:bodyPr/>
          <a:lstStyle/>
          <a:p>
            <a:pPr eaLnBrk="1" hangingPunct="1"/>
            <a:endParaRPr lang="en-US" altLang="en-US" sz="1800" dirty="0"/>
          </a:p>
          <a:p>
            <a:pPr eaLnBrk="1" hangingPunct="1"/>
            <a:endParaRPr lang="en-US" altLang="en-US" sz="1800" dirty="0"/>
          </a:p>
          <a:p>
            <a:pPr eaLnBrk="1" hangingPunct="1"/>
            <a:endParaRPr lang="en-US" altLang="en-US" sz="1800" dirty="0"/>
          </a:p>
          <a:p>
            <a:pPr eaLnBrk="1" hangingPunct="1"/>
            <a:endParaRPr lang="en-US" altLang="en-US" sz="1800" dirty="0"/>
          </a:p>
          <a:p>
            <a:pPr eaLnBrk="1" hangingPunct="1"/>
            <a:endParaRPr lang="en-US" altLang="en-US" sz="1800" dirty="0"/>
          </a:p>
          <a:p>
            <a:pPr eaLnBrk="1" hangingPunct="1"/>
            <a:r>
              <a:rPr lang="en-US" altLang="en-US" sz="1800" dirty="0"/>
              <a:t>LFSR  circuit is a generator of a sequence of maximum length</a:t>
            </a:r>
            <a:r>
              <a:rPr lang="ru-RU" altLang="en-US" sz="1800" dirty="0"/>
              <a:t> </a:t>
            </a:r>
            <a:r>
              <a:rPr lang="en-US" altLang="en-US" sz="1800" dirty="0"/>
              <a:t> if a primitive polynomial is in the feedback loop</a:t>
            </a:r>
            <a:r>
              <a:rPr lang="ru-RU" altLang="en-US" sz="1800" dirty="0"/>
              <a:t>.</a:t>
            </a:r>
          </a:p>
          <a:p>
            <a:pPr eaLnBrk="1" hangingPunct="1"/>
            <a:r>
              <a:rPr lang="en-US" altLang="en-US" sz="1800" dirty="0"/>
              <a:t>This LFSR has 2</a:t>
            </a:r>
            <a:r>
              <a:rPr lang="en-US" altLang="en-US" sz="1800" baseline="30000" dirty="0"/>
              <a:t>n</a:t>
            </a:r>
            <a:r>
              <a:rPr lang="en-US" altLang="en-US" sz="1800" dirty="0"/>
              <a:t>-1  states.</a:t>
            </a:r>
            <a:endParaRPr lang="ru-RU" altLang="en-US" sz="1800" dirty="0"/>
          </a:p>
          <a:p>
            <a:r>
              <a:rPr lang="en-US" sz="1800" dirty="0"/>
              <a:t> d(x) = 1+x +x4</a:t>
            </a:r>
          </a:p>
          <a:p>
            <a:r>
              <a:rPr lang="en-US" sz="1800" dirty="0"/>
              <a:t>The number of states  24-1 =15</a:t>
            </a:r>
          </a:p>
          <a:p>
            <a:r>
              <a:rPr lang="en-US" sz="1800" dirty="0"/>
              <a:t>LFSR-counter never goes in a loop through the state 0000. This state is a state of rest.</a:t>
            </a:r>
            <a:br>
              <a:rPr lang="en-US" sz="1800" dirty="0"/>
            </a:br>
            <a:r>
              <a:rPr lang="en-US" sz="1800" dirty="0"/>
              <a:t>The circuit generates all 2n -1 polynomials modulo the polynomial in the feedback circuit.  d(x)= 1+x +x4</a:t>
            </a:r>
          </a:p>
        </p:txBody>
      </p:sp>
      <p:grpSp>
        <p:nvGrpSpPr>
          <p:cNvPr id="65539" name="Group 53">
            <a:extLst>
              <a:ext uri="{FF2B5EF4-FFF2-40B4-BE49-F238E27FC236}">
                <a16:creationId xmlns:a16="http://schemas.microsoft.com/office/drawing/2014/main" id="{DC807407-3362-5614-5C75-C8A6496CDA4A}"/>
              </a:ext>
            </a:extLst>
          </p:cNvPr>
          <p:cNvGrpSpPr>
            <a:grpSpLocks/>
          </p:cNvGrpSpPr>
          <p:nvPr/>
        </p:nvGrpSpPr>
        <p:grpSpPr bwMode="auto">
          <a:xfrm>
            <a:off x="2103438" y="1143000"/>
            <a:ext cx="8115300" cy="2065338"/>
            <a:chOff x="344" y="1152"/>
            <a:chExt cx="5112" cy="1301"/>
          </a:xfrm>
        </p:grpSpPr>
        <p:sp>
          <p:nvSpPr>
            <p:cNvPr id="65542" name="Text Box 5">
              <a:extLst>
                <a:ext uri="{FF2B5EF4-FFF2-40B4-BE49-F238E27FC236}">
                  <a16:creationId xmlns:a16="http://schemas.microsoft.com/office/drawing/2014/main" id="{63456B73-6F7F-560A-0DAD-42AA3CFBDD96}"/>
                </a:ext>
              </a:extLst>
            </p:cNvPr>
            <p:cNvSpPr txBox="1">
              <a:spLocks noChangeArrowheads="1"/>
            </p:cNvSpPr>
            <p:nvPr/>
          </p:nvSpPr>
          <p:spPr bwMode="auto">
            <a:xfrm>
              <a:off x="344" y="1976"/>
              <a:ext cx="501" cy="4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CLK</a:t>
              </a:r>
            </a:p>
          </p:txBody>
        </p:sp>
        <p:sp>
          <p:nvSpPr>
            <p:cNvPr id="65543" name="Text Box 7">
              <a:extLst>
                <a:ext uri="{FF2B5EF4-FFF2-40B4-BE49-F238E27FC236}">
                  <a16:creationId xmlns:a16="http://schemas.microsoft.com/office/drawing/2014/main" id="{94B94B1E-D6D6-3687-242A-C8EAD3FA0FC8}"/>
                </a:ext>
              </a:extLst>
            </p:cNvPr>
            <p:cNvSpPr txBox="1">
              <a:spLocks noChangeArrowheads="1"/>
            </p:cNvSpPr>
            <p:nvPr/>
          </p:nvSpPr>
          <p:spPr bwMode="auto">
            <a:xfrm>
              <a:off x="1141" y="1368"/>
              <a:ext cx="479" cy="714"/>
            </a:xfrm>
            <a:prstGeom prst="rect">
              <a:avLst/>
            </a:prstGeom>
            <a:solidFill>
              <a:schemeClr val="accent1"/>
            </a:solidFill>
            <a:ln w="25400">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dirty="0">
                  <a:solidFill>
                    <a:schemeClr val="bg1"/>
                  </a:solidFill>
                </a:rPr>
                <a:t>D</a:t>
              </a:r>
            </a:p>
            <a:p>
              <a:pPr eaLnBrk="1" hangingPunct="1"/>
              <a:endParaRPr lang="en-US" altLang="en-US" dirty="0">
                <a:solidFill>
                  <a:schemeClr val="bg1"/>
                </a:solidFill>
              </a:endParaRPr>
            </a:p>
            <a:p>
              <a:pPr eaLnBrk="1" hangingPunct="1"/>
              <a:r>
                <a:rPr lang="en-US" altLang="en-US" dirty="0">
                  <a:solidFill>
                    <a:schemeClr val="bg1"/>
                  </a:solidFill>
                </a:rPr>
                <a:t> C</a:t>
              </a:r>
            </a:p>
          </p:txBody>
        </p:sp>
        <p:sp>
          <p:nvSpPr>
            <p:cNvPr id="65544" name="Line 8">
              <a:extLst>
                <a:ext uri="{FF2B5EF4-FFF2-40B4-BE49-F238E27FC236}">
                  <a16:creationId xmlns:a16="http://schemas.microsoft.com/office/drawing/2014/main" id="{C7D418A4-73C1-65CC-2BF6-586CAB6B13D2}"/>
                </a:ext>
              </a:extLst>
            </p:cNvPr>
            <p:cNvSpPr>
              <a:spLocks noChangeShapeType="1"/>
            </p:cNvSpPr>
            <p:nvPr/>
          </p:nvSpPr>
          <p:spPr bwMode="auto">
            <a:xfrm>
              <a:off x="1609" y="1517"/>
              <a:ext cx="52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5545" name="Line 9">
              <a:extLst>
                <a:ext uri="{FF2B5EF4-FFF2-40B4-BE49-F238E27FC236}">
                  <a16:creationId xmlns:a16="http://schemas.microsoft.com/office/drawing/2014/main" id="{9FC18539-7413-131E-06E5-E79B4FD9D515}"/>
                </a:ext>
              </a:extLst>
            </p:cNvPr>
            <p:cNvSpPr>
              <a:spLocks noChangeShapeType="1"/>
            </p:cNvSpPr>
            <p:nvPr/>
          </p:nvSpPr>
          <p:spPr bwMode="auto">
            <a:xfrm>
              <a:off x="940" y="1527"/>
              <a:ext cx="201"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5546" name="Line 10">
              <a:extLst>
                <a:ext uri="{FF2B5EF4-FFF2-40B4-BE49-F238E27FC236}">
                  <a16:creationId xmlns:a16="http://schemas.microsoft.com/office/drawing/2014/main" id="{3B62A03E-2B25-CC86-93CD-3989B53A98F1}"/>
                </a:ext>
              </a:extLst>
            </p:cNvPr>
            <p:cNvSpPr>
              <a:spLocks noChangeShapeType="1"/>
            </p:cNvSpPr>
            <p:nvPr/>
          </p:nvSpPr>
          <p:spPr bwMode="auto">
            <a:xfrm>
              <a:off x="2523" y="1525"/>
              <a:ext cx="344"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5547" name="Text Box 11">
              <a:extLst>
                <a:ext uri="{FF2B5EF4-FFF2-40B4-BE49-F238E27FC236}">
                  <a16:creationId xmlns:a16="http://schemas.microsoft.com/office/drawing/2014/main" id="{03CC5BB4-5AE5-334A-0669-3896AEF95BF0}"/>
                </a:ext>
              </a:extLst>
            </p:cNvPr>
            <p:cNvSpPr txBox="1">
              <a:spLocks noChangeArrowheads="1"/>
            </p:cNvSpPr>
            <p:nvPr/>
          </p:nvSpPr>
          <p:spPr bwMode="auto">
            <a:xfrm>
              <a:off x="2873" y="1382"/>
              <a:ext cx="482" cy="715"/>
            </a:xfrm>
            <a:prstGeom prst="rect">
              <a:avLst/>
            </a:prstGeom>
            <a:solidFill>
              <a:schemeClr val="accent1"/>
            </a:solidFill>
            <a:ln w="25400">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dirty="0">
                  <a:solidFill>
                    <a:schemeClr val="bg1"/>
                  </a:solidFill>
                </a:rPr>
                <a:t>D</a:t>
              </a:r>
            </a:p>
            <a:p>
              <a:pPr eaLnBrk="1" hangingPunct="1"/>
              <a:endParaRPr lang="en-US" altLang="en-US" dirty="0">
                <a:solidFill>
                  <a:schemeClr val="bg1"/>
                </a:solidFill>
              </a:endParaRPr>
            </a:p>
            <a:p>
              <a:pPr eaLnBrk="1" hangingPunct="1"/>
              <a:r>
                <a:rPr lang="en-US" altLang="en-US" dirty="0">
                  <a:solidFill>
                    <a:schemeClr val="bg1"/>
                  </a:solidFill>
                </a:rPr>
                <a:t> C</a:t>
              </a:r>
            </a:p>
          </p:txBody>
        </p:sp>
        <p:sp>
          <p:nvSpPr>
            <p:cNvPr id="65548" name="Line 12">
              <a:extLst>
                <a:ext uri="{FF2B5EF4-FFF2-40B4-BE49-F238E27FC236}">
                  <a16:creationId xmlns:a16="http://schemas.microsoft.com/office/drawing/2014/main" id="{1939F6AC-6AD3-DB04-CE7F-B03AA285B4DA}"/>
                </a:ext>
              </a:extLst>
            </p:cNvPr>
            <p:cNvSpPr>
              <a:spLocks noChangeShapeType="1"/>
            </p:cNvSpPr>
            <p:nvPr/>
          </p:nvSpPr>
          <p:spPr bwMode="auto">
            <a:xfrm flipV="1">
              <a:off x="3349" y="1512"/>
              <a:ext cx="281"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5549" name="Text Box 13">
              <a:extLst>
                <a:ext uri="{FF2B5EF4-FFF2-40B4-BE49-F238E27FC236}">
                  <a16:creationId xmlns:a16="http://schemas.microsoft.com/office/drawing/2014/main" id="{F021B98F-89F5-D38E-45BF-FF85728B586C}"/>
                </a:ext>
              </a:extLst>
            </p:cNvPr>
            <p:cNvSpPr txBox="1">
              <a:spLocks noChangeArrowheads="1"/>
            </p:cNvSpPr>
            <p:nvPr/>
          </p:nvSpPr>
          <p:spPr bwMode="auto">
            <a:xfrm>
              <a:off x="3633" y="1369"/>
              <a:ext cx="481" cy="715"/>
            </a:xfrm>
            <a:prstGeom prst="rect">
              <a:avLst/>
            </a:prstGeom>
            <a:solidFill>
              <a:schemeClr val="accent1"/>
            </a:solidFill>
            <a:ln w="25400">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dirty="0">
                  <a:solidFill>
                    <a:schemeClr val="bg1"/>
                  </a:solidFill>
                </a:rPr>
                <a:t>D</a:t>
              </a:r>
            </a:p>
            <a:p>
              <a:pPr eaLnBrk="1" hangingPunct="1"/>
              <a:endParaRPr lang="en-US" altLang="en-US" dirty="0">
                <a:solidFill>
                  <a:schemeClr val="bg1"/>
                </a:solidFill>
              </a:endParaRPr>
            </a:p>
            <a:p>
              <a:pPr eaLnBrk="1" hangingPunct="1"/>
              <a:r>
                <a:rPr lang="en-US" altLang="en-US" dirty="0">
                  <a:solidFill>
                    <a:schemeClr val="bg1"/>
                  </a:solidFill>
                </a:rPr>
                <a:t> C</a:t>
              </a:r>
            </a:p>
          </p:txBody>
        </p:sp>
        <p:sp>
          <p:nvSpPr>
            <p:cNvPr id="65550" name="Line 14">
              <a:extLst>
                <a:ext uri="{FF2B5EF4-FFF2-40B4-BE49-F238E27FC236}">
                  <a16:creationId xmlns:a16="http://schemas.microsoft.com/office/drawing/2014/main" id="{55832782-329D-9C82-8EC9-2F2651B5A27A}"/>
                </a:ext>
              </a:extLst>
            </p:cNvPr>
            <p:cNvSpPr>
              <a:spLocks noChangeShapeType="1"/>
            </p:cNvSpPr>
            <p:nvPr/>
          </p:nvSpPr>
          <p:spPr bwMode="auto">
            <a:xfrm flipV="1">
              <a:off x="4113" y="1510"/>
              <a:ext cx="26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5551" name="Text Box 15">
              <a:extLst>
                <a:ext uri="{FF2B5EF4-FFF2-40B4-BE49-F238E27FC236}">
                  <a16:creationId xmlns:a16="http://schemas.microsoft.com/office/drawing/2014/main" id="{96ECB451-EAD0-F3B7-F026-16B0CEFAF3BA}"/>
                </a:ext>
              </a:extLst>
            </p:cNvPr>
            <p:cNvSpPr txBox="1">
              <a:spLocks noChangeArrowheads="1"/>
            </p:cNvSpPr>
            <p:nvPr/>
          </p:nvSpPr>
          <p:spPr bwMode="auto">
            <a:xfrm>
              <a:off x="4384" y="1368"/>
              <a:ext cx="481" cy="715"/>
            </a:xfrm>
            <a:prstGeom prst="rect">
              <a:avLst/>
            </a:prstGeom>
            <a:solidFill>
              <a:schemeClr val="accent1"/>
            </a:solidFill>
            <a:ln w="25400">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dirty="0">
                  <a:solidFill>
                    <a:schemeClr val="bg1"/>
                  </a:solidFill>
                </a:rPr>
                <a:t>D</a:t>
              </a:r>
            </a:p>
            <a:p>
              <a:pPr eaLnBrk="1" hangingPunct="1"/>
              <a:endParaRPr lang="en-US" altLang="en-US" dirty="0">
                <a:solidFill>
                  <a:schemeClr val="bg1"/>
                </a:solidFill>
              </a:endParaRPr>
            </a:p>
            <a:p>
              <a:pPr eaLnBrk="1" hangingPunct="1"/>
              <a:r>
                <a:rPr lang="en-US" altLang="en-US" dirty="0">
                  <a:solidFill>
                    <a:schemeClr val="bg1"/>
                  </a:solidFill>
                </a:rPr>
                <a:t> C</a:t>
              </a:r>
            </a:p>
          </p:txBody>
        </p:sp>
        <p:sp>
          <p:nvSpPr>
            <p:cNvPr id="65552" name="Line 16">
              <a:extLst>
                <a:ext uri="{FF2B5EF4-FFF2-40B4-BE49-F238E27FC236}">
                  <a16:creationId xmlns:a16="http://schemas.microsoft.com/office/drawing/2014/main" id="{722C1309-D9E4-481A-D791-E85E39100CAA}"/>
                </a:ext>
              </a:extLst>
            </p:cNvPr>
            <p:cNvSpPr>
              <a:spLocks noChangeShapeType="1"/>
            </p:cNvSpPr>
            <p:nvPr/>
          </p:nvSpPr>
          <p:spPr bwMode="auto">
            <a:xfrm flipV="1">
              <a:off x="4866" y="1515"/>
              <a:ext cx="200" cy="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5553" name="Line 17">
              <a:extLst>
                <a:ext uri="{FF2B5EF4-FFF2-40B4-BE49-F238E27FC236}">
                  <a16:creationId xmlns:a16="http://schemas.microsoft.com/office/drawing/2014/main" id="{5E423C54-2BC8-47E0-82D7-BFC9FFB2C501}"/>
                </a:ext>
              </a:extLst>
            </p:cNvPr>
            <p:cNvSpPr>
              <a:spLocks noChangeShapeType="1"/>
            </p:cNvSpPr>
            <p:nvPr/>
          </p:nvSpPr>
          <p:spPr bwMode="auto">
            <a:xfrm flipV="1">
              <a:off x="5072" y="1160"/>
              <a:ext cx="0" cy="35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5554" name="Line 18">
              <a:extLst>
                <a:ext uri="{FF2B5EF4-FFF2-40B4-BE49-F238E27FC236}">
                  <a16:creationId xmlns:a16="http://schemas.microsoft.com/office/drawing/2014/main" id="{503C4233-FD3E-FA4A-9D94-176EAD92C525}"/>
                </a:ext>
              </a:extLst>
            </p:cNvPr>
            <p:cNvSpPr>
              <a:spLocks noChangeShapeType="1"/>
            </p:cNvSpPr>
            <p:nvPr/>
          </p:nvSpPr>
          <p:spPr bwMode="auto">
            <a:xfrm flipH="1">
              <a:off x="936" y="1160"/>
              <a:ext cx="4149"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5555" name="Line 19">
              <a:extLst>
                <a:ext uri="{FF2B5EF4-FFF2-40B4-BE49-F238E27FC236}">
                  <a16:creationId xmlns:a16="http://schemas.microsoft.com/office/drawing/2014/main" id="{0AA63BF7-117E-0AF2-F29F-0CC6188E9396}"/>
                </a:ext>
              </a:extLst>
            </p:cNvPr>
            <p:cNvSpPr>
              <a:spLocks noChangeShapeType="1"/>
            </p:cNvSpPr>
            <p:nvPr/>
          </p:nvSpPr>
          <p:spPr bwMode="auto">
            <a:xfrm flipV="1">
              <a:off x="940" y="1160"/>
              <a:ext cx="0" cy="35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5556" name="Line 20">
              <a:extLst>
                <a:ext uri="{FF2B5EF4-FFF2-40B4-BE49-F238E27FC236}">
                  <a16:creationId xmlns:a16="http://schemas.microsoft.com/office/drawing/2014/main" id="{A285562F-A32B-4ADA-5063-8E00A777B8AF}"/>
                </a:ext>
              </a:extLst>
            </p:cNvPr>
            <p:cNvSpPr>
              <a:spLocks noChangeShapeType="1"/>
            </p:cNvSpPr>
            <p:nvPr/>
          </p:nvSpPr>
          <p:spPr bwMode="auto">
            <a:xfrm flipV="1">
              <a:off x="2016" y="1160"/>
              <a:ext cx="0" cy="238"/>
            </a:xfrm>
            <a:prstGeom prst="line">
              <a:avLst/>
            </a:prstGeom>
            <a:noFill/>
            <a:ln w="25400">
              <a:solidFill>
                <a:srgbClr val="000000"/>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65557" name="Line 21">
              <a:extLst>
                <a:ext uri="{FF2B5EF4-FFF2-40B4-BE49-F238E27FC236}">
                  <a16:creationId xmlns:a16="http://schemas.microsoft.com/office/drawing/2014/main" id="{B8A2E2C7-1EF5-9F18-DADD-607DE2B19CC9}"/>
                </a:ext>
              </a:extLst>
            </p:cNvPr>
            <p:cNvSpPr>
              <a:spLocks noChangeShapeType="1"/>
            </p:cNvSpPr>
            <p:nvPr/>
          </p:nvSpPr>
          <p:spPr bwMode="auto">
            <a:xfrm flipH="1">
              <a:off x="635" y="2232"/>
              <a:ext cx="3594"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5558" name="Line 22">
              <a:extLst>
                <a:ext uri="{FF2B5EF4-FFF2-40B4-BE49-F238E27FC236}">
                  <a16:creationId xmlns:a16="http://schemas.microsoft.com/office/drawing/2014/main" id="{466019FA-2B74-36DA-79CE-1FE4B7C87D83}"/>
                </a:ext>
              </a:extLst>
            </p:cNvPr>
            <p:cNvSpPr>
              <a:spLocks noChangeShapeType="1"/>
            </p:cNvSpPr>
            <p:nvPr/>
          </p:nvSpPr>
          <p:spPr bwMode="auto">
            <a:xfrm flipH="1">
              <a:off x="940" y="1875"/>
              <a:ext cx="201"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5559" name="Line 23">
              <a:extLst>
                <a:ext uri="{FF2B5EF4-FFF2-40B4-BE49-F238E27FC236}">
                  <a16:creationId xmlns:a16="http://schemas.microsoft.com/office/drawing/2014/main" id="{2314A701-7EAA-C4C6-C88F-717119F0B7D5}"/>
                </a:ext>
              </a:extLst>
            </p:cNvPr>
            <p:cNvSpPr>
              <a:spLocks noChangeShapeType="1"/>
            </p:cNvSpPr>
            <p:nvPr/>
          </p:nvSpPr>
          <p:spPr bwMode="auto">
            <a:xfrm>
              <a:off x="940" y="1875"/>
              <a:ext cx="0" cy="357"/>
            </a:xfrm>
            <a:prstGeom prst="line">
              <a:avLst/>
            </a:prstGeom>
            <a:noFill/>
            <a:ln w="25400">
              <a:solidFill>
                <a:srgbClr val="000000"/>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65560" name="Line 25">
              <a:extLst>
                <a:ext uri="{FF2B5EF4-FFF2-40B4-BE49-F238E27FC236}">
                  <a16:creationId xmlns:a16="http://schemas.microsoft.com/office/drawing/2014/main" id="{8FCAA61C-79A3-B681-04B4-96FD69AF0CC6}"/>
                </a:ext>
              </a:extLst>
            </p:cNvPr>
            <p:cNvSpPr>
              <a:spLocks noChangeShapeType="1"/>
            </p:cNvSpPr>
            <p:nvPr/>
          </p:nvSpPr>
          <p:spPr bwMode="auto">
            <a:xfrm flipH="1">
              <a:off x="2706" y="1870"/>
              <a:ext cx="161"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5561" name="Line 26">
              <a:extLst>
                <a:ext uri="{FF2B5EF4-FFF2-40B4-BE49-F238E27FC236}">
                  <a16:creationId xmlns:a16="http://schemas.microsoft.com/office/drawing/2014/main" id="{2CD0D2E2-A02A-4ACE-B4BE-FED732ACD767}"/>
                </a:ext>
              </a:extLst>
            </p:cNvPr>
            <p:cNvSpPr>
              <a:spLocks noChangeShapeType="1"/>
            </p:cNvSpPr>
            <p:nvPr/>
          </p:nvSpPr>
          <p:spPr bwMode="auto">
            <a:xfrm>
              <a:off x="2706" y="1862"/>
              <a:ext cx="0" cy="370"/>
            </a:xfrm>
            <a:prstGeom prst="line">
              <a:avLst/>
            </a:prstGeom>
            <a:noFill/>
            <a:ln w="25400">
              <a:solidFill>
                <a:srgbClr val="000000"/>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65562" name="Line 28">
              <a:extLst>
                <a:ext uri="{FF2B5EF4-FFF2-40B4-BE49-F238E27FC236}">
                  <a16:creationId xmlns:a16="http://schemas.microsoft.com/office/drawing/2014/main" id="{FBD10A3F-198C-0023-3E7F-7F6599F916CC}"/>
                </a:ext>
              </a:extLst>
            </p:cNvPr>
            <p:cNvSpPr>
              <a:spLocks noChangeShapeType="1"/>
            </p:cNvSpPr>
            <p:nvPr/>
          </p:nvSpPr>
          <p:spPr bwMode="auto">
            <a:xfrm flipH="1">
              <a:off x="3473" y="1866"/>
              <a:ext cx="161"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5563" name="Line 29">
              <a:extLst>
                <a:ext uri="{FF2B5EF4-FFF2-40B4-BE49-F238E27FC236}">
                  <a16:creationId xmlns:a16="http://schemas.microsoft.com/office/drawing/2014/main" id="{7CB0866D-B3B4-2F29-1074-A74B762EA1E8}"/>
                </a:ext>
              </a:extLst>
            </p:cNvPr>
            <p:cNvSpPr>
              <a:spLocks noChangeShapeType="1"/>
            </p:cNvSpPr>
            <p:nvPr/>
          </p:nvSpPr>
          <p:spPr bwMode="auto">
            <a:xfrm>
              <a:off x="3473" y="1867"/>
              <a:ext cx="0" cy="370"/>
            </a:xfrm>
            <a:prstGeom prst="line">
              <a:avLst/>
            </a:prstGeom>
            <a:noFill/>
            <a:ln w="25400">
              <a:solidFill>
                <a:srgbClr val="000000"/>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65564" name="Line 30">
              <a:extLst>
                <a:ext uri="{FF2B5EF4-FFF2-40B4-BE49-F238E27FC236}">
                  <a16:creationId xmlns:a16="http://schemas.microsoft.com/office/drawing/2014/main" id="{80C9FDEF-7A84-7945-382C-3AB1E192FB74}"/>
                </a:ext>
              </a:extLst>
            </p:cNvPr>
            <p:cNvSpPr>
              <a:spLocks noChangeShapeType="1"/>
            </p:cNvSpPr>
            <p:nvPr/>
          </p:nvSpPr>
          <p:spPr bwMode="auto">
            <a:xfrm flipV="1">
              <a:off x="4228" y="1875"/>
              <a:ext cx="0" cy="35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5565" name="Line 31">
              <a:extLst>
                <a:ext uri="{FF2B5EF4-FFF2-40B4-BE49-F238E27FC236}">
                  <a16:creationId xmlns:a16="http://schemas.microsoft.com/office/drawing/2014/main" id="{93A63797-4CB5-E806-5617-3C90D4DDAA37}"/>
                </a:ext>
              </a:extLst>
            </p:cNvPr>
            <p:cNvSpPr>
              <a:spLocks noChangeShapeType="1"/>
            </p:cNvSpPr>
            <p:nvPr/>
          </p:nvSpPr>
          <p:spPr bwMode="auto">
            <a:xfrm>
              <a:off x="4228" y="1875"/>
              <a:ext cx="161" cy="0"/>
            </a:xfrm>
            <a:prstGeom prst="line">
              <a:avLst/>
            </a:prstGeom>
            <a:noFill/>
            <a:ln w="25400">
              <a:solidFill>
                <a:srgbClr val="000000"/>
              </a:solidFill>
              <a:round/>
              <a:headEnd type="none" w="sm" len="med"/>
              <a:tailEnd type="none" w="sm" len="sm"/>
            </a:ln>
            <a:extLst>
              <a:ext uri="{909E8E84-426E-40DD-AFC4-6F175D3DCCD1}">
                <a14:hiddenFill xmlns:a14="http://schemas.microsoft.com/office/drawing/2010/main">
                  <a:noFill/>
                </a14:hiddenFill>
              </a:ext>
            </a:extLst>
          </p:spPr>
          <p:txBody>
            <a:bodyPr/>
            <a:lstStyle/>
            <a:p>
              <a:endParaRPr lang="en-US"/>
            </a:p>
          </p:txBody>
        </p:sp>
        <p:sp>
          <p:nvSpPr>
            <p:cNvPr id="65566" name="Freeform 32">
              <a:extLst>
                <a:ext uri="{FF2B5EF4-FFF2-40B4-BE49-F238E27FC236}">
                  <a16:creationId xmlns:a16="http://schemas.microsoft.com/office/drawing/2014/main" id="{74851F6B-8A00-B13B-7C7B-A32A3462342D}"/>
                </a:ext>
              </a:extLst>
            </p:cNvPr>
            <p:cNvSpPr>
              <a:spLocks/>
            </p:cNvSpPr>
            <p:nvPr/>
          </p:nvSpPr>
          <p:spPr bwMode="auto">
            <a:xfrm>
              <a:off x="4386" y="1832"/>
              <a:ext cx="61" cy="88"/>
            </a:xfrm>
            <a:custGeom>
              <a:avLst/>
              <a:gdLst>
                <a:gd name="T0" fmla="*/ 0 w 129"/>
                <a:gd name="T1" fmla="*/ 5 h 133"/>
                <a:gd name="T2" fmla="*/ 0 w 129"/>
                <a:gd name="T3" fmla="*/ 3 h 133"/>
                <a:gd name="T4" fmla="*/ 0 w 129"/>
                <a:gd name="T5" fmla="*/ 0 h 133"/>
                <a:gd name="T6" fmla="*/ 0 60000 65536"/>
                <a:gd name="T7" fmla="*/ 0 60000 65536"/>
                <a:gd name="T8" fmla="*/ 0 60000 65536"/>
                <a:gd name="T9" fmla="*/ 0 w 129"/>
                <a:gd name="T10" fmla="*/ 0 h 133"/>
                <a:gd name="T11" fmla="*/ 129 w 129"/>
                <a:gd name="T12" fmla="*/ 133 h 133"/>
              </a:gdLst>
              <a:ahLst/>
              <a:cxnLst>
                <a:cxn ang="T6">
                  <a:pos x="T0" y="T1"/>
                </a:cxn>
                <a:cxn ang="T7">
                  <a:pos x="T2" y="T3"/>
                </a:cxn>
                <a:cxn ang="T8">
                  <a:pos x="T4" y="T5"/>
                </a:cxn>
              </a:cxnLst>
              <a:rect l="T9" t="T10" r="T11" b="T12"/>
              <a:pathLst>
                <a:path w="129" h="133">
                  <a:moveTo>
                    <a:pt x="0" y="133"/>
                  </a:moveTo>
                  <a:lnTo>
                    <a:pt x="129" y="66"/>
                  </a:lnTo>
                  <a:lnTo>
                    <a:pt x="0" y="0"/>
                  </a:lnTo>
                </a:path>
              </a:pathLst>
            </a:custGeom>
            <a:noFill/>
            <a:ln w="25400" cap="flat">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5567" name="Freeform 33">
              <a:extLst>
                <a:ext uri="{FF2B5EF4-FFF2-40B4-BE49-F238E27FC236}">
                  <a16:creationId xmlns:a16="http://schemas.microsoft.com/office/drawing/2014/main" id="{06B338AF-251D-6CC7-3C45-459F739DA143}"/>
                </a:ext>
              </a:extLst>
            </p:cNvPr>
            <p:cNvSpPr>
              <a:spLocks/>
            </p:cNvSpPr>
            <p:nvPr/>
          </p:nvSpPr>
          <p:spPr bwMode="auto">
            <a:xfrm>
              <a:off x="3634" y="1824"/>
              <a:ext cx="61" cy="88"/>
            </a:xfrm>
            <a:custGeom>
              <a:avLst/>
              <a:gdLst>
                <a:gd name="T0" fmla="*/ 0 w 129"/>
                <a:gd name="T1" fmla="*/ 5 h 133"/>
                <a:gd name="T2" fmla="*/ 0 w 129"/>
                <a:gd name="T3" fmla="*/ 3 h 133"/>
                <a:gd name="T4" fmla="*/ 0 w 129"/>
                <a:gd name="T5" fmla="*/ 0 h 133"/>
                <a:gd name="T6" fmla="*/ 0 60000 65536"/>
                <a:gd name="T7" fmla="*/ 0 60000 65536"/>
                <a:gd name="T8" fmla="*/ 0 60000 65536"/>
                <a:gd name="T9" fmla="*/ 0 w 129"/>
                <a:gd name="T10" fmla="*/ 0 h 133"/>
                <a:gd name="T11" fmla="*/ 129 w 129"/>
                <a:gd name="T12" fmla="*/ 133 h 133"/>
              </a:gdLst>
              <a:ahLst/>
              <a:cxnLst>
                <a:cxn ang="T6">
                  <a:pos x="T0" y="T1"/>
                </a:cxn>
                <a:cxn ang="T7">
                  <a:pos x="T2" y="T3"/>
                </a:cxn>
                <a:cxn ang="T8">
                  <a:pos x="T4" y="T5"/>
                </a:cxn>
              </a:cxnLst>
              <a:rect l="T9" t="T10" r="T11" b="T12"/>
              <a:pathLst>
                <a:path w="129" h="133">
                  <a:moveTo>
                    <a:pt x="0" y="133"/>
                  </a:moveTo>
                  <a:lnTo>
                    <a:pt x="129" y="66"/>
                  </a:lnTo>
                  <a:lnTo>
                    <a:pt x="0" y="0"/>
                  </a:lnTo>
                </a:path>
              </a:pathLst>
            </a:custGeom>
            <a:noFill/>
            <a:ln w="25400" cap="flat">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5568" name="Freeform 34">
              <a:extLst>
                <a:ext uri="{FF2B5EF4-FFF2-40B4-BE49-F238E27FC236}">
                  <a16:creationId xmlns:a16="http://schemas.microsoft.com/office/drawing/2014/main" id="{22992172-9BED-8DA2-C537-5EBBA80AC1F2}"/>
                </a:ext>
              </a:extLst>
            </p:cNvPr>
            <p:cNvSpPr>
              <a:spLocks/>
            </p:cNvSpPr>
            <p:nvPr/>
          </p:nvSpPr>
          <p:spPr bwMode="auto">
            <a:xfrm>
              <a:off x="2880" y="1824"/>
              <a:ext cx="61" cy="88"/>
            </a:xfrm>
            <a:custGeom>
              <a:avLst/>
              <a:gdLst>
                <a:gd name="T0" fmla="*/ 0 w 129"/>
                <a:gd name="T1" fmla="*/ 5 h 133"/>
                <a:gd name="T2" fmla="*/ 0 w 129"/>
                <a:gd name="T3" fmla="*/ 3 h 133"/>
                <a:gd name="T4" fmla="*/ 0 w 129"/>
                <a:gd name="T5" fmla="*/ 0 h 133"/>
                <a:gd name="T6" fmla="*/ 0 60000 65536"/>
                <a:gd name="T7" fmla="*/ 0 60000 65536"/>
                <a:gd name="T8" fmla="*/ 0 60000 65536"/>
                <a:gd name="T9" fmla="*/ 0 w 129"/>
                <a:gd name="T10" fmla="*/ 0 h 133"/>
                <a:gd name="T11" fmla="*/ 129 w 129"/>
                <a:gd name="T12" fmla="*/ 133 h 133"/>
              </a:gdLst>
              <a:ahLst/>
              <a:cxnLst>
                <a:cxn ang="T6">
                  <a:pos x="T0" y="T1"/>
                </a:cxn>
                <a:cxn ang="T7">
                  <a:pos x="T2" y="T3"/>
                </a:cxn>
                <a:cxn ang="T8">
                  <a:pos x="T4" y="T5"/>
                </a:cxn>
              </a:cxnLst>
              <a:rect l="T9" t="T10" r="T11" b="T12"/>
              <a:pathLst>
                <a:path w="129" h="133">
                  <a:moveTo>
                    <a:pt x="0" y="133"/>
                  </a:moveTo>
                  <a:lnTo>
                    <a:pt x="129" y="66"/>
                  </a:lnTo>
                  <a:lnTo>
                    <a:pt x="0" y="0"/>
                  </a:lnTo>
                </a:path>
              </a:pathLst>
            </a:custGeom>
            <a:noFill/>
            <a:ln w="25400" cap="flat">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5569" name="Freeform 35">
              <a:extLst>
                <a:ext uri="{FF2B5EF4-FFF2-40B4-BE49-F238E27FC236}">
                  <a16:creationId xmlns:a16="http://schemas.microsoft.com/office/drawing/2014/main" id="{EF1D73DC-BF56-0E95-20F1-866B011F6366}"/>
                </a:ext>
              </a:extLst>
            </p:cNvPr>
            <p:cNvSpPr>
              <a:spLocks/>
            </p:cNvSpPr>
            <p:nvPr/>
          </p:nvSpPr>
          <p:spPr bwMode="auto">
            <a:xfrm>
              <a:off x="1144" y="1832"/>
              <a:ext cx="61" cy="88"/>
            </a:xfrm>
            <a:custGeom>
              <a:avLst/>
              <a:gdLst>
                <a:gd name="T0" fmla="*/ 0 w 129"/>
                <a:gd name="T1" fmla="*/ 5 h 133"/>
                <a:gd name="T2" fmla="*/ 0 w 129"/>
                <a:gd name="T3" fmla="*/ 3 h 133"/>
                <a:gd name="T4" fmla="*/ 0 w 129"/>
                <a:gd name="T5" fmla="*/ 0 h 133"/>
                <a:gd name="T6" fmla="*/ 0 60000 65536"/>
                <a:gd name="T7" fmla="*/ 0 60000 65536"/>
                <a:gd name="T8" fmla="*/ 0 60000 65536"/>
                <a:gd name="T9" fmla="*/ 0 w 129"/>
                <a:gd name="T10" fmla="*/ 0 h 133"/>
                <a:gd name="T11" fmla="*/ 129 w 129"/>
                <a:gd name="T12" fmla="*/ 133 h 133"/>
              </a:gdLst>
              <a:ahLst/>
              <a:cxnLst>
                <a:cxn ang="T6">
                  <a:pos x="T0" y="T1"/>
                </a:cxn>
                <a:cxn ang="T7">
                  <a:pos x="T2" y="T3"/>
                </a:cxn>
                <a:cxn ang="T8">
                  <a:pos x="T4" y="T5"/>
                </a:cxn>
              </a:cxnLst>
              <a:rect l="T9" t="T10" r="T11" b="T12"/>
              <a:pathLst>
                <a:path w="129" h="133">
                  <a:moveTo>
                    <a:pt x="0" y="133"/>
                  </a:moveTo>
                  <a:lnTo>
                    <a:pt x="129" y="66"/>
                  </a:lnTo>
                  <a:lnTo>
                    <a:pt x="0" y="0"/>
                  </a:lnTo>
                </a:path>
              </a:pathLst>
            </a:custGeom>
            <a:noFill/>
            <a:ln w="25400" cap="flat">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5570" name="Text Box 36">
              <a:extLst>
                <a:ext uri="{FF2B5EF4-FFF2-40B4-BE49-F238E27FC236}">
                  <a16:creationId xmlns:a16="http://schemas.microsoft.com/office/drawing/2014/main" id="{37F0F029-6BEC-37B4-2A1A-B43C284159D2}"/>
                </a:ext>
              </a:extLst>
            </p:cNvPr>
            <p:cNvSpPr txBox="1">
              <a:spLocks noChangeArrowheads="1"/>
            </p:cNvSpPr>
            <p:nvPr/>
          </p:nvSpPr>
          <p:spPr bwMode="auto">
            <a:xfrm>
              <a:off x="1584" y="1504"/>
              <a:ext cx="43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sym typeface="Symbol" panose="05050102010706020507" pitchFamily="18" charset="2"/>
                </a:rPr>
                <a:t>q</a:t>
              </a:r>
              <a:r>
                <a:rPr lang="en-US" altLang="en-US"/>
                <a:t>0</a:t>
              </a:r>
              <a:endParaRPr lang="ru-RU" altLang="en-US"/>
            </a:p>
          </p:txBody>
        </p:sp>
        <p:sp>
          <p:nvSpPr>
            <p:cNvPr id="65571" name="Text Box 37">
              <a:extLst>
                <a:ext uri="{FF2B5EF4-FFF2-40B4-BE49-F238E27FC236}">
                  <a16:creationId xmlns:a16="http://schemas.microsoft.com/office/drawing/2014/main" id="{1761D0AB-E23C-22AF-9C79-0F799BA1B55D}"/>
                </a:ext>
              </a:extLst>
            </p:cNvPr>
            <p:cNvSpPr txBox="1">
              <a:spLocks noChangeArrowheads="1"/>
            </p:cNvSpPr>
            <p:nvPr/>
          </p:nvSpPr>
          <p:spPr bwMode="auto">
            <a:xfrm>
              <a:off x="3328" y="1496"/>
              <a:ext cx="43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sym typeface="Symbol" panose="05050102010706020507" pitchFamily="18" charset="2"/>
                </a:rPr>
                <a:t>q</a:t>
              </a:r>
              <a:r>
                <a:rPr lang="en-US" altLang="en-US"/>
                <a:t>1</a:t>
              </a:r>
              <a:endParaRPr lang="ru-RU" altLang="en-US"/>
            </a:p>
          </p:txBody>
        </p:sp>
        <p:sp>
          <p:nvSpPr>
            <p:cNvPr id="65572" name="Text Box 38">
              <a:extLst>
                <a:ext uri="{FF2B5EF4-FFF2-40B4-BE49-F238E27FC236}">
                  <a16:creationId xmlns:a16="http://schemas.microsoft.com/office/drawing/2014/main" id="{CCBFF1F5-95FE-601E-E743-769FAD85F392}"/>
                </a:ext>
              </a:extLst>
            </p:cNvPr>
            <p:cNvSpPr txBox="1">
              <a:spLocks noChangeArrowheads="1"/>
            </p:cNvSpPr>
            <p:nvPr/>
          </p:nvSpPr>
          <p:spPr bwMode="auto">
            <a:xfrm>
              <a:off x="4080" y="1496"/>
              <a:ext cx="43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sym typeface="Symbol" panose="05050102010706020507" pitchFamily="18" charset="2"/>
                </a:rPr>
                <a:t>q</a:t>
              </a:r>
              <a:r>
                <a:rPr lang="en-US" altLang="en-US"/>
                <a:t>2</a:t>
              </a:r>
              <a:endParaRPr lang="ru-RU" altLang="en-US"/>
            </a:p>
          </p:txBody>
        </p:sp>
        <p:sp>
          <p:nvSpPr>
            <p:cNvPr id="65573" name="Text Box 39">
              <a:extLst>
                <a:ext uri="{FF2B5EF4-FFF2-40B4-BE49-F238E27FC236}">
                  <a16:creationId xmlns:a16="http://schemas.microsoft.com/office/drawing/2014/main" id="{99D8E086-FF5E-B09A-B4FF-C8788B62190D}"/>
                </a:ext>
              </a:extLst>
            </p:cNvPr>
            <p:cNvSpPr txBox="1">
              <a:spLocks noChangeArrowheads="1"/>
            </p:cNvSpPr>
            <p:nvPr/>
          </p:nvSpPr>
          <p:spPr bwMode="auto">
            <a:xfrm>
              <a:off x="4880" y="1496"/>
              <a:ext cx="43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sym typeface="Symbol" panose="05050102010706020507" pitchFamily="18" charset="2"/>
                </a:rPr>
                <a:t>q3</a:t>
              </a:r>
              <a:endParaRPr lang="ru-RU" altLang="en-US"/>
            </a:p>
          </p:txBody>
        </p:sp>
        <p:grpSp>
          <p:nvGrpSpPr>
            <p:cNvPr id="65574" name="Group 40">
              <a:extLst>
                <a:ext uri="{FF2B5EF4-FFF2-40B4-BE49-F238E27FC236}">
                  <a16:creationId xmlns:a16="http://schemas.microsoft.com/office/drawing/2014/main" id="{844BF498-7382-8567-2A2A-4BF60202F045}"/>
                </a:ext>
              </a:extLst>
            </p:cNvPr>
            <p:cNvGrpSpPr>
              <a:grpSpLocks/>
            </p:cNvGrpSpPr>
            <p:nvPr/>
          </p:nvGrpSpPr>
          <p:grpSpPr bwMode="auto">
            <a:xfrm>
              <a:off x="2104" y="1304"/>
              <a:ext cx="309" cy="283"/>
              <a:chOff x="2256" y="1056"/>
              <a:chExt cx="309" cy="283"/>
            </a:xfrm>
          </p:grpSpPr>
          <p:sp>
            <p:nvSpPr>
              <p:cNvPr id="65583" name="AutoShape 89">
                <a:extLst>
                  <a:ext uri="{FF2B5EF4-FFF2-40B4-BE49-F238E27FC236}">
                    <a16:creationId xmlns:a16="http://schemas.microsoft.com/office/drawing/2014/main" id="{E68AAAA3-3DCD-CA0E-96CE-1A8925687A9A}"/>
                  </a:ext>
                </a:extLst>
              </p:cNvPr>
              <p:cNvSpPr>
                <a:spLocks noChangeArrowheads="1"/>
              </p:cNvSpPr>
              <p:nvPr/>
            </p:nvSpPr>
            <p:spPr bwMode="auto">
              <a:xfrm flipH="1">
                <a:off x="2256" y="1056"/>
                <a:ext cx="308" cy="283"/>
              </a:xfrm>
              <a:prstGeom prst="moon">
                <a:avLst>
                  <a:gd name="adj" fmla="val 84819"/>
                </a:avLst>
              </a:prstGeom>
              <a:solidFill>
                <a:schemeClr val="accent1"/>
              </a:solidFill>
              <a:ln w="22225">
                <a:solidFill>
                  <a:schemeClr val="tx1"/>
                </a:solidFill>
                <a:miter lim="800000"/>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endParaRPr lang="ru-RU" altLang="en-US"/>
              </a:p>
            </p:txBody>
          </p:sp>
          <p:sp>
            <p:nvSpPr>
              <p:cNvPr id="65584" name="AutoShape 88">
                <a:extLst>
                  <a:ext uri="{FF2B5EF4-FFF2-40B4-BE49-F238E27FC236}">
                    <a16:creationId xmlns:a16="http://schemas.microsoft.com/office/drawing/2014/main" id="{4B39785A-09EA-DB2C-1E21-56DCA48F477C}"/>
                  </a:ext>
                </a:extLst>
              </p:cNvPr>
              <p:cNvSpPr>
                <a:spLocks noChangeArrowheads="1"/>
              </p:cNvSpPr>
              <p:nvPr/>
            </p:nvSpPr>
            <p:spPr bwMode="auto">
              <a:xfrm flipH="1">
                <a:off x="2313" y="1056"/>
                <a:ext cx="252" cy="283"/>
              </a:xfrm>
              <a:prstGeom prst="moon">
                <a:avLst>
                  <a:gd name="adj" fmla="val 84819"/>
                </a:avLst>
              </a:prstGeom>
              <a:solidFill>
                <a:schemeClr val="accent1"/>
              </a:solidFill>
              <a:ln w="12700">
                <a:solidFill>
                  <a:schemeClr val="tx1"/>
                </a:solidFill>
                <a:miter lim="800000"/>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endParaRPr lang="ru-RU" altLang="en-US"/>
              </a:p>
            </p:txBody>
          </p:sp>
        </p:grpSp>
        <p:sp>
          <p:nvSpPr>
            <p:cNvPr id="65575" name="Line 43">
              <a:extLst>
                <a:ext uri="{FF2B5EF4-FFF2-40B4-BE49-F238E27FC236}">
                  <a16:creationId xmlns:a16="http://schemas.microsoft.com/office/drawing/2014/main" id="{7486698B-7C6C-EB12-A47B-3B9BA7C512D9}"/>
                </a:ext>
              </a:extLst>
            </p:cNvPr>
            <p:cNvSpPr>
              <a:spLocks noChangeShapeType="1"/>
            </p:cNvSpPr>
            <p:nvPr/>
          </p:nvSpPr>
          <p:spPr bwMode="auto">
            <a:xfrm>
              <a:off x="2008" y="1400"/>
              <a:ext cx="144"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5576" name="Line 44">
              <a:extLst>
                <a:ext uri="{FF2B5EF4-FFF2-40B4-BE49-F238E27FC236}">
                  <a16:creationId xmlns:a16="http://schemas.microsoft.com/office/drawing/2014/main" id="{37338BD3-D10C-71BF-20D3-391AB7002B35}"/>
                </a:ext>
              </a:extLst>
            </p:cNvPr>
            <p:cNvSpPr>
              <a:spLocks noChangeShapeType="1"/>
            </p:cNvSpPr>
            <p:nvPr/>
          </p:nvSpPr>
          <p:spPr bwMode="auto">
            <a:xfrm>
              <a:off x="2408" y="1440"/>
              <a:ext cx="122"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5577" name="Line 45">
              <a:extLst>
                <a:ext uri="{FF2B5EF4-FFF2-40B4-BE49-F238E27FC236}">
                  <a16:creationId xmlns:a16="http://schemas.microsoft.com/office/drawing/2014/main" id="{A7D9D6DC-40F7-60E6-B817-F1A22E5D6F07}"/>
                </a:ext>
              </a:extLst>
            </p:cNvPr>
            <p:cNvSpPr>
              <a:spLocks noChangeShapeType="1"/>
            </p:cNvSpPr>
            <p:nvPr/>
          </p:nvSpPr>
          <p:spPr bwMode="auto">
            <a:xfrm>
              <a:off x="2528" y="1440"/>
              <a:ext cx="0" cy="91"/>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5578" name="Text Box 46">
              <a:extLst>
                <a:ext uri="{FF2B5EF4-FFF2-40B4-BE49-F238E27FC236}">
                  <a16:creationId xmlns:a16="http://schemas.microsoft.com/office/drawing/2014/main" id="{5A86C23E-F7F5-922B-7073-D6D3F603DE54}"/>
                </a:ext>
              </a:extLst>
            </p:cNvPr>
            <p:cNvSpPr txBox="1">
              <a:spLocks noChangeArrowheads="1"/>
            </p:cNvSpPr>
            <p:nvPr/>
          </p:nvSpPr>
          <p:spPr bwMode="auto">
            <a:xfrm>
              <a:off x="1152" y="1176"/>
              <a:ext cx="43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sym typeface="Symbol" panose="05050102010706020507" pitchFamily="18" charset="2"/>
                </a:rPr>
                <a:t></a:t>
              </a:r>
              <a:r>
                <a:rPr lang="en-US" altLang="en-US" baseline="30000">
                  <a:sym typeface="Symbol" panose="05050102010706020507" pitchFamily="18" charset="2"/>
                </a:rPr>
                <a:t>0</a:t>
              </a:r>
              <a:endParaRPr lang="en-US" altLang="en-US">
                <a:sym typeface="Symbol" panose="05050102010706020507" pitchFamily="18" charset="2"/>
              </a:endParaRPr>
            </a:p>
          </p:txBody>
        </p:sp>
        <p:sp>
          <p:nvSpPr>
            <p:cNvPr id="65579" name="Text Box 47">
              <a:extLst>
                <a:ext uri="{FF2B5EF4-FFF2-40B4-BE49-F238E27FC236}">
                  <a16:creationId xmlns:a16="http://schemas.microsoft.com/office/drawing/2014/main" id="{905B9372-25F1-FF32-06E5-15E7DE056F16}"/>
                </a:ext>
              </a:extLst>
            </p:cNvPr>
            <p:cNvSpPr txBox="1">
              <a:spLocks noChangeArrowheads="1"/>
            </p:cNvSpPr>
            <p:nvPr/>
          </p:nvSpPr>
          <p:spPr bwMode="auto">
            <a:xfrm>
              <a:off x="2928" y="1168"/>
              <a:ext cx="43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sym typeface="Symbol" panose="05050102010706020507" pitchFamily="18" charset="2"/>
                </a:rPr>
                <a:t></a:t>
              </a:r>
              <a:r>
                <a:rPr lang="en-US" altLang="en-US" baseline="30000">
                  <a:sym typeface="Symbol" panose="05050102010706020507" pitchFamily="18" charset="2"/>
                </a:rPr>
                <a:t>1</a:t>
              </a:r>
              <a:endParaRPr lang="en-US" altLang="en-US">
                <a:sym typeface="Symbol" panose="05050102010706020507" pitchFamily="18" charset="2"/>
              </a:endParaRPr>
            </a:p>
          </p:txBody>
        </p:sp>
        <p:sp>
          <p:nvSpPr>
            <p:cNvPr id="65580" name="Text Box 48">
              <a:extLst>
                <a:ext uri="{FF2B5EF4-FFF2-40B4-BE49-F238E27FC236}">
                  <a16:creationId xmlns:a16="http://schemas.microsoft.com/office/drawing/2014/main" id="{CD8F063A-7939-4E17-0F7D-D1EAC47887E1}"/>
                </a:ext>
              </a:extLst>
            </p:cNvPr>
            <p:cNvSpPr txBox="1">
              <a:spLocks noChangeArrowheads="1"/>
            </p:cNvSpPr>
            <p:nvPr/>
          </p:nvSpPr>
          <p:spPr bwMode="auto">
            <a:xfrm>
              <a:off x="3680" y="1152"/>
              <a:ext cx="43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sym typeface="Symbol" panose="05050102010706020507" pitchFamily="18" charset="2"/>
                </a:rPr>
                <a:t></a:t>
              </a:r>
              <a:r>
                <a:rPr lang="en-US" altLang="en-US" baseline="30000">
                  <a:sym typeface="Symbol" panose="05050102010706020507" pitchFamily="18" charset="2"/>
                </a:rPr>
                <a:t>2</a:t>
              </a:r>
              <a:endParaRPr lang="en-US" altLang="en-US">
                <a:sym typeface="Symbol" panose="05050102010706020507" pitchFamily="18" charset="2"/>
              </a:endParaRPr>
            </a:p>
          </p:txBody>
        </p:sp>
        <p:sp>
          <p:nvSpPr>
            <p:cNvPr id="65581" name="Text Box 49">
              <a:extLst>
                <a:ext uri="{FF2B5EF4-FFF2-40B4-BE49-F238E27FC236}">
                  <a16:creationId xmlns:a16="http://schemas.microsoft.com/office/drawing/2014/main" id="{63D3F9DC-EF5D-689D-0EA8-35DC141A16CB}"/>
                </a:ext>
              </a:extLst>
            </p:cNvPr>
            <p:cNvSpPr txBox="1">
              <a:spLocks noChangeArrowheads="1"/>
            </p:cNvSpPr>
            <p:nvPr/>
          </p:nvSpPr>
          <p:spPr bwMode="auto">
            <a:xfrm>
              <a:off x="4432" y="1160"/>
              <a:ext cx="43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sym typeface="Symbol" panose="05050102010706020507" pitchFamily="18" charset="2"/>
                </a:rPr>
                <a:t></a:t>
              </a:r>
              <a:r>
                <a:rPr lang="en-US" altLang="en-US" baseline="30000">
                  <a:sym typeface="Symbol" panose="05050102010706020507" pitchFamily="18" charset="2"/>
                </a:rPr>
                <a:t>3</a:t>
              </a:r>
              <a:endParaRPr lang="en-US" altLang="en-US">
                <a:sym typeface="Symbol" panose="05050102010706020507" pitchFamily="18" charset="2"/>
              </a:endParaRPr>
            </a:p>
          </p:txBody>
        </p:sp>
        <p:sp>
          <p:nvSpPr>
            <p:cNvPr id="65582" name="Text Box 50">
              <a:extLst>
                <a:ext uri="{FF2B5EF4-FFF2-40B4-BE49-F238E27FC236}">
                  <a16:creationId xmlns:a16="http://schemas.microsoft.com/office/drawing/2014/main" id="{698F589E-AF0B-D27F-A3E5-0A6756703F2C}"/>
                </a:ext>
              </a:extLst>
            </p:cNvPr>
            <p:cNvSpPr txBox="1">
              <a:spLocks noChangeArrowheads="1"/>
            </p:cNvSpPr>
            <p:nvPr/>
          </p:nvSpPr>
          <p:spPr bwMode="auto">
            <a:xfrm>
              <a:off x="5024" y="1256"/>
              <a:ext cx="43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sym typeface="Symbol" panose="05050102010706020507" pitchFamily="18" charset="2"/>
                </a:rPr>
                <a:t></a:t>
              </a:r>
              <a:r>
                <a:rPr lang="en-US" altLang="en-US" baseline="30000">
                  <a:sym typeface="Symbol" panose="05050102010706020507" pitchFamily="18" charset="2"/>
                </a:rPr>
                <a:t>4</a:t>
              </a:r>
              <a:endParaRPr lang="en-US" altLang="en-US">
                <a:sym typeface="Symbol" panose="05050102010706020507" pitchFamily="18" charset="2"/>
              </a:endParaRPr>
            </a:p>
          </p:txBody>
        </p:sp>
      </p:gr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Title 1">
            <a:extLst>
              <a:ext uri="{FF2B5EF4-FFF2-40B4-BE49-F238E27FC236}">
                <a16:creationId xmlns:a16="http://schemas.microsoft.com/office/drawing/2014/main" id="{45A0489D-C025-02B4-77C6-8A652C5FBD5C}"/>
              </a:ext>
            </a:extLst>
          </p:cNvPr>
          <p:cNvSpPr>
            <a:spLocks noGrp="1" noChangeArrowheads="1"/>
          </p:cNvSpPr>
          <p:nvPr>
            <p:ph type="title"/>
          </p:nvPr>
        </p:nvSpPr>
        <p:spPr/>
        <p:txBody>
          <a:bodyPr/>
          <a:lstStyle/>
          <a:p>
            <a:r>
              <a:rPr lang="en-US" altLang="en-US"/>
              <a:t>LFSR with Polynomial d(x)=1+x2+x4</a:t>
            </a:r>
          </a:p>
        </p:txBody>
      </p:sp>
      <p:sp>
        <p:nvSpPr>
          <p:cNvPr id="66563" name="Text Box 5">
            <a:extLst>
              <a:ext uri="{FF2B5EF4-FFF2-40B4-BE49-F238E27FC236}">
                <a16:creationId xmlns:a16="http://schemas.microsoft.com/office/drawing/2014/main" id="{76D64DC2-094B-A1F0-6F42-474BE4FEDBB5}"/>
              </a:ext>
            </a:extLst>
          </p:cNvPr>
          <p:cNvSpPr txBox="1">
            <a:spLocks noChangeArrowheads="1"/>
          </p:cNvSpPr>
          <p:nvPr/>
        </p:nvSpPr>
        <p:spPr bwMode="auto">
          <a:xfrm>
            <a:off x="2135189" y="2846389"/>
            <a:ext cx="795337" cy="757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CLK</a:t>
            </a:r>
          </a:p>
        </p:txBody>
      </p:sp>
      <p:sp>
        <p:nvSpPr>
          <p:cNvPr id="66564" name="Text Box 7">
            <a:extLst>
              <a:ext uri="{FF2B5EF4-FFF2-40B4-BE49-F238E27FC236}">
                <a16:creationId xmlns:a16="http://schemas.microsoft.com/office/drawing/2014/main" id="{B4056E63-F16D-DB86-2D84-053D6605B01D}"/>
              </a:ext>
            </a:extLst>
          </p:cNvPr>
          <p:cNvSpPr txBox="1">
            <a:spLocks noChangeArrowheads="1"/>
          </p:cNvSpPr>
          <p:nvPr/>
        </p:nvSpPr>
        <p:spPr bwMode="auto">
          <a:xfrm>
            <a:off x="3400426" y="1928814"/>
            <a:ext cx="760413" cy="1133475"/>
          </a:xfrm>
          <a:prstGeom prst="rect">
            <a:avLst/>
          </a:prstGeom>
          <a:solidFill>
            <a:schemeClr val="accent1"/>
          </a:solidFill>
          <a:ln w="25400">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dirty="0">
                <a:solidFill>
                  <a:schemeClr val="bg1"/>
                </a:solidFill>
              </a:rPr>
              <a:t>D</a:t>
            </a:r>
          </a:p>
          <a:p>
            <a:pPr eaLnBrk="1" hangingPunct="1"/>
            <a:endParaRPr lang="en-US" altLang="en-US" dirty="0">
              <a:solidFill>
                <a:schemeClr val="bg1"/>
              </a:solidFill>
            </a:endParaRPr>
          </a:p>
          <a:p>
            <a:pPr eaLnBrk="1" hangingPunct="1"/>
            <a:r>
              <a:rPr lang="en-US" altLang="en-US" dirty="0">
                <a:solidFill>
                  <a:schemeClr val="bg1"/>
                </a:solidFill>
              </a:rPr>
              <a:t> C</a:t>
            </a:r>
          </a:p>
        </p:txBody>
      </p:sp>
      <p:sp>
        <p:nvSpPr>
          <p:cNvPr id="66565" name="Line 8">
            <a:extLst>
              <a:ext uri="{FF2B5EF4-FFF2-40B4-BE49-F238E27FC236}">
                <a16:creationId xmlns:a16="http://schemas.microsoft.com/office/drawing/2014/main" id="{AD6C341B-8E3D-D87E-D618-60953643414C}"/>
              </a:ext>
            </a:extLst>
          </p:cNvPr>
          <p:cNvSpPr>
            <a:spLocks noChangeShapeType="1"/>
          </p:cNvSpPr>
          <p:nvPr/>
        </p:nvSpPr>
        <p:spPr bwMode="auto">
          <a:xfrm>
            <a:off x="4143375" y="2117725"/>
            <a:ext cx="833438"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6566" name="Line 9">
            <a:extLst>
              <a:ext uri="{FF2B5EF4-FFF2-40B4-BE49-F238E27FC236}">
                <a16:creationId xmlns:a16="http://schemas.microsoft.com/office/drawing/2014/main" id="{1A2D9D7E-40A2-88AE-A15D-16D8EC9DB2F8}"/>
              </a:ext>
            </a:extLst>
          </p:cNvPr>
          <p:cNvSpPr>
            <a:spLocks noChangeShapeType="1"/>
          </p:cNvSpPr>
          <p:nvPr/>
        </p:nvSpPr>
        <p:spPr bwMode="auto">
          <a:xfrm>
            <a:off x="3081339" y="2133600"/>
            <a:ext cx="319087"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6567" name="Text Box 11">
            <a:extLst>
              <a:ext uri="{FF2B5EF4-FFF2-40B4-BE49-F238E27FC236}">
                <a16:creationId xmlns:a16="http://schemas.microsoft.com/office/drawing/2014/main" id="{F4B196B5-E590-3BE6-6202-18B752ADC110}"/>
              </a:ext>
            </a:extLst>
          </p:cNvPr>
          <p:cNvSpPr txBox="1">
            <a:spLocks noChangeArrowheads="1"/>
          </p:cNvSpPr>
          <p:nvPr/>
        </p:nvSpPr>
        <p:spPr bwMode="auto">
          <a:xfrm>
            <a:off x="4976814" y="1881188"/>
            <a:ext cx="765175" cy="1135062"/>
          </a:xfrm>
          <a:prstGeom prst="rect">
            <a:avLst/>
          </a:prstGeom>
          <a:solidFill>
            <a:schemeClr val="accent1"/>
          </a:solidFill>
          <a:ln w="25400">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dirty="0">
                <a:solidFill>
                  <a:schemeClr val="bg1"/>
                </a:solidFill>
              </a:rPr>
              <a:t>D</a:t>
            </a:r>
          </a:p>
          <a:p>
            <a:pPr eaLnBrk="1" hangingPunct="1"/>
            <a:endParaRPr lang="en-US" altLang="en-US" dirty="0">
              <a:solidFill>
                <a:schemeClr val="bg1"/>
              </a:solidFill>
            </a:endParaRPr>
          </a:p>
          <a:p>
            <a:pPr eaLnBrk="1" hangingPunct="1"/>
            <a:r>
              <a:rPr lang="en-US" altLang="en-US" dirty="0">
                <a:solidFill>
                  <a:schemeClr val="bg1"/>
                </a:solidFill>
              </a:rPr>
              <a:t> C</a:t>
            </a:r>
          </a:p>
        </p:txBody>
      </p:sp>
      <p:sp>
        <p:nvSpPr>
          <p:cNvPr id="66568" name="Line 12">
            <a:extLst>
              <a:ext uri="{FF2B5EF4-FFF2-40B4-BE49-F238E27FC236}">
                <a16:creationId xmlns:a16="http://schemas.microsoft.com/office/drawing/2014/main" id="{C4E4391A-B0BE-4309-C266-E11C5C6164BB}"/>
              </a:ext>
            </a:extLst>
          </p:cNvPr>
          <p:cNvSpPr>
            <a:spLocks noChangeShapeType="1"/>
          </p:cNvSpPr>
          <p:nvPr/>
        </p:nvSpPr>
        <p:spPr bwMode="auto">
          <a:xfrm flipV="1">
            <a:off x="5741989" y="2114550"/>
            <a:ext cx="446087"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6569" name="Text Box 13">
            <a:extLst>
              <a:ext uri="{FF2B5EF4-FFF2-40B4-BE49-F238E27FC236}">
                <a16:creationId xmlns:a16="http://schemas.microsoft.com/office/drawing/2014/main" id="{FB900A75-124B-ACC1-ABF0-B46965F0021F}"/>
              </a:ext>
            </a:extLst>
          </p:cNvPr>
          <p:cNvSpPr txBox="1">
            <a:spLocks noChangeArrowheads="1"/>
          </p:cNvSpPr>
          <p:nvPr/>
        </p:nvSpPr>
        <p:spPr bwMode="auto">
          <a:xfrm>
            <a:off x="7356475" y="1882776"/>
            <a:ext cx="763588" cy="1135063"/>
          </a:xfrm>
          <a:prstGeom prst="rect">
            <a:avLst/>
          </a:prstGeom>
          <a:solidFill>
            <a:schemeClr val="accent1"/>
          </a:solidFill>
          <a:ln w="25400">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dirty="0">
                <a:solidFill>
                  <a:schemeClr val="bg1"/>
                </a:solidFill>
              </a:rPr>
              <a:t>D</a:t>
            </a:r>
          </a:p>
          <a:p>
            <a:pPr eaLnBrk="1" hangingPunct="1"/>
            <a:endParaRPr lang="en-US" altLang="en-US" dirty="0">
              <a:solidFill>
                <a:schemeClr val="bg1"/>
              </a:solidFill>
            </a:endParaRPr>
          </a:p>
          <a:p>
            <a:pPr eaLnBrk="1" hangingPunct="1"/>
            <a:r>
              <a:rPr lang="en-US" altLang="en-US" dirty="0">
                <a:solidFill>
                  <a:schemeClr val="bg1"/>
                </a:solidFill>
              </a:rPr>
              <a:t> C</a:t>
            </a:r>
          </a:p>
        </p:txBody>
      </p:sp>
      <p:sp>
        <p:nvSpPr>
          <p:cNvPr id="66570" name="Line 14">
            <a:extLst>
              <a:ext uri="{FF2B5EF4-FFF2-40B4-BE49-F238E27FC236}">
                <a16:creationId xmlns:a16="http://schemas.microsoft.com/office/drawing/2014/main" id="{C474D47A-2944-C995-54DE-1194FD6EE071}"/>
              </a:ext>
            </a:extLst>
          </p:cNvPr>
          <p:cNvSpPr>
            <a:spLocks noChangeShapeType="1"/>
          </p:cNvSpPr>
          <p:nvPr/>
        </p:nvSpPr>
        <p:spPr bwMode="auto">
          <a:xfrm flipV="1">
            <a:off x="8118475" y="2106613"/>
            <a:ext cx="420688"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6571" name="Text Box 15">
            <a:extLst>
              <a:ext uri="{FF2B5EF4-FFF2-40B4-BE49-F238E27FC236}">
                <a16:creationId xmlns:a16="http://schemas.microsoft.com/office/drawing/2014/main" id="{316FF0DB-46A3-FB8B-4AFF-2244CCEAE608}"/>
              </a:ext>
            </a:extLst>
          </p:cNvPr>
          <p:cNvSpPr txBox="1">
            <a:spLocks noChangeArrowheads="1"/>
          </p:cNvSpPr>
          <p:nvPr/>
        </p:nvSpPr>
        <p:spPr bwMode="auto">
          <a:xfrm>
            <a:off x="8548689" y="1881188"/>
            <a:ext cx="763587" cy="1135062"/>
          </a:xfrm>
          <a:prstGeom prst="rect">
            <a:avLst/>
          </a:prstGeom>
          <a:solidFill>
            <a:schemeClr val="accent1"/>
          </a:solidFill>
          <a:ln w="25400">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dirty="0">
                <a:solidFill>
                  <a:schemeClr val="bg1"/>
                </a:solidFill>
              </a:rPr>
              <a:t>D</a:t>
            </a:r>
          </a:p>
          <a:p>
            <a:pPr eaLnBrk="1" hangingPunct="1"/>
            <a:endParaRPr lang="en-US" altLang="en-US" dirty="0">
              <a:solidFill>
                <a:schemeClr val="bg1"/>
              </a:solidFill>
            </a:endParaRPr>
          </a:p>
          <a:p>
            <a:pPr eaLnBrk="1" hangingPunct="1"/>
            <a:r>
              <a:rPr lang="en-US" altLang="en-US" dirty="0">
                <a:solidFill>
                  <a:schemeClr val="bg1"/>
                </a:solidFill>
              </a:rPr>
              <a:t> C</a:t>
            </a:r>
          </a:p>
        </p:txBody>
      </p:sp>
      <p:sp>
        <p:nvSpPr>
          <p:cNvPr id="66572" name="Line 16">
            <a:extLst>
              <a:ext uri="{FF2B5EF4-FFF2-40B4-BE49-F238E27FC236}">
                <a16:creationId xmlns:a16="http://schemas.microsoft.com/office/drawing/2014/main" id="{34DC5BEA-9CA5-2750-0D5E-255AF8239DF7}"/>
              </a:ext>
            </a:extLst>
          </p:cNvPr>
          <p:cNvSpPr>
            <a:spLocks noChangeShapeType="1"/>
          </p:cNvSpPr>
          <p:nvPr/>
        </p:nvSpPr>
        <p:spPr bwMode="auto">
          <a:xfrm flipV="1">
            <a:off x="9313863" y="2114551"/>
            <a:ext cx="317500" cy="317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6573" name="Line 17">
            <a:extLst>
              <a:ext uri="{FF2B5EF4-FFF2-40B4-BE49-F238E27FC236}">
                <a16:creationId xmlns:a16="http://schemas.microsoft.com/office/drawing/2014/main" id="{EEA45945-103B-27D8-3131-F3CB18698D1E}"/>
              </a:ext>
            </a:extLst>
          </p:cNvPr>
          <p:cNvSpPr>
            <a:spLocks noChangeShapeType="1"/>
          </p:cNvSpPr>
          <p:nvPr/>
        </p:nvSpPr>
        <p:spPr bwMode="auto">
          <a:xfrm flipV="1">
            <a:off x="9640888" y="1550989"/>
            <a:ext cx="0" cy="56673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6574" name="Line 18">
            <a:extLst>
              <a:ext uri="{FF2B5EF4-FFF2-40B4-BE49-F238E27FC236}">
                <a16:creationId xmlns:a16="http://schemas.microsoft.com/office/drawing/2014/main" id="{32510BEF-112F-4C87-B1C5-A865EDC72BFC}"/>
              </a:ext>
            </a:extLst>
          </p:cNvPr>
          <p:cNvSpPr>
            <a:spLocks noChangeShapeType="1"/>
          </p:cNvSpPr>
          <p:nvPr/>
        </p:nvSpPr>
        <p:spPr bwMode="auto">
          <a:xfrm flipH="1">
            <a:off x="3074989" y="1550988"/>
            <a:ext cx="6586537"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6575" name="Line 19">
            <a:extLst>
              <a:ext uri="{FF2B5EF4-FFF2-40B4-BE49-F238E27FC236}">
                <a16:creationId xmlns:a16="http://schemas.microsoft.com/office/drawing/2014/main" id="{3E8821D2-9B9E-A4D7-62AC-60E77604A95A}"/>
              </a:ext>
            </a:extLst>
          </p:cNvPr>
          <p:cNvSpPr>
            <a:spLocks noChangeShapeType="1"/>
          </p:cNvSpPr>
          <p:nvPr/>
        </p:nvSpPr>
        <p:spPr bwMode="auto">
          <a:xfrm flipV="1">
            <a:off x="3081338" y="1550989"/>
            <a:ext cx="0" cy="56673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6576" name="Line 21">
            <a:extLst>
              <a:ext uri="{FF2B5EF4-FFF2-40B4-BE49-F238E27FC236}">
                <a16:creationId xmlns:a16="http://schemas.microsoft.com/office/drawing/2014/main" id="{3820C45D-FE7D-601F-A790-EDEE7BD8A950}"/>
              </a:ext>
            </a:extLst>
          </p:cNvPr>
          <p:cNvSpPr>
            <a:spLocks noChangeShapeType="1"/>
          </p:cNvSpPr>
          <p:nvPr/>
        </p:nvSpPr>
        <p:spPr bwMode="auto">
          <a:xfrm flipH="1">
            <a:off x="2597151" y="3252788"/>
            <a:ext cx="570547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6577" name="Line 22">
            <a:extLst>
              <a:ext uri="{FF2B5EF4-FFF2-40B4-BE49-F238E27FC236}">
                <a16:creationId xmlns:a16="http://schemas.microsoft.com/office/drawing/2014/main" id="{864AC763-B60B-E931-5228-0EB2CBC96079}"/>
              </a:ext>
            </a:extLst>
          </p:cNvPr>
          <p:cNvSpPr>
            <a:spLocks noChangeShapeType="1"/>
          </p:cNvSpPr>
          <p:nvPr/>
        </p:nvSpPr>
        <p:spPr bwMode="auto">
          <a:xfrm flipH="1">
            <a:off x="3081339" y="2686050"/>
            <a:ext cx="319087"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6578" name="Line 23">
            <a:extLst>
              <a:ext uri="{FF2B5EF4-FFF2-40B4-BE49-F238E27FC236}">
                <a16:creationId xmlns:a16="http://schemas.microsoft.com/office/drawing/2014/main" id="{58087409-AE2E-4437-F011-58A8893E3D45}"/>
              </a:ext>
            </a:extLst>
          </p:cNvPr>
          <p:cNvSpPr>
            <a:spLocks noChangeShapeType="1"/>
          </p:cNvSpPr>
          <p:nvPr/>
        </p:nvSpPr>
        <p:spPr bwMode="auto">
          <a:xfrm>
            <a:off x="3081338" y="2686050"/>
            <a:ext cx="0" cy="566738"/>
          </a:xfrm>
          <a:prstGeom prst="line">
            <a:avLst/>
          </a:prstGeom>
          <a:noFill/>
          <a:ln w="25400">
            <a:solidFill>
              <a:srgbClr val="000000"/>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66579" name="Line 26">
            <a:extLst>
              <a:ext uri="{FF2B5EF4-FFF2-40B4-BE49-F238E27FC236}">
                <a16:creationId xmlns:a16="http://schemas.microsoft.com/office/drawing/2014/main" id="{6E669615-15F9-41A7-AB67-104EB452B6D9}"/>
              </a:ext>
            </a:extLst>
          </p:cNvPr>
          <p:cNvSpPr>
            <a:spLocks noChangeShapeType="1"/>
          </p:cNvSpPr>
          <p:nvPr/>
        </p:nvSpPr>
        <p:spPr bwMode="auto">
          <a:xfrm>
            <a:off x="4738688" y="2671764"/>
            <a:ext cx="0" cy="587375"/>
          </a:xfrm>
          <a:prstGeom prst="line">
            <a:avLst/>
          </a:prstGeom>
          <a:noFill/>
          <a:ln w="25400">
            <a:solidFill>
              <a:srgbClr val="000000"/>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66580" name="Line 28">
            <a:extLst>
              <a:ext uri="{FF2B5EF4-FFF2-40B4-BE49-F238E27FC236}">
                <a16:creationId xmlns:a16="http://schemas.microsoft.com/office/drawing/2014/main" id="{F294954C-28ED-02E0-1E5D-4C43CB0B64C6}"/>
              </a:ext>
            </a:extLst>
          </p:cNvPr>
          <p:cNvSpPr>
            <a:spLocks noChangeShapeType="1"/>
          </p:cNvSpPr>
          <p:nvPr/>
        </p:nvSpPr>
        <p:spPr bwMode="auto">
          <a:xfrm flipH="1">
            <a:off x="7102475" y="2671763"/>
            <a:ext cx="255588"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6581" name="Line 29">
            <a:extLst>
              <a:ext uri="{FF2B5EF4-FFF2-40B4-BE49-F238E27FC236}">
                <a16:creationId xmlns:a16="http://schemas.microsoft.com/office/drawing/2014/main" id="{94C9A8FF-7CAD-6670-21E9-EB946D3D3DFA}"/>
              </a:ext>
            </a:extLst>
          </p:cNvPr>
          <p:cNvSpPr>
            <a:spLocks noChangeShapeType="1"/>
          </p:cNvSpPr>
          <p:nvPr/>
        </p:nvSpPr>
        <p:spPr bwMode="auto">
          <a:xfrm>
            <a:off x="7102475" y="2673351"/>
            <a:ext cx="0" cy="587375"/>
          </a:xfrm>
          <a:prstGeom prst="line">
            <a:avLst/>
          </a:prstGeom>
          <a:noFill/>
          <a:ln w="25400">
            <a:solidFill>
              <a:srgbClr val="000000"/>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66582" name="Line 30">
            <a:extLst>
              <a:ext uri="{FF2B5EF4-FFF2-40B4-BE49-F238E27FC236}">
                <a16:creationId xmlns:a16="http://schemas.microsoft.com/office/drawing/2014/main" id="{A40A5EEC-9B21-634E-2E9A-B059226276A2}"/>
              </a:ext>
            </a:extLst>
          </p:cNvPr>
          <p:cNvSpPr>
            <a:spLocks noChangeShapeType="1"/>
          </p:cNvSpPr>
          <p:nvPr/>
        </p:nvSpPr>
        <p:spPr bwMode="auto">
          <a:xfrm flipV="1">
            <a:off x="8301038" y="2686050"/>
            <a:ext cx="0" cy="566738"/>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6583" name="Line 31">
            <a:extLst>
              <a:ext uri="{FF2B5EF4-FFF2-40B4-BE49-F238E27FC236}">
                <a16:creationId xmlns:a16="http://schemas.microsoft.com/office/drawing/2014/main" id="{0664B559-EAF2-194E-AF5B-7A77CCB7FECE}"/>
              </a:ext>
            </a:extLst>
          </p:cNvPr>
          <p:cNvSpPr>
            <a:spLocks noChangeShapeType="1"/>
          </p:cNvSpPr>
          <p:nvPr/>
        </p:nvSpPr>
        <p:spPr bwMode="auto">
          <a:xfrm>
            <a:off x="8301039" y="2686050"/>
            <a:ext cx="255587" cy="0"/>
          </a:xfrm>
          <a:prstGeom prst="line">
            <a:avLst/>
          </a:prstGeom>
          <a:noFill/>
          <a:ln w="25400">
            <a:solidFill>
              <a:srgbClr val="000000"/>
            </a:solidFill>
            <a:round/>
            <a:headEnd type="none" w="sm" len="med"/>
            <a:tailEnd type="none" w="sm" len="sm"/>
          </a:ln>
          <a:extLst>
            <a:ext uri="{909E8E84-426E-40DD-AFC4-6F175D3DCCD1}">
              <a14:hiddenFill xmlns:a14="http://schemas.microsoft.com/office/drawing/2010/main">
                <a:noFill/>
              </a14:hiddenFill>
            </a:ext>
          </a:extLst>
        </p:spPr>
        <p:txBody>
          <a:bodyPr/>
          <a:lstStyle/>
          <a:p>
            <a:endParaRPr lang="en-US"/>
          </a:p>
        </p:txBody>
      </p:sp>
      <p:sp>
        <p:nvSpPr>
          <p:cNvPr id="66584" name="Freeform 32">
            <a:extLst>
              <a:ext uri="{FF2B5EF4-FFF2-40B4-BE49-F238E27FC236}">
                <a16:creationId xmlns:a16="http://schemas.microsoft.com/office/drawing/2014/main" id="{ED261E91-E2B6-8266-081E-E01767D68EFB}"/>
              </a:ext>
            </a:extLst>
          </p:cNvPr>
          <p:cNvSpPr>
            <a:spLocks/>
          </p:cNvSpPr>
          <p:nvPr/>
        </p:nvSpPr>
        <p:spPr bwMode="auto">
          <a:xfrm>
            <a:off x="8551864" y="2617788"/>
            <a:ext cx="96837" cy="139700"/>
          </a:xfrm>
          <a:custGeom>
            <a:avLst/>
            <a:gdLst>
              <a:gd name="T0" fmla="*/ 0 w 129"/>
              <a:gd name="T1" fmla="*/ 12136044 h 133"/>
              <a:gd name="T2" fmla="*/ 563756 w 129"/>
              <a:gd name="T3" fmla="*/ 6619469 h 133"/>
              <a:gd name="T4" fmla="*/ 0 w 129"/>
              <a:gd name="T5" fmla="*/ 0 h 133"/>
              <a:gd name="T6" fmla="*/ 0 60000 65536"/>
              <a:gd name="T7" fmla="*/ 0 60000 65536"/>
              <a:gd name="T8" fmla="*/ 0 60000 65536"/>
              <a:gd name="T9" fmla="*/ 0 w 129"/>
              <a:gd name="T10" fmla="*/ 0 h 133"/>
              <a:gd name="T11" fmla="*/ 129 w 129"/>
              <a:gd name="T12" fmla="*/ 133 h 133"/>
            </a:gdLst>
            <a:ahLst/>
            <a:cxnLst>
              <a:cxn ang="T6">
                <a:pos x="T0" y="T1"/>
              </a:cxn>
              <a:cxn ang="T7">
                <a:pos x="T2" y="T3"/>
              </a:cxn>
              <a:cxn ang="T8">
                <a:pos x="T4" y="T5"/>
              </a:cxn>
            </a:cxnLst>
            <a:rect l="T9" t="T10" r="T11" b="T12"/>
            <a:pathLst>
              <a:path w="129" h="133">
                <a:moveTo>
                  <a:pt x="0" y="133"/>
                </a:moveTo>
                <a:lnTo>
                  <a:pt x="129" y="66"/>
                </a:lnTo>
                <a:lnTo>
                  <a:pt x="0" y="0"/>
                </a:lnTo>
              </a:path>
            </a:pathLst>
          </a:custGeom>
          <a:noFill/>
          <a:ln w="25400" cap="flat">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6585" name="Freeform 33">
            <a:extLst>
              <a:ext uri="{FF2B5EF4-FFF2-40B4-BE49-F238E27FC236}">
                <a16:creationId xmlns:a16="http://schemas.microsoft.com/office/drawing/2014/main" id="{59671C80-D02A-FD17-3B05-4FE4681898CD}"/>
              </a:ext>
            </a:extLst>
          </p:cNvPr>
          <p:cNvSpPr>
            <a:spLocks/>
          </p:cNvSpPr>
          <p:nvPr/>
        </p:nvSpPr>
        <p:spPr bwMode="auto">
          <a:xfrm>
            <a:off x="7358064" y="2605088"/>
            <a:ext cx="96837" cy="139700"/>
          </a:xfrm>
          <a:custGeom>
            <a:avLst/>
            <a:gdLst>
              <a:gd name="T0" fmla="*/ 0 w 129"/>
              <a:gd name="T1" fmla="*/ 12136044 h 133"/>
              <a:gd name="T2" fmla="*/ 563756 w 129"/>
              <a:gd name="T3" fmla="*/ 6619469 h 133"/>
              <a:gd name="T4" fmla="*/ 0 w 129"/>
              <a:gd name="T5" fmla="*/ 0 h 133"/>
              <a:gd name="T6" fmla="*/ 0 60000 65536"/>
              <a:gd name="T7" fmla="*/ 0 60000 65536"/>
              <a:gd name="T8" fmla="*/ 0 60000 65536"/>
              <a:gd name="T9" fmla="*/ 0 w 129"/>
              <a:gd name="T10" fmla="*/ 0 h 133"/>
              <a:gd name="T11" fmla="*/ 129 w 129"/>
              <a:gd name="T12" fmla="*/ 133 h 133"/>
            </a:gdLst>
            <a:ahLst/>
            <a:cxnLst>
              <a:cxn ang="T6">
                <a:pos x="T0" y="T1"/>
              </a:cxn>
              <a:cxn ang="T7">
                <a:pos x="T2" y="T3"/>
              </a:cxn>
              <a:cxn ang="T8">
                <a:pos x="T4" y="T5"/>
              </a:cxn>
            </a:cxnLst>
            <a:rect l="T9" t="T10" r="T11" b="T12"/>
            <a:pathLst>
              <a:path w="129" h="133">
                <a:moveTo>
                  <a:pt x="0" y="133"/>
                </a:moveTo>
                <a:lnTo>
                  <a:pt x="129" y="66"/>
                </a:lnTo>
                <a:lnTo>
                  <a:pt x="0" y="0"/>
                </a:lnTo>
              </a:path>
            </a:pathLst>
          </a:custGeom>
          <a:noFill/>
          <a:ln w="25400" cap="flat">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6586" name="Freeform 34">
            <a:extLst>
              <a:ext uri="{FF2B5EF4-FFF2-40B4-BE49-F238E27FC236}">
                <a16:creationId xmlns:a16="http://schemas.microsoft.com/office/drawing/2014/main" id="{CD6909DB-7D94-4F7D-698F-FB58F6BFB134}"/>
              </a:ext>
            </a:extLst>
          </p:cNvPr>
          <p:cNvSpPr>
            <a:spLocks/>
          </p:cNvSpPr>
          <p:nvPr/>
        </p:nvSpPr>
        <p:spPr bwMode="auto">
          <a:xfrm>
            <a:off x="4986339" y="2566988"/>
            <a:ext cx="96837" cy="139700"/>
          </a:xfrm>
          <a:custGeom>
            <a:avLst/>
            <a:gdLst>
              <a:gd name="T0" fmla="*/ 0 w 129"/>
              <a:gd name="T1" fmla="*/ 12136044 h 133"/>
              <a:gd name="T2" fmla="*/ 563756 w 129"/>
              <a:gd name="T3" fmla="*/ 6619469 h 133"/>
              <a:gd name="T4" fmla="*/ 0 w 129"/>
              <a:gd name="T5" fmla="*/ 0 h 133"/>
              <a:gd name="T6" fmla="*/ 0 60000 65536"/>
              <a:gd name="T7" fmla="*/ 0 60000 65536"/>
              <a:gd name="T8" fmla="*/ 0 60000 65536"/>
              <a:gd name="T9" fmla="*/ 0 w 129"/>
              <a:gd name="T10" fmla="*/ 0 h 133"/>
              <a:gd name="T11" fmla="*/ 129 w 129"/>
              <a:gd name="T12" fmla="*/ 133 h 133"/>
            </a:gdLst>
            <a:ahLst/>
            <a:cxnLst>
              <a:cxn ang="T6">
                <a:pos x="T0" y="T1"/>
              </a:cxn>
              <a:cxn ang="T7">
                <a:pos x="T2" y="T3"/>
              </a:cxn>
              <a:cxn ang="T8">
                <a:pos x="T4" y="T5"/>
              </a:cxn>
            </a:cxnLst>
            <a:rect l="T9" t="T10" r="T11" b="T12"/>
            <a:pathLst>
              <a:path w="129" h="133">
                <a:moveTo>
                  <a:pt x="0" y="133"/>
                </a:moveTo>
                <a:lnTo>
                  <a:pt x="129" y="66"/>
                </a:lnTo>
                <a:lnTo>
                  <a:pt x="0" y="0"/>
                </a:lnTo>
              </a:path>
            </a:pathLst>
          </a:custGeom>
          <a:noFill/>
          <a:ln w="25400" cap="flat">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6587" name="Freeform 35">
            <a:extLst>
              <a:ext uri="{FF2B5EF4-FFF2-40B4-BE49-F238E27FC236}">
                <a16:creationId xmlns:a16="http://schemas.microsoft.com/office/drawing/2014/main" id="{8F81F129-10C6-7267-3EDA-9352EA6EBD50}"/>
              </a:ext>
            </a:extLst>
          </p:cNvPr>
          <p:cNvSpPr>
            <a:spLocks/>
          </p:cNvSpPr>
          <p:nvPr/>
        </p:nvSpPr>
        <p:spPr bwMode="auto">
          <a:xfrm>
            <a:off x="3405189" y="2617788"/>
            <a:ext cx="96837" cy="139700"/>
          </a:xfrm>
          <a:custGeom>
            <a:avLst/>
            <a:gdLst>
              <a:gd name="T0" fmla="*/ 0 w 129"/>
              <a:gd name="T1" fmla="*/ 12136044 h 133"/>
              <a:gd name="T2" fmla="*/ 563756 w 129"/>
              <a:gd name="T3" fmla="*/ 6619469 h 133"/>
              <a:gd name="T4" fmla="*/ 0 w 129"/>
              <a:gd name="T5" fmla="*/ 0 h 133"/>
              <a:gd name="T6" fmla="*/ 0 60000 65536"/>
              <a:gd name="T7" fmla="*/ 0 60000 65536"/>
              <a:gd name="T8" fmla="*/ 0 60000 65536"/>
              <a:gd name="T9" fmla="*/ 0 w 129"/>
              <a:gd name="T10" fmla="*/ 0 h 133"/>
              <a:gd name="T11" fmla="*/ 129 w 129"/>
              <a:gd name="T12" fmla="*/ 133 h 133"/>
            </a:gdLst>
            <a:ahLst/>
            <a:cxnLst>
              <a:cxn ang="T6">
                <a:pos x="T0" y="T1"/>
              </a:cxn>
              <a:cxn ang="T7">
                <a:pos x="T2" y="T3"/>
              </a:cxn>
              <a:cxn ang="T8">
                <a:pos x="T4" y="T5"/>
              </a:cxn>
            </a:cxnLst>
            <a:rect l="T9" t="T10" r="T11" b="T12"/>
            <a:pathLst>
              <a:path w="129" h="133">
                <a:moveTo>
                  <a:pt x="0" y="133"/>
                </a:moveTo>
                <a:lnTo>
                  <a:pt x="129" y="66"/>
                </a:lnTo>
                <a:lnTo>
                  <a:pt x="0" y="0"/>
                </a:lnTo>
              </a:path>
            </a:pathLst>
          </a:custGeom>
          <a:noFill/>
          <a:ln w="25400" cap="flat">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6588" name="Text Box 36">
            <a:extLst>
              <a:ext uri="{FF2B5EF4-FFF2-40B4-BE49-F238E27FC236}">
                <a16:creationId xmlns:a16="http://schemas.microsoft.com/office/drawing/2014/main" id="{C1568CD3-7B58-92E0-DD5E-343CFF2635CD}"/>
              </a:ext>
            </a:extLst>
          </p:cNvPr>
          <p:cNvSpPr txBox="1">
            <a:spLocks noChangeArrowheads="1"/>
          </p:cNvSpPr>
          <p:nvPr/>
        </p:nvSpPr>
        <p:spPr bwMode="auto">
          <a:xfrm>
            <a:off x="4103688" y="2097088"/>
            <a:ext cx="6858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sym typeface="Symbol" panose="05050102010706020507" pitchFamily="18" charset="2"/>
              </a:rPr>
              <a:t>q</a:t>
            </a:r>
            <a:r>
              <a:rPr lang="en-US" altLang="en-US"/>
              <a:t>0</a:t>
            </a:r>
            <a:endParaRPr lang="ru-RU" altLang="en-US"/>
          </a:p>
        </p:txBody>
      </p:sp>
      <p:sp>
        <p:nvSpPr>
          <p:cNvPr id="66589" name="Text Box 37">
            <a:extLst>
              <a:ext uri="{FF2B5EF4-FFF2-40B4-BE49-F238E27FC236}">
                <a16:creationId xmlns:a16="http://schemas.microsoft.com/office/drawing/2014/main" id="{195B8204-B4C4-7870-37B0-8C5BD325189B}"/>
              </a:ext>
            </a:extLst>
          </p:cNvPr>
          <p:cNvSpPr txBox="1">
            <a:spLocks noChangeArrowheads="1"/>
          </p:cNvSpPr>
          <p:nvPr/>
        </p:nvSpPr>
        <p:spPr bwMode="auto">
          <a:xfrm>
            <a:off x="6872288" y="2200276"/>
            <a:ext cx="685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sym typeface="Symbol" panose="05050102010706020507" pitchFamily="18" charset="2"/>
              </a:rPr>
              <a:t>q</a:t>
            </a:r>
            <a:r>
              <a:rPr lang="en-US" altLang="en-US"/>
              <a:t>1</a:t>
            </a:r>
            <a:endParaRPr lang="ru-RU" altLang="en-US"/>
          </a:p>
        </p:txBody>
      </p:sp>
      <p:sp>
        <p:nvSpPr>
          <p:cNvPr id="66590" name="Text Box 38">
            <a:extLst>
              <a:ext uri="{FF2B5EF4-FFF2-40B4-BE49-F238E27FC236}">
                <a16:creationId xmlns:a16="http://schemas.microsoft.com/office/drawing/2014/main" id="{BAC69214-F57C-12D7-7407-E9F85D555EA8}"/>
              </a:ext>
            </a:extLst>
          </p:cNvPr>
          <p:cNvSpPr txBox="1">
            <a:spLocks noChangeArrowheads="1"/>
          </p:cNvSpPr>
          <p:nvPr/>
        </p:nvSpPr>
        <p:spPr bwMode="auto">
          <a:xfrm>
            <a:off x="8066088" y="2084388"/>
            <a:ext cx="6858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sym typeface="Symbol" panose="05050102010706020507" pitchFamily="18" charset="2"/>
              </a:rPr>
              <a:t>q</a:t>
            </a:r>
            <a:r>
              <a:rPr lang="en-US" altLang="en-US"/>
              <a:t>2</a:t>
            </a:r>
            <a:endParaRPr lang="ru-RU" altLang="en-US"/>
          </a:p>
        </p:txBody>
      </p:sp>
      <p:sp>
        <p:nvSpPr>
          <p:cNvPr id="66591" name="Text Box 39">
            <a:extLst>
              <a:ext uri="{FF2B5EF4-FFF2-40B4-BE49-F238E27FC236}">
                <a16:creationId xmlns:a16="http://schemas.microsoft.com/office/drawing/2014/main" id="{6D4774E0-255F-30B6-DFBA-74EA5FF8EFC5}"/>
              </a:ext>
            </a:extLst>
          </p:cNvPr>
          <p:cNvSpPr txBox="1">
            <a:spLocks noChangeArrowheads="1"/>
          </p:cNvSpPr>
          <p:nvPr/>
        </p:nvSpPr>
        <p:spPr bwMode="auto">
          <a:xfrm>
            <a:off x="9336088" y="2084388"/>
            <a:ext cx="6858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sym typeface="Symbol" panose="05050102010706020507" pitchFamily="18" charset="2"/>
              </a:rPr>
              <a:t>q3</a:t>
            </a:r>
            <a:endParaRPr lang="ru-RU" altLang="en-US"/>
          </a:p>
        </p:txBody>
      </p:sp>
      <p:sp>
        <p:nvSpPr>
          <p:cNvPr id="66592" name="Text Box 46">
            <a:extLst>
              <a:ext uri="{FF2B5EF4-FFF2-40B4-BE49-F238E27FC236}">
                <a16:creationId xmlns:a16="http://schemas.microsoft.com/office/drawing/2014/main" id="{D191E281-3B7A-A9B9-AF51-7BB2DEEF969D}"/>
              </a:ext>
            </a:extLst>
          </p:cNvPr>
          <p:cNvSpPr txBox="1">
            <a:spLocks noChangeArrowheads="1"/>
          </p:cNvSpPr>
          <p:nvPr/>
        </p:nvSpPr>
        <p:spPr bwMode="auto">
          <a:xfrm>
            <a:off x="3417888" y="1576388"/>
            <a:ext cx="6858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sym typeface="Symbol" panose="05050102010706020507" pitchFamily="18" charset="2"/>
              </a:rPr>
              <a:t></a:t>
            </a:r>
            <a:r>
              <a:rPr lang="en-US" altLang="en-US" baseline="30000">
                <a:sym typeface="Symbol" panose="05050102010706020507" pitchFamily="18" charset="2"/>
              </a:rPr>
              <a:t>0</a:t>
            </a:r>
            <a:endParaRPr lang="en-US" altLang="en-US">
              <a:sym typeface="Symbol" panose="05050102010706020507" pitchFamily="18" charset="2"/>
            </a:endParaRPr>
          </a:p>
        </p:txBody>
      </p:sp>
      <p:sp>
        <p:nvSpPr>
          <p:cNvPr id="66593" name="Text Box 47">
            <a:extLst>
              <a:ext uri="{FF2B5EF4-FFF2-40B4-BE49-F238E27FC236}">
                <a16:creationId xmlns:a16="http://schemas.microsoft.com/office/drawing/2014/main" id="{ECD48CAF-BC57-35C0-9CE0-A349ACD25EF3}"/>
              </a:ext>
            </a:extLst>
          </p:cNvPr>
          <p:cNvSpPr txBox="1">
            <a:spLocks noChangeArrowheads="1"/>
          </p:cNvSpPr>
          <p:nvPr/>
        </p:nvSpPr>
        <p:spPr bwMode="auto">
          <a:xfrm>
            <a:off x="6381750" y="1563688"/>
            <a:ext cx="6858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sym typeface="Symbol" panose="05050102010706020507" pitchFamily="18" charset="2"/>
              </a:rPr>
              <a:t></a:t>
            </a:r>
            <a:r>
              <a:rPr lang="en-US" altLang="en-US" baseline="30000">
                <a:sym typeface="Symbol" panose="05050102010706020507" pitchFamily="18" charset="2"/>
              </a:rPr>
              <a:t>1</a:t>
            </a:r>
            <a:endParaRPr lang="en-US" altLang="en-US">
              <a:sym typeface="Symbol" panose="05050102010706020507" pitchFamily="18" charset="2"/>
            </a:endParaRPr>
          </a:p>
        </p:txBody>
      </p:sp>
      <p:sp>
        <p:nvSpPr>
          <p:cNvPr id="66594" name="Text Box 48">
            <a:extLst>
              <a:ext uri="{FF2B5EF4-FFF2-40B4-BE49-F238E27FC236}">
                <a16:creationId xmlns:a16="http://schemas.microsoft.com/office/drawing/2014/main" id="{B1C3B68D-E2CB-6DF3-96A7-E701A0930E78}"/>
              </a:ext>
            </a:extLst>
          </p:cNvPr>
          <p:cNvSpPr txBox="1">
            <a:spLocks noChangeArrowheads="1"/>
          </p:cNvSpPr>
          <p:nvPr/>
        </p:nvSpPr>
        <p:spPr bwMode="auto">
          <a:xfrm>
            <a:off x="7431088" y="1538288"/>
            <a:ext cx="6858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sym typeface="Symbol" panose="05050102010706020507" pitchFamily="18" charset="2"/>
              </a:rPr>
              <a:t></a:t>
            </a:r>
            <a:r>
              <a:rPr lang="en-US" altLang="en-US" baseline="30000">
                <a:sym typeface="Symbol" panose="05050102010706020507" pitchFamily="18" charset="2"/>
              </a:rPr>
              <a:t>2</a:t>
            </a:r>
            <a:endParaRPr lang="en-US" altLang="en-US">
              <a:sym typeface="Symbol" panose="05050102010706020507" pitchFamily="18" charset="2"/>
            </a:endParaRPr>
          </a:p>
        </p:txBody>
      </p:sp>
      <p:sp>
        <p:nvSpPr>
          <p:cNvPr id="66595" name="Text Box 49">
            <a:extLst>
              <a:ext uri="{FF2B5EF4-FFF2-40B4-BE49-F238E27FC236}">
                <a16:creationId xmlns:a16="http://schemas.microsoft.com/office/drawing/2014/main" id="{B859BEE3-CEAD-0346-1685-7F367D2D073F}"/>
              </a:ext>
            </a:extLst>
          </p:cNvPr>
          <p:cNvSpPr txBox="1">
            <a:spLocks noChangeArrowheads="1"/>
          </p:cNvSpPr>
          <p:nvPr/>
        </p:nvSpPr>
        <p:spPr bwMode="auto">
          <a:xfrm>
            <a:off x="8624888" y="1550988"/>
            <a:ext cx="6858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sym typeface="Symbol" panose="05050102010706020507" pitchFamily="18" charset="2"/>
              </a:rPr>
              <a:t></a:t>
            </a:r>
            <a:r>
              <a:rPr lang="en-US" altLang="en-US" baseline="30000">
                <a:sym typeface="Symbol" panose="05050102010706020507" pitchFamily="18" charset="2"/>
              </a:rPr>
              <a:t>3</a:t>
            </a:r>
            <a:endParaRPr lang="en-US" altLang="en-US">
              <a:sym typeface="Symbol" panose="05050102010706020507" pitchFamily="18" charset="2"/>
            </a:endParaRPr>
          </a:p>
        </p:txBody>
      </p:sp>
      <p:sp>
        <p:nvSpPr>
          <p:cNvPr id="66596" name="Text Box 50">
            <a:extLst>
              <a:ext uri="{FF2B5EF4-FFF2-40B4-BE49-F238E27FC236}">
                <a16:creationId xmlns:a16="http://schemas.microsoft.com/office/drawing/2014/main" id="{937ACA7E-6064-FD2B-C558-924F8E1EE598}"/>
              </a:ext>
            </a:extLst>
          </p:cNvPr>
          <p:cNvSpPr txBox="1">
            <a:spLocks noChangeArrowheads="1"/>
          </p:cNvSpPr>
          <p:nvPr/>
        </p:nvSpPr>
        <p:spPr bwMode="auto">
          <a:xfrm>
            <a:off x="9564688" y="1703388"/>
            <a:ext cx="6858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sym typeface="Symbol" panose="05050102010706020507" pitchFamily="18" charset="2"/>
              </a:rPr>
              <a:t></a:t>
            </a:r>
            <a:r>
              <a:rPr lang="en-US" altLang="en-US" baseline="30000">
                <a:sym typeface="Symbol" panose="05050102010706020507" pitchFamily="18" charset="2"/>
              </a:rPr>
              <a:t>4</a:t>
            </a:r>
            <a:endParaRPr lang="en-US" altLang="en-US">
              <a:sym typeface="Symbol" panose="05050102010706020507" pitchFamily="18" charset="2"/>
            </a:endParaRPr>
          </a:p>
        </p:txBody>
      </p:sp>
      <p:sp>
        <p:nvSpPr>
          <p:cNvPr id="66597" name="Line 10">
            <a:extLst>
              <a:ext uri="{FF2B5EF4-FFF2-40B4-BE49-F238E27FC236}">
                <a16:creationId xmlns:a16="http://schemas.microsoft.com/office/drawing/2014/main" id="{70CFD521-5D36-9486-85F6-39475C41FE31}"/>
              </a:ext>
            </a:extLst>
          </p:cNvPr>
          <p:cNvSpPr>
            <a:spLocks noChangeShapeType="1"/>
          </p:cNvSpPr>
          <p:nvPr/>
        </p:nvSpPr>
        <p:spPr bwMode="auto">
          <a:xfrm>
            <a:off x="6837363" y="2124075"/>
            <a:ext cx="54610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6598" name="Line 20">
            <a:extLst>
              <a:ext uri="{FF2B5EF4-FFF2-40B4-BE49-F238E27FC236}">
                <a16:creationId xmlns:a16="http://schemas.microsoft.com/office/drawing/2014/main" id="{7964CF38-C418-C499-0634-9964DF6C4919}"/>
              </a:ext>
            </a:extLst>
          </p:cNvPr>
          <p:cNvSpPr>
            <a:spLocks noChangeShapeType="1"/>
          </p:cNvSpPr>
          <p:nvPr/>
        </p:nvSpPr>
        <p:spPr bwMode="auto">
          <a:xfrm flipV="1">
            <a:off x="6007100" y="1544639"/>
            <a:ext cx="0" cy="377825"/>
          </a:xfrm>
          <a:prstGeom prst="line">
            <a:avLst/>
          </a:prstGeom>
          <a:noFill/>
          <a:ln w="25400">
            <a:solidFill>
              <a:srgbClr val="000000"/>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66599" name="Line 25">
            <a:extLst>
              <a:ext uri="{FF2B5EF4-FFF2-40B4-BE49-F238E27FC236}">
                <a16:creationId xmlns:a16="http://schemas.microsoft.com/office/drawing/2014/main" id="{1E39C318-BCEE-75D7-A465-BB75C498AC2B}"/>
              </a:ext>
            </a:extLst>
          </p:cNvPr>
          <p:cNvSpPr>
            <a:spLocks noChangeShapeType="1"/>
          </p:cNvSpPr>
          <p:nvPr/>
        </p:nvSpPr>
        <p:spPr bwMode="auto">
          <a:xfrm flipH="1">
            <a:off x="4730750" y="2647950"/>
            <a:ext cx="255588"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66600" name="Group 40">
            <a:extLst>
              <a:ext uri="{FF2B5EF4-FFF2-40B4-BE49-F238E27FC236}">
                <a16:creationId xmlns:a16="http://schemas.microsoft.com/office/drawing/2014/main" id="{46432751-86BF-415B-DE10-A0E75ACE4935}"/>
              </a:ext>
            </a:extLst>
          </p:cNvPr>
          <p:cNvGrpSpPr>
            <a:grpSpLocks/>
          </p:cNvGrpSpPr>
          <p:nvPr/>
        </p:nvGrpSpPr>
        <p:grpSpPr bwMode="auto">
          <a:xfrm>
            <a:off x="6138864" y="1773238"/>
            <a:ext cx="490537" cy="449262"/>
            <a:chOff x="2256" y="1056"/>
            <a:chExt cx="309" cy="283"/>
          </a:xfrm>
        </p:grpSpPr>
        <p:sp>
          <p:nvSpPr>
            <p:cNvPr id="66609" name="AutoShape 89">
              <a:extLst>
                <a:ext uri="{FF2B5EF4-FFF2-40B4-BE49-F238E27FC236}">
                  <a16:creationId xmlns:a16="http://schemas.microsoft.com/office/drawing/2014/main" id="{1E50356C-442D-B4FB-3745-020A84028FFD}"/>
                </a:ext>
              </a:extLst>
            </p:cNvPr>
            <p:cNvSpPr>
              <a:spLocks noChangeArrowheads="1"/>
            </p:cNvSpPr>
            <p:nvPr/>
          </p:nvSpPr>
          <p:spPr bwMode="auto">
            <a:xfrm flipH="1">
              <a:off x="2256" y="1056"/>
              <a:ext cx="308" cy="283"/>
            </a:xfrm>
            <a:prstGeom prst="moon">
              <a:avLst>
                <a:gd name="adj" fmla="val 84819"/>
              </a:avLst>
            </a:prstGeom>
            <a:solidFill>
              <a:schemeClr val="accent1"/>
            </a:solidFill>
            <a:ln w="22225">
              <a:solidFill>
                <a:schemeClr val="tx1"/>
              </a:solidFill>
              <a:miter lim="800000"/>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endParaRPr lang="ru-RU" altLang="en-US"/>
            </a:p>
          </p:txBody>
        </p:sp>
        <p:sp>
          <p:nvSpPr>
            <p:cNvPr id="66610" name="AutoShape 88">
              <a:extLst>
                <a:ext uri="{FF2B5EF4-FFF2-40B4-BE49-F238E27FC236}">
                  <a16:creationId xmlns:a16="http://schemas.microsoft.com/office/drawing/2014/main" id="{0231E611-744D-B7D7-0F31-EB42DB64D6AF}"/>
                </a:ext>
              </a:extLst>
            </p:cNvPr>
            <p:cNvSpPr>
              <a:spLocks noChangeArrowheads="1"/>
            </p:cNvSpPr>
            <p:nvPr/>
          </p:nvSpPr>
          <p:spPr bwMode="auto">
            <a:xfrm flipH="1">
              <a:off x="2313" y="1056"/>
              <a:ext cx="252" cy="283"/>
            </a:xfrm>
            <a:prstGeom prst="moon">
              <a:avLst>
                <a:gd name="adj" fmla="val 84819"/>
              </a:avLst>
            </a:prstGeom>
            <a:solidFill>
              <a:schemeClr val="accent1"/>
            </a:solidFill>
            <a:ln w="12700">
              <a:solidFill>
                <a:schemeClr val="tx1"/>
              </a:solidFill>
              <a:miter lim="800000"/>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endParaRPr lang="ru-RU" altLang="en-US"/>
            </a:p>
          </p:txBody>
        </p:sp>
      </p:grpSp>
      <p:sp>
        <p:nvSpPr>
          <p:cNvPr id="66601" name="Line 43">
            <a:extLst>
              <a:ext uri="{FF2B5EF4-FFF2-40B4-BE49-F238E27FC236}">
                <a16:creationId xmlns:a16="http://schemas.microsoft.com/office/drawing/2014/main" id="{CAF3994C-931D-94F6-AFA7-0C86DE8581FE}"/>
              </a:ext>
            </a:extLst>
          </p:cNvPr>
          <p:cNvSpPr>
            <a:spLocks noChangeShapeType="1"/>
          </p:cNvSpPr>
          <p:nvPr/>
        </p:nvSpPr>
        <p:spPr bwMode="auto">
          <a:xfrm>
            <a:off x="5984875" y="1925638"/>
            <a:ext cx="2286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6602" name="Line 44">
            <a:extLst>
              <a:ext uri="{FF2B5EF4-FFF2-40B4-BE49-F238E27FC236}">
                <a16:creationId xmlns:a16="http://schemas.microsoft.com/office/drawing/2014/main" id="{BF906406-BD6B-D632-3672-E355BE7FF468}"/>
              </a:ext>
            </a:extLst>
          </p:cNvPr>
          <p:cNvSpPr>
            <a:spLocks noChangeShapeType="1"/>
          </p:cNvSpPr>
          <p:nvPr/>
        </p:nvSpPr>
        <p:spPr bwMode="auto">
          <a:xfrm>
            <a:off x="6654801" y="1989138"/>
            <a:ext cx="193675"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6603" name="Line 45">
            <a:extLst>
              <a:ext uri="{FF2B5EF4-FFF2-40B4-BE49-F238E27FC236}">
                <a16:creationId xmlns:a16="http://schemas.microsoft.com/office/drawing/2014/main" id="{28146D6A-2661-61A2-95D0-9A9CDFB0B5EF}"/>
              </a:ext>
            </a:extLst>
          </p:cNvPr>
          <p:cNvSpPr>
            <a:spLocks noChangeShapeType="1"/>
          </p:cNvSpPr>
          <p:nvPr/>
        </p:nvSpPr>
        <p:spPr bwMode="auto">
          <a:xfrm>
            <a:off x="6845300" y="1989138"/>
            <a:ext cx="0" cy="144462"/>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6604" name="TextBox 55">
            <a:extLst>
              <a:ext uri="{FF2B5EF4-FFF2-40B4-BE49-F238E27FC236}">
                <a16:creationId xmlns:a16="http://schemas.microsoft.com/office/drawing/2014/main" id="{61308682-67DA-15C7-2D4B-C14056C8CD08}"/>
              </a:ext>
            </a:extLst>
          </p:cNvPr>
          <p:cNvSpPr txBox="1">
            <a:spLocks noChangeArrowheads="1"/>
          </p:cNvSpPr>
          <p:nvPr/>
        </p:nvSpPr>
        <p:spPr bwMode="auto">
          <a:xfrm>
            <a:off x="2819400" y="3505200"/>
            <a:ext cx="1627188" cy="203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1000</a:t>
            </a:r>
          </a:p>
          <a:p>
            <a:pPr eaLnBrk="1" hangingPunct="1"/>
            <a:r>
              <a:rPr lang="en-US" altLang="en-US"/>
              <a:t>0100</a:t>
            </a:r>
          </a:p>
          <a:p>
            <a:pPr eaLnBrk="1" hangingPunct="1"/>
            <a:r>
              <a:rPr lang="en-US" altLang="en-US"/>
              <a:t>0010</a:t>
            </a:r>
          </a:p>
          <a:p>
            <a:pPr eaLnBrk="1" hangingPunct="1"/>
            <a:r>
              <a:rPr lang="en-US" altLang="en-US"/>
              <a:t>0001</a:t>
            </a:r>
          </a:p>
          <a:p>
            <a:pPr eaLnBrk="1" hangingPunct="1"/>
            <a:r>
              <a:rPr lang="en-US" altLang="en-US"/>
              <a:t>1010</a:t>
            </a:r>
          </a:p>
          <a:p>
            <a:pPr eaLnBrk="1" hangingPunct="1"/>
            <a:r>
              <a:rPr lang="en-US" altLang="en-US"/>
              <a:t>0101</a:t>
            </a:r>
          </a:p>
          <a:p>
            <a:pPr eaLnBrk="1" hangingPunct="1"/>
            <a:r>
              <a:rPr lang="en-US" altLang="en-US"/>
              <a:t>1000</a:t>
            </a:r>
          </a:p>
        </p:txBody>
      </p:sp>
      <p:sp>
        <p:nvSpPr>
          <p:cNvPr id="66605" name="Line 25">
            <a:extLst>
              <a:ext uri="{FF2B5EF4-FFF2-40B4-BE49-F238E27FC236}">
                <a16:creationId xmlns:a16="http://schemas.microsoft.com/office/drawing/2014/main" id="{6376ACF0-E915-082F-7840-1E725A911A5F}"/>
              </a:ext>
            </a:extLst>
          </p:cNvPr>
          <p:cNvSpPr>
            <a:spLocks noChangeShapeType="1"/>
          </p:cNvSpPr>
          <p:nvPr/>
        </p:nvSpPr>
        <p:spPr bwMode="auto">
          <a:xfrm flipH="1">
            <a:off x="2563814" y="5046663"/>
            <a:ext cx="274637"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cxnSp>
        <p:nvCxnSpPr>
          <p:cNvPr id="66606" name="Straight Connector 58">
            <a:extLst>
              <a:ext uri="{FF2B5EF4-FFF2-40B4-BE49-F238E27FC236}">
                <a16:creationId xmlns:a16="http://schemas.microsoft.com/office/drawing/2014/main" id="{C4CEAB1E-6FB0-9719-1F9B-A0981F3DB3A5}"/>
              </a:ext>
            </a:extLst>
          </p:cNvPr>
          <p:cNvCxnSpPr>
            <a:cxnSpLocks noChangeShapeType="1"/>
          </p:cNvCxnSpPr>
          <p:nvPr/>
        </p:nvCxnSpPr>
        <p:spPr bwMode="auto">
          <a:xfrm flipV="1">
            <a:off x="2559050" y="3690939"/>
            <a:ext cx="0" cy="1354137"/>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66607" name="Straight Arrow Connector 60">
            <a:extLst>
              <a:ext uri="{FF2B5EF4-FFF2-40B4-BE49-F238E27FC236}">
                <a16:creationId xmlns:a16="http://schemas.microsoft.com/office/drawing/2014/main" id="{0204D6FC-FC9F-5857-E175-214010866DE7}"/>
              </a:ext>
            </a:extLst>
          </p:cNvPr>
          <p:cNvCxnSpPr>
            <a:cxnSpLocks noChangeShapeType="1"/>
          </p:cNvCxnSpPr>
          <p:nvPr/>
        </p:nvCxnSpPr>
        <p:spPr bwMode="auto">
          <a:xfrm>
            <a:off x="2557464" y="3702050"/>
            <a:ext cx="333375" cy="0"/>
          </a:xfrm>
          <a:prstGeom prst="straightConnector1">
            <a:avLst/>
          </a:prstGeom>
          <a:noFill/>
          <a:ln w="28575" algn="ctr">
            <a:solidFill>
              <a:schemeClr val="tx1"/>
            </a:solidFill>
            <a:round/>
            <a:headEnd/>
            <a:tailEnd type="arrow" w="med" len="med"/>
          </a:ln>
          <a:extLst>
            <a:ext uri="{909E8E84-426E-40DD-AFC4-6F175D3DCCD1}">
              <a14:hiddenFill xmlns:a14="http://schemas.microsoft.com/office/drawing/2010/main">
                <a:noFill/>
              </a14:hiddenFill>
            </a:ext>
          </a:extLst>
        </p:spPr>
      </p:cxnSp>
      <p:sp>
        <p:nvSpPr>
          <p:cNvPr id="66608" name="TextBox 2">
            <a:extLst>
              <a:ext uri="{FF2B5EF4-FFF2-40B4-BE49-F238E27FC236}">
                <a16:creationId xmlns:a16="http://schemas.microsoft.com/office/drawing/2014/main" id="{6F891D62-4B8E-52E8-B000-0932802A8487}"/>
              </a:ext>
            </a:extLst>
          </p:cNvPr>
          <p:cNvSpPr txBox="1">
            <a:spLocks noChangeArrowheads="1"/>
          </p:cNvSpPr>
          <p:nvPr/>
        </p:nvSpPr>
        <p:spPr bwMode="auto">
          <a:xfrm>
            <a:off x="4730751" y="3505200"/>
            <a:ext cx="49307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The number of states - 6</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4">
            <a:extLst>
              <a:ext uri="{FF2B5EF4-FFF2-40B4-BE49-F238E27FC236}">
                <a16:creationId xmlns:a16="http://schemas.microsoft.com/office/drawing/2014/main" id="{1B3A5675-6912-4F05-87B1-8F0B31CF1899}"/>
              </a:ext>
            </a:extLst>
          </p:cNvPr>
          <p:cNvSpPr>
            <a:spLocks noGrp="1" noChangeArrowheads="1"/>
          </p:cNvSpPr>
          <p:nvPr>
            <p:ph type="title"/>
          </p:nvPr>
        </p:nvSpPr>
        <p:spPr/>
        <p:txBody>
          <a:bodyPr/>
          <a:lstStyle/>
          <a:p>
            <a:r>
              <a:rPr lang="en-US" altLang="en-US"/>
              <a:t>Fibonacci LFSR (n=4)</a:t>
            </a:r>
            <a:endParaRPr lang="ru-RU" altLang="en-US"/>
          </a:p>
        </p:txBody>
      </p:sp>
      <p:sp>
        <p:nvSpPr>
          <p:cNvPr id="67587" name="Text Box 5">
            <a:extLst>
              <a:ext uri="{FF2B5EF4-FFF2-40B4-BE49-F238E27FC236}">
                <a16:creationId xmlns:a16="http://schemas.microsoft.com/office/drawing/2014/main" id="{67A2F23F-1F7F-21FD-DFF6-F8C7D359785F}"/>
              </a:ext>
            </a:extLst>
          </p:cNvPr>
          <p:cNvSpPr txBox="1">
            <a:spLocks noChangeArrowheads="1"/>
          </p:cNvSpPr>
          <p:nvPr/>
        </p:nvSpPr>
        <p:spPr bwMode="auto">
          <a:xfrm>
            <a:off x="2171700" y="1558926"/>
            <a:ext cx="3505200" cy="131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spcBef>
                <a:spcPct val="50000"/>
              </a:spcBef>
            </a:pPr>
            <a:r>
              <a:rPr lang="en-US" altLang="en-US" sz="2000" dirty="0">
                <a:sym typeface="Symbol" panose="05050102010706020507" pitchFamily="18" charset="2"/>
              </a:rPr>
              <a:t>d(x) = 1 + x + x</a:t>
            </a:r>
            <a:r>
              <a:rPr lang="en-US" altLang="en-US" sz="2000" baseline="30000" dirty="0">
                <a:sym typeface="Symbol" panose="05050102010706020507" pitchFamily="18" charset="2"/>
              </a:rPr>
              <a:t>4</a:t>
            </a:r>
          </a:p>
          <a:p>
            <a:pPr rtl="1" eaLnBrk="1" hangingPunct="1">
              <a:spcBef>
                <a:spcPct val="50000"/>
              </a:spcBef>
            </a:pPr>
            <a:r>
              <a:rPr lang="en-US" altLang="en-US" sz="2000" dirty="0">
                <a:sym typeface="Symbol" panose="05050102010706020507" pitchFamily="18" charset="2"/>
              </a:rPr>
              <a:t>d() = 1 +  + </a:t>
            </a:r>
            <a:r>
              <a:rPr lang="en-US" altLang="en-US" sz="2000" baseline="30000" dirty="0">
                <a:sym typeface="Symbol" panose="05050102010706020507" pitchFamily="18" charset="2"/>
              </a:rPr>
              <a:t> 4 </a:t>
            </a:r>
            <a:r>
              <a:rPr lang="en-US" altLang="en-US" sz="2000" dirty="0">
                <a:sym typeface="Symbol" panose="05050102010706020507" pitchFamily="18" charset="2"/>
              </a:rPr>
              <a:t>=0</a:t>
            </a:r>
          </a:p>
          <a:p>
            <a:pPr rtl="1" eaLnBrk="1" hangingPunct="1">
              <a:spcBef>
                <a:spcPct val="50000"/>
              </a:spcBef>
            </a:pPr>
            <a:r>
              <a:rPr lang="ru-RU" altLang="en-US" sz="2000" dirty="0">
                <a:sym typeface="Symbol" panose="05050102010706020507" pitchFamily="18" charset="2"/>
              </a:rPr>
              <a:t></a:t>
            </a:r>
            <a:r>
              <a:rPr lang="en-US" altLang="en-US" sz="2000" baseline="30000" dirty="0">
                <a:sym typeface="Symbol" panose="05050102010706020507" pitchFamily="18" charset="2"/>
              </a:rPr>
              <a:t>4 </a:t>
            </a:r>
            <a:r>
              <a:rPr lang="en-US" altLang="en-US" sz="2000" dirty="0">
                <a:sym typeface="Symbol" panose="05050102010706020507" pitchFamily="18" charset="2"/>
              </a:rPr>
              <a:t> =1 </a:t>
            </a:r>
            <a:r>
              <a:rPr lang="en-US" altLang="en-US" dirty="0">
                <a:sym typeface="Symbol" panose="05050102010706020507" pitchFamily="18" charset="2"/>
              </a:rPr>
              <a:t>+</a:t>
            </a:r>
            <a:r>
              <a:rPr lang="en-US" altLang="en-US" sz="2000" dirty="0">
                <a:sym typeface="Symbol" panose="05050102010706020507" pitchFamily="18" charset="2"/>
              </a:rPr>
              <a:t> </a:t>
            </a:r>
            <a:r>
              <a:rPr lang="ru-RU" altLang="en-US" sz="2000" b="1" dirty="0">
                <a:sym typeface="Symbol" panose="05050102010706020507" pitchFamily="18" charset="2"/>
              </a:rPr>
              <a:t></a:t>
            </a:r>
            <a:r>
              <a:rPr lang="en-US" altLang="en-US" sz="2000" dirty="0">
                <a:sym typeface="Symbol" panose="05050102010706020507" pitchFamily="18" charset="2"/>
              </a:rPr>
              <a:t> </a:t>
            </a:r>
            <a:endParaRPr lang="ru-RU" altLang="en-US" sz="2000" dirty="0">
              <a:sym typeface="Symbol" panose="05050102010706020507" pitchFamily="18" charset="2"/>
            </a:endParaRPr>
          </a:p>
        </p:txBody>
      </p:sp>
      <p:grpSp>
        <p:nvGrpSpPr>
          <p:cNvPr id="67588" name="Group 49">
            <a:extLst>
              <a:ext uri="{FF2B5EF4-FFF2-40B4-BE49-F238E27FC236}">
                <a16:creationId xmlns:a16="http://schemas.microsoft.com/office/drawing/2014/main" id="{5C7CF5A8-BEFB-D2B3-EE71-7CC8694EDD98}"/>
              </a:ext>
            </a:extLst>
          </p:cNvPr>
          <p:cNvGrpSpPr>
            <a:grpSpLocks/>
          </p:cNvGrpSpPr>
          <p:nvPr/>
        </p:nvGrpSpPr>
        <p:grpSpPr bwMode="auto">
          <a:xfrm>
            <a:off x="2949575" y="2892426"/>
            <a:ext cx="6972300" cy="2149475"/>
            <a:chOff x="888" y="1822"/>
            <a:chExt cx="4392" cy="1354"/>
          </a:xfrm>
        </p:grpSpPr>
        <p:sp>
          <p:nvSpPr>
            <p:cNvPr id="67589" name="Line 7">
              <a:extLst>
                <a:ext uri="{FF2B5EF4-FFF2-40B4-BE49-F238E27FC236}">
                  <a16:creationId xmlns:a16="http://schemas.microsoft.com/office/drawing/2014/main" id="{BB50B7A3-4E16-A8DF-D89E-77CBC85559FC}"/>
                </a:ext>
              </a:extLst>
            </p:cNvPr>
            <p:cNvSpPr>
              <a:spLocks noChangeShapeType="1"/>
            </p:cNvSpPr>
            <p:nvPr/>
          </p:nvSpPr>
          <p:spPr bwMode="auto">
            <a:xfrm>
              <a:off x="889" y="2459"/>
              <a:ext cx="299"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7590" name="Line 8">
              <a:extLst>
                <a:ext uri="{FF2B5EF4-FFF2-40B4-BE49-F238E27FC236}">
                  <a16:creationId xmlns:a16="http://schemas.microsoft.com/office/drawing/2014/main" id="{617A8443-BA93-56BB-36D9-5733060C5698}"/>
                </a:ext>
              </a:extLst>
            </p:cNvPr>
            <p:cNvSpPr>
              <a:spLocks noChangeShapeType="1"/>
            </p:cNvSpPr>
            <p:nvPr/>
          </p:nvSpPr>
          <p:spPr bwMode="auto">
            <a:xfrm>
              <a:off x="1483" y="2387"/>
              <a:ext cx="367"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7591" name="Text Box 9">
              <a:extLst>
                <a:ext uri="{FF2B5EF4-FFF2-40B4-BE49-F238E27FC236}">
                  <a16:creationId xmlns:a16="http://schemas.microsoft.com/office/drawing/2014/main" id="{76DDAEB4-A99C-98C8-3767-40CFDBA971D6}"/>
                </a:ext>
              </a:extLst>
            </p:cNvPr>
            <p:cNvSpPr txBox="1">
              <a:spLocks noChangeArrowheads="1"/>
            </p:cNvSpPr>
            <p:nvPr/>
          </p:nvSpPr>
          <p:spPr bwMode="auto">
            <a:xfrm>
              <a:off x="1865" y="2244"/>
              <a:ext cx="482" cy="715"/>
            </a:xfrm>
            <a:prstGeom prst="rect">
              <a:avLst/>
            </a:prstGeom>
            <a:solidFill>
              <a:schemeClr val="accent1"/>
            </a:solidFill>
            <a:ln w="25400">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dirty="0">
                  <a:solidFill>
                    <a:schemeClr val="bg1"/>
                  </a:solidFill>
                </a:rPr>
                <a:t>D</a:t>
              </a:r>
            </a:p>
            <a:p>
              <a:pPr eaLnBrk="1" hangingPunct="1"/>
              <a:endParaRPr lang="en-US" altLang="en-US" dirty="0">
                <a:solidFill>
                  <a:schemeClr val="bg1"/>
                </a:solidFill>
              </a:endParaRPr>
            </a:p>
            <a:p>
              <a:pPr eaLnBrk="1" hangingPunct="1"/>
              <a:r>
                <a:rPr lang="en-US" altLang="en-US" dirty="0">
                  <a:solidFill>
                    <a:schemeClr val="bg1"/>
                  </a:solidFill>
                </a:rPr>
                <a:t> C</a:t>
              </a:r>
            </a:p>
          </p:txBody>
        </p:sp>
        <p:sp>
          <p:nvSpPr>
            <p:cNvPr id="67592" name="Line 10">
              <a:extLst>
                <a:ext uri="{FF2B5EF4-FFF2-40B4-BE49-F238E27FC236}">
                  <a16:creationId xmlns:a16="http://schemas.microsoft.com/office/drawing/2014/main" id="{0A9A1F4D-17A9-4BE4-C42B-3E1AE8F5C7CB}"/>
                </a:ext>
              </a:extLst>
            </p:cNvPr>
            <p:cNvSpPr>
              <a:spLocks noChangeShapeType="1"/>
            </p:cNvSpPr>
            <p:nvPr/>
          </p:nvSpPr>
          <p:spPr bwMode="auto">
            <a:xfrm flipV="1">
              <a:off x="2341" y="2374"/>
              <a:ext cx="372"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7593" name="Text Box 11">
              <a:extLst>
                <a:ext uri="{FF2B5EF4-FFF2-40B4-BE49-F238E27FC236}">
                  <a16:creationId xmlns:a16="http://schemas.microsoft.com/office/drawing/2014/main" id="{7F0C365D-8551-6B91-4751-0CCA31062855}"/>
                </a:ext>
              </a:extLst>
            </p:cNvPr>
            <p:cNvSpPr txBox="1">
              <a:spLocks noChangeArrowheads="1"/>
            </p:cNvSpPr>
            <p:nvPr/>
          </p:nvSpPr>
          <p:spPr bwMode="auto">
            <a:xfrm>
              <a:off x="2703" y="2231"/>
              <a:ext cx="481" cy="715"/>
            </a:xfrm>
            <a:prstGeom prst="rect">
              <a:avLst/>
            </a:prstGeom>
            <a:solidFill>
              <a:schemeClr val="accent1"/>
            </a:solidFill>
            <a:ln w="25400">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dirty="0">
                  <a:solidFill>
                    <a:schemeClr val="bg1"/>
                  </a:solidFill>
                </a:rPr>
                <a:t>D</a:t>
              </a:r>
            </a:p>
            <a:p>
              <a:pPr eaLnBrk="1" hangingPunct="1"/>
              <a:endParaRPr lang="en-US" altLang="en-US" dirty="0">
                <a:solidFill>
                  <a:schemeClr val="bg1"/>
                </a:solidFill>
              </a:endParaRPr>
            </a:p>
            <a:p>
              <a:pPr eaLnBrk="1" hangingPunct="1"/>
              <a:r>
                <a:rPr lang="en-US" altLang="en-US" dirty="0">
                  <a:solidFill>
                    <a:schemeClr val="bg1"/>
                  </a:solidFill>
                </a:rPr>
                <a:t> C</a:t>
              </a:r>
            </a:p>
          </p:txBody>
        </p:sp>
        <p:sp>
          <p:nvSpPr>
            <p:cNvPr id="67594" name="Line 12">
              <a:extLst>
                <a:ext uri="{FF2B5EF4-FFF2-40B4-BE49-F238E27FC236}">
                  <a16:creationId xmlns:a16="http://schemas.microsoft.com/office/drawing/2014/main" id="{0626738B-1FB2-7C79-131A-8024FE0CB243}"/>
                </a:ext>
              </a:extLst>
            </p:cNvPr>
            <p:cNvSpPr>
              <a:spLocks noChangeShapeType="1"/>
            </p:cNvSpPr>
            <p:nvPr/>
          </p:nvSpPr>
          <p:spPr bwMode="auto">
            <a:xfrm flipV="1">
              <a:off x="3183" y="2372"/>
              <a:ext cx="356"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7595" name="Text Box 13">
              <a:extLst>
                <a:ext uri="{FF2B5EF4-FFF2-40B4-BE49-F238E27FC236}">
                  <a16:creationId xmlns:a16="http://schemas.microsoft.com/office/drawing/2014/main" id="{0EDE83CB-B128-68F7-61D2-743526DAD4F4}"/>
                </a:ext>
              </a:extLst>
            </p:cNvPr>
            <p:cNvSpPr txBox="1">
              <a:spLocks noChangeArrowheads="1"/>
            </p:cNvSpPr>
            <p:nvPr/>
          </p:nvSpPr>
          <p:spPr bwMode="auto">
            <a:xfrm>
              <a:off x="3550" y="2230"/>
              <a:ext cx="481" cy="715"/>
            </a:xfrm>
            <a:prstGeom prst="rect">
              <a:avLst/>
            </a:prstGeom>
            <a:solidFill>
              <a:schemeClr val="accent1"/>
            </a:solidFill>
            <a:ln w="25400">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dirty="0">
                  <a:solidFill>
                    <a:schemeClr val="bg1"/>
                  </a:solidFill>
                </a:rPr>
                <a:t>D</a:t>
              </a:r>
            </a:p>
            <a:p>
              <a:pPr eaLnBrk="1" hangingPunct="1"/>
              <a:endParaRPr lang="en-US" altLang="en-US" dirty="0">
                <a:solidFill>
                  <a:schemeClr val="bg1"/>
                </a:solidFill>
              </a:endParaRPr>
            </a:p>
            <a:p>
              <a:pPr eaLnBrk="1" hangingPunct="1"/>
              <a:r>
                <a:rPr lang="en-US" altLang="en-US" dirty="0">
                  <a:solidFill>
                    <a:schemeClr val="bg1"/>
                  </a:solidFill>
                </a:rPr>
                <a:t> C</a:t>
              </a:r>
            </a:p>
          </p:txBody>
        </p:sp>
        <p:sp>
          <p:nvSpPr>
            <p:cNvPr id="67596" name="Line 14">
              <a:extLst>
                <a:ext uri="{FF2B5EF4-FFF2-40B4-BE49-F238E27FC236}">
                  <a16:creationId xmlns:a16="http://schemas.microsoft.com/office/drawing/2014/main" id="{36B02743-7896-89FE-04EB-FB0D534EB4EF}"/>
                </a:ext>
              </a:extLst>
            </p:cNvPr>
            <p:cNvSpPr>
              <a:spLocks noChangeShapeType="1"/>
            </p:cNvSpPr>
            <p:nvPr/>
          </p:nvSpPr>
          <p:spPr bwMode="auto">
            <a:xfrm flipV="1">
              <a:off x="4032" y="2377"/>
              <a:ext cx="36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7597" name="Line 15">
              <a:extLst>
                <a:ext uri="{FF2B5EF4-FFF2-40B4-BE49-F238E27FC236}">
                  <a16:creationId xmlns:a16="http://schemas.microsoft.com/office/drawing/2014/main" id="{FDE20B3F-5DE3-4A89-CB1A-6B5B7829949E}"/>
                </a:ext>
              </a:extLst>
            </p:cNvPr>
            <p:cNvSpPr>
              <a:spLocks noChangeShapeType="1"/>
            </p:cNvSpPr>
            <p:nvPr/>
          </p:nvSpPr>
          <p:spPr bwMode="auto">
            <a:xfrm flipV="1">
              <a:off x="4272" y="2014"/>
              <a:ext cx="0" cy="363"/>
            </a:xfrm>
            <a:prstGeom prst="line">
              <a:avLst/>
            </a:prstGeom>
            <a:noFill/>
            <a:ln w="25400">
              <a:solidFill>
                <a:srgbClr val="000000"/>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67598" name="Line 16">
              <a:extLst>
                <a:ext uri="{FF2B5EF4-FFF2-40B4-BE49-F238E27FC236}">
                  <a16:creationId xmlns:a16="http://schemas.microsoft.com/office/drawing/2014/main" id="{75061884-560D-A7D0-3C5E-D1298B8F575C}"/>
                </a:ext>
              </a:extLst>
            </p:cNvPr>
            <p:cNvSpPr>
              <a:spLocks noChangeShapeType="1"/>
            </p:cNvSpPr>
            <p:nvPr/>
          </p:nvSpPr>
          <p:spPr bwMode="auto">
            <a:xfrm flipH="1" flipV="1">
              <a:off x="888" y="1822"/>
              <a:ext cx="4242"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7599" name="Line 17">
              <a:extLst>
                <a:ext uri="{FF2B5EF4-FFF2-40B4-BE49-F238E27FC236}">
                  <a16:creationId xmlns:a16="http://schemas.microsoft.com/office/drawing/2014/main" id="{1D3B9261-0F95-0F1C-A9D0-97AD9ED88F81}"/>
                </a:ext>
              </a:extLst>
            </p:cNvPr>
            <p:cNvSpPr>
              <a:spLocks noChangeShapeType="1"/>
            </p:cNvSpPr>
            <p:nvPr/>
          </p:nvSpPr>
          <p:spPr bwMode="auto">
            <a:xfrm flipV="1">
              <a:off x="1008" y="2014"/>
              <a:ext cx="0" cy="32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7600" name="Line 18">
              <a:extLst>
                <a:ext uri="{FF2B5EF4-FFF2-40B4-BE49-F238E27FC236}">
                  <a16:creationId xmlns:a16="http://schemas.microsoft.com/office/drawing/2014/main" id="{48B7AE73-A079-7417-F8D1-23C8283AEB65}"/>
                </a:ext>
              </a:extLst>
            </p:cNvPr>
            <p:cNvSpPr>
              <a:spLocks noChangeShapeType="1"/>
            </p:cNvSpPr>
            <p:nvPr/>
          </p:nvSpPr>
          <p:spPr bwMode="auto">
            <a:xfrm flipH="1" flipV="1">
              <a:off x="1291" y="3094"/>
              <a:ext cx="2962"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7601" name="Line 19">
              <a:extLst>
                <a:ext uri="{FF2B5EF4-FFF2-40B4-BE49-F238E27FC236}">
                  <a16:creationId xmlns:a16="http://schemas.microsoft.com/office/drawing/2014/main" id="{5A356DDB-4142-7C08-E3FD-34A772F4E624}"/>
                </a:ext>
              </a:extLst>
            </p:cNvPr>
            <p:cNvSpPr>
              <a:spLocks noChangeShapeType="1"/>
            </p:cNvSpPr>
            <p:nvPr/>
          </p:nvSpPr>
          <p:spPr bwMode="auto">
            <a:xfrm flipH="1">
              <a:off x="1698" y="2732"/>
              <a:ext cx="161"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7602" name="Line 20">
              <a:extLst>
                <a:ext uri="{FF2B5EF4-FFF2-40B4-BE49-F238E27FC236}">
                  <a16:creationId xmlns:a16="http://schemas.microsoft.com/office/drawing/2014/main" id="{5B1446E9-C2F4-4AB0-75C3-D2455BB35F3C}"/>
                </a:ext>
              </a:extLst>
            </p:cNvPr>
            <p:cNvSpPr>
              <a:spLocks noChangeShapeType="1"/>
            </p:cNvSpPr>
            <p:nvPr/>
          </p:nvSpPr>
          <p:spPr bwMode="auto">
            <a:xfrm>
              <a:off x="1698" y="2732"/>
              <a:ext cx="0" cy="358"/>
            </a:xfrm>
            <a:prstGeom prst="line">
              <a:avLst/>
            </a:prstGeom>
            <a:noFill/>
            <a:ln w="25400">
              <a:solidFill>
                <a:srgbClr val="000000"/>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67603" name="Line 21">
              <a:extLst>
                <a:ext uri="{FF2B5EF4-FFF2-40B4-BE49-F238E27FC236}">
                  <a16:creationId xmlns:a16="http://schemas.microsoft.com/office/drawing/2014/main" id="{6D8E86E3-19E4-FA25-F498-A3DDAC2EBDA8}"/>
                </a:ext>
              </a:extLst>
            </p:cNvPr>
            <p:cNvSpPr>
              <a:spLocks noChangeShapeType="1"/>
            </p:cNvSpPr>
            <p:nvPr/>
          </p:nvSpPr>
          <p:spPr bwMode="auto">
            <a:xfrm flipH="1">
              <a:off x="2543" y="2728"/>
              <a:ext cx="161"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7604" name="Line 22">
              <a:extLst>
                <a:ext uri="{FF2B5EF4-FFF2-40B4-BE49-F238E27FC236}">
                  <a16:creationId xmlns:a16="http://schemas.microsoft.com/office/drawing/2014/main" id="{516EFAB3-76C8-F016-8B30-4DF2EA85B215}"/>
                </a:ext>
              </a:extLst>
            </p:cNvPr>
            <p:cNvSpPr>
              <a:spLocks noChangeShapeType="1"/>
            </p:cNvSpPr>
            <p:nvPr/>
          </p:nvSpPr>
          <p:spPr bwMode="auto">
            <a:xfrm>
              <a:off x="2543" y="2728"/>
              <a:ext cx="0" cy="358"/>
            </a:xfrm>
            <a:prstGeom prst="line">
              <a:avLst/>
            </a:prstGeom>
            <a:noFill/>
            <a:ln w="25400">
              <a:solidFill>
                <a:srgbClr val="000000"/>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67605" name="Line 23">
              <a:extLst>
                <a:ext uri="{FF2B5EF4-FFF2-40B4-BE49-F238E27FC236}">
                  <a16:creationId xmlns:a16="http://schemas.microsoft.com/office/drawing/2014/main" id="{D4E351CD-07BB-61A8-27B8-36AD8D7E1483}"/>
                </a:ext>
              </a:extLst>
            </p:cNvPr>
            <p:cNvSpPr>
              <a:spLocks noChangeShapeType="1"/>
            </p:cNvSpPr>
            <p:nvPr/>
          </p:nvSpPr>
          <p:spPr bwMode="auto">
            <a:xfrm flipV="1">
              <a:off x="3394" y="2737"/>
              <a:ext cx="0" cy="357"/>
            </a:xfrm>
            <a:prstGeom prst="line">
              <a:avLst/>
            </a:prstGeom>
            <a:noFill/>
            <a:ln w="25400">
              <a:solidFill>
                <a:srgbClr val="000000"/>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67606" name="Line 24">
              <a:extLst>
                <a:ext uri="{FF2B5EF4-FFF2-40B4-BE49-F238E27FC236}">
                  <a16:creationId xmlns:a16="http://schemas.microsoft.com/office/drawing/2014/main" id="{BEDD331C-A68A-ACDC-3872-70A5B87BC6C1}"/>
                </a:ext>
              </a:extLst>
            </p:cNvPr>
            <p:cNvSpPr>
              <a:spLocks noChangeShapeType="1"/>
            </p:cNvSpPr>
            <p:nvPr/>
          </p:nvSpPr>
          <p:spPr bwMode="auto">
            <a:xfrm>
              <a:off x="3394" y="2737"/>
              <a:ext cx="161" cy="0"/>
            </a:xfrm>
            <a:prstGeom prst="line">
              <a:avLst/>
            </a:prstGeom>
            <a:noFill/>
            <a:ln w="25400">
              <a:solidFill>
                <a:srgbClr val="000000"/>
              </a:solidFill>
              <a:round/>
              <a:headEnd type="none" w="sm" len="med"/>
              <a:tailEnd type="none" w="sm" len="sm"/>
            </a:ln>
            <a:extLst>
              <a:ext uri="{909E8E84-426E-40DD-AFC4-6F175D3DCCD1}">
                <a14:hiddenFill xmlns:a14="http://schemas.microsoft.com/office/drawing/2010/main">
                  <a:noFill/>
                </a14:hiddenFill>
              </a:ext>
            </a:extLst>
          </p:spPr>
          <p:txBody>
            <a:bodyPr/>
            <a:lstStyle/>
            <a:p>
              <a:endParaRPr lang="en-US"/>
            </a:p>
          </p:txBody>
        </p:sp>
        <p:sp>
          <p:nvSpPr>
            <p:cNvPr id="67607" name="Freeform 25">
              <a:extLst>
                <a:ext uri="{FF2B5EF4-FFF2-40B4-BE49-F238E27FC236}">
                  <a16:creationId xmlns:a16="http://schemas.microsoft.com/office/drawing/2014/main" id="{29AB94D7-D593-5D45-B78E-F51F3EE53631}"/>
                </a:ext>
              </a:extLst>
            </p:cNvPr>
            <p:cNvSpPr>
              <a:spLocks/>
            </p:cNvSpPr>
            <p:nvPr/>
          </p:nvSpPr>
          <p:spPr bwMode="auto">
            <a:xfrm>
              <a:off x="3558" y="2694"/>
              <a:ext cx="61" cy="88"/>
            </a:xfrm>
            <a:custGeom>
              <a:avLst/>
              <a:gdLst>
                <a:gd name="T0" fmla="*/ 0 w 129"/>
                <a:gd name="T1" fmla="*/ 5 h 133"/>
                <a:gd name="T2" fmla="*/ 0 w 129"/>
                <a:gd name="T3" fmla="*/ 3 h 133"/>
                <a:gd name="T4" fmla="*/ 0 w 129"/>
                <a:gd name="T5" fmla="*/ 0 h 133"/>
                <a:gd name="T6" fmla="*/ 0 60000 65536"/>
                <a:gd name="T7" fmla="*/ 0 60000 65536"/>
                <a:gd name="T8" fmla="*/ 0 60000 65536"/>
                <a:gd name="T9" fmla="*/ 0 w 129"/>
                <a:gd name="T10" fmla="*/ 0 h 133"/>
                <a:gd name="T11" fmla="*/ 129 w 129"/>
                <a:gd name="T12" fmla="*/ 133 h 133"/>
              </a:gdLst>
              <a:ahLst/>
              <a:cxnLst>
                <a:cxn ang="T6">
                  <a:pos x="T0" y="T1"/>
                </a:cxn>
                <a:cxn ang="T7">
                  <a:pos x="T2" y="T3"/>
                </a:cxn>
                <a:cxn ang="T8">
                  <a:pos x="T4" y="T5"/>
                </a:cxn>
              </a:cxnLst>
              <a:rect l="T9" t="T10" r="T11" b="T12"/>
              <a:pathLst>
                <a:path w="129" h="133">
                  <a:moveTo>
                    <a:pt x="0" y="133"/>
                  </a:moveTo>
                  <a:lnTo>
                    <a:pt x="129" y="66"/>
                  </a:lnTo>
                  <a:lnTo>
                    <a:pt x="0" y="0"/>
                  </a:lnTo>
                </a:path>
              </a:pathLst>
            </a:custGeom>
            <a:noFill/>
            <a:ln w="25400" cap="flat">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7608" name="Freeform 26">
              <a:extLst>
                <a:ext uri="{FF2B5EF4-FFF2-40B4-BE49-F238E27FC236}">
                  <a16:creationId xmlns:a16="http://schemas.microsoft.com/office/drawing/2014/main" id="{C9A72431-37F5-1933-ED8A-7534C6F6A4D2}"/>
                </a:ext>
              </a:extLst>
            </p:cNvPr>
            <p:cNvSpPr>
              <a:spLocks/>
            </p:cNvSpPr>
            <p:nvPr/>
          </p:nvSpPr>
          <p:spPr bwMode="auto">
            <a:xfrm>
              <a:off x="2710" y="2686"/>
              <a:ext cx="61" cy="88"/>
            </a:xfrm>
            <a:custGeom>
              <a:avLst/>
              <a:gdLst>
                <a:gd name="T0" fmla="*/ 0 w 129"/>
                <a:gd name="T1" fmla="*/ 5 h 133"/>
                <a:gd name="T2" fmla="*/ 0 w 129"/>
                <a:gd name="T3" fmla="*/ 3 h 133"/>
                <a:gd name="T4" fmla="*/ 0 w 129"/>
                <a:gd name="T5" fmla="*/ 0 h 133"/>
                <a:gd name="T6" fmla="*/ 0 60000 65536"/>
                <a:gd name="T7" fmla="*/ 0 60000 65536"/>
                <a:gd name="T8" fmla="*/ 0 60000 65536"/>
                <a:gd name="T9" fmla="*/ 0 w 129"/>
                <a:gd name="T10" fmla="*/ 0 h 133"/>
                <a:gd name="T11" fmla="*/ 129 w 129"/>
                <a:gd name="T12" fmla="*/ 133 h 133"/>
              </a:gdLst>
              <a:ahLst/>
              <a:cxnLst>
                <a:cxn ang="T6">
                  <a:pos x="T0" y="T1"/>
                </a:cxn>
                <a:cxn ang="T7">
                  <a:pos x="T2" y="T3"/>
                </a:cxn>
                <a:cxn ang="T8">
                  <a:pos x="T4" y="T5"/>
                </a:cxn>
              </a:cxnLst>
              <a:rect l="T9" t="T10" r="T11" b="T12"/>
              <a:pathLst>
                <a:path w="129" h="133">
                  <a:moveTo>
                    <a:pt x="0" y="133"/>
                  </a:moveTo>
                  <a:lnTo>
                    <a:pt x="129" y="66"/>
                  </a:lnTo>
                  <a:lnTo>
                    <a:pt x="0" y="0"/>
                  </a:lnTo>
                </a:path>
              </a:pathLst>
            </a:custGeom>
            <a:noFill/>
            <a:ln w="25400" cap="flat">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7609" name="Freeform 27">
              <a:extLst>
                <a:ext uri="{FF2B5EF4-FFF2-40B4-BE49-F238E27FC236}">
                  <a16:creationId xmlns:a16="http://schemas.microsoft.com/office/drawing/2014/main" id="{C5E8E44E-2085-C5B3-D4AC-6D06478597E8}"/>
                </a:ext>
              </a:extLst>
            </p:cNvPr>
            <p:cNvSpPr>
              <a:spLocks/>
            </p:cNvSpPr>
            <p:nvPr/>
          </p:nvSpPr>
          <p:spPr bwMode="auto">
            <a:xfrm>
              <a:off x="1866" y="2686"/>
              <a:ext cx="61" cy="88"/>
            </a:xfrm>
            <a:custGeom>
              <a:avLst/>
              <a:gdLst>
                <a:gd name="T0" fmla="*/ 0 w 129"/>
                <a:gd name="T1" fmla="*/ 5 h 133"/>
                <a:gd name="T2" fmla="*/ 0 w 129"/>
                <a:gd name="T3" fmla="*/ 3 h 133"/>
                <a:gd name="T4" fmla="*/ 0 w 129"/>
                <a:gd name="T5" fmla="*/ 0 h 133"/>
                <a:gd name="T6" fmla="*/ 0 60000 65536"/>
                <a:gd name="T7" fmla="*/ 0 60000 65536"/>
                <a:gd name="T8" fmla="*/ 0 60000 65536"/>
                <a:gd name="T9" fmla="*/ 0 w 129"/>
                <a:gd name="T10" fmla="*/ 0 h 133"/>
                <a:gd name="T11" fmla="*/ 129 w 129"/>
                <a:gd name="T12" fmla="*/ 133 h 133"/>
              </a:gdLst>
              <a:ahLst/>
              <a:cxnLst>
                <a:cxn ang="T6">
                  <a:pos x="T0" y="T1"/>
                </a:cxn>
                <a:cxn ang="T7">
                  <a:pos x="T2" y="T3"/>
                </a:cxn>
                <a:cxn ang="T8">
                  <a:pos x="T4" y="T5"/>
                </a:cxn>
              </a:cxnLst>
              <a:rect l="T9" t="T10" r="T11" b="T12"/>
              <a:pathLst>
                <a:path w="129" h="133">
                  <a:moveTo>
                    <a:pt x="0" y="133"/>
                  </a:moveTo>
                  <a:lnTo>
                    <a:pt x="129" y="66"/>
                  </a:lnTo>
                  <a:lnTo>
                    <a:pt x="0" y="0"/>
                  </a:lnTo>
                </a:path>
              </a:pathLst>
            </a:custGeom>
            <a:noFill/>
            <a:ln w="25400" cap="flat">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7610" name="Text Box 28">
              <a:extLst>
                <a:ext uri="{FF2B5EF4-FFF2-40B4-BE49-F238E27FC236}">
                  <a16:creationId xmlns:a16="http://schemas.microsoft.com/office/drawing/2014/main" id="{05657D74-84F2-0F8B-5409-7774B9178C01}"/>
                </a:ext>
              </a:extLst>
            </p:cNvPr>
            <p:cNvSpPr txBox="1">
              <a:spLocks noChangeArrowheads="1"/>
            </p:cNvSpPr>
            <p:nvPr/>
          </p:nvSpPr>
          <p:spPr bwMode="auto">
            <a:xfrm>
              <a:off x="4848" y="2094"/>
              <a:ext cx="43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sym typeface="Symbol" panose="05050102010706020507" pitchFamily="18" charset="2"/>
                </a:rPr>
                <a:t>q0</a:t>
              </a:r>
              <a:endParaRPr lang="ru-RU" altLang="en-US" sz="2000"/>
            </a:p>
          </p:txBody>
        </p:sp>
        <p:sp>
          <p:nvSpPr>
            <p:cNvPr id="67611" name="Text Box 29">
              <a:extLst>
                <a:ext uri="{FF2B5EF4-FFF2-40B4-BE49-F238E27FC236}">
                  <a16:creationId xmlns:a16="http://schemas.microsoft.com/office/drawing/2014/main" id="{57B270E1-ECFD-75AB-0DD5-ABBC9CA2C1AA}"/>
                </a:ext>
              </a:extLst>
            </p:cNvPr>
            <p:cNvSpPr txBox="1">
              <a:spLocks noChangeArrowheads="1"/>
            </p:cNvSpPr>
            <p:nvPr/>
          </p:nvSpPr>
          <p:spPr bwMode="auto">
            <a:xfrm>
              <a:off x="4032" y="2142"/>
              <a:ext cx="43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sym typeface="Symbol" panose="05050102010706020507" pitchFamily="18" charset="2"/>
                </a:rPr>
                <a:t>q</a:t>
              </a:r>
              <a:r>
                <a:rPr lang="en-US" altLang="en-US" sz="2000"/>
                <a:t>1</a:t>
              </a:r>
              <a:endParaRPr lang="ru-RU" altLang="en-US" sz="2000"/>
            </a:p>
          </p:txBody>
        </p:sp>
        <p:sp>
          <p:nvSpPr>
            <p:cNvPr id="67612" name="Text Box 30">
              <a:extLst>
                <a:ext uri="{FF2B5EF4-FFF2-40B4-BE49-F238E27FC236}">
                  <a16:creationId xmlns:a16="http://schemas.microsoft.com/office/drawing/2014/main" id="{AF6F4B91-89C0-1FC6-AA44-0141D03C3DE9}"/>
                </a:ext>
              </a:extLst>
            </p:cNvPr>
            <p:cNvSpPr txBox="1">
              <a:spLocks noChangeArrowheads="1"/>
            </p:cNvSpPr>
            <p:nvPr/>
          </p:nvSpPr>
          <p:spPr bwMode="auto">
            <a:xfrm>
              <a:off x="3160" y="2142"/>
              <a:ext cx="43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sym typeface="Symbol" panose="05050102010706020507" pitchFamily="18" charset="2"/>
                </a:rPr>
                <a:t>q</a:t>
              </a:r>
              <a:r>
                <a:rPr lang="en-US" altLang="en-US" sz="2000"/>
                <a:t>2</a:t>
              </a:r>
              <a:endParaRPr lang="ru-RU" altLang="en-US" sz="2000"/>
            </a:p>
          </p:txBody>
        </p:sp>
        <p:grpSp>
          <p:nvGrpSpPr>
            <p:cNvPr id="67613" name="Group 31">
              <a:extLst>
                <a:ext uri="{FF2B5EF4-FFF2-40B4-BE49-F238E27FC236}">
                  <a16:creationId xmlns:a16="http://schemas.microsoft.com/office/drawing/2014/main" id="{A518C02C-A650-F7CF-D38B-650A4E118665}"/>
                </a:ext>
              </a:extLst>
            </p:cNvPr>
            <p:cNvGrpSpPr>
              <a:grpSpLocks/>
            </p:cNvGrpSpPr>
            <p:nvPr/>
          </p:nvGrpSpPr>
          <p:grpSpPr bwMode="auto">
            <a:xfrm>
              <a:off x="1168" y="2236"/>
              <a:ext cx="309" cy="298"/>
              <a:chOff x="2256" y="1046"/>
              <a:chExt cx="309" cy="298"/>
            </a:xfrm>
          </p:grpSpPr>
          <p:sp>
            <p:nvSpPr>
              <p:cNvPr id="67630" name="AutoShape 89">
                <a:extLst>
                  <a:ext uri="{FF2B5EF4-FFF2-40B4-BE49-F238E27FC236}">
                    <a16:creationId xmlns:a16="http://schemas.microsoft.com/office/drawing/2014/main" id="{5AFC91B4-4F37-92B1-1C51-2997C0C5247A}"/>
                  </a:ext>
                </a:extLst>
              </p:cNvPr>
              <p:cNvSpPr>
                <a:spLocks noChangeArrowheads="1"/>
              </p:cNvSpPr>
              <p:nvPr/>
            </p:nvSpPr>
            <p:spPr bwMode="auto">
              <a:xfrm flipH="1">
                <a:off x="2256" y="1046"/>
                <a:ext cx="308" cy="298"/>
              </a:xfrm>
              <a:prstGeom prst="moon">
                <a:avLst>
                  <a:gd name="adj" fmla="val 84819"/>
                </a:avLst>
              </a:prstGeom>
              <a:solidFill>
                <a:schemeClr val="accent1"/>
              </a:solidFill>
              <a:ln w="22225">
                <a:solidFill>
                  <a:schemeClr val="tx1"/>
                </a:solidFill>
                <a:miter lim="800000"/>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endParaRPr lang="ru-RU" altLang="en-US"/>
              </a:p>
            </p:txBody>
          </p:sp>
          <p:sp>
            <p:nvSpPr>
              <p:cNvPr id="67631" name="AutoShape 88">
                <a:extLst>
                  <a:ext uri="{FF2B5EF4-FFF2-40B4-BE49-F238E27FC236}">
                    <a16:creationId xmlns:a16="http://schemas.microsoft.com/office/drawing/2014/main" id="{88CAD3CC-F116-0BD4-FEA7-F463389FEC4F}"/>
                  </a:ext>
                </a:extLst>
              </p:cNvPr>
              <p:cNvSpPr>
                <a:spLocks noChangeArrowheads="1"/>
              </p:cNvSpPr>
              <p:nvPr/>
            </p:nvSpPr>
            <p:spPr bwMode="auto">
              <a:xfrm flipH="1">
                <a:off x="2313" y="1056"/>
                <a:ext cx="252" cy="283"/>
              </a:xfrm>
              <a:prstGeom prst="moon">
                <a:avLst>
                  <a:gd name="adj" fmla="val 84819"/>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endParaRPr lang="ru-RU" altLang="en-US"/>
              </a:p>
            </p:txBody>
          </p:sp>
        </p:grpSp>
        <p:sp>
          <p:nvSpPr>
            <p:cNvPr id="67614" name="Line 34">
              <a:extLst>
                <a:ext uri="{FF2B5EF4-FFF2-40B4-BE49-F238E27FC236}">
                  <a16:creationId xmlns:a16="http://schemas.microsoft.com/office/drawing/2014/main" id="{727CF997-4CC4-92A4-E820-8C68EF0F0DB0}"/>
                </a:ext>
              </a:extLst>
            </p:cNvPr>
            <p:cNvSpPr>
              <a:spLocks noChangeShapeType="1"/>
            </p:cNvSpPr>
            <p:nvPr/>
          </p:nvSpPr>
          <p:spPr bwMode="auto">
            <a:xfrm>
              <a:off x="1000" y="2342"/>
              <a:ext cx="213"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7615" name="Text Box 37">
              <a:extLst>
                <a:ext uri="{FF2B5EF4-FFF2-40B4-BE49-F238E27FC236}">
                  <a16:creationId xmlns:a16="http://schemas.microsoft.com/office/drawing/2014/main" id="{A2B73AE8-EDA8-E9CB-BAA7-B1809FB44499}"/>
                </a:ext>
              </a:extLst>
            </p:cNvPr>
            <p:cNvSpPr txBox="1">
              <a:spLocks noChangeArrowheads="1"/>
            </p:cNvSpPr>
            <p:nvPr/>
          </p:nvSpPr>
          <p:spPr bwMode="auto">
            <a:xfrm>
              <a:off x="2750" y="2014"/>
              <a:ext cx="43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sym typeface="Symbol" panose="05050102010706020507" pitchFamily="18" charset="2"/>
                </a:rPr>
                <a:t></a:t>
              </a:r>
              <a:r>
                <a:rPr lang="en-US" altLang="en-US" baseline="30000">
                  <a:sym typeface="Symbol" panose="05050102010706020507" pitchFamily="18" charset="2"/>
                </a:rPr>
                <a:t>2</a:t>
              </a:r>
              <a:endParaRPr lang="en-US" altLang="en-US">
                <a:sym typeface="Symbol" panose="05050102010706020507" pitchFamily="18" charset="2"/>
              </a:endParaRPr>
            </a:p>
          </p:txBody>
        </p:sp>
        <p:sp>
          <p:nvSpPr>
            <p:cNvPr id="67616" name="Text Box 38">
              <a:extLst>
                <a:ext uri="{FF2B5EF4-FFF2-40B4-BE49-F238E27FC236}">
                  <a16:creationId xmlns:a16="http://schemas.microsoft.com/office/drawing/2014/main" id="{263C93B2-0DC5-6D7F-2BE2-B0C991823929}"/>
                </a:ext>
              </a:extLst>
            </p:cNvPr>
            <p:cNvSpPr txBox="1">
              <a:spLocks noChangeArrowheads="1"/>
            </p:cNvSpPr>
            <p:nvPr/>
          </p:nvSpPr>
          <p:spPr bwMode="auto">
            <a:xfrm>
              <a:off x="3598" y="2006"/>
              <a:ext cx="43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sym typeface="Symbol" panose="05050102010706020507" pitchFamily="18" charset="2"/>
                </a:rPr>
                <a:t></a:t>
              </a:r>
              <a:r>
                <a:rPr lang="en-US" altLang="en-US" baseline="30000">
                  <a:sym typeface="Symbol" panose="05050102010706020507" pitchFamily="18" charset="2"/>
                </a:rPr>
                <a:t>1</a:t>
              </a:r>
              <a:endParaRPr lang="en-US" altLang="en-US">
                <a:sym typeface="Symbol" panose="05050102010706020507" pitchFamily="18" charset="2"/>
              </a:endParaRPr>
            </a:p>
          </p:txBody>
        </p:sp>
        <p:sp>
          <p:nvSpPr>
            <p:cNvPr id="67617" name="Text Box 39">
              <a:extLst>
                <a:ext uri="{FF2B5EF4-FFF2-40B4-BE49-F238E27FC236}">
                  <a16:creationId xmlns:a16="http://schemas.microsoft.com/office/drawing/2014/main" id="{FC6CC9F2-FCF4-F5E2-ED36-0DE2A5A2DCA8}"/>
                </a:ext>
              </a:extLst>
            </p:cNvPr>
            <p:cNvSpPr txBox="1">
              <a:spLocks noChangeArrowheads="1"/>
            </p:cNvSpPr>
            <p:nvPr/>
          </p:nvSpPr>
          <p:spPr bwMode="auto">
            <a:xfrm>
              <a:off x="4512" y="2014"/>
              <a:ext cx="43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sym typeface="Symbol" panose="05050102010706020507" pitchFamily="18" charset="2"/>
                </a:rPr>
                <a:t></a:t>
              </a:r>
              <a:r>
                <a:rPr lang="en-US" altLang="en-US" baseline="30000">
                  <a:sym typeface="Symbol" panose="05050102010706020507" pitchFamily="18" charset="2"/>
                </a:rPr>
                <a:t>0</a:t>
              </a:r>
              <a:endParaRPr lang="en-US" altLang="en-US">
                <a:sym typeface="Symbol" panose="05050102010706020507" pitchFamily="18" charset="2"/>
              </a:endParaRPr>
            </a:p>
          </p:txBody>
        </p:sp>
        <p:grpSp>
          <p:nvGrpSpPr>
            <p:cNvPr id="67618" name="Group 40">
              <a:extLst>
                <a:ext uri="{FF2B5EF4-FFF2-40B4-BE49-F238E27FC236}">
                  <a16:creationId xmlns:a16="http://schemas.microsoft.com/office/drawing/2014/main" id="{3348D7A5-DAC9-BB20-413B-1B6B1448B4E5}"/>
                </a:ext>
              </a:extLst>
            </p:cNvPr>
            <p:cNvGrpSpPr>
              <a:grpSpLocks/>
            </p:cNvGrpSpPr>
            <p:nvPr/>
          </p:nvGrpSpPr>
          <p:grpSpPr bwMode="auto">
            <a:xfrm>
              <a:off x="4403" y="2246"/>
              <a:ext cx="479" cy="714"/>
              <a:chOff x="986" y="2694"/>
              <a:chExt cx="479" cy="714"/>
            </a:xfrm>
          </p:grpSpPr>
          <p:sp>
            <p:nvSpPr>
              <p:cNvPr id="67628" name="Text Box 41">
                <a:extLst>
                  <a:ext uri="{FF2B5EF4-FFF2-40B4-BE49-F238E27FC236}">
                    <a16:creationId xmlns:a16="http://schemas.microsoft.com/office/drawing/2014/main" id="{29F69E72-9640-DC8C-B855-B7046FC99BE0}"/>
                  </a:ext>
                </a:extLst>
              </p:cNvPr>
              <p:cNvSpPr txBox="1">
                <a:spLocks noChangeArrowheads="1"/>
              </p:cNvSpPr>
              <p:nvPr/>
            </p:nvSpPr>
            <p:spPr bwMode="auto">
              <a:xfrm>
                <a:off x="986" y="2694"/>
                <a:ext cx="479" cy="714"/>
              </a:xfrm>
              <a:prstGeom prst="rect">
                <a:avLst/>
              </a:prstGeom>
              <a:solidFill>
                <a:schemeClr val="accent1"/>
              </a:solidFill>
              <a:ln w="25400">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dirty="0">
                    <a:solidFill>
                      <a:schemeClr val="bg1"/>
                    </a:solidFill>
                  </a:rPr>
                  <a:t>D</a:t>
                </a:r>
              </a:p>
              <a:p>
                <a:pPr eaLnBrk="1" hangingPunct="1"/>
                <a:endParaRPr lang="en-US" altLang="en-US" dirty="0">
                  <a:solidFill>
                    <a:schemeClr val="bg1"/>
                  </a:solidFill>
                </a:endParaRPr>
              </a:p>
              <a:p>
                <a:pPr eaLnBrk="1" hangingPunct="1"/>
                <a:r>
                  <a:rPr lang="en-US" altLang="en-US" dirty="0">
                    <a:solidFill>
                      <a:schemeClr val="bg1"/>
                    </a:solidFill>
                  </a:rPr>
                  <a:t> C</a:t>
                </a:r>
              </a:p>
            </p:txBody>
          </p:sp>
          <p:sp>
            <p:nvSpPr>
              <p:cNvPr id="67629" name="Freeform 42">
                <a:extLst>
                  <a:ext uri="{FF2B5EF4-FFF2-40B4-BE49-F238E27FC236}">
                    <a16:creationId xmlns:a16="http://schemas.microsoft.com/office/drawing/2014/main" id="{176121D9-BA19-1D37-1643-931CBC280FBE}"/>
                  </a:ext>
                </a:extLst>
              </p:cNvPr>
              <p:cNvSpPr>
                <a:spLocks/>
              </p:cNvSpPr>
              <p:nvPr/>
            </p:nvSpPr>
            <p:spPr bwMode="auto">
              <a:xfrm>
                <a:off x="989" y="3128"/>
                <a:ext cx="61" cy="88"/>
              </a:xfrm>
              <a:custGeom>
                <a:avLst/>
                <a:gdLst>
                  <a:gd name="T0" fmla="*/ 0 w 129"/>
                  <a:gd name="T1" fmla="*/ 5 h 133"/>
                  <a:gd name="T2" fmla="*/ 0 w 129"/>
                  <a:gd name="T3" fmla="*/ 3 h 133"/>
                  <a:gd name="T4" fmla="*/ 0 w 129"/>
                  <a:gd name="T5" fmla="*/ 0 h 133"/>
                  <a:gd name="T6" fmla="*/ 0 60000 65536"/>
                  <a:gd name="T7" fmla="*/ 0 60000 65536"/>
                  <a:gd name="T8" fmla="*/ 0 60000 65536"/>
                  <a:gd name="T9" fmla="*/ 0 w 129"/>
                  <a:gd name="T10" fmla="*/ 0 h 133"/>
                  <a:gd name="T11" fmla="*/ 129 w 129"/>
                  <a:gd name="T12" fmla="*/ 133 h 133"/>
                </a:gdLst>
                <a:ahLst/>
                <a:cxnLst>
                  <a:cxn ang="T6">
                    <a:pos x="T0" y="T1"/>
                  </a:cxn>
                  <a:cxn ang="T7">
                    <a:pos x="T2" y="T3"/>
                  </a:cxn>
                  <a:cxn ang="T8">
                    <a:pos x="T4" y="T5"/>
                  </a:cxn>
                </a:cxnLst>
                <a:rect l="T9" t="T10" r="T11" b="T12"/>
                <a:pathLst>
                  <a:path w="129" h="133">
                    <a:moveTo>
                      <a:pt x="0" y="133"/>
                    </a:moveTo>
                    <a:lnTo>
                      <a:pt x="129" y="66"/>
                    </a:lnTo>
                    <a:lnTo>
                      <a:pt x="0" y="0"/>
                    </a:lnTo>
                  </a:path>
                </a:pathLst>
              </a:custGeom>
              <a:noFill/>
              <a:ln w="25400" cap="flat">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67619" name="Line 43">
              <a:extLst>
                <a:ext uri="{FF2B5EF4-FFF2-40B4-BE49-F238E27FC236}">
                  <a16:creationId xmlns:a16="http://schemas.microsoft.com/office/drawing/2014/main" id="{59EDCE4D-9F13-BB0A-2381-E827A0973E4D}"/>
                </a:ext>
              </a:extLst>
            </p:cNvPr>
            <p:cNvSpPr>
              <a:spLocks noChangeShapeType="1"/>
            </p:cNvSpPr>
            <p:nvPr/>
          </p:nvSpPr>
          <p:spPr bwMode="auto">
            <a:xfrm flipH="1">
              <a:off x="4251" y="2718"/>
              <a:ext cx="161"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7620" name="Line 44">
              <a:extLst>
                <a:ext uri="{FF2B5EF4-FFF2-40B4-BE49-F238E27FC236}">
                  <a16:creationId xmlns:a16="http://schemas.microsoft.com/office/drawing/2014/main" id="{0F22B52D-13A8-9B0A-DCD6-CFB5808CB8A4}"/>
                </a:ext>
              </a:extLst>
            </p:cNvPr>
            <p:cNvSpPr>
              <a:spLocks noChangeShapeType="1"/>
            </p:cNvSpPr>
            <p:nvPr/>
          </p:nvSpPr>
          <p:spPr bwMode="auto">
            <a:xfrm>
              <a:off x="4251" y="2718"/>
              <a:ext cx="0" cy="381"/>
            </a:xfrm>
            <a:prstGeom prst="line">
              <a:avLst/>
            </a:prstGeom>
            <a:noFill/>
            <a:ln w="25400">
              <a:solidFill>
                <a:srgbClr val="000000"/>
              </a:solidFill>
              <a:round/>
              <a:headEnd/>
              <a:tailEnd type="none" w="sm" len="sm"/>
            </a:ln>
            <a:extLst>
              <a:ext uri="{909E8E84-426E-40DD-AFC4-6F175D3DCCD1}">
                <a14:hiddenFill xmlns:a14="http://schemas.microsoft.com/office/drawing/2010/main">
                  <a:noFill/>
                </a14:hiddenFill>
              </a:ext>
            </a:extLst>
          </p:spPr>
          <p:txBody>
            <a:bodyPr/>
            <a:lstStyle/>
            <a:p>
              <a:endParaRPr lang="en-US"/>
            </a:p>
          </p:txBody>
        </p:sp>
        <p:sp>
          <p:nvSpPr>
            <p:cNvPr id="67621" name="Line 45">
              <a:extLst>
                <a:ext uri="{FF2B5EF4-FFF2-40B4-BE49-F238E27FC236}">
                  <a16:creationId xmlns:a16="http://schemas.microsoft.com/office/drawing/2014/main" id="{7D29D6B3-A86B-0326-58D7-56E76698D483}"/>
                </a:ext>
              </a:extLst>
            </p:cNvPr>
            <p:cNvSpPr>
              <a:spLocks noChangeShapeType="1"/>
            </p:cNvSpPr>
            <p:nvPr/>
          </p:nvSpPr>
          <p:spPr bwMode="auto">
            <a:xfrm flipV="1">
              <a:off x="4880" y="2366"/>
              <a:ext cx="254"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7622" name="Line 46">
              <a:extLst>
                <a:ext uri="{FF2B5EF4-FFF2-40B4-BE49-F238E27FC236}">
                  <a16:creationId xmlns:a16="http://schemas.microsoft.com/office/drawing/2014/main" id="{C1C97647-8613-D9A9-3BA2-4427DD4D6CFD}"/>
                </a:ext>
              </a:extLst>
            </p:cNvPr>
            <p:cNvSpPr>
              <a:spLocks noChangeShapeType="1"/>
            </p:cNvSpPr>
            <p:nvPr/>
          </p:nvSpPr>
          <p:spPr bwMode="auto">
            <a:xfrm>
              <a:off x="1008" y="2014"/>
              <a:ext cx="325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7623" name="Line 47">
              <a:extLst>
                <a:ext uri="{FF2B5EF4-FFF2-40B4-BE49-F238E27FC236}">
                  <a16:creationId xmlns:a16="http://schemas.microsoft.com/office/drawing/2014/main" id="{A2BD8EB7-9A42-752C-C204-7314BF557DE6}"/>
                </a:ext>
              </a:extLst>
            </p:cNvPr>
            <p:cNvSpPr>
              <a:spLocks noChangeShapeType="1"/>
            </p:cNvSpPr>
            <p:nvPr/>
          </p:nvSpPr>
          <p:spPr bwMode="auto">
            <a:xfrm flipV="1">
              <a:off x="5136" y="1822"/>
              <a:ext cx="0" cy="55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7624" name="Line 48">
              <a:extLst>
                <a:ext uri="{FF2B5EF4-FFF2-40B4-BE49-F238E27FC236}">
                  <a16:creationId xmlns:a16="http://schemas.microsoft.com/office/drawing/2014/main" id="{244EB185-8EBC-7BCB-C820-A90FBCBC9707}"/>
                </a:ext>
              </a:extLst>
            </p:cNvPr>
            <p:cNvSpPr>
              <a:spLocks noChangeShapeType="1"/>
            </p:cNvSpPr>
            <p:nvPr/>
          </p:nvSpPr>
          <p:spPr bwMode="auto">
            <a:xfrm flipV="1">
              <a:off x="896" y="1822"/>
              <a:ext cx="0" cy="64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7625" name="Text Box 49">
              <a:extLst>
                <a:ext uri="{FF2B5EF4-FFF2-40B4-BE49-F238E27FC236}">
                  <a16:creationId xmlns:a16="http://schemas.microsoft.com/office/drawing/2014/main" id="{D9476F84-35F1-6E14-7F74-C4A09FC8D4A7}"/>
                </a:ext>
              </a:extLst>
            </p:cNvPr>
            <p:cNvSpPr txBox="1">
              <a:spLocks noChangeArrowheads="1"/>
            </p:cNvSpPr>
            <p:nvPr/>
          </p:nvSpPr>
          <p:spPr bwMode="auto">
            <a:xfrm>
              <a:off x="912" y="2926"/>
              <a:ext cx="43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spcBef>
                  <a:spcPct val="50000"/>
                </a:spcBef>
              </a:pPr>
              <a:r>
                <a:rPr lang="en-US" altLang="en-US" sz="2000">
                  <a:sym typeface="Symbol" panose="05050102010706020507" pitchFamily="18" charset="2"/>
                </a:rPr>
                <a:t>Clk</a:t>
              </a:r>
              <a:endParaRPr lang="ru-RU" altLang="en-US" sz="2000">
                <a:sym typeface="Symbol" panose="05050102010706020507" pitchFamily="18" charset="2"/>
              </a:endParaRPr>
            </a:p>
          </p:txBody>
        </p:sp>
        <p:sp>
          <p:nvSpPr>
            <p:cNvPr id="67626" name="Text Box 50">
              <a:extLst>
                <a:ext uri="{FF2B5EF4-FFF2-40B4-BE49-F238E27FC236}">
                  <a16:creationId xmlns:a16="http://schemas.microsoft.com/office/drawing/2014/main" id="{9AA30404-79A7-D9F7-D791-8C1F78083D15}"/>
                </a:ext>
              </a:extLst>
            </p:cNvPr>
            <p:cNvSpPr txBox="1">
              <a:spLocks noChangeArrowheads="1"/>
            </p:cNvSpPr>
            <p:nvPr/>
          </p:nvSpPr>
          <p:spPr bwMode="auto">
            <a:xfrm>
              <a:off x="2336" y="2142"/>
              <a:ext cx="43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sym typeface="Symbol" panose="05050102010706020507" pitchFamily="18" charset="2"/>
                </a:rPr>
                <a:t>q3</a:t>
              </a:r>
              <a:endParaRPr lang="ru-RU" altLang="en-US" sz="2000"/>
            </a:p>
          </p:txBody>
        </p:sp>
        <p:sp>
          <p:nvSpPr>
            <p:cNvPr id="67627" name="Text Box 51">
              <a:extLst>
                <a:ext uri="{FF2B5EF4-FFF2-40B4-BE49-F238E27FC236}">
                  <a16:creationId xmlns:a16="http://schemas.microsoft.com/office/drawing/2014/main" id="{EC5CA4C7-6CCA-3098-7974-F5CD75C03FEE}"/>
                </a:ext>
              </a:extLst>
            </p:cNvPr>
            <p:cNvSpPr txBox="1">
              <a:spLocks noChangeArrowheads="1"/>
            </p:cNvSpPr>
            <p:nvPr/>
          </p:nvSpPr>
          <p:spPr bwMode="auto">
            <a:xfrm>
              <a:off x="1920" y="2030"/>
              <a:ext cx="43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sym typeface="Symbol" panose="05050102010706020507" pitchFamily="18" charset="2"/>
                </a:rPr>
                <a:t></a:t>
              </a:r>
              <a:r>
                <a:rPr lang="en-US" altLang="en-US" baseline="30000">
                  <a:sym typeface="Symbol" panose="05050102010706020507" pitchFamily="18" charset="2"/>
                </a:rPr>
                <a:t>3</a:t>
              </a:r>
              <a:endParaRPr lang="en-US" altLang="en-US">
                <a:sym typeface="Symbol" panose="05050102010706020507" pitchFamily="18" charset="2"/>
              </a:endParaRPr>
            </a:p>
          </p:txBody>
        </p:sp>
      </p:gr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Заголовок 1">
            <a:extLst>
              <a:ext uri="{FF2B5EF4-FFF2-40B4-BE49-F238E27FC236}">
                <a16:creationId xmlns:a16="http://schemas.microsoft.com/office/drawing/2014/main" id="{3B3DFCBE-581A-A705-2EBA-5A33D748D43E}"/>
              </a:ext>
            </a:extLst>
          </p:cNvPr>
          <p:cNvSpPr>
            <a:spLocks noGrp="1" noChangeArrowheads="1"/>
          </p:cNvSpPr>
          <p:nvPr>
            <p:ph type="title"/>
          </p:nvPr>
        </p:nvSpPr>
        <p:spPr/>
        <p:txBody>
          <a:bodyPr>
            <a:normAutofit/>
          </a:bodyPr>
          <a:lstStyle/>
          <a:p>
            <a:r>
              <a:rPr lang="en-US" altLang="en-US" dirty="0"/>
              <a:t>Circuit of Polynomial Counter (Galois LFSR)</a:t>
            </a:r>
            <a:endParaRPr lang="ru-RU" altLang="en-US" dirty="0"/>
          </a:p>
        </p:txBody>
      </p:sp>
      <p:sp>
        <p:nvSpPr>
          <p:cNvPr id="68611" name="Объект 42">
            <a:extLst>
              <a:ext uri="{FF2B5EF4-FFF2-40B4-BE49-F238E27FC236}">
                <a16:creationId xmlns:a16="http://schemas.microsoft.com/office/drawing/2014/main" id="{6DF5A6C7-6D90-73F7-DAD9-ED8B39C8CE21}"/>
              </a:ext>
            </a:extLst>
          </p:cNvPr>
          <p:cNvSpPr>
            <a:spLocks noGrp="1" noChangeArrowheads="1"/>
          </p:cNvSpPr>
          <p:nvPr>
            <p:ph type="body" sz="quarter" idx="10"/>
          </p:nvPr>
        </p:nvSpPr>
        <p:spPr/>
        <p:txBody>
          <a:bodyPr/>
          <a:lstStyle/>
          <a:p>
            <a:endParaRPr lang="en-US" altLang="en-US" sz="2000" dirty="0"/>
          </a:p>
          <a:p>
            <a:pPr marL="0" indent="0">
              <a:buNone/>
            </a:pPr>
            <a:endParaRPr lang="en-US" altLang="en-US" sz="2000" dirty="0"/>
          </a:p>
          <a:p>
            <a:endParaRPr lang="en-US" altLang="en-US" sz="2000" dirty="0"/>
          </a:p>
          <a:p>
            <a:endParaRPr lang="en-US" altLang="en-US" sz="2000" dirty="0"/>
          </a:p>
          <a:p>
            <a:endParaRPr lang="en-US" altLang="en-US" sz="2000" dirty="0"/>
          </a:p>
          <a:p>
            <a:r>
              <a:rPr lang="en-US" altLang="en-US" sz="2000" dirty="0"/>
              <a:t>The generator of Galois field with primitive polynomial n degree in feedback is the circuit having </a:t>
            </a:r>
            <a:r>
              <a:rPr lang="ru-RU" altLang="en-US" sz="2000" dirty="0"/>
              <a:t> </a:t>
            </a:r>
            <a:r>
              <a:rPr lang="en-US" altLang="en-US" sz="2000" dirty="0" err="1"/>
              <a:t>pn</a:t>
            </a:r>
            <a:r>
              <a:rPr lang="ru-RU" altLang="en-US" sz="2000" dirty="0"/>
              <a:t>-1 </a:t>
            </a:r>
            <a:r>
              <a:rPr lang="en-US" altLang="en-US" sz="2000" dirty="0"/>
              <a:t>states</a:t>
            </a:r>
            <a:r>
              <a:rPr lang="ru-RU" altLang="en-US" sz="2000" dirty="0"/>
              <a:t> (</a:t>
            </a:r>
            <a:r>
              <a:rPr lang="en-US" altLang="en-US" sz="2000" dirty="0"/>
              <a:t>if</a:t>
            </a:r>
            <a:r>
              <a:rPr lang="ru-RU" altLang="en-US" sz="2000" dirty="0"/>
              <a:t> </a:t>
            </a:r>
            <a:r>
              <a:rPr lang="en-US" altLang="en-US" sz="2000" dirty="0"/>
              <a:t>p</a:t>
            </a:r>
            <a:r>
              <a:rPr lang="ru-RU" altLang="en-US" sz="2000" dirty="0"/>
              <a:t>=2, то 2</a:t>
            </a:r>
            <a:r>
              <a:rPr lang="en-US" altLang="en-US" sz="2000" dirty="0"/>
              <a:t>n</a:t>
            </a:r>
            <a:r>
              <a:rPr lang="ru-RU" altLang="en-US" sz="2000" dirty="0"/>
              <a:t>-1) .</a:t>
            </a:r>
            <a:r>
              <a:rPr lang="en-US" altLang="en-US" sz="2000" dirty="0"/>
              <a:t> </a:t>
            </a:r>
          </a:p>
          <a:p>
            <a:r>
              <a:rPr lang="en-US" altLang="en-US" sz="2000" dirty="0"/>
              <a:t>Primitive polynomial and divider of polynomial x</a:t>
            </a:r>
            <a:r>
              <a:rPr lang="ru-RU" altLang="en-US" sz="2000" dirty="0"/>
              <a:t>31-1 </a:t>
            </a:r>
            <a:r>
              <a:rPr lang="en-US" altLang="en-US" sz="2000" dirty="0"/>
              <a:t>is d</a:t>
            </a:r>
            <a:r>
              <a:rPr lang="ru-RU" altLang="en-US" sz="2000" dirty="0"/>
              <a:t>(</a:t>
            </a:r>
            <a:r>
              <a:rPr lang="en-US" altLang="en-US" sz="2000" dirty="0"/>
              <a:t>x</a:t>
            </a:r>
            <a:r>
              <a:rPr lang="ru-RU" altLang="en-US" sz="2000" dirty="0"/>
              <a:t>) = 1+</a:t>
            </a:r>
            <a:r>
              <a:rPr lang="en-US" altLang="en-US" sz="2000" dirty="0"/>
              <a:t>x</a:t>
            </a:r>
            <a:r>
              <a:rPr lang="ru-RU" altLang="en-US" sz="2000" dirty="0"/>
              <a:t>2+x5</a:t>
            </a:r>
            <a:r>
              <a:rPr lang="en-US" altLang="en-US" sz="2000" dirty="0"/>
              <a:t>. </a:t>
            </a:r>
            <a:endParaRPr lang="ru-RU" altLang="en-US" sz="2000" dirty="0"/>
          </a:p>
          <a:p>
            <a:r>
              <a:rPr lang="ru-RU" altLang="en-US" sz="2000" dirty="0">
                <a:sym typeface="Symbol" panose="05050102010706020507" pitchFamily="18" charset="2"/>
              </a:rPr>
              <a:t></a:t>
            </a:r>
            <a:r>
              <a:rPr lang="ru-RU" altLang="en-US" sz="2000" dirty="0"/>
              <a:t>5 </a:t>
            </a:r>
            <a:r>
              <a:rPr lang="en-US" altLang="en-US" sz="2000" dirty="0"/>
              <a:t>element corresponds to the one, shifted from the highest bit. The feedback substitutes it with equal element </a:t>
            </a:r>
            <a:r>
              <a:rPr lang="ru-RU" altLang="en-US" sz="2000" dirty="0"/>
              <a:t>1+</a:t>
            </a:r>
            <a:r>
              <a:rPr lang="ru-RU" altLang="en-US" sz="2000" dirty="0">
                <a:sym typeface="Symbol" panose="05050102010706020507" pitchFamily="18" charset="2"/>
              </a:rPr>
              <a:t></a:t>
            </a:r>
            <a:r>
              <a:rPr lang="ru-RU" altLang="en-US" sz="2000" dirty="0"/>
              <a:t>2. </a:t>
            </a:r>
          </a:p>
          <a:p>
            <a:r>
              <a:rPr lang="en-US" altLang="en-US" sz="2000" dirty="0"/>
              <a:t>It follows from the fact that </a:t>
            </a:r>
            <a:r>
              <a:rPr lang="ru-RU" altLang="en-US" sz="2000" dirty="0">
                <a:sym typeface="Symbol" panose="05050102010706020507" pitchFamily="18" charset="2"/>
              </a:rPr>
              <a:t></a:t>
            </a:r>
            <a:r>
              <a:rPr lang="ru-RU" altLang="en-US" sz="2000" dirty="0"/>
              <a:t> </a:t>
            </a:r>
            <a:r>
              <a:rPr lang="en-US" altLang="en-US" sz="2000" dirty="0"/>
              <a:t>is the root</a:t>
            </a:r>
            <a:r>
              <a:rPr lang="ru-RU" altLang="en-US" sz="2000" dirty="0"/>
              <a:t> d(x) ,</a:t>
            </a:r>
            <a:r>
              <a:rPr lang="en-US" altLang="en-US" sz="2000" dirty="0"/>
              <a:t> i.e.</a:t>
            </a:r>
            <a:r>
              <a:rPr lang="ru-RU" altLang="en-US" sz="2000" dirty="0"/>
              <a:t> 1+ </a:t>
            </a:r>
            <a:r>
              <a:rPr lang="ru-RU" altLang="en-US" sz="2000" dirty="0">
                <a:sym typeface="Symbol" panose="05050102010706020507" pitchFamily="18" charset="2"/>
              </a:rPr>
              <a:t></a:t>
            </a:r>
            <a:r>
              <a:rPr lang="ru-RU" altLang="en-US" sz="2000" dirty="0"/>
              <a:t>2 + </a:t>
            </a:r>
            <a:r>
              <a:rPr lang="ru-RU" altLang="en-US" sz="2000" dirty="0">
                <a:sym typeface="Symbol" panose="05050102010706020507" pitchFamily="18" charset="2"/>
              </a:rPr>
              <a:t></a:t>
            </a:r>
            <a:r>
              <a:rPr lang="ru-RU" altLang="en-US" sz="2000" dirty="0"/>
              <a:t>5 =0. </a:t>
            </a:r>
            <a:endParaRPr lang="en-US" altLang="en-US" sz="2000" dirty="0"/>
          </a:p>
          <a:p>
            <a:r>
              <a:rPr lang="en-US" altLang="en-US" sz="2000" dirty="0"/>
              <a:t>Hence</a:t>
            </a:r>
            <a:r>
              <a:rPr lang="ru-RU" altLang="en-US" sz="2000" dirty="0"/>
              <a:t>  </a:t>
            </a:r>
            <a:r>
              <a:rPr lang="ru-RU" altLang="en-US" sz="2000" dirty="0">
                <a:sym typeface="Symbol" panose="05050102010706020507" pitchFamily="18" charset="2"/>
              </a:rPr>
              <a:t></a:t>
            </a:r>
            <a:r>
              <a:rPr lang="ru-RU" altLang="en-US" sz="2000" dirty="0"/>
              <a:t>5 = 1+</a:t>
            </a:r>
            <a:r>
              <a:rPr lang="ru-RU" altLang="en-US" sz="2000" dirty="0">
                <a:sym typeface="Symbol" panose="05050102010706020507" pitchFamily="18" charset="2"/>
              </a:rPr>
              <a:t></a:t>
            </a:r>
            <a:r>
              <a:rPr lang="ru-RU" altLang="en-US" sz="2000" dirty="0"/>
              <a:t>2.</a:t>
            </a:r>
            <a:endParaRPr lang="en-US" altLang="en-US" sz="2000" dirty="0"/>
          </a:p>
          <a:p>
            <a:endParaRPr lang="ru-RU" altLang="en-US" sz="2000" dirty="0"/>
          </a:p>
        </p:txBody>
      </p:sp>
      <p:grpSp>
        <p:nvGrpSpPr>
          <p:cNvPr id="68612" name="Group 46">
            <a:extLst>
              <a:ext uri="{FF2B5EF4-FFF2-40B4-BE49-F238E27FC236}">
                <a16:creationId xmlns:a16="http://schemas.microsoft.com/office/drawing/2014/main" id="{85F9AF74-ED27-8ACA-F4EC-4BD4EFABC2B3}"/>
              </a:ext>
            </a:extLst>
          </p:cNvPr>
          <p:cNvGrpSpPr>
            <a:grpSpLocks/>
          </p:cNvGrpSpPr>
          <p:nvPr/>
        </p:nvGrpSpPr>
        <p:grpSpPr bwMode="auto">
          <a:xfrm>
            <a:off x="2265364" y="1751013"/>
            <a:ext cx="7754937" cy="1924050"/>
            <a:chOff x="741363" y="1751013"/>
            <a:chExt cx="7754986" cy="1924006"/>
          </a:xfrm>
        </p:grpSpPr>
        <p:sp>
          <p:nvSpPr>
            <p:cNvPr id="68618" name="AutoShape 89">
              <a:extLst>
                <a:ext uri="{FF2B5EF4-FFF2-40B4-BE49-F238E27FC236}">
                  <a16:creationId xmlns:a16="http://schemas.microsoft.com/office/drawing/2014/main" id="{18508D34-892B-D2A3-D745-A706DE1DDE67}"/>
                </a:ext>
              </a:extLst>
            </p:cNvPr>
            <p:cNvSpPr>
              <a:spLocks noChangeArrowheads="1"/>
            </p:cNvSpPr>
            <p:nvPr/>
          </p:nvSpPr>
          <p:spPr bwMode="auto">
            <a:xfrm flipH="1">
              <a:off x="4254137" y="2133600"/>
              <a:ext cx="411480" cy="365760"/>
            </a:xfrm>
            <a:prstGeom prst="moon">
              <a:avLst>
                <a:gd name="adj" fmla="val 84819"/>
              </a:avLst>
            </a:prstGeom>
            <a:solidFill>
              <a:schemeClr val="accent1"/>
            </a:solidFill>
            <a:ln w="22225">
              <a:solidFill>
                <a:schemeClr val="tx1"/>
              </a:solidFill>
              <a:miter lim="800000"/>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endParaRPr lang="ru-RU" altLang="en-US"/>
            </a:p>
          </p:txBody>
        </p:sp>
        <p:sp>
          <p:nvSpPr>
            <p:cNvPr id="68619" name="Text Box 6">
              <a:extLst>
                <a:ext uri="{FF2B5EF4-FFF2-40B4-BE49-F238E27FC236}">
                  <a16:creationId xmlns:a16="http://schemas.microsoft.com/office/drawing/2014/main" id="{D9F22C68-93E2-335A-1DD1-847257127B94}"/>
                </a:ext>
              </a:extLst>
            </p:cNvPr>
            <p:cNvSpPr txBox="1">
              <a:spLocks noChangeArrowheads="1"/>
            </p:cNvSpPr>
            <p:nvPr/>
          </p:nvSpPr>
          <p:spPr bwMode="auto">
            <a:xfrm>
              <a:off x="1816100" y="2124075"/>
              <a:ext cx="760413" cy="1117600"/>
            </a:xfrm>
            <a:prstGeom prst="rect">
              <a:avLst/>
            </a:prstGeom>
            <a:solidFill>
              <a:schemeClr val="accent1"/>
            </a:solidFill>
            <a:ln w="25400">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dirty="0"/>
                <a:t> </a:t>
              </a:r>
              <a:r>
                <a:rPr lang="en-US" altLang="en-US" dirty="0">
                  <a:solidFill>
                    <a:schemeClr val="bg1"/>
                  </a:solidFill>
                </a:rPr>
                <a:t>D</a:t>
              </a:r>
            </a:p>
            <a:p>
              <a:pPr eaLnBrk="1" hangingPunct="1"/>
              <a:endParaRPr lang="en-US" altLang="en-US" dirty="0">
                <a:solidFill>
                  <a:schemeClr val="bg1"/>
                </a:solidFill>
              </a:endParaRPr>
            </a:p>
            <a:p>
              <a:pPr eaLnBrk="1" hangingPunct="1"/>
              <a:r>
                <a:rPr lang="en-US" altLang="en-US" dirty="0">
                  <a:solidFill>
                    <a:schemeClr val="bg1"/>
                  </a:solidFill>
                </a:rPr>
                <a:t> C</a:t>
              </a:r>
            </a:p>
          </p:txBody>
        </p:sp>
        <p:sp>
          <p:nvSpPr>
            <p:cNvPr id="68620" name="Line 8">
              <a:extLst>
                <a:ext uri="{FF2B5EF4-FFF2-40B4-BE49-F238E27FC236}">
                  <a16:creationId xmlns:a16="http://schemas.microsoft.com/office/drawing/2014/main" id="{CC2C093B-5205-F302-038C-8D4AA888FBFB}"/>
                </a:ext>
              </a:extLst>
            </p:cNvPr>
            <p:cNvSpPr>
              <a:spLocks noChangeShapeType="1"/>
            </p:cNvSpPr>
            <p:nvPr/>
          </p:nvSpPr>
          <p:spPr bwMode="auto">
            <a:xfrm>
              <a:off x="2571750" y="2309813"/>
              <a:ext cx="503238"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8621" name="Text Box 9">
              <a:extLst>
                <a:ext uri="{FF2B5EF4-FFF2-40B4-BE49-F238E27FC236}">
                  <a16:creationId xmlns:a16="http://schemas.microsoft.com/office/drawing/2014/main" id="{9270FA3C-76E1-3CEA-35EA-6ECAEF949649}"/>
                </a:ext>
              </a:extLst>
            </p:cNvPr>
            <p:cNvSpPr txBox="1">
              <a:spLocks noChangeArrowheads="1"/>
            </p:cNvSpPr>
            <p:nvPr/>
          </p:nvSpPr>
          <p:spPr bwMode="auto">
            <a:xfrm>
              <a:off x="3068638" y="2128838"/>
              <a:ext cx="763587" cy="1117600"/>
            </a:xfrm>
            <a:prstGeom prst="rect">
              <a:avLst/>
            </a:prstGeom>
            <a:solidFill>
              <a:schemeClr val="accent1"/>
            </a:solidFill>
            <a:ln w="25400">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dirty="0"/>
                <a:t> </a:t>
              </a:r>
              <a:r>
                <a:rPr lang="en-US" altLang="en-US" dirty="0">
                  <a:solidFill>
                    <a:schemeClr val="bg1"/>
                  </a:solidFill>
                </a:rPr>
                <a:t>D</a:t>
              </a:r>
            </a:p>
            <a:p>
              <a:pPr eaLnBrk="1" hangingPunct="1"/>
              <a:endParaRPr lang="en-US" altLang="en-US" dirty="0">
                <a:solidFill>
                  <a:schemeClr val="bg1"/>
                </a:solidFill>
              </a:endParaRPr>
            </a:p>
            <a:p>
              <a:pPr eaLnBrk="1" hangingPunct="1"/>
              <a:r>
                <a:rPr lang="en-US" altLang="en-US" dirty="0">
                  <a:solidFill>
                    <a:schemeClr val="bg1"/>
                  </a:solidFill>
                </a:rPr>
                <a:t> C</a:t>
              </a:r>
            </a:p>
          </p:txBody>
        </p:sp>
        <p:sp>
          <p:nvSpPr>
            <p:cNvPr id="68622" name="Line 11">
              <a:extLst>
                <a:ext uri="{FF2B5EF4-FFF2-40B4-BE49-F238E27FC236}">
                  <a16:creationId xmlns:a16="http://schemas.microsoft.com/office/drawing/2014/main" id="{D1B84AA9-49B3-30F4-97E4-84136FEA3C86}"/>
                </a:ext>
              </a:extLst>
            </p:cNvPr>
            <p:cNvSpPr>
              <a:spLocks noChangeShapeType="1"/>
            </p:cNvSpPr>
            <p:nvPr/>
          </p:nvSpPr>
          <p:spPr bwMode="auto">
            <a:xfrm>
              <a:off x="1497013" y="2325688"/>
              <a:ext cx="319087"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8623" name="Line 15">
              <a:extLst>
                <a:ext uri="{FF2B5EF4-FFF2-40B4-BE49-F238E27FC236}">
                  <a16:creationId xmlns:a16="http://schemas.microsoft.com/office/drawing/2014/main" id="{F8CD16FF-E31F-3E32-DA01-CB9033CAFC8F}"/>
                </a:ext>
              </a:extLst>
            </p:cNvPr>
            <p:cNvSpPr>
              <a:spLocks noChangeShapeType="1"/>
            </p:cNvSpPr>
            <p:nvPr/>
          </p:nvSpPr>
          <p:spPr bwMode="auto">
            <a:xfrm>
              <a:off x="3844925" y="2388191"/>
              <a:ext cx="45720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8624" name="Line 16">
              <a:extLst>
                <a:ext uri="{FF2B5EF4-FFF2-40B4-BE49-F238E27FC236}">
                  <a16:creationId xmlns:a16="http://schemas.microsoft.com/office/drawing/2014/main" id="{5B1EE0EB-9C89-97A9-6D1A-114A53936C31}"/>
                </a:ext>
              </a:extLst>
            </p:cNvPr>
            <p:cNvSpPr>
              <a:spLocks noChangeShapeType="1"/>
            </p:cNvSpPr>
            <p:nvPr/>
          </p:nvSpPr>
          <p:spPr bwMode="auto">
            <a:xfrm>
              <a:off x="4716511" y="2309813"/>
              <a:ext cx="27940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8625" name="Text Box 17">
              <a:extLst>
                <a:ext uri="{FF2B5EF4-FFF2-40B4-BE49-F238E27FC236}">
                  <a16:creationId xmlns:a16="http://schemas.microsoft.com/office/drawing/2014/main" id="{47F9AFA6-371A-B8BC-E950-7B548E666CFA}"/>
                </a:ext>
              </a:extLst>
            </p:cNvPr>
            <p:cNvSpPr txBox="1">
              <a:spLocks noChangeArrowheads="1"/>
            </p:cNvSpPr>
            <p:nvPr/>
          </p:nvSpPr>
          <p:spPr bwMode="auto">
            <a:xfrm>
              <a:off x="5005436" y="2098675"/>
              <a:ext cx="765175" cy="1119188"/>
            </a:xfrm>
            <a:prstGeom prst="rect">
              <a:avLst/>
            </a:prstGeom>
            <a:solidFill>
              <a:schemeClr val="accent1"/>
            </a:solidFill>
            <a:ln w="25400">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dirty="0"/>
                <a:t> </a:t>
              </a:r>
              <a:r>
                <a:rPr lang="en-US" altLang="en-US" dirty="0">
                  <a:solidFill>
                    <a:schemeClr val="bg1"/>
                  </a:solidFill>
                </a:rPr>
                <a:t>D</a:t>
              </a:r>
            </a:p>
            <a:p>
              <a:pPr eaLnBrk="1" hangingPunct="1"/>
              <a:endParaRPr lang="en-US" altLang="en-US" dirty="0">
                <a:solidFill>
                  <a:schemeClr val="bg1"/>
                </a:solidFill>
              </a:endParaRPr>
            </a:p>
            <a:p>
              <a:pPr eaLnBrk="1" hangingPunct="1"/>
              <a:r>
                <a:rPr lang="en-US" altLang="en-US" dirty="0">
                  <a:solidFill>
                    <a:schemeClr val="bg1"/>
                  </a:solidFill>
                </a:rPr>
                <a:t> C</a:t>
              </a:r>
            </a:p>
          </p:txBody>
        </p:sp>
        <p:sp>
          <p:nvSpPr>
            <p:cNvPr id="68626" name="Line 19">
              <a:extLst>
                <a:ext uri="{FF2B5EF4-FFF2-40B4-BE49-F238E27FC236}">
                  <a16:creationId xmlns:a16="http://schemas.microsoft.com/office/drawing/2014/main" id="{A3423C5A-2B78-A121-BB98-B280843F71AE}"/>
                </a:ext>
              </a:extLst>
            </p:cNvPr>
            <p:cNvSpPr>
              <a:spLocks noChangeShapeType="1"/>
            </p:cNvSpPr>
            <p:nvPr/>
          </p:nvSpPr>
          <p:spPr bwMode="auto">
            <a:xfrm flipV="1">
              <a:off x="5761086" y="2301875"/>
              <a:ext cx="446088"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8627" name="Text Box 20">
              <a:extLst>
                <a:ext uri="{FF2B5EF4-FFF2-40B4-BE49-F238E27FC236}">
                  <a16:creationId xmlns:a16="http://schemas.microsoft.com/office/drawing/2014/main" id="{5C857A4F-67C9-08BF-4DF2-A56280C3FC22}"/>
                </a:ext>
              </a:extLst>
            </p:cNvPr>
            <p:cNvSpPr txBox="1">
              <a:spLocks noChangeArrowheads="1"/>
            </p:cNvSpPr>
            <p:nvPr/>
          </p:nvSpPr>
          <p:spPr bwMode="auto">
            <a:xfrm>
              <a:off x="6211936" y="2078038"/>
              <a:ext cx="763588" cy="1119187"/>
            </a:xfrm>
            <a:prstGeom prst="rect">
              <a:avLst/>
            </a:prstGeom>
            <a:solidFill>
              <a:schemeClr val="accent1"/>
            </a:solidFill>
            <a:ln w="25400">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dirty="0"/>
                <a:t> </a:t>
              </a:r>
              <a:r>
                <a:rPr lang="en-US" altLang="en-US" dirty="0">
                  <a:solidFill>
                    <a:schemeClr val="bg1"/>
                  </a:solidFill>
                </a:rPr>
                <a:t>D</a:t>
              </a:r>
            </a:p>
            <a:p>
              <a:pPr eaLnBrk="1" hangingPunct="1"/>
              <a:endParaRPr lang="en-US" altLang="en-US" dirty="0">
                <a:solidFill>
                  <a:schemeClr val="bg1"/>
                </a:solidFill>
              </a:endParaRPr>
            </a:p>
            <a:p>
              <a:pPr eaLnBrk="1" hangingPunct="1"/>
              <a:r>
                <a:rPr lang="en-US" altLang="en-US" dirty="0">
                  <a:solidFill>
                    <a:schemeClr val="bg1"/>
                  </a:solidFill>
                </a:rPr>
                <a:t> C</a:t>
              </a:r>
            </a:p>
          </p:txBody>
        </p:sp>
        <p:sp>
          <p:nvSpPr>
            <p:cNvPr id="68628" name="Line 22">
              <a:extLst>
                <a:ext uri="{FF2B5EF4-FFF2-40B4-BE49-F238E27FC236}">
                  <a16:creationId xmlns:a16="http://schemas.microsoft.com/office/drawing/2014/main" id="{9F9CE2A2-A153-EC3E-E07D-F58D99FA60DE}"/>
                </a:ext>
              </a:extLst>
            </p:cNvPr>
            <p:cNvSpPr>
              <a:spLocks noChangeShapeType="1"/>
            </p:cNvSpPr>
            <p:nvPr/>
          </p:nvSpPr>
          <p:spPr bwMode="auto">
            <a:xfrm flipV="1">
              <a:off x="6973936" y="2298700"/>
              <a:ext cx="420688"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8629" name="Text Box 23">
              <a:extLst>
                <a:ext uri="{FF2B5EF4-FFF2-40B4-BE49-F238E27FC236}">
                  <a16:creationId xmlns:a16="http://schemas.microsoft.com/office/drawing/2014/main" id="{5F8FCE47-B577-21FA-32FC-BE2C44C27F0A}"/>
                </a:ext>
              </a:extLst>
            </p:cNvPr>
            <p:cNvSpPr txBox="1">
              <a:spLocks noChangeArrowheads="1"/>
            </p:cNvSpPr>
            <p:nvPr/>
          </p:nvSpPr>
          <p:spPr bwMode="auto">
            <a:xfrm>
              <a:off x="7404149" y="2089150"/>
              <a:ext cx="763587" cy="1119188"/>
            </a:xfrm>
            <a:prstGeom prst="rect">
              <a:avLst/>
            </a:prstGeom>
            <a:solidFill>
              <a:schemeClr val="accent1"/>
            </a:solidFill>
            <a:ln w="25400">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dirty="0">
                  <a:solidFill>
                    <a:schemeClr val="bg1"/>
                  </a:solidFill>
                </a:rPr>
                <a:t> D</a:t>
              </a:r>
            </a:p>
            <a:p>
              <a:pPr eaLnBrk="1" hangingPunct="1"/>
              <a:endParaRPr lang="en-US" altLang="en-US" dirty="0">
                <a:solidFill>
                  <a:schemeClr val="bg1"/>
                </a:solidFill>
              </a:endParaRPr>
            </a:p>
            <a:p>
              <a:pPr eaLnBrk="1" hangingPunct="1"/>
              <a:r>
                <a:rPr lang="en-US" altLang="en-US" dirty="0">
                  <a:solidFill>
                    <a:schemeClr val="bg1"/>
                  </a:solidFill>
                </a:rPr>
                <a:t> C</a:t>
              </a:r>
            </a:p>
          </p:txBody>
        </p:sp>
        <p:sp>
          <p:nvSpPr>
            <p:cNvPr id="68630" name="Line 25">
              <a:extLst>
                <a:ext uri="{FF2B5EF4-FFF2-40B4-BE49-F238E27FC236}">
                  <a16:creationId xmlns:a16="http://schemas.microsoft.com/office/drawing/2014/main" id="{3249648F-A7BB-FCCB-21DF-3BD72EA64B6B}"/>
                </a:ext>
              </a:extLst>
            </p:cNvPr>
            <p:cNvSpPr>
              <a:spLocks noChangeShapeType="1"/>
            </p:cNvSpPr>
            <p:nvPr/>
          </p:nvSpPr>
          <p:spPr bwMode="auto">
            <a:xfrm flipV="1">
              <a:off x="8169324" y="2306638"/>
              <a:ext cx="317500" cy="317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8631" name="Line 26">
              <a:extLst>
                <a:ext uri="{FF2B5EF4-FFF2-40B4-BE49-F238E27FC236}">
                  <a16:creationId xmlns:a16="http://schemas.microsoft.com/office/drawing/2014/main" id="{0FAFB8B1-82ED-5391-3033-ADE67842C88F}"/>
                </a:ext>
              </a:extLst>
            </p:cNvPr>
            <p:cNvSpPr>
              <a:spLocks noChangeShapeType="1"/>
            </p:cNvSpPr>
            <p:nvPr/>
          </p:nvSpPr>
          <p:spPr bwMode="auto">
            <a:xfrm flipV="1">
              <a:off x="8496349" y="1751013"/>
              <a:ext cx="0" cy="55880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8632" name="Line 27">
              <a:extLst>
                <a:ext uri="{FF2B5EF4-FFF2-40B4-BE49-F238E27FC236}">
                  <a16:creationId xmlns:a16="http://schemas.microsoft.com/office/drawing/2014/main" id="{1DB1BEF7-3389-926D-D076-B773C4590048}"/>
                </a:ext>
              </a:extLst>
            </p:cNvPr>
            <p:cNvSpPr>
              <a:spLocks noChangeShapeType="1"/>
            </p:cNvSpPr>
            <p:nvPr/>
          </p:nvSpPr>
          <p:spPr bwMode="auto">
            <a:xfrm flipH="1">
              <a:off x="1497013" y="1751013"/>
              <a:ext cx="699516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8633" name="Line 28">
              <a:extLst>
                <a:ext uri="{FF2B5EF4-FFF2-40B4-BE49-F238E27FC236}">
                  <a16:creationId xmlns:a16="http://schemas.microsoft.com/office/drawing/2014/main" id="{9A82EC80-05C3-511A-4D18-56B687BC279B}"/>
                </a:ext>
              </a:extLst>
            </p:cNvPr>
            <p:cNvSpPr>
              <a:spLocks noChangeShapeType="1"/>
            </p:cNvSpPr>
            <p:nvPr/>
          </p:nvSpPr>
          <p:spPr bwMode="auto">
            <a:xfrm flipV="1">
              <a:off x="1497013" y="1751013"/>
              <a:ext cx="0" cy="55880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8634" name="Line 29">
              <a:extLst>
                <a:ext uri="{FF2B5EF4-FFF2-40B4-BE49-F238E27FC236}">
                  <a16:creationId xmlns:a16="http://schemas.microsoft.com/office/drawing/2014/main" id="{C669C81F-C176-370D-8CD9-95C5B4C0E66C}"/>
                </a:ext>
              </a:extLst>
            </p:cNvPr>
            <p:cNvSpPr>
              <a:spLocks noChangeShapeType="1"/>
            </p:cNvSpPr>
            <p:nvPr/>
          </p:nvSpPr>
          <p:spPr bwMode="auto">
            <a:xfrm flipV="1">
              <a:off x="4103915" y="1751013"/>
              <a:ext cx="0" cy="457200"/>
            </a:xfrm>
            <a:prstGeom prst="line">
              <a:avLst/>
            </a:prstGeom>
            <a:noFill/>
            <a:ln w="25400">
              <a:solidFill>
                <a:srgbClr val="000000"/>
              </a:solidFill>
              <a:round/>
              <a:headEnd/>
              <a:tailEnd type="oval" w="sm" len="sm"/>
            </a:ln>
            <a:extLst>
              <a:ext uri="{909E8E84-426E-40DD-AFC4-6F175D3DCCD1}">
                <a14:hiddenFill xmlns:a14="http://schemas.microsoft.com/office/drawing/2010/main">
                  <a:noFill/>
                </a14:hiddenFill>
              </a:ext>
            </a:extLst>
          </p:spPr>
          <p:txBody>
            <a:bodyPr/>
            <a:lstStyle/>
            <a:p>
              <a:endParaRPr lang="en-US"/>
            </a:p>
          </p:txBody>
        </p:sp>
        <p:sp>
          <p:nvSpPr>
            <p:cNvPr id="68635" name="Line 30">
              <a:extLst>
                <a:ext uri="{FF2B5EF4-FFF2-40B4-BE49-F238E27FC236}">
                  <a16:creationId xmlns:a16="http://schemas.microsoft.com/office/drawing/2014/main" id="{E802C74E-C167-481E-FA1D-FA72F4CC8915}"/>
                </a:ext>
              </a:extLst>
            </p:cNvPr>
            <p:cNvSpPr>
              <a:spLocks noChangeShapeType="1"/>
            </p:cNvSpPr>
            <p:nvPr/>
          </p:nvSpPr>
          <p:spPr bwMode="auto">
            <a:xfrm flipH="1">
              <a:off x="1217476" y="3429000"/>
              <a:ext cx="594360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8636" name="Line 31">
              <a:extLst>
                <a:ext uri="{FF2B5EF4-FFF2-40B4-BE49-F238E27FC236}">
                  <a16:creationId xmlns:a16="http://schemas.microsoft.com/office/drawing/2014/main" id="{0563A1A9-A9E0-95D5-6263-ED591C9035EB}"/>
                </a:ext>
              </a:extLst>
            </p:cNvPr>
            <p:cNvSpPr>
              <a:spLocks noChangeShapeType="1"/>
            </p:cNvSpPr>
            <p:nvPr/>
          </p:nvSpPr>
          <p:spPr bwMode="auto">
            <a:xfrm flipH="1">
              <a:off x="1497013" y="2870200"/>
              <a:ext cx="319087"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8637" name="Line 32">
              <a:extLst>
                <a:ext uri="{FF2B5EF4-FFF2-40B4-BE49-F238E27FC236}">
                  <a16:creationId xmlns:a16="http://schemas.microsoft.com/office/drawing/2014/main" id="{5AE049BB-56D2-E1F7-0ECA-8F2B1C82F834}"/>
                </a:ext>
              </a:extLst>
            </p:cNvPr>
            <p:cNvSpPr>
              <a:spLocks noChangeShapeType="1"/>
            </p:cNvSpPr>
            <p:nvPr/>
          </p:nvSpPr>
          <p:spPr bwMode="auto">
            <a:xfrm>
              <a:off x="1497013" y="2870200"/>
              <a:ext cx="0" cy="558800"/>
            </a:xfrm>
            <a:prstGeom prst="line">
              <a:avLst/>
            </a:prstGeom>
            <a:noFill/>
            <a:ln w="25400">
              <a:solidFill>
                <a:srgbClr val="000000"/>
              </a:solidFill>
              <a:round/>
              <a:headEnd/>
              <a:tailEnd type="oval" w="sm" len="sm"/>
            </a:ln>
            <a:extLst>
              <a:ext uri="{909E8E84-426E-40DD-AFC4-6F175D3DCCD1}">
                <a14:hiddenFill xmlns:a14="http://schemas.microsoft.com/office/drawing/2010/main">
                  <a:noFill/>
                </a14:hiddenFill>
              </a:ext>
            </a:extLst>
          </p:spPr>
          <p:txBody>
            <a:bodyPr/>
            <a:lstStyle/>
            <a:p>
              <a:endParaRPr lang="en-US"/>
            </a:p>
          </p:txBody>
        </p:sp>
        <p:grpSp>
          <p:nvGrpSpPr>
            <p:cNvPr id="68638" name="Group 33">
              <a:extLst>
                <a:ext uri="{FF2B5EF4-FFF2-40B4-BE49-F238E27FC236}">
                  <a16:creationId xmlns:a16="http://schemas.microsoft.com/office/drawing/2014/main" id="{70C7B335-9089-0CA0-A6B1-5456609DB33C}"/>
                </a:ext>
              </a:extLst>
            </p:cNvPr>
            <p:cNvGrpSpPr>
              <a:grpSpLocks/>
            </p:cNvGrpSpPr>
            <p:nvPr/>
          </p:nvGrpSpPr>
          <p:grpSpPr bwMode="auto">
            <a:xfrm>
              <a:off x="2792413" y="2855913"/>
              <a:ext cx="254000" cy="560387"/>
              <a:chOff x="3705" y="2690"/>
              <a:chExt cx="360" cy="540"/>
            </a:xfrm>
          </p:grpSpPr>
          <p:sp>
            <p:nvSpPr>
              <p:cNvPr id="68655" name="Line 34">
                <a:extLst>
                  <a:ext uri="{FF2B5EF4-FFF2-40B4-BE49-F238E27FC236}">
                    <a16:creationId xmlns:a16="http://schemas.microsoft.com/office/drawing/2014/main" id="{389B9C5C-BED6-3BA9-F721-A0044116E657}"/>
                  </a:ext>
                </a:extLst>
              </p:cNvPr>
              <p:cNvSpPr>
                <a:spLocks noChangeShapeType="1"/>
              </p:cNvSpPr>
              <p:nvPr/>
            </p:nvSpPr>
            <p:spPr bwMode="auto">
              <a:xfrm flipH="1">
                <a:off x="3705" y="2690"/>
                <a:ext cx="36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8656" name="Line 35">
                <a:extLst>
                  <a:ext uri="{FF2B5EF4-FFF2-40B4-BE49-F238E27FC236}">
                    <a16:creationId xmlns:a16="http://schemas.microsoft.com/office/drawing/2014/main" id="{B3C49FF5-E5BE-6215-5156-CFE5F962BA1F}"/>
                  </a:ext>
                </a:extLst>
              </p:cNvPr>
              <p:cNvSpPr>
                <a:spLocks noChangeShapeType="1"/>
              </p:cNvSpPr>
              <p:nvPr/>
            </p:nvSpPr>
            <p:spPr bwMode="auto">
              <a:xfrm>
                <a:off x="3705" y="2690"/>
                <a:ext cx="0" cy="540"/>
              </a:xfrm>
              <a:prstGeom prst="line">
                <a:avLst/>
              </a:prstGeom>
              <a:noFill/>
              <a:ln w="25400">
                <a:solidFill>
                  <a:srgbClr val="000000"/>
                </a:solidFill>
                <a:round/>
                <a:headEnd/>
                <a:tailEnd type="oval" w="sm" len="sm"/>
              </a:ln>
              <a:extLst>
                <a:ext uri="{909E8E84-426E-40DD-AFC4-6F175D3DCCD1}">
                  <a14:hiddenFill xmlns:a14="http://schemas.microsoft.com/office/drawing/2010/main">
                    <a:noFill/>
                  </a14:hiddenFill>
                </a:ext>
              </a:extLst>
            </p:spPr>
            <p:txBody>
              <a:bodyPr/>
              <a:lstStyle/>
              <a:p>
                <a:endParaRPr lang="en-US"/>
              </a:p>
            </p:txBody>
          </p:sp>
        </p:grpSp>
        <p:grpSp>
          <p:nvGrpSpPr>
            <p:cNvPr id="68639" name="Group 36">
              <a:extLst>
                <a:ext uri="{FF2B5EF4-FFF2-40B4-BE49-F238E27FC236}">
                  <a16:creationId xmlns:a16="http://schemas.microsoft.com/office/drawing/2014/main" id="{2B9FDCB5-6B01-4345-B62E-874AE5642BD0}"/>
                </a:ext>
              </a:extLst>
            </p:cNvPr>
            <p:cNvGrpSpPr>
              <a:grpSpLocks/>
            </p:cNvGrpSpPr>
            <p:nvPr/>
          </p:nvGrpSpPr>
          <p:grpSpPr bwMode="auto">
            <a:xfrm>
              <a:off x="4740324" y="2862263"/>
              <a:ext cx="255587" cy="561975"/>
              <a:chOff x="3705" y="2690"/>
              <a:chExt cx="360" cy="540"/>
            </a:xfrm>
          </p:grpSpPr>
          <p:sp>
            <p:nvSpPr>
              <p:cNvPr id="68653" name="Line 37">
                <a:extLst>
                  <a:ext uri="{FF2B5EF4-FFF2-40B4-BE49-F238E27FC236}">
                    <a16:creationId xmlns:a16="http://schemas.microsoft.com/office/drawing/2014/main" id="{48A6D40B-E8B0-9EF1-AB9E-323CC2EE7B96}"/>
                  </a:ext>
                </a:extLst>
              </p:cNvPr>
              <p:cNvSpPr>
                <a:spLocks noChangeShapeType="1"/>
              </p:cNvSpPr>
              <p:nvPr/>
            </p:nvSpPr>
            <p:spPr bwMode="auto">
              <a:xfrm flipH="1">
                <a:off x="3705" y="2690"/>
                <a:ext cx="36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8654" name="Line 38">
                <a:extLst>
                  <a:ext uri="{FF2B5EF4-FFF2-40B4-BE49-F238E27FC236}">
                    <a16:creationId xmlns:a16="http://schemas.microsoft.com/office/drawing/2014/main" id="{0B1BC99F-B007-ABDC-FA17-A8E4DBBEB850}"/>
                  </a:ext>
                </a:extLst>
              </p:cNvPr>
              <p:cNvSpPr>
                <a:spLocks noChangeShapeType="1"/>
              </p:cNvSpPr>
              <p:nvPr/>
            </p:nvSpPr>
            <p:spPr bwMode="auto">
              <a:xfrm>
                <a:off x="3705" y="2690"/>
                <a:ext cx="0" cy="540"/>
              </a:xfrm>
              <a:prstGeom prst="line">
                <a:avLst/>
              </a:prstGeom>
              <a:noFill/>
              <a:ln w="25400">
                <a:solidFill>
                  <a:srgbClr val="000000"/>
                </a:solidFill>
                <a:round/>
                <a:headEnd/>
                <a:tailEnd type="oval" w="sm" len="sm"/>
              </a:ln>
              <a:extLst>
                <a:ext uri="{909E8E84-426E-40DD-AFC4-6F175D3DCCD1}">
                  <a14:hiddenFill xmlns:a14="http://schemas.microsoft.com/office/drawing/2010/main">
                    <a:noFill/>
                  </a14:hiddenFill>
                </a:ext>
              </a:extLst>
            </p:spPr>
            <p:txBody>
              <a:bodyPr/>
              <a:lstStyle/>
              <a:p>
                <a:endParaRPr lang="en-US"/>
              </a:p>
            </p:txBody>
          </p:sp>
        </p:grpSp>
        <p:grpSp>
          <p:nvGrpSpPr>
            <p:cNvPr id="68640" name="Group 39">
              <a:extLst>
                <a:ext uri="{FF2B5EF4-FFF2-40B4-BE49-F238E27FC236}">
                  <a16:creationId xmlns:a16="http://schemas.microsoft.com/office/drawing/2014/main" id="{88A766FE-A42F-A85C-F027-705FE3AC578A}"/>
                </a:ext>
              </a:extLst>
            </p:cNvPr>
            <p:cNvGrpSpPr>
              <a:grpSpLocks/>
            </p:cNvGrpSpPr>
            <p:nvPr/>
          </p:nvGrpSpPr>
          <p:grpSpPr bwMode="auto">
            <a:xfrm>
              <a:off x="5957936" y="2855913"/>
              <a:ext cx="255588" cy="560387"/>
              <a:chOff x="3705" y="2690"/>
              <a:chExt cx="360" cy="540"/>
            </a:xfrm>
          </p:grpSpPr>
          <p:sp>
            <p:nvSpPr>
              <p:cNvPr id="68651" name="Line 40">
                <a:extLst>
                  <a:ext uri="{FF2B5EF4-FFF2-40B4-BE49-F238E27FC236}">
                    <a16:creationId xmlns:a16="http://schemas.microsoft.com/office/drawing/2014/main" id="{4ADB54E8-0FCB-04B8-F1D9-0E17C28EAD54}"/>
                  </a:ext>
                </a:extLst>
              </p:cNvPr>
              <p:cNvSpPr>
                <a:spLocks noChangeShapeType="1"/>
              </p:cNvSpPr>
              <p:nvPr/>
            </p:nvSpPr>
            <p:spPr bwMode="auto">
              <a:xfrm flipH="1">
                <a:off x="3705" y="2690"/>
                <a:ext cx="36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8652" name="Line 41">
                <a:extLst>
                  <a:ext uri="{FF2B5EF4-FFF2-40B4-BE49-F238E27FC236}">
                    <a16:creationId xmlns:a16="http://schemas.microsoft.com/office/drawing/2014/main" id="{58A727C3-166C-B8CA-0688-E3187D37147B}"/>
                  </a:ext>
                </a:extLst>
              </p:cNvPr>
              <p:cNvSpPr>
                <a:spLocks noChangeShapeType="1"/>
              </p:cNvSpPr>
              <p:nvPr/>
            </p:nvSpPr>
            <p:spPr bwMode="auto">
              <a:xfrm>
                <a:off x="3705" y="2690"/>
                <a:ext cx="0" cy="540"/>
              </a:xfrm>
              <a:prstGeom prst="line">
                <a:avLst/>
              </a:prstGeom>
              <a:noFill/>
              <a:ln w="25400">
                <a:solidFill>
                  <a:srgbClr val="000000"/>
                </a:solidFill>
                <a:round/>
                <a:headEnd/>
                <a:tailEnd type="oval" w="sm" len="sm"/>
              </a:ln>
              <a:extLst>
                <a:ext uri="{909E8E84-426E-40DD-AFC4-6F175D3DCCD1}">
                  <a14:hiddenFill xmlns:a14="http://schemas.microsoft.com/office/drawing/2010/main">
                    <a:noFill/>
                  </a14:hiddenFill>
                </a:ext>
              </a:extLst>
            </p:spPr>
            <p:txBody>
              <a:bodyPr/>
              <a:lstStyle/>
              <a:p>
                <a:endParaRPr lang="en-US"/>
              </a:p>
            </p:txBody>
          </p:sp>
        </p:grpSp>
        <p:sp>
          <p:nvSpPr>
            <p:cNvPr id="68641" name="Line 42">
              <a:extLst>
                <a:ext uri="{FF2B5EF4-FFF2-40B4-BE49-F238E27FC236}">
                  <a16:creationId xmlns:a16="http://schemas.microsoft.com/office/drawing/2014/main" id="{1E724C37-06F7-D57B-2220-90EF5FD0F2BB}"/>
                </a:ext>
              </a:extLst>
            </p:cNvPr>
            <p:cNvSpPr>
              <a:spLocks noChangeShapeType="1"/>
            </p:cNvSpPr>
            <p:nvPr/>
          </p:nvSpPr>
          <p:spPr bwMode="auto">
            <a:xfrm flipV="1">
              <a:off x="7156499" y="2870200"/>
              <a:ext cx="0" cy="55880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8642" name="Line 43">
              <a:extLst>
                <a:ext uri="{FF2B5EF4-FFF2-40B4-BE49-F238E27FC236}">
                  <a16:creationId xmlns:a16="http://schemas.microsoft.com/office/drawing/2014/main" id="{A3944FC5-DC17-5434-09B5-36C713984B0F}"/>
                </a:ext>
              </a:extLst>
            </p:cNvPr>
            <p:cNvSpPr>
              <a:spLocks noChangeShapeType="1"/>
            </p:cNvSpPr>
            <p:nvPr/>
          </p:nvSpPr>
          <p:spPr bwMode="auto">
            <a:xfrm>
              <a:off x="7156499" y="2870200"/>
              <a:ext cx="255587" cy="0"/>
            </a:xfrm>
            <a:prstGeom prst="line">
              <a:avLst/>
            </a:prstGeom>
            <a:noFill/>
            <a:ln w="25400">
              <a:solidFill>
                <a:srgbClr val="000000"/>
              </a:solidFill>
              <a:round/>
              <a:headEnd type="none" w="sm" len="med"/>
              <a:tailEnd type="none" w="sm" len="sm"/>
            </a:ln>
            <a:extLst>
              <a:ext uri="{909E8E84-426E-40DD-AFC4-6F175D3DCCD1}">
                <a14:hiddenFill xmlns:a14="http://schemas.microsoft.com/office/drawing/2010/main">
                  <a:noFill/>
                </a14:hiddenFill>
              </a:ext>
            </a:extLst>
          </p:spPr>
          <p:txBody>
            <a:bodyPr/>
            <a:lstStyle/>
            <a:p>
              <a:endParaRPr lang="en-US"/>
            </a:p>
          </p:txBody>
        </p:sp>
        <p:sp>
          <p:nvSpPr>
            <p:cNvPr id="68643" name="Text Box 44">
              <a:extLst>
                <a:ext uri="{FF2B5EF4-FFF2-40B4-BE49-F238E27FC236}">
                  <a16:creationId xmlns:a16="http://schemas.microsoft.com/office/drawing/2014/main" id="{9E936EBE-83E1-4758-636E-030D87786C22}"/>
                </a:ext>
              </a:extLst>
            </p:cNvPr>
            <p:cNvSpPr txBox="1">
              <a:spLocks noChangeArrowheads="1"/>
            </p:cNvSpPr>
            <p:nvPr/>
          </p:nvSpPr>
          <p:spPr bwMode="auto">
            <a:xfrm>
              <a:off x="741363" y="3030494"/>
              <a:ext cx="795337" cy="644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CLK</a:t>
              </a:r>
            </a:p>
          </p:txBody>
        </p:sp>
        <p:sp>
          <p:nvSpPr>
            <p:cNvPr id="68644" name="Freeform 46">
              <a:extLst>
                <a:ext uri="{FF2B5EF4-FFF2-40B4-BE49-F238E27FC236}">
                  <a16:creationId xmlns:a16="http://schemas.microsoft.com/office/drawing/2014/main" id="{3D0C5628-1B38-41A6-A35F-9F4F82F7F7F9}"/>
                </a:ext>
              </a:extLst>
            </p:cNvPr>
            <p:cNvSpPr>
              <a:spLocks/>
            </p:cNvSpPr>
            <p:nvPr/>
          </p:nvSpPr>
          <p:spPr bwMode="auto">
            <a:xfrm>
              <a:off x="1806575" y="2768600"/>
              <a:ext cx="133350" cy="176213"/>
            </a:xfrm>
            <a:custGeom>
              <a:avLst/>
              <a:gdLst>
                <a:gd name="T0" fmla="*/ 0 w 129"/>
                <a:gd name="T1" fmla="*/ 2147483646 h 133"/>
                <a:gd name="T2" fmla="*/ 2147483646 w 129"/>
                <a:gd name="T3" fmla="*/ 2147483646 h 133"/>
                <a:gd name="T4" fmla="*/ 0 w 129"/>
                <a:gd name="T5" fmla="*/ 0 h 133"/>
                <a:gd name="T6" fmla="*/ 0 60000 65536"/>
                <a:gd name="T7" fmla="*/ 0 60000 65536"/>
                <a:gd name="T8" fmla="*/ 0 60000 65536"/>
                <a:gd name="T9" fmla="*/ 0 w 129"/>
                <a:gd name="T10" fmla="*/ 0 h 133"/>
                <a:gd name="T11" fmla="*/ 129 w 129"/>
                <a:gd name="T12" fmla="*/ 133 h 133"/>
              </a:gdLst>
              <a:ahLst/>
              <a:cxnLst>
                <a:cxn ang="T6">
                  <a:pos x="T0" y="T1"/>
                </a:cxn>
                <a:cxn ang="T7">
                  <a:pos x="T2" y="T3"/>
                </a:cxn>
                <a:cxn ang="T8">
                  <a:pos x="T4" y="T5"/>
                </a:cxn>
              </a:cxnLst>
              <a:rect l="T9" t="T10" r="T11" b="T12"/>
              <a:pathLst>
                <a:path w="129" h="133">
                  <a:moveTo>
                    <a:pt x="0" y="133"/>
                  </a:moveTo>
                  <a:lnTo>
                    <a:pt x="129" y="66"/>
                  </a:lnTo>
                  <a:lnTo>
                    <a:pt x="0" y="0"/>
                  </a:lnTo>
                </a:path>
              </a:pathLst>
            </a:custGeom>
            <a:noFill/>
            <a:ln w="25400" cap="flat">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8645" name="Freeform 47">
              <a:extLst>
                <a:ext uri="{FF2B5EF4-FFF2-40B4-BE49-F238E27FC236}">
                  <a16:creationId xmlns:a16="http://schemas.microsoft.com/office/drawing/2014/main" id="{2FDB2FE7-048D-DD84-F800-148E2F50E6A4}"/>
                </a:ext>
              </a:extLst>
            </p:cNvPr>
            <p:cNvSpPr>
              <a:spLocks/>
            </p:cNvSpPr>
            <p:nvPr/>
          </p:nvSpPr>
          <p:spPr bwMode="auto">
            <a:xfrm>
              <a:off x="3063875" y="2768600"/>
              <a:ext cx="133350" cy="176213"/>
            </a:xfrm>
            <a:custGeom>
              <a:avLst/>
              <a:gdLst>
                <a:gd name="T0" fmla="*/ 0 w 129"/>
                <a:gd name="T1" fmla="*/ 2147483646 h 133"/>
                <a:gd name="T2" fmla="*/ 2147483646 w 129"/>
                <a:gd name="T3" fmla="*/ 2147483646 h 133"/>
                <a:gd name="T4" fmla="*/ 0 w 129"/>
                <a:gd name="T5" fmla="*/ 0 h 133"/>
                <a:gd name="T6" fmla="*/ 0 60000 65536"/>
                <a:gd name="T7" fmla="*/ 0 60000 65536"/>
                <a:gd name="T8" fmla="*/ 0 60000 65536"/>
                <a:gd name="T9" fmla="*/ 0 w 129"/>
                <a:gd name="T10" fmla="*/ 0 h 133"/>
                <a:gd name="T11" fmla="*/ 129 w 129"/>
                <a:gd name="T12" fmla="*/ 133 h 133"/>
              </a:gdLst>
              <a:ahLst/>
              <a:cxnLst>
                <a:cxn ang="T6">
                  <a:pos x="T0" y="T1"/>
                </a:cxn>
                <a:cxn ang="T7">
                  <a:pos x="T2" y="T3"/>
                </a:cxn>
                <a:cxn ang="T8">
                  <a:pos x="T4" y="T5"/>
                </a:cxn>
              </a:cxnLst>
              <a:rect l="T9" t="T10" r="T11" b="T12"/>
              <a:pathLst>
                <a:path w="129" h="133">
                  <a:moveTo>
                    <a:pt x="0" y="133"/>
                  </a:moveTo>
                  <a:lnTo>
                    <a:pt x="129" y="66"/>
                  </a:lnTo>
                  <a:lnTo>
                    <a:pt x="0" y="0"/>
                  </a:lnTo>
                </a:path>
              </a:pathLst>
            </a:custGeom>
            <a:noFill/>
            <a:ln w="25400" cap="flat">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8646" name="Freeform 48">
              <a:extLst>
                <a:ext uri="{FF2B5EF4-FFF2-40B4-BE49-F238E27FC236}">
                  <a16:creationId xmlns:a16="http://schemas.microsoft.com/office/drawing/2014/main" id="{1334142F-AFE1-92AD-9F55-9023092F92A8}"/>
                </a:ext>
              </a:extLst>
            </p:cNvPr>
            <p:cNvSpPr>
              <a:spLocks/>
            </p:cNvSpPr>
            <p:nvPr/>
          </p:nvSpPr>
          <p:spPr bwMode="auto">
            <a:xfrm>
              <a:off x="5007024" y="2768600"/>
              <a:ext cx="133350" cy="176213"/>
            </a:xfrm>
            <a:custGeom>
              <a:avLst/>
              <a:gdLst>
                <a:gd name="T0" fmla="*/ 0 w 129"/>
                <a:gd name="T1" fmla="*/ 2147483646 h 133"/>
                <a:gd name="T2" fmla="*/ 2147483646 w 129"/>
                <a:gd name="T3" fmla="*/ 2147483646 h 133"/>
                <a:gd name="T4" fmla="*/ 0 w 129"/>
                <a:gd name="T5" fmla="*/ 0 h 133"/>
                <a:gd name="T6" fmla="*/ 0 60000 65536"/>
                <a:gd name="T7" fmla="*/ 0 60000 65536"/>
                <a:gd name="T8" fmla="*/ 0 60000 65536"/>
                <a:gd name="T9" fmla="*/ 0 w 129"/>
                <a:gd name="T10" fmla="*/ 0 h 133"/>
                <a:gd name="T11" fmla="*/ 129 w 129"/>
                <a:gd name="T12" fmla="*/ 133 h 133"/>
              </a:gdLst>
              <a:ahLst/>
              <a:cxnLst>
                <a:cxn ang="T6">
                  <a:pos x="T0" y="T1"/>
                </a:cxn>
                <a:cxn ang="T7">
                  <a:pos x="T2" y="T3"/>
                </a:cxn>
                <a:cxn ang="T8">
                  <a:pos x="T4" y="T5"/>
                </a:cxn>
              </a:cxnLst>
              <a:rect l="T9" t="T10" r="T11" b="T12"/>
              <a:pathLst>
                <a:path w="129" h="133">
                  <a:moveTo>
                    <a:pt x="0" y="133"/>
                  </a:moveTo>
                  <a:lnTo>
                    <a:pt x="129" y="66"/>
                  </a:lnTo>
                  <a:lnTo>
                    <a:pt x="0" y="0"/>
                  </a:lnTo>
                </a:path>
              </a:pathLst>
            </a:custGeom>
            <a:noFill/>
            <a:ln w="25400" cap="flat">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8647" name="Freeform 49">
              <a:extLst>
                <a:ext uri="{FF2B5EF4-FFF2-40B4-BE49-F238E27FC236}">
                  <a16:creationId xmlns:a16="http://schemas.microsoft.com/office/drawing/2014/main" id="{38937AA0-01DD-7D23-AC72-1D86D1FDC9EB}"/>
                </a:ext>
              </a:extLst>
            </p:cNvPr>
            <p:cNvSpPr>
              <a:spLocks/>
            </p:cNvSpPr>
            <p:nvPr/>
          </p:nvSpPr>
          <p:spPr bwMode="auto">
            <a:xfrm>
              <a:off x="6213524" y="2755900"/>
              <a:ext cx="133350" cy="176213"/>
            </a:xfrm>
            <a:custGeom>
              <a:avLst/>
              <a:gdLst>
                <a:gd name="T0" fmla="*/ 0 w 129"/>
                <a:gd name="T1" fmla="*/ 2147483646 h 133"/>
                <a:gd name="T2" fmla="*/ 2147483646 w 129"/>
                <a:gd name="T3" fmla="*/ 2147483646 h 133"/>
                <a:gd name="T4" fmla="*/ 0 w 129"/>
                <a:gd name="T5" fmla="*/ 0 h 133"/>
                <a:gd name="T6" fmla="*/ 0 60000 65536"/>
                <a:gd name="T7" fmla="*/ 0 60000 65536"/>
                <a:gd name="T8" fmla="*/ 0 60000 65536"/>
                <a:gd name="T9" fmla="*/ 0 w 129"/>
                <a:gd name="T10" fmla="*/ 0 h 133"/>
                <a:gd name="T11" fmla="*/ 129 w 129"/>
                <a:gd name="T12" fmla="*/ 133 h 133"/>
              </a:gdLst>
              <a:ahLst/>
              <a:cxnLst>
                <a:cxn ang="T6">
                  <a:pos x="T0" y="T1"/>
                </a:cxn>
                <a:cxn ang="T7">
                  <a:pos x="T2" y="T3"/>
                </a:cxn>
                <a:cxn ang="T8">
                  <a:pos x="T4" y="T5"/>
                </a:cxn>
              </a:cxnLst>
              <a:rect l="T9" t="T10" r="T11" b="T12"/>
              <a:pathLst>
                <a:path w="129" h="133">
                  <a:moveTo>
                    <a:pt x="0" y="133"/>
                  </a:moveTo>
                  <a:lnTo>
                    <a:pt x="129" y="66"/>
                  </a:lnTo>
                  <a:lnTo>
                    <a:pt x="0" y="0"/>
                  </a:lnTo>
                </a:path>
              </a:pathLst>
            </a:custGeom>
            <a:noFill/>
            <a:ln w="25400" cap="flat">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8648" name="Freeform 50">
              <a:extLst>
                <a:ext uri="{FF2B5EF4-FFF2-40B4-BE49-F238E27FC236}">
                  <a16:creationId xmlns:a16="http://schemas.microsoft.com/office/drawing/2014/main" id="{ED8B743B-5BBC-C48F-C560-A52B1AA213DE}"/>
                </a:ext>
              </a:extLst>
            </p:cNvPr>
            <p:cNvSpPr>
              <a:spLocks/>
            </p:cNvSpPr>
            <p:nvPr/>
          </p:nvSpPr>
          <p:spPr bwMode="auto">
            <a:xfrm>
              <a:off x="7405736" y="2754313"/>
              <a:ext cx="133350" cy="176212"/>
            </a:xfrm>
            <a:custGeom>
              <a:avLst/>
              <a:gdLst>
                <a:gd name="T0" fmla="*/ 0 w 129"/>
                <a:gd name="T1" fmla="*/ 2147483646 h 133"/>
                <a:gd name="T2" fmla="*/ 2147483646 w 129"/>
                <a:gd name="T3" fmla="*/ 2147483646 h 133"/>
                <a:gd name="T4" fmla="*/ 0 w 129"/>
                <a:gd name="T5" fmla="*/ 0 h 133"/>
                <a:gd name="T6" fmla="*/ 0 60000 65536"/>
                <a:gd name="T7" fmla="*/ 0 60000 65536"/>
                <a:gd name="T8" fmla="*/ 0 60000 65536"/>
                <a:gd name="T9" fmla="*/ 0 w 129"/>
                <a:gd name="T10" fmla="*/ 0 h 133"/>
                <a:gd name="T11" fmla="*/ 129 w 129"/>
                <a:gd name="T12" fmla="*/ 133 h 133"/>
              </a:gdLst>
              <a:ahLst/>
              <a:cxnLst>
                <a:cxn ang="T6">
                  <a:pos x="T0" y="T1"/>
                </a:cxn>
                <a:cxn ang="T7">
                  <a:pos x="T2" y="T3"/>
                </a:cxn>
                <a:cxn ang="T8">
                  <a:pos x="T4" y="T5"/>
                </a:cxn>
              </a:cxnLst>
              <a:rect l="T9" t="T10" r="T11" b="T12"/>
              <a:pathLst>
                <a:path w="129" h="133">
                  <a:moveTo>
                    <a:pt x="0" y="133"/>
                  </a:moveTo>
                  <a:lnTo>
                    <a:pt x="129" y="66"/>
                  </a:lnTo>
                  <a:lnTo>
                    <a:pt x="0" y="0"/>
                  </a:lnTo>
                </a:path>
              </a:pathLst>
            </a:custGeom>
            <a:noFill/>
            <a:ln w="25400" cap="flat">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8649" name="AutoShape 89">
              <a:extLst>
                <a:ext uri="{FF2B5EF4-FFF2-40B4-BE49-F238E27FC236}">
                  <a16:creationId xmlns:a16="http://schemas.microsoft.com/office/drawing/2014/main" id="{532B419C-74C6-5594-CC3D-D3269E0626FB}"/>
                </a:ext>
              </a:extLst>
            </p:cNvPr>
            <p:cNvSpPr>
              <a:spLocks noChangeArrowheads="1"/>
            </p:cNvSpPr>
            <p:nvPr/>
          </p:nvSpPr>
          <p:spPr bwMode="auto">
            <a:xfrm flipH="1">
              <a:off x="4339049" y="2122715"/>
              <a:ext cx="411480" cy="365760"/>
            </a:xfrm>
            <a:prstGeom prst="moon">
              <a:avLst>
                <a:gd name="adj" fmla="val 84819"/>
              </a:avLst>
            </a:prstGeom>
            <a:solidFill>
              <a:schemeClr val="accent1"/>
            </a:solidFill>
            <a:ln w="22225">
              <a:solidFill>
                <a:schemeClr val="tx1"/>
              </a:solidFill>
              <a:miter lim="800000"/>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endParaRPr lang="ru-RU" altLang="en-US"/>
            </a:p>
          </p:txBody>
        </p:sp>
        <p:sp>
          <p:nvSpPr>
            <p:cNvPr id="68650" name="Line 16">
              <a:extLst>
                <a:ext uri="{FF2B5EF4-FFF2-40B4-BE49-F238E27FC236}">
                  <a16:creationId xmlns:a16="http://schemas.microsoft.com/office/drawing/2014/main" id="{0B72D9A9-A6CA-BF4C-B60D-57F0D0B6BBBC}"/>
                </a:ext>
              </a:extLst>
            </p:cNvPr>
            <p:cNvSpPr>
              <a:spLocks noChangeShapeType="1"/>
            </p:cNvSpPr>
            <p:nvPr/>
          </p:nvSpPr>
          <p:spPr bwMode="auto">
            <a:xfrm>
              <a:off x="4101737" y="2209800"/>
              <a:ext cx="18288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68613" name="TextBox 1">
            <a:extLst>
              <a:ext uri="{FF2B5EF4-FFF2-40B4-BE49-F238E27FC236}">
                <a16:creationId xmlns:a16="http://schemas.microsoft.com/office/drawing/2014/main" id="{DE9E083D-11BF-4EC5-BFB1-E2C13F0C2543}"/>
              </a:ext>
            </a:extLst>
          </p:cNvPr>
          <p:cNvSpPr txBox="1">
            <a:spLocks noChangeArrowheads="1"/>
          </p:cNvSpPr>
          <p:nvPr/>
        </p:nvSpPr>
        <p:spPr bwMode="auto">
          <a:xfrm>
            <a:off x="3463926" y="1806575"/>
            <a:ext cx="72707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b="1">
                <a:sym typeface="Symbol" panose="05050102010706020507" pitchFamily="18" charset="2"/>
              </a:rPr>
              <a:t></a:t>
            </a:r>
            <a:r>
              <a:rPr lang="en-US" altLang="en-US" b="1" baseline="30000">
                <a:sym typeface="Symbol" panose="05050102010706020507" pitchFamily="18" charset="2"/>
              </a:rPr>
              <a:t>0</a:t>
            </a:r>
            <a:endParaRPr lang="en-US" altLang="en-US" b="1"/>
          </a:p>
        </p:txBody>
      </p:sp>
      <p:sp>
        <p:nvSpPr>
          <p:cNvPr id="68614" name="TextBox 47">
            <a:extLst>
              <a:ext uri="{FF2B5EF4-FFF2-40B4-BE49-F238E27FC236}">
                <a16:creationId xmlns:a16="http://schemas.microsoft.com/office/drawing/2014/main" id="{358C8AEA-2A64-CA18-3E6D-CEC050C10723}"/>
              </a:ext>
            </a:extLst>
          </p:cNvPr>
          <p:cNvSpPr txBox="1">
            <a:spLocks noChangeArrowheads="1"/>
          </p:cNvSpPr>
          <p:nvPr/>
        </p:nvSpPr>
        <p:spPr bwMode="auto">
          <a:xfrm>
            <a:off x="4676776" y="1809750"/>
            <a:ext cx="72707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b="1">
                <a:sym typeface="Symbol" panose="05050102010706020507" pitchFamily="18" charset="2"/>
              </a:rPr>
              <a:t></a:t>
            </a:r>
            <a:r>
              <a:rPr lang="en-US" altLang="en-US" b="1" baseline="30000">
                <a:sym typeface="Symbol" panose="05050102010706020507" pitchFamily="18" charset="2"/>
              </a:rPr>
              <a:t>1</a:t>
            </a:r>
            <a:endParaRPr lang="en-US" altLang="en-US" b="1"/>
          </a:p>
        </p:txBody>
      </p:sp>
      <p:sp>
        <p:nvSpPr>
          <p:cNvPr id="68615" name="TextBox 48">
            <a:extLst>
              <a:ext uri="{FF2B5EF4-FFF2-40B4-BE49-F238E27FC236}">
                <a16:creationId xmlns:a16="http://schemas.microsoft.com/office/drawing/2014/main" id="{BBF456E5-09FE-6DA4-4492-BC382F10F21B}"/>
              </a:ext>
            </a:extLst>
          </p:cNvPr>
          <p:cNvSpPr txBox="1">
            <a:spLocks noChangeArrowheads="1"/>
          </p:cNvSpPr>
          <p:nvPr/>
        </p:nvSpPr>
        <p:spPr bwMode="auto">
          <a:xfrm>
            <a:off x="6740526" y="1752600"/>
            <a:ext cx="7270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b="1">
                <a:sym typeface="Symbol" panose="05050102010706020507" pitchFamily="18" charset="2"/>
              </a:rPr>
              <a:t></a:t>
            </a:r>
            <a:r>
              <a:rPr lang="en-US" altLang="en-US" b="1" baseline="30000">
                <a:sym typeface="Symbol" panose="05050102010706020507" pitchFamily="18" charset="2"/>
              </a:rPr>
              <a:t>2</a:t>
            </a:r>
            <a:endParaRPr lang="en-US" altLang="en-US" b="1"/>
          </a:p>
        </p:txBody>
      </p:sp>
      <p:sp>
        <p:nvSpPr>
          <p:cNvPr id="68616" name="TextBox 49">
            <a:extLst>
              <a:ext uri="{FF2B5EF4-FFF2-40B4-BE49-F238E27FC236}">
                <a16:creationId xmlns:a16="http://schemas.microsoft.com/office/drawing/2014/main" id="{3ACD3EB6-2A0B-C59E-18A4-1C4FFC7CF4DD}"/>
              </a:ext>
            </a:extLst>
          </p:cNvPr>
          <p:cNvSpPr txBox="1">
            <a:spLocks noChangeArrowheads="1"/>
          </p:cNvSpPr>
          <p:nvPr/>
        </p:nvSpPr>
        <p:spPr bwMode="auto">
          <a:xfrm>
            <a:off x="7856539" y="1766889"/>
            <a:ext cx="72707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b="1">
                <a:sym typeface="Symbol" panose="05050102010706020507" pitchFamily="18" charset="2"/>
              </a:rPr>
              <a:t></a:t>
            </a:r>
            <a:r>
              <a:rPr lang="en-US" altLang="en-US" b="1" baseline="30000">
                <a:sym typeface="Symbol" panose="05050102010706020507" pitchFamily="18" charset="2"/>
              </a:rPr>
              <a:t>3</a:t>
            </a:r>
            <a:endParaRPr lang="en-US" altLang="en-US" b="1"/>
          </a:p>
        </p:txBody>
      </p:sp>
      <p:sp>
        <p:nvSpPr>
          <p:cNvPr id="68617" name="TextBox 50">
            <a:extLst>
              <a:ext uri="{FF2B5EF4-FFF2-40B4-BE49-F238E27FC236}">
                <a16:creationId xmlns:a16="http://schemas.microsoft.com/office/drawing/2014/main" id="{B4B592F1-34C5-F43A-B13B-32020F6BDCFD}"/>
              </a:ext>
            </a:extLst>
          </p:cNvPr>
          <p:cNvSpPr txBox="1">
            <a:spLocks noChangeArrowheads="1"/>
          </p:cNvSpPr>
          <p:nvPr/>
        </p:nvSpPr>
        <p:spPr bwMode="auto">
          <a:xfrm>
            <a:off x="9150351" y="1771650"/>
            <a:ext cx="72707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b="1">
                <a:sym typeface="Symbol" panose="05050102010706020507" pitchFamily="18" charset="2"/>
              </a:rPr>
              <a:t></a:t>
            </a:r>
            <a:r>
              <a:rPr lang="en-US" altLang="en-US" b="1" baseline="30000">
                <a:sym typeface="Symbol" panose="05050102010706020507" pitchFamily="18" charset="2"/>
              </a:rPr>
              <a:t>4</a:t>
            </a:r>
            <a:endParaRPr lang="en-US" altLang="en-US" b="1"/>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Заголовок 2">
            <a:extLst>
              <a:ext uri="{FF2B5EF4-FFF2-40B4-BE49-F238E27FC236}">
                <a16:creationId xmlns:a16="http://schemas.microsoft.com/office/drawing/2014/main" id="{178CEF3C-D791-6818-B7C8-AB0684E0B67B}"/>
              </a:ext>
            </a:extLst>
          </p:cNvPr>
          <p:cNvSpPr>
            <a:spLocks noGrp="1" noChangeArrowheads="1"/>
          </p:cNvSpPr>
          <p:nvPr>
            <p:ph type="title"/>
          </p:nvPr>
        </p:nvSpPr>
        <p:spPr/>
        <p:txBody>
          <a:bodyPr/>
          <a:lstStyle/>
          <a:p>
            <a:r>
              <a:rPr lang="en-US" altLang="en-US"/>
              <a:t>Sequence of States of Polynomial Counter</a:t>
            </a:r>
            <a:endParaRPr lang="ru-RU" altLang="en-US"/>
          </a:p>
        </p:txBody>
      </p:sp>
      <p:sp>
        <p:nvSpPr>
          <p:cNvPr id="69635" name="Объект 5">
            <a:extLst>
              <a:ext uri="{FF2B5EF4-FFF2-40B4-BE49-F238E27FC236}">
                <a16:creationId xmlns:a16="http://schemas.microsoft.com/office/drawing/2014/main" id="{A32245C7-06CB-DB0A-D1B2-6365C310CF23}"/>
              </a:ext>
            </a:extLst>
          </p:cNvPr>
          <p:cNvSpPr>
            <a:spLocks noGrp="1" noChangeArrowheads="1"/>
          </p:cNvSpPr>
          <p:nvPr>
            <p:ph type="body" sz="quarter" idx="10"/>
          </p:nvPr>
        </p:nvSpPr>
        <p:spPr/>
        <p:txBody>
          <a:bodyPr/>
          <a:lstStyle/>
          <a:p>
            <a:r>
              <a:rPr lang="en-US" altLang="en-US" sz="1800" dirty="0"/>
              <a:t>(</a:t>
            </a:r>
            <a:r>
              <a:rPr lang="en-US" altLang="en-US" sz="1800" dirty="0">
                <a:sym typeface="Symbol" panose="05050102010706020507" pitchFamily="18" charset="2"/>
              </a:rPr>
              <a:t>q</a:t>
            </a:r>
            <a:r>
              <a:rPr lang="en-US" altLang="en-US" sz="1800" dirty="0"/>
              <a:t>0 </a:t>
            </a:r>
            <a:r>
              <a:rPr lang="en-US" altLang="en-US" sz="1800" dirty="0">
                <a:sym typeface="Symbol" panose="05050102010706020507" pitchFamily="18" charset="2"/>
              </a:rPr>
              <a:t>q</a:t>
            </a:r>
            <a:r>
              <a:rPr lang="en-US" altLang="en-US" sz="1800" dirty="0"/>
              <a:t>1 </a:t>
            </a:r>
            <a:r>
              <a:rPr lang="en-US" altLang="en-US" sz="1800" dirty="0">
                <a:sym typeface="Symbol" panose="05050102010706020507" pitchFamily="18" charset="2"/>
              </a:rPr>
              <a:t>q</a:t>
            </a:r>
            <a:r>
              <a:rPr lang="en-US" altLang="en-US" sz="1800" dirty="0"/>
              <a:t>2 </a:t>
            </a:r>
            <a:r>
              <a:rPr lang="en-US" altLang="en-US" sz="1800" dirty="0">
                <a:sym typeface="Symbol" panose="05050102010706020507" pitchFamily="18" charset="2"/>
              </a:rPr>
              <a:t>q</a:t>
            </a:r>
            <a:r>
              <a:rPr lang="en-US" altLang="en-US" sz="1800" dirty="0"/>
              <a:t>3 </a:t>
            </a:r>
            <a:r>
              <a:rPr lang="en-US" altLang="en-US" sz="1800" dirty="0">
                <a:sym typeface="Symbol" panose="05050102010706020507" pitchFamily="18" charset="2"/>
              </a:rPr>
              <a:t>q</a:t>
            </a:r>
            <a:r>
              <a:rPr lang="en-US" altLang="en-US" sz="1800" dirty="0"/>
              <a:t>4)</a:t>
            </a:r>
          </a:p>
          <a:p>
            <a:r>
              <a:rPr lang="en-US" altLang="en-US" sz="1800" dirty="0"/>
              <a:t>S0   </a:t>
            </a:r>
            <a:r>
              <a:rPr lang="en-US" altLang="en-US" sz="1800" dirty="0">
                <a:sym typeface="Symbol" panose="05050102010706020507" pitchFamily="18" charset="2"/>
              </a:rPr>
              <a:t></a:t>
            </a:r>
            <a:r>
              <a:rPr lang="en-US" altLang="en-US" sz="1800" dirty="0"/>
              <a:t>0 =  1				              1  0  0  0  0</a:t>
            </a:r>
          </a:p>
          <a:p>
            <a:r>
              <a:rPr lang="en-US" altLang="en-US" sz="1800" dirty="0"/>
              <a:t>S1   </a:t>
            </a:r>
            <a:r>
              <a:rPr lang="en-US" altLang="en-US" sz="1800" dirty="0">
                <a:sym typeface="Symbol" panose="05050102010706020507" pitchFamily="18" charset="2"/>
              </a:rPr>
              <a:t></a:t>
            </a:r>
            <a:r>
              <a:rPr lang="en-US" altLang="en-US" sz="1800" dirty="0"/>
              <a:t>1 =      	</a:t>
            </a:r>
            <a:r>
              <a:rPr lang="en-US" altLang="en-US" sz="1800" dirty="0">
                <a:sym typeface="Symbol" panose="05050102010706020507" pitchFamily="18" charset="2"/>
              </a:rPr>
              <a:t></a:t>
            </a:r>
            <a:r>
              <a:rPr lang="en-US" altLang="en-US" sz="1800" dirty="0"/>
              <a:t>				0  1  0  0  0</a:t>
            </a:r>
          </a:p>
          <a:p>
            <a:r>
              <a:rPr lang="en-US" altLang="en-US" sz="1800" dirty="0"/>
              <a:t>S2  </a:t>
            </a:r>
            <a:r>
              <a:rPr lang="en-US" altLang="en-US" sz="1800" dirty="0">
                <a:sym typeface="Symbol" panose="05050102010706020507" pitchFamily="18" charset="2"/>
              </a:rPr>
              <a:t></a:t>
            </a:r>
            <a:r>
              <a:rPr lang="en-US" altLang="en-US" sz="1800" dirty="0"/>
              <a:t>2 =			 	</a:t>
            </a:r>
            <a:r>
              <a:rPr lang="en-US" altLang="en-US" sz="1800" dirty="0">
                <a:sym typeface="Symbol" panose="05050102010706020507" pitchFamily="18" charset="2"/>
              </a:rPr>
              <a:t></a:t>
            </a:r>
            <a:r>
              <a:rPr lang="en-US" altLang="en-US" sz="1800" dirty="0"/>
              <a:t>2		0  0  1  0  0</a:t>
            </a:r>
          </a:p>
          <a:p>
            <a:r>
              <a:rPr lang="en-US" altLang="en-US" sz="1800" dirty="0"/>
              <a:t>S3   </a:t>
            </a:r>
            <a:r>
              <a:rPr lang="en-US" altLang="en-US" sz="1800" dirty="0">
                <a:sym typeface="Symbol" panose="05050102010706020507" pitchFamily="18" charset="2"/>
              </a:rPr>
              <a:t></a:t>
            </a:r>
            <a:r>
              <a:rPr lang="en-US" altLang="en-US" sz="1800" dirty="0"/>
              <a:t>3 =				</a:t>
            </a:r>
            <a:r>
              <a:rPr lang="en-US" altLang="en-US" sz="1800" dirty="0">
                <a:sym typeface="Symbol" panose="05050102010706020507" pitchFamily="18" charset="2"/>
              </a:rPr>
              <a:t></a:t>
            </a:r>
            <a:r>
              <a:rPr lang="en-US" altLang="en-US" sz="1800" dirty="0"/>
              <a:t>3		0  0  0  1  0</a:t>
            </a:r>
          </a:p>
          <a:p>
            <a:r>
              <a:rPr lang="en-US" altLang="en-US" sz="1800" dirty="0"/>
              <a:t>S4   </a:t>
            </a:r>
            <a:r>
              <a:rPr lang="en-US" altLang="en-US" sz="1800" dirty="0">
                <a:sym typeface="Symbol" panose="05050102010706020507" pitchFamily="18" charset="2"/>
              </a:rPr>
              <a:t></a:t>
            </a:r>
            <a:r>
              <a:rPr lang="en-US" altLang="en-US" sz="1800" dirty="0"/>
              <a:t>4 = 					</a:t>
            </a:r>
            <a:r>
              <a:rPr lang="en-US" altLang="en-US" sz="1800" dirty="0">
                <a:sym typeface="Symbol" panose="05050102010706020507" pitchFamily="18" charset="2"/>
              </a:rPr>
              <a:t></a:t>
            </a:r>
            <a:r>
              <a:rPr lang="en-US" altLang="en-US" sz="1800" dirty="0"/>
              <a:t>4	0  0  0  0  1</a:t>
            </a:r>
          </a:p>
          <a:p>
            <a:r>
              <a:rPr lang="en-US" altLang="en-US" sz="1800" dirty="0"/>
              <a:t>S5   </a:t>
            </a:r>
            <a:r>
              <a:rPr lang="en-US" altLang="en-US" sz="1800" dirty="0">
                <a:sym typeface="Symbol" panose="05050102010706020507" pitchFamily="18" charset="2"/>
              </a:rPr>
              <a:t></a:t>
            </a:r>
            <a:r>
              <a:rPr lang="en-US" altLang="en-US" sz="1800" dirty="0"/>
              <a:t>5 =  1  +		</a:t>
            </a:r>
            <a:r>
              <a:rPr lang="en-US" altLang="en-US" sz="1800" dirty="0">
                <a:sym typeface="Symbol" panose="05050102010706020507" pitchFamily="18" charset="2"/>
              </a:rPr>
              <a:t></a:t>
            </a:r>
            <a:r>
              <a:rPr lang="en-US" altLang="en-US" sz="1800" dirty="0"/>
              <a:t>2		              1  0  1  0  0</a:t>
            </a:r>
          </a:p>
          <a:p>
            <a:r>
              <a:rPr lang="en-US" altLang="en-US" sz="1800" dirty="0"/>
              <a:t>S6   </a:t>
            </a:r>
            <a:r>
              <a:rPr lang="en-US" altLang="en-US" sz="1800" dirty="0">
                <a:sym typeface="Symbol" panose="05050102010706020507" pitchFamily="18" charset="2"/>
              </a:rPr>
              <a:t></a:t>
            </a:r>
            <a:r>
              <a:rPr lang="en-US" altLang="en-US" sz="1800" dirty="0"/>
              <a:t>6  =  	</a:t>
            </a:r>
            <a:r>
              <a:rPr lang="en-US" altLang="en-US" sz="1800" dirty="0">
                <a:sym typeface="Symbol" panose="05050102010706020507" pitchFamily="18" charset="2"/>
              </a:rPr>
              <a:t></a:t>
            </a:r>
            <a:r>
              <a:rPr lang="en-US" altLang="en-US" sz="1800" dirty="0"/>
              <a:t>   +		</a:t>
            </a:r>
            <a:r>
              <a:rPr lang="en-US" altLang="en-US" sz="1800" dirty="0">
                <a:sym typeface="Symbol" panose="05050102010706020507" pitchFamily="18" charset="2"/>
              </a:rPr>
              <a:t></a:t>
            </a:r>
            <a:r>
              <a:rPr lang="en-US" altLang="en-US" sz="1800" dirty="0"/>
              <a:t>3		0  1  0  1  0</a:t>
            </a:r>
          </a:p>
          <a:p>
            <a:r>
              <a:rPr lang="en-US" altLang="en-US" sz="1800" dirty="0"/>
              <a:t>S7   </a:t>
            </a:r>
            <a:r>
              <a:rPr lang="en-US" altLang="en-US" sz="1800" dirty="0">
                <a:sym typeface="Symbol" panose="05050102010706020507" pitchFamily="18" charset="2"/>
              </a:rPr>
              <a:t></a:t>
            </a:r>
            <a:r>
              <a:rPr lang="en-US" altLang="en-US" sz="1800" dirty="0"/>
              <a:t>7  =  		</a:t>
            </a:r>
            <a:r>
              <a:rPr lang="en-US" altLang="en-US" sz="1800" dirty="0">
                <a:sym typeface="Symbol" panose="05050102010706020507" pitchFamily="18" charset="2"/>
              </a:rPr>
              <a:t></a:t>
            </a:r>
            <a:r>
              <a:rPr lang="en-US" altLang="en-US" sz="1800" dirty="0"/>
              <a:t>2   +		</a:t>
            </a:r>
            <a:r>
              <a:rPr lang="en-US" altLang="en-US" sz="1800" dirty="0">
                <a:sym typeface="Symbol" panose="05050102010706020507" pitchFamily="18" charset="2"/>
              </a:rPr>
              <a:t></a:t>
            </a:r>
            <a:r>
              <a:rPr lang="en-US" altLang="en-US" sz="1800" dirty="0"/>
              <a:t>4	0  0  1  0  1S</a:t>
            </a:r>
            <a:r>
              <a:rPr lang="ru-RU" altLang="en-US" sz="1800" dirty="0"/>
              <a:t>8   </a:t>
            </a:r>
            <a:r>
              <a:rPr lang="en-US" altLang="en-US" sz="1800" dirty="0">
                <a:sym typeface="Symbol" panose="05050102010706020507" pitchFamily="18" charset="2"/>
              </a:rPr>
              <a:t></a:t>
            </a:r>
            <a:r>
              <a:rPr lang="ru-RU" altLang="en-US" sz="1800" dirty="0"/>
              <a:t>8 =	</a:t>
            </a:r>
            <a:r>
              <a:rPr lang="en-US" altLang="en-US" sz="1800" dirty="0"/>
              <a:t> </a:t>
            </a:r>
            <a:r>
              <a:rPr lang="ru-RU" altLang="en-US" sz="1800" dirty="0"/>
              <a:t>1	+	</a:t>
            </a:r>
            <a:r>
              <a:rPr lang="en-US" altLang="en-US" sz="1800" dirty="0">
                <a:sym typeface="Symbol" panose="05050102010706020507" pitchFamily="18" charset="2"/>
              </a:rPr>
              <a:t></a:t>
            </a:r>
            <a:r>
              <a:rPr lang="ru-RU" altLang="en-US" sz="1800" dirty="0"/>
              <a:t>2   +	</a:t>
            </a:r>
            <a:r>
              <a:rPr lang="en-US" altLang="en-US" sz="1800" dirty="0">
                <a:sym typeface="Symbol" panose="05050102010706020507" pitchFamily="18" charset="2"/>
              </a:rPr>
              <a:t></a:t>
            </a:r>
            <a:r>
              <a:rPr lang="ru-RU" altLang="en-US" sz="1800" dirty="0"/>
              <a:t>3		1  0  1  1  0</a:t>
            </a:r>
          </a:p>
          <a:p>
            <a:r>
              <a:rPr lang="ru-RU" altLang="en-US" sz="1800" dirty="0"/>
              <a:t>.</a:t>
            </a:r>
            <a:r>
              <a:rPr lang="en-US" altLang="en-US" sz="1800" dirty="0"/>
              <a:t> </a:t>
            </a:r>
            <a:r>
              <a:rPr lang="ru-RU" altLang="en-US" sz="1800" dirty="0"/>
              <a:t>.</a:t>
            </a:r>
            <a:r>
              <a:rPr lang="en-US" altLang="en-US" sz="1800" dirty="0"/>
              <a:t> </a:t>
            </a:r>
            <a:r>
              <a:rPr lang="ru-RU" altLang="en-US" sz="1800" dirty="0"/>
              <a:t>.</a:t>
            </a:r>
            <a:r>
              <a:rPr lang="en-US" altLang="en-US" sz="1800" dirty="0"/>
              <a:t>                                                                                    </a:t>
            </a:r>
          </a:p>
          <a:p>
            <a:r>
              <a:rPr lang="en-US" altLang="en-US" sz="1800" dirty="0"/>
              <a:t>S</a:t>
            </a:r>
            <a:r>
              <a:rPr lang="ru-RU" altLang="en-US" sz="1800" dirty="0"/>
              <a:t>30  </a:t>
            </a:r>
            <a:r>
              <a:rPr lang="en-US" altLang="en-US" sz="1800" dirty="0">
                <a:sym typeface="Symbol" panose="05050102010706020507" pitchFamily="18" charset="2"/>
              </a:rPr>
              <a:t></a:t>
            </a:r>
            <a:r>
              <a:rPr lang="ru-RU" altLang="en-US" sz="1800" dirty="0"/>
              <a:t>30 = 	</a:t>
            </a:r>
            <a:r>
              <a:rPr lang="en-US" altLang="en-US" sz="1800" dirty="0">
                <a:sym typeface="Symbol" panose="05050102010706020507" pitchFamily="18" charset="2"/>
              </a:rPr>
              <a:t></a:t>
            </a:r>
            <a:r>
              <a:rPr lang="ru-RU" altLang="en-US" sz="1800" dirty="0"/>
              <a:t>  		+	</a:t>
            </a:r>
            <a:r>
              <a:rPr lang="en-US" altLang="en-US" sz="1800" dirty="0">
                <a:sym typeface="Symbol" panose="05050102010706020507" pitchFamily="18" charset="2"/>
              </a:rPr>
              <a:t></a:t>
            </a:r>
            <a:r>
              <a:rPr lang="en-US" altLang="en-US" sz="1800" dirty="0"/>
              <a:t>4</a:t>
            </a:r>
            <a:r>
              <a:rPr lang="ru-RU" altLang="en-US" sz="1800" dirty="0"/>
              <a:t>	</a:t>
            </a:r>
            <a:r>
              <a:rPr lang="en-US" altLang="en-US" sz="1800" dirty="0"/>
              <a:t> </a:t>
            </a:r>
            <a:r>
              <a:rPr lang="ru-RU" altLang="en-US" sz="1800" dirty="0"/>
              <a:t>0  1  0  0  1</a:t>
            </a:r>
          </a:p>
          <a:p>
            <a:r>
              <a:rPr lang="ru-RU" altLang="en-US" sz="1800" dirty="0"/>
              <a:t>       </a:t>
            </a:r>
            <a:r>
              <a:rPr lang="ru-RU" altLang="en-US" sz="1800" dirty="0">
                <a:sym typeface="Symbol" panose="05050102010706020507" pitchFamily="18" charset="2"/>
              </a:rPr>
              <a:t></a:t>
            </a:r>
            <a:r>
              <a:rPr lang="ru-RU" altLang="en-US" sz="1800" dirty="0"/>
              <a:t>31 = </a:t>
            </a:r>
            <a:r>
              <a:rPr lang="ru-RU" altLang="en-US" sz="1800" dirty="0">
                <a:sym typeface="Symbol" panose="05050102010706020507" pitchFamily="18" charset="2"/>
              </a:rPr>
              <a:t></a:t>
            </a:r>
            <a:r>
              <a:rPr lang="ru-RU" altLang="en-US" sz="1800" dirty="0"/>
              <a:t>0 =1.</a:t>
            </a:r>
            <a:endParaRPr lang="en-US" altLang="en-US" sz="1800" dirty="0"/>
          </a:p>
          <a:p>
            <a:endParaRPr lang="ru-RU" altLang="en-US" sz="18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AutoShape 89">
            <a:extLst>
              <a:ext uri="{FF2B5EF4-FFF2-40B4-BE49-F238E27FC236}">
                <a16:creationId xmlns:a16="http://schemas.microsoft.com/office/drawing/2014/main" id="{753D14F7-DBA3-4D6C-EB2D-0266DCE86D52}"/>
              </a:ext>
            </a:extLst>
          </p:cNvPr>
          <p:cNvSpPr>
            <a:spLocks noChangeArrowheads="1"/>
          </p:cNvSpPr>
          <p:nvPr/>
        </p:nvSpPr>
        <p:spPr bwMode="auto">
          <a:xfrm flipH="1">
            <a:off x="6969126" y="2125664"/>
            <a:ext cx="411163" cy="365125"/>
          </a:xfrm>
          <a:prstGeom prst="moon">
            <a:avLst>
              <a:gd name="adj" fmla="val 84819"/>
            </a:avLst>
          </a:prstGeom>
          <a:solidFill>
            <a:schemeClr val="accent1"/>
          </a:solidFill>
          <a:ln w="22225">
            <a:solidFill>
              <a:schemeClr val="tx1"/>
            </a:solidFill>
            <a:miter lim="800000"/>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endParaRPr lang="ru-RU" altLang="en-US"/>
          </a:p>
        </p:txBody>
      </p:sp>
      <p:sp>
        <p:nvSpPr>
          <p:cNvPr id="70659" name="Заголовок 1">
            <a:extLst>
              <a:ext uri="{FF2B5EF4-FFF2-40B4-BE49-F238E27FC236}">
                <a16:creationId xmlns:a16="http://schemas.microsoft.com/office/drawing/2014/main" id="{F972B643-4275-182D-2BE2-426BCDD68E67}"/>
              </a:ext>
            </a:extLst>
          </p:cNvPr>
          <p:cNvSpPr>
            <a:spLocks noGrp="1" noChangeArrowheads="1"/>
          </p:cNvSpPr>
          <p:nvPr>
            <p:ph type="title"/>
          </p:nvPr>
        </p:nvSpPr>
        <p:spPr/>
        <p:txBody>
          <a:bodyPr>
            <a:normAutofit/>
          </a:bodyPr>
          <a:lstStyle/>
          <a:p>
            <a:r>
              <a:rPr lang="en-US" altLang="en-US" dirty="0"/>
              <a:t>Circuit of Polynomial Counter (Galois LFSR)</a:t>
            </a:r>
            <a:endParaRPr lang="ru-RU" altLang="en-US" dirty="0"/>
          </a:p>
        </p:txBody>
      </p:sp>
      <p:sp>
        <p:nvSpPr>
          <p:cNvPr id="70660" name="Объект 42">
            <a:extLst>
              <a:ext uri="{FF2B5EF4-FFF2-40B4-BE49-F238E27FC236}">
                <a16:creationId xmlns:a16="http://schemas.microsoft.com/office/drawing/2014/main" id="{162E4302-F9D1-CE59-65B2-8871CB7D5FDC}"/>
              </a:ext>
            </a:extLst>
          </p:cNvPr>
          <p:cNvSpPr>
            <a:spLocks noGrp="1" noChangeArrowheads="1"/>
          </p:cNvSpPr>
          <p:nvPr>
            <p:ph type="body" sz="quarter" idx="10"/>
          </p:nvPr>
        </p:nvSpPr>
        <p:spPr/>
        <p:txBody>
          <a:bodyPr/>
          <a:lstStyle/>
          <a:p>
            <a:endParaRPr lang="en-US" altLang="en-US" sz="2000" dirty="0"/>
          </a:p>
          <a:p>
            <a:endParaRPr lang="en-US" altLang="en-US" sz="2000" dirty="0"/>
          </a:p>
          <a:p>
            <a:endParaRPr lang="en-US" altLang="en-US" sz="2000" dirty="0"/>
          </a:p>
          <a:p>
            <a:pPr marL="0" indent="0">
              <a:buNone/>
            </a:pPr>
            <a:endParaRPr lang="en-US" altLang="en-US" sz="2000" dirty="0"/>
          </a:p>
          <a:p>
            <a:endParaRPr lang="en-US" altLang="en-US" sz="2000" dirty="0"/>
          </a:p>
          <a:p>
            <a:r>
              <a:rPr lang="en-US" altLang="en-US" sz="2000" dirty="0"/>
              <a:t>The generator of Galois field with primitive polynomial n degree in feedback is the circuit having </a:t>
            </a:r>
            <a:r>
              <a:rPr lang="ru-RU" altLang="en-US" sz="2000" dirty="0"/>
              <a:t> </a:t>
            </a:r>
            <a:r>
              <a:rPr lang="en-US" altLang="en-US" sz="2000" dirty="0" err="1"/>
              <a:t>pn</a:t>
            </a:r>
            <a:r>
              <a:rPr lang="ru-RU" altLang="en-US" sz="2000" dirty="0"/>
              <a:t>-1 </a:t>
            </a:r>
            <a:r>
              <a:rPr lang="en-US" altLang="en-US" sz="2000" dirty="0"/>
              <a:t>states</a:t>
            </a:r>
            <a:r>
              <a:rPr lang="ru-RU" altLang="en-US" sz="2000" dirty="0"/>
              <a:t> (</a:t>
            </a:r>
            <a:r>
              <a:rPr lang="en-US" altLang="en-US" sz="2000" dirty="0"/>
              <a:t>if</a:t>
            </a:r>
            <a:r>
              <a:rPr lang="ru-RU" altLang="en-US" sz="2000" dirty="0"/>
              <a:t> </a:t>
            </a:r>
            <a:r>
              <a:rPr lang="en-US" altLang="en-US" sz="2000" dirty="0"/>
              <a:t>p</a:t>
            </a:r>
            <a:r>
              <a:rPr lang="ru-RU" altLang="en-US" sz="2000" dirty="0"/>
              <a:t>=2, то 2</a:t>
            </a:r>
            <a:r>
              <a:rPr lang="en-US" altLang="en-US" sz="2000" dirty="0"/>
              <a:t>n</a:t>
            </a:r>
            <a:r>
              <a:rPr lang="ru-RU" altLang="en-US" sz="2000" dirty="0"/>
              <a:t>-1).</a:t>
            </a:r>
            <a:r>
              <a:rPr lang="en-US" altLang="en-US" sz="2000" dirty="0"/>
              <a:t> </a:t>
            </a:r>
          </a:p>
          <a:p>
            <a:r>
              <a:rPr lang="en-US" altLang="en-US" sz="2000" dirty="0"/>
              <a:t>Primitive polynomial and divider of polynomial x</a:t>
            </a:r>
            <a:r>
              <a:rPr lang="ru-RU" altLang="en-US" sz="2000" dirty="0"/>
              <a:t>31-1 </a:t>
            </a:r>
            <a:r>
              <a:rPr lang="en-US" altLang="en-US" sz="2000" dirty="0"/>
              <a:t>is d</a:t>
            </a:r>
            <a:r>
              <a:rPr lang="ru-RU" altLang="en-US" sz="2000" dirty="0"/>
              <a:t>(</a:t>
            </a:r>
            <a:r>
              <a:rPr lang="en-US" altLang="en-US" sz="2000" dirty="0"/>
              <a:t>x</a:t>
            </a:r>
            <a:r>
              <a:rPr lang="ru-RU" altLang="en-US" sz="2000" dirty="0"/>
              <a:t>) = 1+</a:t>
            </a:r>
            <a:r>
              <a:rPr lang="en-US" altLang="en-US" sz="2000" dirty="0"/>
              <a:t>x3</a:t>
            </a:r>
            <a:r>
              <a:rPr lang="ru-RU" altLang="en-US" sz="2000" dirty="0"/>
              <a:t>+x5</a:t>
            </a:r>
            <a:r>
              <a:rPr lang="en-US" altLang="en-US" sz="2000" dirty="0"/>
              <a:t>. </a:t>
            </a:r>
            <a:endParaRPr lang="ru-RU" altLang="en-US" sz="2000" dirty="0"/>
          </a:p>
          <a:p>
            <a:r>
              <a:rPr lang="ru-RU" altLang="en-US" sz="2000" dirty="0">
                <a:sym typeface="Symbol" panose="05050102010706020507" pitchFamily="18" charset="2"/>
              </a:rPr>
              <a:t></a:t>
            </a:r>
            <a:r>
              <a:rPr lang="ru-RU" altLang="en-US" sz="2000" dirty="0"/>
              <a:t>5 </a:t>
            </a:r>
            <a:r>
              <a:rPr lang="en-US" altLang="en-US" sz="2000" dirty="0"/>
              <a:t>element corresponds to the one, shifted from the highest bit. The feedback substitutes it with equal element </a:t>
            </a:r>
            <a:r>
              <a:rPr lang="ru-RU" altLang="en-US" sz="2000" dirty="0"/>
              <a:t>1+</a:t>
            </a:r>
            <a:r>
              <a:rPr lang="ru-RU" altLang="en-US" sz="2000" dirty="0">
                <a:sym typeface="Symbol" panose="05050102010706020507" pitchFamily="18" charset="2"/>
              </a:rPr>
              <a:t></a:t>
            </a:r>
            <a:r>
              <a:rPr lang="en-US" altLang="en-US" sz="2000" dirty="0"/>
              <a:t>3</a:t>
            </a:r>
            <a:r>
              <a:rPr lang="ru-RU" altLang="en-US" sz="2000" dirty="0"/>
              <a:t>. </a:t>
            </a:r>
          </a:p>
          <a:p>
            <a:r>
              <a:rPr lang="en-US" altLang="en-US" sz="2000" dirty="0"/>
              <a:t>It follows from the fact that </a:t>
            </a:r>
            <a:r>
              <a:rPr lang="ru-RU" altLang="en-US" sz="2000" dirty="0">
                <a:sym typeface="Symbol" panose="05050102010706020507" pitchFamily="18" charset="2"/>
              </a:rPr>
              <a:t></a:t>
            </a:r>
            <a:r>
              <a:rPr lang="ru-RU" altLang="en-US" sz="2000" dirty="0"/>
              <a:t> </a:t>
            </a:r>
            <a:r>
              <a:rPr lang="en-US" altLang="en-US" sz="2000" dirty="0"/>
              <a:t>is the root</a:t>
            </a:r>
            <a:r>
              <a:rPr lang="ru-RU" altLang="en-US" sz="2000" dirty="0"/>
              <a:t> d(x) ,</a:t>
            </a:r>
            <a:r>
              <a:rPr lang="en-US" altLang="en-US" sz="2000" dirty="0"/>
              <a:t> i.e.</a:t>
            </a:r>
            <a:r>
              <a:rPr lang="ru-RU" altLang="en-US" sz="2000" dirty="0"/>
              <a:t> 1+ </a:t>
            </a:r>
            <a:r>
              <a:rPr lang="ru-RU" altLang="en-US" sz="2000" dirty="0">
                <a:sym typeface="Symbol" panose="05050102010706020507" pitchFamily="18" charset="2"/>
              </a:rPr>
              <a:t></a:t>
            </a:r>
            <a:r>
              <a:rPr lang="en-US" altLang="en-US" sz="2000" dirty="0"/>
              <a:t>3</a:t>
            </a:r>
            <a:r>
              <a:rPr lang="ru-RU" altLang="en-US" sz="2000" dirty="0"/>
              <a:t> + </a:t>
            </a:r>
            <a:r>
              <a:rPr lang="ru-RU" altLang="en-US" sz="2000" dirty="0">
                <a:sym typeface="Symbol" panose="05050102010706020507" pitchFamily="18" charset="2"/>
              </a:rPr>
              <a:t></a:t>
            </a:r>
            <a:r>
              <a:rPr lang="ru-RU" altLang="en-US" sz="2000" dirty="0"/>
              <a:t>5 =0. </a:t>
            </a:r>
            <a:endParaRPr lang="en-US" altLang="en-US" sz="2000" dirty="0"/>
          </a:p>
          <a:p>
            <a:r>
              <a:rPr lang="en-US" altLang="en-US" sz="2000" dirty="0"/>
              <a:t>Hence</a:t>
            </a:r>
            <a:r>
              <a:rPr lang="ru-RU" altLang="en-US" sz="2000" dirty="0"/>
              <a:t>  </a:t>
            </a:r>
            <a:r>
              <a:rPr lang="ru-RU" altLang="en-US" sz="2000" dirty="0">
                <a:sym typeface="Symbol" panose="05050102010706020507" pitchFamily="18" charset="2"/>
              </a:rPr>
              <a:t></a:t>
            </a:r>
            <a:r>
              <a:rPr lang="ru-RU" altLang="en-US" sz="2000" dirty="0"/>
              <a:t>5 = 1+</a:t>
            </a:r>
            <a:r>
              <a:rPr lang="ru-RU" altLang="en-US" sz="2000" dirty="0">
                <a:sym typeface="Symbol" panose="05050102010706020507" pitchFamily="18" charset="2"/>
              </a:rPr>
              <a:t></a:t>
            </a:r>
            <a:r>
              <a:rPr lang="en-US" altLang="en-US" sz="2000" dirty="0"/>
              <a:t>3</a:t>
            </a:r>
            <a:r>
              <a:rPr lang="ru-RU" altLang="en-US" sz="2000" dirty="0"/>
              <a:t>.</a:t>
            </a:r>
            <a:endParaRPr lang="en-US" altLang="en-US" sz="2000" dirty="0"/>
          </a:p>
          <a:p>
            <a:endParaRPr lang="ru-RU" altLang="en-US" sz="2000" dirty="0"/>
          </a:p>
        </p:txBody>
      </p:sp>
      <p:sp>
        <p:nvSpPr>
          <p:cNvPr id="70661" name="AutoShape 89">
            <a:extLst>
              <a:ext uri="{FF2B5EF4-FFF2-40B4-BE49-F238E27FC236}">
                <a16:creationId xmlns:a16="http://schemas.microsoft.com/office/drawing/2014/main" id="{7BEDB2E5-5774-B2F9-18F7-5883185ED293}"/>
              </a:ext>
            </a:extLst>
          </p:cNvPr>
          <p:cNvSpPr>
            <a:spLocks noChangeArrowheads="1"/>
          </p:cNvSpPr>
          <p:nvPr/>
        </p:nvSpPr>
        <p:spPr bwMode="auto">
          <a:xfrm flipH="1">
            <a:off x="7054851" y="2127251"/>
            <a:ext cx="411163" cy="365125"/>
          </a:xfrm>
          <a:prstGeom prst="moon">
            <a:avLst>
              <a:gd name="adj" fmla="val 84819"/>
            </a:avLst>
          </a:prstGeom>
          <a:solidFill>
            <a:schemeClr val="accent1"/>
          </a:solidFill>
          <a:ln w="22225">
            <a:solidFill>
              <a:schemeClr val="tx1"/>
            </a:solidFill>
            <a:miter lim="800000"/>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endParaRPr lang="ru-RU" altLang="en-US"/>
          </a:p>
        </p:txBody>
      </p:sp>
      <p:sp>
        <p:nvSpPr>
          <p:cNvPr id="70662" name="Text Box 6">
            <a:extLst>
              <a:ext uri="{FF2B5EF4-FFF2-40B4-BE49-F238E27FC236}">
                <a16:creationId xmlns:a16="http://schemas.microsoft.com/office/drawing/2014/main" id="{A502AD31-96B0-35CA-FCD7-3678096CEAC4}"/>
              </a:ext>
            </a:extLst>
          </p:cNvPr>
          <p:cNvSpPr txBox="1">
            <a:spLocks noChangeArrowheads="1"/>
          </p:cNvSpPr>
          <p:nvPr/>
        </p:nvSpPr>
        <p:spPr bwMode="auto">
          <a:xfrm>
            <a:off x="3340101" y="2124075"/>
            <a:ext cx="760413" cy="1117600"/>
          </a:xfrm>
          <a:prstGeom prst="rect">
            <a:avLst/>
          </a:prstGeom>
          <a:solidFill>
            <a:schemeClr val="accent1"/>
          </a:solidFill>
          <a:ln w="25400">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dirty="0"/>
              <a:t> </a:t>
            </a:r>
            <a:r>
              <a:rPr lang="en-US" altLang="en-US" dirty="0">
                <a:solidFill>
                  <a:schemeClr val="bg1"/>
                </a:solidFill>
              </a:rPr>
              <a:t>D</a:t>
            </a:r>
          </a:p>
          <a:p>
            <a:pPr eaLnBrk="1" hangingPunct="1"/>
            <a:endParaRPr lang="en-US" altLang="en-US" dirty="0">
              <a:solidFill>
                <a:schemeClr val="bg1"/>
              </a:solidFill>
            </a:endParaRPr>
          </a:p>
          <a:p>
            <a:pPr eaLnBrk="1" hangingPunct="1"/>
            <a:r>
              <a:rPr lang="en-US" altLang="en-US" dirty="0">
                <a:solidFill>
                  <a:schemeClr val="bg1"/>
                </a:solidFill>
              </a:rPr>
              <a:t> C</a:t>
            </a:r>
          </a:p>
        </p:txBody>
      </p:sp>
      <p:sp>
        <p:nvSpPr>
          <p:cNvPr id="70663" name="Line 8">
            <a:extLst>
              <a:ext uri="{FF2B5EF4-FFF2-40B4-BE49-F238E27FC236}">
                <a16:creationId xmlns:a16="http://schemas.microsoft.com/office/drawing/2014/main" id="{FFE1F726-2A10-520A-31FE-67AB4BEBED63}"/>
              </a:ext>
            </a:extLst>
          </p:cNvPr>
          <p:cNvSpPr>
            <a:spLocks noChangeShapeType="1"/>
          </p:cNvSpPr>
          <p:nvPr/>
        </p:nvSpPr>
        <p:spPr bwMode="auto">
          <a:xfrm>
            <a:off x="4095750" y="2309813"/>
            <a:ext cx="503238"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0664" name="Text Box 9">
            <a:extLst>
              <a:ext uri="{FF2B5EF4-FFF2-40B4-BE49-F238E27FC236}">
                <a16:creationId xmlns:a16="http://schemas.microsoft.com/office/drawing/2014/main" id="{72F4C37A-8B99-DE69-9797-B25C009BC875}"/>
              </a:ext>
            </a:extLst>
          </p:cNvPr>
          <p:cNvSpPr txBox="1">
            <a:spLocks noChangeArrowheads="1"/>
          </p:cNvSpPr>
          <p:nvPr/>
        </p:nvSpPr>
        <p:spPr bwMode="auto">
          <a:xfrm>
            <a:off x="4592639" y="2128838"/>
            <a:ext cx="763587" cy="1117600"/>
          </a:xfrm>
          <a:prstGeom prst="rect">
            <a:avLst/>
          </a:prstGeom>
          <a:solidFill>
            <a:schemeClr val="accent1"/>
          </a:solidFill>
          <a:ln w="25400">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dirty="0"/>
              <a:t> </a:t>
            </a:r>
            <a:r>
              <a:rPr lang="en-US" altLang="en-US" dirty="0">
                <a:solidFill>
                  <a:schemeClr val="bg1"/>
                </a:solidFill>
              </a:rPr>
              <a:t>D</a:t>
            </a:r>
          </a:p>
          <a:p>
            <a:pPr eaLnBrk="1" hangingPunct="1"/>
            <a:endParaRPr lang="en-US" altLang="en-US" dirty="0">
              <a:solidFill>
                <a:schemeClr val="bg1"/>
              </a:solidFill>
            </a:endParaRPr>
          </a:p>
          <a:p>
            <a:pPr eaLnBrk="1" hangingPunct="1"/>
            <a:r>
              <a:rPr lang="en-US" altLang="en-US" dirty="0">
                <a:solidFill>
                  <a:schemeClr val="bg1"/>
                </a:solidFill>
              </a:rPr>
              <a:t> C</a:t>
            </a:r>
          </a:p>
        </p:txBody>
      </p:sp>
      <p:sp>
        <p:nvSpPr>
          <p:cNvPr id="70665" name="Line 11">
            <a:extLst>
              <a:ext uri="{FF2B5EF4-FFF2-40B4-BE49-F238E27FC236}">
                <a16:creationId xmlns:a16="http://schemas.microsoft.com/office/drawing/2014/main" id="{81B0EBA9-844D-1C4A-0B9F-88C12853AF4A}"/>
              </a:ext>
            </a:extLst>
          </p:cNvPr>
          <p:cNvSpPr>
            <a:spLocks noChangeShapeType="1"/>
          </p:cNvSpPr>
          <p:nvPr/>
        </p:nvSpPr>
        <p:spPr bwMode="auto">
          <a:xfrm>
            <a:off x="3021014" y="2325688"/>
            <a:ext cx="319087"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0666" name="Line 15">
            <a:extLst>
              <a:ext uri="{FF2B5EF4-FFF2-40B4-BE49-F238E27FC236}">
                <a16:creationId xmlns:a16="http://schemas.microsoft.com/office/drawing/2014/main" id="{1700CC7C-1501-9794-41EE-ED11B8DBFB29}"/>
              </a:ext>
            </a:extLst>
          </p:cNvPr>
          <p:cNvSpPr>
            <a:spLocks noChangeShapeType="1"/>
          </p:cNvSpPr>
          <p:nvPr/>
        </p:nvSpPr>
        <p:spPr bwMode="auto">
          <a:xfrm>
            <a:off x="5368925" y="2387600"/>
            <a:ext cx="484188"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0667" name="Line 16">
            <a:extLst>
              <a:ext uri="{FF2B5EF4-FFF2-40B4-BE49-F238E27FC236}">
                <a16:creationId xmlns:a16="http://schemas.microsoft.com/office/drawing/2014/main" id="{88EF6344-A07E-9442-9FFE-F92DD99775A5}"/>
              </a:ext>
            </a:extLst>
          </p:cNvPr>
          <p:cNvSpPr>
            <a:spLocks noChangeShapeType="1"/>
          </p:cNvSpPr>
          <p:nvPr/>
        </p:nvSpPr>
        <p:spPr bwMode="auto">
          <a:xfrm>
            <a:off x="6656389" y="2387600"/>
            <a:ext cx="36512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0668" name="Text Box 17">
            <a:extLst>
              <a:ext uri="{FF2B5EF4-FFF2-40B4-BE49-F238E27FC236}">
                <a16:creationId xmlns:a16="http://schemas.microsoft.com/office/drawing/2014/main" id="{53A078F6-BB70-BD64-FC88-74BDECC8362C}"/>
              </a:ext>
            </a:extLst>
          </p:cNvPr>
          <p:cNvSpPr txBox="1">
            <a:spLocks noChangeArrowheads="1"/>
          </p:cNvSpPr>
          <p:nvPr/>
        </p:nvSpPr>
        <p:spPr bwMode="auto">
          <a:xfrm>
            <a:off x="5868989" y="2098675"/>
            <a:ext cx="765175" cy="1119188"/>
          </a:xfrm>
          <a:prstGeom prst="rect">
            <a:avLst/>
          </a:prstGeom>
          <a:solidFill>
            <a:schemeClr val="accent1"/>
          </a:solidFill>
          <a:ln w="25400">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dirty="0"/>
              <a:t> </a:t>
            </a:r>
            <a:r>
              <a:rPr lang="en-US" altLang="en-US" dirty="0">
                <a:solidFill>
                  <a:schemeClr val="bg1"/>
                </a:solidFill>
              </a:rPr>
              <a:t>D</a:t>
            </a:r>
          </a:p>
          <a:p>
            <a:pPr eaLnBrk="1" hangingPunct="1"/>
            <a:endParaRPr lang="en-US" altLang="en-US" dirty="0">
              <a:solidFill>
                <a:schemeClr val="bg1"/>
              </a:solidFill>
            </a:endParaRPr>
          </a:p>
          <a:p>
            <a:pPr eaLnBrk="1" hangingPunct="1"/>
            <a:r>
              <a:rPr lang="en-US" altLang="en-US" dirty="0">
                <a:solidFill>
                  <a:schemeClr val="bg1"/>
                </a:solidFill>
              </a:rPr>
              <a:t> C</a:t>
            </a:r>
          </a:p>
        </p:txBody>
      </p:sp>
      <p:sp>
        <p:nvSpPr>
          <p:cNvPr id="70669" name="Line 19">
            <a:extLst>
              <a:ext uri="{FF2B5EF4-FFF2-40B4-BE49-F238E27FC236}">
                <a16:creationId xmlns:a16="http://schemas.microsoft.com/office/drawing/2014/main" id="{BCE924E0-6371-9CBC-DEA6-C7A670C62637}"/>
              </a:ext>
            </a:extLst>
          </p:cNvPr>
          <p:cNvSpPr>
            <a:spLocks noChangeShapeType="1"/>
          </p:cNvSpPr>
          <p:nvPr/>
        </p:nvSpPr>
        <p:spPr bwMode="auto">
          <a:xfrm flipV="1">
            <a:off x="7461250" y="2301875"/>
            <a:ext cx="274638"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0670" name="Text Box 20">
            <a:extLst>
              <a:ext uri="{FF2B5EF4-FFF2-40B4-BE49-F238E27FC236}">
                <a16:creationId xmlns:a16="http://schemas.microsoft.com/office/drawing/2014/main" id="{0B1D0A56-ABE4-AB80-B32C-DF67D96D7CEA}"/>
              </a:ext>
            </a:extLst>
          </p:cNvPr>
          <p:cNvSpPr txBox="1">
            <a:spLocks noChangeArrowheads="1"/>
          </p:cNvSpPr>
          <p:nvPr/>
        </p:nvSpPr>
        <p:spPr bwMode="auto">
          <a:xfrm>
            <a:off x="7735889" y="2078039"/>
            <a:ext cx="763587" cy="1119187"/>
          </a:xfrm>
          <a:prstGeom prst="rect">
            <a:avLst/>
          </a:prstGeom>
          <a:solidFill>
            <a:schemeClr val="accent1"/>
          </a:solidFill>
          <a:ln w="25400">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dirty="0"/>
              <a:t> </a:t>
            </a:r>
            <a:r>
              <a:rPr lang="en-US" altLang="en-US" dirty="0">
                <a:solidFill>
                  <a:schemeClr val="bg1"/>
                </a:solidFill>
              </a:rPr>
              <a:t>D</a:t>
            </a:r>
          </a:p>
          <a:p>
            <a:pPr eaLnBrk="1" hangingPunct="1"/>
            <a:endParaRPr lang="en-US" altLang="en-US" dirty="0">
              <a:solidFill>
                <a:schemeClr val="bg1"/>
              </a:solidFill>
            </a:endParaRPr>
          </a:p>
          <a:p>
            <a:pPr eaLnBrk="1" hangingPunct="1"/>
            <a:r>
              <a:rPr lang="en-US" altLang="en-US" dirty="0">
                <a:solidFill>
                  <a:schemeClr val="bg1"/>
                </a:solidFill>
              </a:rPr>
              <a:t> C</a:t>
            </a:r>
          </a:p>
        </p:txBody>
      </p:sp>
      <p:sp>
        <p:nvSpPr>
          <p:cNvPr id="70671" name="Line 22">
            <a:extLst>
              <a:ext uri="{FF2B5EF4-FFF2-40B4-BE49-F238E27FC236}">
                <a16:creationId xmlns:a16="http://schemas.microsoft.com/office/drawing/2014/main" id="{2002BB9F-3033-B0DB-18D8-AC9FB68D3B3B}"/>
              </a:ext>
            </a:extLst>
          </p:cNvPr>
          <p:cNvSpPr>
            <a:spLocks noChangeShapeType="1"/>
          </p:cNvSpPr>
          <p:nvPr/>
        </p:nvSpPr>
        <p:spPr bwMode="auto">
          <a:xfrm flipV="1">
            <a:off x="8497889" y="2298700"/>
            <a:ext cx="420687"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0672" name="Text Box 23">
            <a:extLst>
              <a:ext uri="{FF2B5EF4-FFF2-40B4-BE49-F238E27FC236}">
                <a16:creationId xmlns:a16="http://schemas.microsoft.com/office/drawing/2014/main" id="{E29BA4FC-3EF5-315A-0070-DF677934983F}"/>
              </a:ext>
            </a:extLst>
          </p:cNvPr>
          <p:cNvSpPr txBox="1">
            <a:spLocks noChangeArrowheads="1"/>
          </p:cNvSpPr>
          <p:nvPr/>
        </p:nvSpPr>
        <p:spPr bwMode="auto">
          <a:xfrm>
            <a:off x="8928100" y="2089150"/>
            <a:ext cx="763588" cy="1119188"/>
          </a:xfrm>
          <a:prstGeom prst="rect">
            <a:avLst/>
          </a:prstGeom>
          <a:solidFill>
            <a:schemeClr val="accent1"/>
          </a:solidFill>
          <a:ln w="25400">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dirty="0">
                <a:solidFill>
                  <a:schemeClr val="bg1"/>
                </a:solidFill>
              </a:rPr>
              <a:t> D</a:t>
            </a:r>
          </a:p>
          <a:p>
            <a:pPr eaLnBrk="1" hangingPunct="1"/>
            <a:endParaRPr lang="en-US" altLang="en-US" dirty="0">
              <a:solidFill>
                <a:schemeClr val="bg1"/>
              </a:solidFill>
            </a:endParaRPr>
          </a:p>
          <a:p>
            <a:pPr eaLnBrk="1" hangingPunct="1"/>
            <a:r>
              <a:rPr lang="en-US" altLang="en-US" dirty="0">
                <a:solidFill>
                  <a:schemeClr val="bg1"/>
                </a:solidFill>
              </a:rPr>
              <a:t> C</a:t>
            </a:r>
          </a:p>
        </p:txBody>
      </p:sp>
      <p:sp>
        <p:nvSpPr>
          <p:cNvPr id="70673" name="Line 25">
            <a:extLst>
              <a:ext uri="{FF2B5EF4-FFF2-40B4-BE49-F238E27FC236}">
                <a16:creationId xmlns:a16="http://schemas.microsoft.com/office/drawing/2014/main" id="{062A5B65-746F-03FF-CB59-2B8B7C1DFFD1}"/>
              </a:ext>
            </a:extLst>
          </p:cNvPr>
          <p:cNvSpPr>
            <a:spLocks noChangeShapeType="1"/>
          </p:cNvSpPr>
          <p:nvPr/>
        </p:nvSpPr>
        <p:spPr bwMode="auto">
          <a:xfrm flipV="1">
            <a:off x="9693275" y="2306639"/>
            <a:ext cx="317500" cy="317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0674" name="Line 26">
            <a:extLst>
              <a:ext uri="{FF2B5EF4-FFF2-40B4-BE49-F238E27FC236}">
                <a16:creationId xmlns:a16="http://schemas.microsoft.com/office/drawing/2014/main" id="{1C47039E-2075-8F6E-C119-D1DEBFD8EF68}"/>
              </a:ext>
            </a:extLst>
          </p:cNvPr>
          <p:cNvSpPr>
            <a:spLocks noChangeShapeType="1"/>
          </p:cNvSpPr>
          <p:nvPr/>
        </p:nvSpPr>
        <p:spPr bwMode="auto">
          <a:xfrm flipV="1">
            <a:off x="10020300" y="1751013"/>
            <a:ext cx="0" cy="55880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0675" name="Line 27">
            <a:extLst>
              <a:ext uri="{FF2B5EF4-FFF2-40B4-BE49-F238E27FC236}">
                <a16:creationId xmlns:a16="http://schemas.microsoft.com/office/drawing/2014/main" id="{F3F9CFD0-5036-4CBD-4E5C-7577B6032351}"/>
              </a:ext>
            </a:extLst>
          </p:cNvPr>
          <p:cNvSpPr>
            <a:spLocks noChangeShapeType="1"/>
          </p:cNvSpPr>
          <p:nvPr/>
        </p:nvSpPr>
        <p:spPr bwMode="auto">
          <a:xfrm flipH="1">
            <a:off x="3021014" y="1751013"/>
            <a:ext cx="699452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0676" name="Line 28">
            <a:extLst>
              <a:ext uri="{FF2B5EF4-FFF2-40B4-BE49-F238E27FC236}">
                <a16:creationId xmlns:a16="http://schemas.microsoft.com/office/drawing/2014/main" id="{3E443E69-C099-05AE-2CC6-7F17C24FBA80}"/>
              </a:ext>
            </a:extLst>
          </p:cNvPr>
          <p:cNvSpPr>
            <a:spLocks noChangeShapeType="1"/>
          </p:cNvSpPr>
          <p:nvPr/>
        </p:nvSpPr>
        <p:spPr bwMode="auto">
          <a:xfrm flipV="1">
            <a:off x="3021013" y="1751013"/>
            <a:ext cx="0" cy="55880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0677" name="Line 29">
            <a:extLst>
              <a:ext uri="{FF2B5EF4-FFF2-40B4-BE49-F238E27FC236}">
                <a16:creationId xmlns:a16="http://schemas.microsoft.com/office/drawing/2014/main" id="{D7129B98-E35E-41D5-B725-B9A0FFCF0018}"/>
              </a:ext>
            </a:extLst>
          </p:cNvPr>
          <p:cNvSpPr>
            <a:spLocks noChangeShapeType="1"/>
          </p:cNvSpPr>
          <p:nvPr/>
        </p:nvSpPr>
        <p:spPr bwMode="auto">
          <a:xfrm flipV="1">
            <a:off x="6858000" y="1778000"/>
            <a:ext cx="0" cy="457200"/>
          </a:xfrm>
          <a:prstGeom prst="line">
            <a:avLst/>
          </a:prstGeom>
          <a:noFill/>
          <a:ln w="25400">
            <a:solidFill>
              <a:srgbClr val="000000"/>
            </a:solidFill>
            <a:round/>
            <a:headEnd/>
            <a:tailEnd type="oval" w="sm" len="sm"/>
          </a:ln>
          <a:extLst>
            <a:ext uri="{909E8E84-426E-40DD-AFC4-6F175D3DCCD1}">
              <a14:hiddenFill xmlns:a14="http://schemas.microsoft.com/office/drawing/2010/main">
                <a:noFill/>
              </a14:hiddenFill>
            </a:ext>
          </a:extLst>
        </p:spPr>
        <p:txBody>
          <a:bodyPr/>
          <a:lstStyle/>
          <a:p>
            <a:endParaRPr lang="en-US"/>
          </a:p>
        </p:txBody>
      </p:sp>
      <p:sp>
        <p:nvSpPr>
          <p:cNvPr id="70678" name="Line 30">
            <a:extLst>
              <a:ext uri="{FF2B5EF4-FFF2-40B4-BE49-F238E27FC236}">
                <a16:creationId xmlns:a16="http://schemas.microsoft.com/office/drawing/2014/main" id="{B47CD1DA-5DE5-80F1-2C57-22CE29353DDF}"/>
              </a:ext>
            </a:extLst>
          </p:cNvPr>
          <p:cNvSpPr>
            <a:spLocks noChangeShapeType="1"/>
          </p:cNvSpPr>
          <p:nvPr/>
        </p:nvSpPr>
        <p:spPr bwMode="auto">
          <a:xfrm flipH="1">
            <a:off x="2743200" y="3429000"/>
            <a:ext cx="594360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0679" name="Line 31">
            <a:extLst>
              <a:ext uri="{FF2B5EF4-FFF2-40B4-BE49-F238E27FC236}">
                <a16:creationId xmlns:a16="http://schemas.microsoft.com/office/drawing/2014/main" id="{FD932DEB-CACE-1A9E-C513-8B78671B0AF2}"/>
              </a:ext>
            </a:extLst>
          </p:cNvPr>
          <p:cNvSpPr>
            <a:spLocks noChangeShapeType="1"/>
          </p:cNvSpPr>
          <p:nvPr/>
        </p:nvSpPr>
        <p:spPr bwMode="auto">
          <a:xfrm flipH="1">
            <a:off x="3021014" y="2870200"/>
            <a:ext cx="319087"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0680" name="Line 32">
            <a:extLst>
              <a:ext uri="{FF2B5EF4-FFF2-40B4-BE49-F238E27FC236}">
                <a16:creationId xmlns:a16="http://schemas.microsoft.com/office/drawing/2014/main" id="{448049DD-FC37-46D4-D519-FDEA6B024338}"/>
              </a:ext>
            </a:extLst>
          </p:cNvPr>
          <p:cNvSpPr>
            <a:spLocks noChangeShapeType="1"/>
          </p:cNvSpPr>
          <p:nvPr/>
        </p:nvSpPr>
        <p:spPr bwMode="auto">
          <a:xfrm>
            <a:off x="3021013" y="2870200"/>
            <a:ext cx="0" cy="558800"/>
          </a:xfrm>
          <a:prstGeom prst="line">
            <a:avLst/>
          </a:prstGeom>
          <a:noFill/>
          <a:ln w="25400">
            <a:solidFill>
              <a:srgbClr val="000000"/>
            </a:solidFill>
            <a:round/>
            <a:headEnd/>
            <a:tailEnd type="oval" w="sm" len="sm"/>
          </a:ln>
          <a:extLst>
            <a:ext uri="{909E8E84-426E-40DD-AFC4-6F175D3DCCD1}">
              <a14:hiddenFill xmlns:a14="http://schemas.microsoft.com/office/drawing/2010/main">
                <a:noFill/>
              </a14:hiddenFill>
            </a:ext>
          </a:extLst>
        </p:spPr>
        <p:txBody>
          <a:bodyPr/>
          <a:lstStyle/>
          <a:p>
            <a:endParaRPr lang="en-US"/>
          </a:p>
        </p:txBody>
      </p:sp>
      <p:grpSp>
        <p:nvGrpSpPr>
          <p:cNvPr id="70681" name="Group 33">
            <a:extLst>
              <a:ext uri="{FF2B5EF4-FFF2-40B4-BE49-F238E27FC236}">
                <a16:creationId xmlns:a16="http://schemas.microsoft.com/office/drawing/2014/main" id="{F5F86017-6A2A-886F-7BAF-952629EDDABF}"/>
              </a:ext>
            </a:extLst>
          </p:cNvPr>
          <p:cNvGrpSpPr>
            <a:grpSpLocks/>
          </p:cNvGrpSpPr>
          <p:nvPr/>
        </p:nvGrpSpPr>
        <p:grpSpPr bwMode="auto">
          <a:xfrm>
            <a:off x="4316413" y="2855914"/>
            <a:ext cx="254000" cy="560387"/>
            <a:chOff x="3705" y="2690"/>
            <a:chExt cx="360" cy="540"/>
          </a:xfrm>
        </p:grpSpPr>
        <p:sp>
          <p:nvSpPr>
            <p:cNvPr id="70702" name="Line 34">
              <a:extLst>
                <a:ext uri="{FF2B5EF4-FFF2-40B4-BE49-F238E27FC236}">
                  <a16:creationId xmlns:a16="http://schemas.microsoft.com/office/drawing/2014/main" id="{0586B0C2-A72F-5DA6-BC65-644E37A7F05C}"/>
                </a:ext>
              </a:extLst>
            </p:cNvPr>
            <p:cNvSpPr>
              <a:spLocks noChangeShapeType="1"/>
            </p:cNvSpPr>
            <p:nvPr/>
          </p:nvSpPr>
          <p:spPr bwMode="auto">
            <a:xfrm flipH="1">
              <a:off x="3705" y="2690"/>
              <a:ext cx="36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0703" name="Line 35">
              <a:extLst>
                <a:ext uri="{FF2B5EF4-FFF2-40B4-BE49-F238E27FC236}">
                  <a16:creationId xmlns:a16="http://schemas.microsoft.com/office/drawing/2014/main" id="{6A785B46-306B-BC25-D23F-593F1D411BD0}"/>
                </a:ext>
              </a:extLst>
            </p:cNvPr>
            <p:cNvSpPr>
              <a:spLocks noChangeShapeType="1"/>
            </p:cNvSpPr>
            <p:nvPr/>
          </p:nvSpPr>
          <p:spPr bwMode="auto">
            <a:xfrm>
              <a:off x="3705" y="2690"/>
              <a:ext cx="0" cy="540"/>
            </a:xfrm>
            <a:prstGeom prst="line">
              <a:avLst/>
            </a:prstGeom>
            <a:noFill/>
            <a:ln w="25400">
              <a:solidFill>
                <a:srgbClr val="000000"/>
              </a:solidFill>
              <a:round/>
              <a:headEnd/>
              <a:tailEnd type="oval" w="sm" len="sm"/>
            </a:ln>
            <a:extLst>
              <a:ext uri="{909E8E84-426E-40DD-AFC4-6F175D3DCCD1}">
                <a14:hiddenFill xmlns:a14="http://schemas.microsoft.com/office/drawing/2010/main">
                  <a:noFill/>
                </a14:hiddenFill>
              </a:ext>
            </a:extLst>
          </p:spPr>
          <p:txBody>
            <a:bodyPr/>
            <a:lstStyle/>
            <a:p>
              <a:endParaRPr lang="en-US"/>
            </a:p>
          </p:txBody>
        </p:sp>
      </p:grpSp>
      <p:grpSp>
        <p:nvGrpSpPr>
          <p:cNvPr id="70682" name="Group 36">
            <a:extLst>
              <a:ext uri="{FF2B5EF4-FFF2-40B4-BE49-F238E27FC236}">
                <a16:creationId xmlns:a16="http://schemas.microsoft.com/office/drawing/2014/main" id="{39D785A2-3EA1-0A5F-0B57-CEF360735CC2}"/>
              </a:ext>
            </a:extLst>
          </p:cNvPr>
          <p:cNvGrpSpPr>
            <a:grpSpLocks/>
          </p:cNvGrpSpPr>
          <p:nvPr/>
        </p:nvGrpSpPr>
        <p:grpSpPr bwMode="auto">
          <a:xfrm>
            <a:off x="5638800" y="2862264"/>
            <a:ext cx="255588" cy="561975"/>
            <a:chOff x="3705" y="2690"/>
            <a:chExt cx="360" cy="540"/>
          </a:xfrm>
        </p:grpSpPr>
        <p:sp>
          <p:nvSpPr>
            <p:cNvPr id="70700" name="Line 37">
              <a:extLst>
                <a:ext uri="{FF2B5EF4-FFF2-40B4-BE49-F238E27FC236}">
                  <a16:creationId xmlns:a16="http://schemas.microsoft.com/office/drawing/2014/main" id="{D8C4D258-DFB3-3AE9-E606-9287990EC075}"/>
                </a:ext>
              </a:extLst>
            </p:cNvPr>
            <p:cNvSpPr>
              <a:spLocks noChangeShapeType="1"/>
            </p:cNvSpPr>
            <p:nvPr/>
          </p:nvSpPr>
          <p:spPr bwMode="auto">
            <a:xfrm flipH="1">
              <a:off x="3705" y="2690"/>
              <a:ext cx="36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0701" name="Line 38">
              <a:extLst>
                <a:ext uri="{FF2B5EF4-FFF2-40B4-BE49-F238E27FC236}">
                  <a16:creationId xmlns:a16="http://schemas.microsoft.com/office/drawing/2014/main" id="{2C0BD069-369D-63DB-4023-DE8C94C9EFD6}"/>
                </a:ext>
              </a:extLst>
            </p:cNvPr>
            <p:cNvSpPr>
              <a:spLocks noChangeShapeType="1"/>
            </p:cNvSpPr>
            <p:nvPr/>
          </p:nvSpPr>
          <p:spPr bwMode="auto">
            <a:xfrm>
              <a:off x="3705" y="2690"/>
              <a:ext cx="0" cy="540"/>
            </a:xfrm>
            <a:prstGeom prst="line">
              <a:avLst/>
            </a:prstGeom>
            <a:noFill/>
            <a:ln w="25400">
              <a:solidFill>
                <a:srgbClr val="000000"/>
              </a:solidFill>
              <a:round/>
              <a:headEnd/>
              <a:tailEnd type="oval" w="sm" len="sm"/>
            </a:ln>
            <a:extLst>
              <a:ext uri="{909E8E84-426E-40DD-AFC4-6F175D3DCCD1}">
                <a14:hiddenFill xmlns:a14="http://schemas.microsoft.com/office/drawing/2010/main">
                  <a:noFill/>
                </a14:hiddenFill>
              </a:ext>
            </a:extLst>
          </p:spPr>
          <p:txBody>
            <a:bodyPr/>
            <a:lstStyle/>
            <a:p>
              <a:endParaRPr lang="en-US"/>
            </a:p>
          </p:txBody>
        </p:sp>
      </p:grpSp>
      <p:grpSp>
        <p:nvGrpSpPr>
          <p:cNvPr id="70683" name="Group 39">
            <a:extLst>
              <a:ext uri="{FF2B5EF4-FFF2-40B4-BE49-F238E27FC236}">
                <a16:creationId xmlns:a16="http://schemas.microsoft.com/office/drawing/2014/main" id="{733ACED2-BD79-CB63-5FE6-9D39E95CFB4D}"/>
              </a:ext>
            </a:extLst>
          </p:cNvPr>
          <p:cNvGrpSpPr>
            <a:grpSpLocks/>
          </p:cNvGrpSpPr>
          <p:nvPr/>
        </p:nvGrpSpPr>
        <p:grpSpPr bwMode="auto">
          <a:xfrm>
            <a:off x="7481889" y="2855914"/>
            <a:ext cx="255587" cy="560387"/>
            <a:chOff x="3705" y="2690"/>
            <a:chExt cx="360" cy="540"/>
          </a:xfrm>
        </p:grpSpPr>
        <p:sp>
          <p:nvSpPr>
            <p:cNvPr id="70698" name="Line 40">
              <a:extLst>
                <a:ext uri="{FF2B5EF4-FFF2-40B4-BE49-F238E27FC236}">
                  <a16:creationId xmlns:a16="http://schemas.microsoft.com/office/drawing/2014/main" id="{6E512A03-3085-4926-6096-8BE9941F8629}"/>
                </a:ext>
              </a:extLst>
            </p:cNvPr>
            <p:cNvSpPr>
              <a:spLocks noChangeShapeType="1"/>
            </p:cNvSpPr>
            <p:nvPr/>
          </p:nvSpPr>
          <p:spPr bwMode="auto">
            <a:xfrm flipH="1">
              <a:off x="3705" y="2690"/>
              <a:ext cx="36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0699" name="Line 41">
              <a:extLst>
                <a:ext uri="{FF2B5EF4-FFF2-40B4-BE49-F238E27FC236}">
                  <a16:creationId xmlns:a16="http://schemas.microsoft.com/office/drawing/2014/main" id="{68611E44-3076-C1BA-CA92-349EB7F84AEC}"/>
                </a:ext>
              </a:extLst>
            </p:cNvPr>
            <p:cNvSpPr>
              <a:spLocks noChangeShapeType="1"/>
            </p:cNvSpPr>
            <p:nvPr/>
          </p:nvSpPr>
          <p:spPr bwMode="auto">
            <a:xfrm>
              <a:off x="3705" y="2690"/>
              <a:ext cx="0" cy="540"/>
            </a:xfrm>
            <a:prstGeom prst="line">
              <a:avLst/>
            </a:prstGeom>
            <a:noFill/>
            <a:ln w="25400">
              <a:solidFill>
                <a:srgbClr val="000000"/>
              </a:solidFill>
              <a:round/>
              <a:headEnd/>
              <a:tailEnd type="oval" w="sm" len="sm"/>
            </a:ln>
            <a:extLst>
              <a:ext uri="{909E8E84-426E-40DD-AFC4-6F175D3DCCD1}">
                <a14:hiddenFill xmlns:a14="http://schemas.microsoft.com/office/drawing/2010/main">
                  <a:noFill/>
                </a14:hiddenFill>
              </a:ext>
            </a:extLst>
          </p:spPr>
          <p:txBody>
            <a:bodyPr/>
            <a:lstStyle/>
            <a:p>
              <a:endParaRPr lang="en-US"/>
            </a:p>
          </p:txBody>
        </p:sp>
      </p:grpSp>
      <p:sp>
        <p:nvSpPr>
          <p:cNvPr id="70684" name="Line 42">
            <a:extLst>
              <a:ext uri="{FF2B5EF4-FFF2-40B4-BE49-F238E27FC236}">
                <a16:creationId xmlns:a16="http://schemas.microsoft.com/office/drawing/2014/main" id="{A416B015-8E3F-638E-D423-AC3CD1D51E75}"/>
              </a:ext>
            </a:extLst>
          </p:cNvPr>
          <p:cNvSpPr>
            <a:spLocks noChangeShapeType="1"/>
          </p:cNvSpPr>
          <p:nvPr/>
        </p:nvSpPr>
        <p:spPr bwMode="auto">
          <a:xfrm flipV="1">
            <a:off x="8680450" y="2870200"/>
            <a:ext cx="0" cy="55880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0685" name="Line 43">
            <a:extLst>
              <a:ext uri="{FF2B5EF4-FFF2-40B4-BE49-F238E27FC236}">
                <a16:creationId xmlns:a16="http://schemas.microsoft.com/office/drawing/2014/main" id="{E05F45A6-26FC-70A6-C981-CED7F19BA49F}"/>
              </a:ext>
            </a:extLst>
          </p:cNvPr>
          <p:cNvSpPr>
            <a:spLocks noChangeShapeType="1"/>
          </p:cNvSpPr>
          <p:nvPr/>
        </p:nvSpPr>
        <p:spPr bwMode="auto">
          <a:xfrm>
            <a:off x="8680450" y="2870200"/>
            <a:ext cx="255588" cy="0"/>
          </a:xfrm>
          <a:prstGeom prst="line">
            <a:avLst/>
          </a:prstGeom>
          <a:noFill/>
          <a:ln w="25400">
            <a:solidFill>
              <a:srgbClr val="000000"/>
            </a:solidFill>
            <a:round/>
            <a:headEnd type="none" w="sm" len="med"/>
            <a:tailEnd type="none" w="sm" len="sm"/>
          </a:ln>
          <a:extLst>
            <a:ext uri="{909E8E84-426E-40DD-AFC4-6F175D3DCCD1}">
              <a14:hiddenFill xmlns:a14="http://schemas.microsoft.com/office/drawing/2010/main">
                <a:noFill/>
              </a14:hiddenFill>
            </a:ext>
          </a:extLst>
        </p:spPr>
        <p:txBody>
          <a:bodyPr/>
          <a:lstStyle/>
          <a:p>
            <a:endParaRPr lang="en-US"/>
          </a:p>
        </p:txBody>
      </p:sp>
      <p:sp>
        <p:nvSpPr>
          <p:cNvPr id="70686" name="Text Box 44">
            <a:extLst>
              <a:ext uri="{FF2B5EF4-FFF2-40B4-BE49-F238E27FC236}">
                <a16:creationId xmlns:a16="http://schemas.microsoft.com/office/drawing/2014/main" id="{4CC37744-FCCA-17ED-5DBD-DB38C36A1F4C}"/>
              </a:ext>
            </a:extLst>
          </p:cNvPr>
          <p:cNvSpPr txBox="1">
            <a:spLocks noChangeArrowheads="1"/>
          </p:cNvSpPr>
          <p:nvPr/>
        </p:nvSpPr>
        <p:spPr bwMode="auto">
          <a:xfrm>
            <a:off x="2265364" y="3030539"/>
            <a:ext cx="795337" cy="644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CLK</a:t>
            </a:r>
          </a:p>
        </p:txBody>
      </p:sp>
      <p:sp>
        <p:nvSpPr>
          <p:cNvPr id="70687" name="Freeform 46">
            <a:extLst>
              <a:ext uri="{FF2B5EF4-FFF2-40B4-BE49-F238E27FC236}">
                <a16:creationId xmlns:a16="http://schemas.microsoft.com/office/drawing/2014/main" id="{7D5C0B86-63EA-A0CB-2BAE-FF6367284736}"/>
              </a:ext>
            </a:extLst>
          </p:cNvPr>
          <p:cNvSpPr>
            <a:spLocks/>
          </p:cNvSpPr>
          <p:nvPr/>
        </p:nvSpPr>
        <p:spPr bwMode="auto">
          <a:xfrm>
            <a:off x="3330575" y="2768601"/>
            <a:ext cx="133350" cy="176213"/>
          </a:xfrm>
          <a:custGeom>
            <a:avLst/>
            <a:gdLst>
              <a:gd name="T0" fmla="*/ 0 w 129"/>
              <a:gd name="T1" fmla="*/ 2147483646 h 133"/>
              <a:gd name="T2" fmla="*/ 2147483646 w 129"/>
              <a:gd name="T3" fmla="*/ 2147483646 h 133"/>
              <a:gd name="T4" fmla="*/ 0 w 129"/>
              <a:gd name="T5" fmla="*/ 0 h 133"/>
              <a:gd name="T6" fmla="*/ 0 60000 65536"/>
              <a:gd name="T7" fmla="*/ 0 60000 65536"/>
              <a:gd name="T8" fmla="*/ 0 60000 65536"/>
              <a:gd name="T9" fmla="*/ 0 w 129"/>
              <a:gd name="T10" fmla="*/ 0 h 133"/>
              <a:gd name="T11" fmla="*/ 129 w 129"/>
              <a:gd name="T12" fmla="*/ 133 h 133"/>
            </a:gdLst>
            <a:ahLst/>
            <a:cxnLst>
              <a:cxn ang="T6">
                <a:pos x="T0" y="T1"/>
              </a:cxn>
              <a:cxn ang="T7">
                <a:pos x="T2" y="T3"/>
              </a:cxn>
              <a:cxn ang="T8">
                <a:pos x="T4" y="T5"/>
              </a:cxn>
            </a:cxnLst>
            <a:rect l="T9" t="T10" r="T11" b="T12"/>
            <a:pathLst>
              <a:path w="129" h="133">
                <a:moveTo>
                  <a:pt x="0" y="133"/>
                </a:moveTo>
                <a:lnTo>
                  <a:pt x="129" y="66"/>
                </a:lnTo>
                <a:lnTo>
                  <a:pt x="0" y="0"/>
                </a:lnTo>
              </a:path>
            </a:pathLst>
          </a:custGeom>
          <a:noFill/>
          <a:ln w="25400" cap="flat">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0688" name="Freeform 47">
            <a:extLst>
              <a:ext uri="{FF2B5EF4-FFF2-40B4-BE49-F238E27FC236}">
                <a16:creationId xmlns:a16="http://schemas.microsoft.com/office/drawing/2014/main" id="{512E7CD0-1551-D362-A63F-2ECF914F8854}"/>
              </a:ext>
            </a:extLst>
          </p:cNvPr>
          <p:cNvSpPr>
            <a:spLocks/>
          </p:cNvSpPr>
          <p:nvPr/>
        </p:nvSpPr>
        <p:spPr bwMode="auto">
          <a:xfrm>
            <a:off x="4587875" y="2768601"/>
            <a:ext cx="133350" cy="176213"/>
          </a:xfrm>
          <a:custGeom>
            <a:avLst/>
            <a:gdLst>
              <a:gd name="T0" fmla="*/ 0 w 129"/>
              <a:gd name="T1" fmla="*/ 2147483646 h 133"/>
              <a:gd name="T2" fmla="*/ 2147483646 w 129"/>
              <a:gd name="T3" fmla="*/ 2147483646 h 133"/>
              <a:gd name="T4" fmla="*/ 0 w 129"/>
              <a:gd name="T5" fmla="*/ 0 h 133"/>
              <a:gd name="T6" fmla="*/ 0 60000 65536"/>
              <a:gd name="T7" fmla="*/ 0 60000 65536"/>
              <a:gd name="T8" fmla="*/ 0 60000 65536"/>
              <a:gd name="T9" fmla="*/ 0 w 129"/>
              <a:gd name="T10" fmla="*/ 0 h 133"/>
              <a:gd name="T11" fmla="*/ 129 w 129"/>
              <a:gd name="T12" fmla="*/ 133 h 133"/>
            </a:gdLst>
            <a:ahLst/>
            <a:cxnLst>
              <a:cxn ang="T6">
                <a:pos x="T0" y="T1"/>
              </a:cxn>
              <a:cxn ang="T7">
                <a:pos x="T2" y="T3"/>
              </a:cxn>
              <a:cxn ang="T8">
                <a:pos x="T4" y="T5"/>
              </a:cxn>
            </a:cxnLst>
            <a:rect l="T9" t="T10" r="T11" b="T12"/>
            <a:pathLst>
              <a:path w="129" h="133">
                <a:moveTo>
                  <a:pt x="0" y="133"/>
                </a:moveTo>
                <a:lnTo>
                  <a:pt x="129" y="66"/>
                </a:lnTo>
                <a:lnTo>
                  <a:pt x="0" y="0"/>
                </a:lnTo>
              </a:path>
            </a:pathLst>
          </a:custGeom>
          <a:noFill/>
          <a:ln w="25400" cap="flat">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0689" name="Freeform 48">
            <a:extLst>
              <a:ext uri="{FF2B5EF4-FFF2-40B4-BE49-F238E27FC236}">
                <a16:creationId xmlns:a16="http://schemas.microsoft.com/office/drawing/2014/main" id="{92414B69-4D99-5E18-B06E-9DC6DF4D5B3D}"/>
              </a:ext>
            </a:extLst>
          </p:cNvPr>
          <p:cNvSpPr>
            <a:spLocks/>
          </p:cNvSpPr>
          <p:nvPr/>
        </p:nvSpPr>
        <p:spPr bwMode="auto">
          <a:xfrm>
            <a:off x="5886450" y="2768601"/>
            <a:ext cx="133350" cy="176213"/>
          </a:xfrm>
          <a:custGeom>
            <a:avLst/>
            <a:gdLst>
              <a:gd name="T0" fmla="*/ 0 w 129"/>
              <a:gd name="T1" fmla="*/ 2147483646 h 133"/>
              <a:gd name="T2" fmla="*/ 2147483646 w 129"/>
              <a:gd name="T3" fmla="*/ 2147483646 h 133"/>
              <a:gd name="T4" fmla="*/ 0 w 129"/>
              <a:gd name="T5" fmla="*/ 0 h 133"/>
              <a:gd name="T6" fmla="*/ 0 60000 65536"/>
              <a:gd name="T7" fmla="*/ 0 60000 65536"/>
              <a:gd name="T8" fmla="*/ 0 60000 65536"/>
              <a:gd name="T9" fmla="*/ 0 w 129"/>
              <a:gd name="T10" fmla="*/ 0 h 133"/>
              <a:gd name="T11" fmla="*/ 129 w 129"/>
              <a:gd name="T12" fmla="*/ 133 h 133"/>
            </a:gdLst>
            <a:ahLst/>
            <a:cxnLst>
              <a:cxn ang="T6">
                <a:pos x="T0" y="T1"/>
              </a:cxn>
              <a:cxn ang="T7">
                <a:pos x="T2" y="T3"/>
              </a:cxn>
              <a:cxn ang="T8">
                <a:pos x="T4" y="T5"/>
              </a:cxn>
            </a:cxnLst>
            <a:rect l="T9" t="T10" r="T11" b="T12"/>
            <a:pathLst>
              <a:path w="129" h="133">
                <a:moveTo>
                  <a:pt x="0" y="133"/>
                </a:moveTo>
                <a:lnTo>
                  <a:pt x="129" y="66"/>
                </a:lnTo>
                <a:lnTo>
                  <a:pt x="0" y="0"/>
                </a:lnTo>
              </a:path>
            </a:pathLst>
          </a:custGeom>
          <a:noFill/>
          <a:ln w="25400" cap="flat">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0690" name="Freeform 49">
            <a:extLst>
              <a:ext uri="{FF2B5EF4-FFF2-40B4-BE49-F238E27FC236}">
                <a16:creationId xmlns:a16="http://schemas.microsoft.com/office/drawing/2014/main" id="{D3C05C83-EAAE-60D0-C1A3-24E992EBE2AE}"/>
              </a:ext>
            </a:extLst>
          </p:cNvPr>
          <p:cNvSpPr>
            <a:spLocks/>
          </p:cNvSpPr>
          <p:nvPr/>
        </p:nvSpPr>
        <p:spPr bwMode="auto">
          <a:xfrm>
            <a:off x="7737475" y="2755901"/>
            <a:ext cx="133350" cy="176213"/>
          </a:xfrm>
          <a:custGeom>
            <a:avLst/>
            <a:gdLst>
              <a:gd name="T0" fmla="*/ 0 w 129"/>
              <a:gd name="T1" fmla="*/ 2147483646 h 133"/>
              <a:gd name="T2" fmla="*/ 2147483646 w 129"/>
              <a:gd name="T3" fmla="*/ 2147483646 h 133"/>
              <a:gd name="T4" fmla="*/ 0 w 129"/>
              <a:gd name="T5" fmla="*/ 0 h 133"/>
              <a:gd name="T6" fmla="*/ 0 60000 65536"/>
              <a:gd name="T7" fmla="*/ 0 60000 65536"/>
              <a:gd name="T8" fmla="*/ 0 60000 65536"/>
              <a:gd name="T9" fmla="*/ 0 w 129"/>
              <a:gd name="T10" fmla="*/ 0 h 133"/>
              <a:gd name="T11" fmla="*/ 129 w 129"/>
              <a:gd name="T12" fmla="*/ 133 h 133"/>
            </a:gdLst>
            <a:ahLst/>
            <a:cxnLst>
              <a:cxn ang="T6">
                <a:pos x="T0" y="T1"/>
              </a:cxn>
              <a:cxn ang="T7">
                <a:pos x="T2" y="T3"/>
              </a:cxn>
              <a:cxn ang="T8">
                <a:pos x="T4" y="T5"/>
              </a:cxn>
            </a:cxnLst>
            <a:rect l="T9" t="T10" r="T11" b="T12"/>
            <a:pathLst>
              <a:path w="129" h="133">
                <a:moveTo>
                  <a:pt x="0" y="133"/>
                </a:moveTo>
                <a:lnTo>
                  <a:pt x="129" y="66"/>
                </a:lnTo>
                <a:lnTo>
                  <a:pt x="0" y="0"/>
                </a:lnTo>
              </a:path>
            </a:pathLst>
          </a:custGeom>
          <a:noFill/>
          <a:ln w="25400" cap="flat">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0691" name="Freeform 50">
            <a:extLst>
              <a:ext uri="{FF2B5EF4-FFF2-40B4-BE49-F238E27FC236}">
                <a16:creationId xmlns:a16="http://schemas.microsoft.com/office/drawing/2014/main" id="{15DD5ED5-9CB2-B1C0-6F5F-054C1F1261E6}"/>
              </a:ext>
            </a:extLst>
          </p:cNvPr>
          <p:cNvSpPr>
            <a:spLocks/>
          </p:cNvSpPr>
          <p:nvPr/>
        </p:nvSpPr>
        <p:spPr bwMode="auto">
          <a:xfrm>
            <a:off x="8929688" y="2754313"/>
            <a:ext cx="133350" cy="176212"/>
          </a:xfrm>
          <a:custGeom>
            <a:avLst/>
            <a:gdLst>
              <a:gd name="T0" fmla="*/ 0 w 129"/>
              <a:gd name="T1" fmla="*/ 2147483646 h 133"/>
              <a:gd name="T2" fmla="*/ 2147483646 w 129"/>
              <a:gd name="T3" fmla="*/ 2147483646 h 133"/>
              <a:gd name="T4" fmla="*/ 0 w 129"/>
              <a:gd name="T5" fmla="*/ 0 h 133"/>
              <a:gd name="T6" fmla="*/ 0 60000 65536"/>
              <a:gd name="T7" fmla="*/ 0 60000 65536"/>
              <a:gd name="T8" fmla="*/ 0 60000 65536"/>
              <a:gd name="T9" fmla="*/ 0 w 129"/>
              <a:gd name="T10" fmla="*/ 0 h 133"/>
              <a:gd name="T11" fmla="*/ 129 w 129"/>
              <a:gd name="T12" fmla="*/ 133 h 133"/>
            </a:gdLst>
            <a:ahLst/>
            <a:cxnLst>
              <a:cxn ang="T6">
                <a:pos x="T0" y="T1"/>
              </a:cxn>
              <a:cxn ang="T7">
                <a:pos x="T2" y="T3"/>
              </a:cxn>
              <a:cxn ang="T8">
                <a:pos x="T4" y="T5"/>
              </a:cxn>
            </a:cxnLst>
            <a:rect l="T9" t="T10" r="T11" b="T12"/>
            <a:pathLst>
              <a:path w="129" h="133">
                <a:moveTo>
                  <a:pt x="0" y="133"/>
                </a:moveTo>
                <a:lnTo>
                  <a:pt x="129" y="66"/>
                </a:lnTo>
                <a:lnTo>
                  <a:pt x="0" y="0"/>
                </a:lnTo>
              </a:path>
            </a:pathLst>
          </a:custGeom>
          <a:noFill/>
          <a:ln w="25400" cap="flat">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0692" name="Line 16">
            <a:extLst>
              <a:ext uri="{FF2B5EF4-FFF2-40B4-BE49-F238E27FC236}">
                <a16:creationId xmlns:a16="http://schemas.microsoft.com/office/drawing/2014/main" id="{18E7D971-988C-5CA5-AEF6-31837CDF437B}"/>
              </a:ext>
            </a:extLst>
          </p:cNvPr>
          <p:cNvSpPr>
            <a:spLocks noChangeShapeType="1"/>
          </p:cNvSpPr>
          <p:nvPr/>
        </p:nvSpPr>
        <p:spPr bwMode="auto">
          <a:xfrm>
            <a:off x="6858001" y="2244725"/>
            <a:ext cx="18256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0693" name="TextBox 42">
            <a:extLst>
              <a:ext uri="{FF2B5EF4-FFF2-40B4-BE49-F238E27FC236}">
                <a16:creationId xmlns:a16="http://schemas.microsoft.com/office/drawing/2014/main" id="{6038F93C-54BD-EAA1-2185-6DE9542B1441}"/>
              </a:ext>
            </a:extLst>
          </p:cNvPr>
          <p:cNvSpPr txBox="1">
            <a:spLocks noChangeArrowheads="1"/>
          </p:cNvSpPr>
          <p:nvPr/>
        </p:nvSpPr>
        <p:spPr bwMode="auto">
          <a:xfrm>
            <a:off x="3463926" y="1806575"/>
            <a:ext cx="72707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b="1">
                <a:sym typeface="Symbol" panose="05050102010706020507" pitchFamily="18" charset="2"/>
              </a:rPr>
              <a:t></a:t>
            </a:r>
            <a:r>
              <a:rPr lang="en-US" altLang="en-US" b="1" baseline="30000">
                <a:sym typeface="Symbol" panose="05050102010706020507" pitchFamily="18" charset="2"/>
              </a:rPr>
              <a:t>0</a:t>
            </a:r>
            <a:endParaRPr lang="en-US" altLang="en-US" b="1"/>
          </a:p>
        </p:txBody>
      </p:sp>
      <p:sp>
        <p:nvSpPr>
          <p:cNvPr id="70694" name="TextBox 46">
            <a:extLst>
              <a:ext uri="{FF2B5EF4-FFF2-40B4-BE49-F238E27FC236}">
                <a16:creationId xmlns:a16="http://schemas.microsoft.com/office/drawing/2014/main" id="{AF607A80-6B0F-F413-591F-B70DA0FFB006}"/>
              </a:ext>
            </a:extLst>
          </p:cNvPr>
          <p:cNvSpPr txBox="1">
            <a:spLocks noChangeArrowheads="1"/>
          </p:cNvSpPr>
          <p:nvPr/>
        </p:nvSpPr>
        <p:spPr bwMode="auto">
          <a:xfrm>
            <a:off x="4794251" y="1792289"/>
            <a:ext cx="72707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b="1">
                <a:sym typeface="Symbol" panose="05050102010706020507" pitchFamily="18" charset="2"/>
              </a:rPr>
              <a:t></a:t>
            </a:r>
            <a:r>
              <a:rPr lang="en-US" altLang="en-US" b="1" baseline="30000">
                <a:sym typeface="Symbol" panose="05050102010706020507" pitchFamily="18" charset="2"/>
              </a:rPr>
              <a:t>1</a:t>
            </a:r>
            <a:endParaRPr lang="en-US" altLang="en-US" b="1"/>
          </a:p>
        </p:txBody>
      </p:sp>
      <p:sp>
        <p:nvSpPr>
          <p:cNvPr id="70695" name="TextBox 47">
            <a:extLst>
              <a:ext uri="{FF2B5EF4-FFF2-40B4-BE49-F238E27FC236}">
                <a16:creationId xmlns:a16="http://schemas.microsoft.com/office/drawing/2014/main" id="{3EA7D0FA-FEB6-3AC1-3122-7464B489CB7D}"/>
              </a:ext>
            </a:extLst>
          </p:cNvPr>
          <p:cNvSpPr txBox="1">
            <a:spLocks noChangeArrowheads="1"/>
          </p:cNvSpPr>
          <p:nvPr/>
        </p:nvSpPr>
        <p:spPr bwMode="auto">
          <a:xfrm>
            <a:off x="6103939" y="1766889"/>
            <a:ext cx="72707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b="1">
                <a:sym typeface="Symbol" panose="05050102010706020507" pitchFamily="18" charset="2"/>
              </a:rPr>
              <a:t></a:t>
            </a:r>
            <a:r>
              <a:rPr lang="en-US" altLang="en-US" b="1" baseline="30000">
                <a:sym typeface="Symbol" panose="05050102010706020507" pitchFamily="18" charset="2"/>
              </a:rPr>
              <a:t>2</a:t>
            </a:r>
            <a:endParaRPr lang="en-US" altLang="en-US" b="1"/>
          </a:p>
        </p:txBody>
      </p:sp>
      <p:sp>
        <p:nvSpPr>
          <p:cNvPr id="70696" name="TextBox 48">
            <a:extLst>
              <a:ext uri="{FF2B5EF4-FFF2-40B4-BE49-F238E27FC236}">
                <a16:creationId xmlns:a16="http://schemas.microsoft.com/office/drawing/2014/main" id="{9080C670-1260-8FC8-761E-A20149942EA0}"/>
              </a:ext>
            </a:extLst>
          </p:cNvPr>
          <p:cNvSpPr txBox="1">
            <a:spLocks noChangeArrowheads="1"/>
          </p:cNvSpPr>
          <p:nvPr/>
        </p:nvSpPr>
        <p:spPr bwMode="auto">
          <a:xfrm>
            <a:off x="7770814" y="1766889"/>
            <a:ext cx="72707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b="1">
                <a:sym typeface="Symbol" panose="05050102010706020507" pitchFamily="18" charset="2"/>
              </a:rPr>
              <a:t></a:t>
            </a:r>
            <a:r>
              <a:rPr lang="en-US" altLang="en-US" b="1" baseline="30000">
                <a:sym typeface="Symbol" panose="05050102010706020507" pitchFamily="18" charset="2"/>
              </a:rPr>
              <a:t>3</a:t>
            </a:r>
            <a:endParaRPr lang="en-US" altLang="en-US" b="1"/>
          </a:p>
        </p:txBody>
      </p:sp>
      <p:sp>
        <p:nvSpPr>
          <p:cNvPr id="70697" name="TextBox 49">
            <a:extLst>
              <a:ext uri="{FF2B5EF4-FFF2-40B4-BE49-F238E27FC236}">
                <a16:creationId xmlns:a16="http://schemas.microsoft.com/office/drawing/2014/main" id="{D26C8341-2D85-1590-D86A-1D7DB9F239AE}"/>
              </a:ext>
            </a:extLst>
          </p:cNvPr>
          <p:cNvSpPr txBox="1">
            <a:spLocks noChangeArrowheads="1"/>
          </p:cNvSpPr>
          <p:nvPr/>
        </p:nvSpPr>
        <p:spPr bwMode="auto">
          <a:xfrm>
            <a:off x="8996364" y="1789113"/>
            <a:ext cx="72707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b="1">
                <a:sym typeface="Symbol" panose="05050102010706020507" pitchFamily="18" charset="2"/>
              </a:rPr>
              <a:t></a:t>
            </a:r>
            <a:r>
              <a:rPr lang="en-US" altLang="en-US" b="1" baseline="30000">
                <a:sym typeface="Symbol" panose="05050102010706020507" pitchFamily="18" charset="2"/>
              </a:rPr>
              <a:t>4</a:t>
            </a:r>
            <a:endParaRPr lang="en-US" altLang="en-US" b="1"/>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Заголовок 2">
            <a:extLst>
              <a:ext uri="{FF2B5EF4-FFF2-40B4-BE49-F238E27FC236}">
                <a16:creationId xmlns:a16="http://schemas.microsoft.com/office/drawing/2014/main" id="{5450ECAA-9DA2-8FB0-008E-8434FFD78EA6}"/>
              </a:ext>
            </a:extLst>
          </p:cNvPr>
          <p:cNvSpPr>
            <a:spLocks noGrp="1" noChangeArrowheads="1"/>
          </p:cNvSpPr>
          <p:nvPr>
            <p:ph type="title"/>
          </p:nvPr>
        </p:nvSpPr>
        <p:spPr/>
        <p:txBody>
          <a:bodyPr/>
          <a:lstStyle/>
          <a:p>
            <a:r>
              <a:rPr lang="en-US" altLang="en-US"/>
              <a:t>Sequence of States of Polynomial Counter</a:t>
            </a:r>
            <a:endParaRPr lang="ru-RU" altLang="en-US"/>
          </a:p>
        </p:txBody>
      </p:sp>
      <p:sp>
        <p:nvSpPr>
          <p:cNvPr id="71683" name="Объект 5">
            <a:extLst>
              <a:ext uri="{FF2B5EF4-FFF2-40B4-BE49-F238E27FC236}">
                <a16:creationId xmlns:a16="http://schemas.microsoft.com/office/drawing/2014/main" id="{4A5A335D-2754-D8F7-0BF0-001E413DCDE4}"/>
              </a:ext>
            </a:extLst>
          </p:cNvPr>
          <p:cNvSpPr>
            <a:spLocks noGrp="1" noChangeArrowheads="1"/>
          </p:cNvSpPr>
          <p:nvPr>
            <p:ph type="body" sz="quarter" idx="10"/>
          </p:nvPr>
        </p:nvSpPr>
        <p:spPr/>
        <p:txBody>
          <a:bodyPr/>
          <a:lstStyle/>
          <a:p>
            <a:r>
              <a:rPr lang="en-US" altLang="en-US" sz="1600" dirty="0"/>
              <a:t>						(</a:t>
            </a:r>
            <a:r>
              <a:rPr lang="en-US" altLang="en-US" sz="1600" dirty="0">
                <a:sym typeface="Symbol" panose="05050102010706020507" pitchFamily="18" charset="2"/>
              </a:rPr>
              <a:t>q</a:t>
            </a:r>
            <a:r>
              <a:rPr lang="en-US" altLang="en-US" sz="1600" dirty="0"/>
              <a:t>0 </a:t>
            </a:r>
            <a:r>
              <a:rPr lang="en-US" altLang="en-US" sz="1600" dirty="0">
                <a:sym typeface="Symbol" panose="05050102010706020507" pitchFamily="18" charset="2"/>
              </a:rPr>
              <a:t>q</a:t>
            </a:r>
            <a:r>
              <a:rPr lang="en-US" altLang="en-US" sz="1600" dirty="0"/>
              <a:t>1 </a:t>
            </a:r>
            <a:r>
              <a:rPr lang="en-US" altLang="en-US" sz="1600" dirty="0">
                <a:sym typeface="Symbol" panose="05050102010706020507" pitchFamily="18" charset="2"/>
              </a:rPr>
              <a:t>q</a:t>
            </a:r>
            <a:r>
              <a:rPr lang="en-US" altLang="en-US" sz="1600" dirty="0"/>
              <a:t>2 </a:t>
            </a:r>
            <a:r>
              <a:rPr lang="en-US" altLang="en-US" sz="1600" dirty="0">
                <a:sym typeface="Symbol" panose="05050102010706020507" pitchFamily="18" charset="2"/>
              </a:rPr>
              <a:t>q</a:t>
            </a:r>
            <a:r>
              <a:rPr lang="en-US" altLang="en-US" sz="1600" dirty="0"/>
              <a:t>3 </a:t>
            </a:r>
            <a:r>
              <a:rPr lang="en-US" altLang="en-US" sz="1600" dirty="0">
                <a:sym typeface="Symbol" panose="05050102010706020507" pitchFamily="18" charset="2"/>
              </a:rPr>
              <a:t>q</a:t>
            </a:r>
            <a:r>
              <a:rPr lang="en-US" altLang="en-US" sz="1600" dirty="0"/>
              <a:t>4)</a:t>
            </a:r>
          </a:p>
          <a:p>
            <a:r>
              <a:rPr lang="en-US" altLang="en-US" sz="1600" dirty="0"/>
              <a:t>S0   </a:t>
            </a:r>
            <a:r>
              <a:rPr lang="en-US" altLang="en-US" sz="1600" dirty="0">
                <a:sym typeface="Symbol" panose="05050102010706020507" pitchFamily="18" charset="2"/>
              </a:rPr>
              <a:t></a:t>
            </a:r>
            <a:r>
              <a:rPr lang="en-US" altLang="en-US" sz="1600" dirty="0"/>
              <a:t>0 =  1				              1  0  0  0  0</a:t>
            </a:r>
          </a:p>
          <a:p>
            <a:r>
              <a:rPr lang="en-US" altLang="en-US" sz="1600" dirty="0"/>
              <a:t>S1   </a:t>
            </a:r>
            <a:r>
              <a:rPr lang="en-US" altLang="en-US" sz="1600" dirty="0">
                <a:sym typeface="Symbol" panose="05050102010706020507" pitchFamily="18" charset="2"/>
              </a:rPr>
              <a:t></a:t>
            </a:r>
            <a:r>
              <a:rPr lang="en-US" altLang="en-US" sz="1600" dirty="0"/>
              <a:t>1 =      	</a:t>
            </a:r>
            <a:r>
              <a:rPr lang="en-US" altLang="en-US" sz="1600" dirty="0">
                <a:sym typeface="Symbol" panose="05050102010706020507" pitchFamily="18" charset="2"/>
              </a:rPr>
              <a:t></a:t>
            </a:r>
            <a:r>
              <a:rPr lang="en-US" altLang="en-US" sz="1600" dirty="0"/>
              <a:t>				0  1  0  0  0</a:t>
            </a:r>
          </a:p>
          <a:p>
            <a:r>
              <a:rPr lang="en-US" altLang="en-US" sz="1600" dirty="0"/>
              <a:t>S2  </a:t>
            </a:r>
            <a:r>
              <a:rPr lang="en-US" altLang="en-US" sz="1600" dirty="0">
                <a:sym typeface="Symbol" panose="05050102010706020507" pitchFamily="18" charset="2"/>
              </a:rPr>
              <a:t></a:t>
            </a:r>
            <a:r>
              <a:rPr lang="en-US" altLang="en-US" sz="1600" dirty="0"/>
              <a:t>2 =			</a:t>
            </a:r>
            <a:r>
              <a:rPr lang="en-US" altLang="en-US" sz="1600" dirty="0">
                <a:sym typeface="Symbol" panose="05050102010706020507" pitchFamily="18" charset="2"/>
              </a:rPr>
              <a:t></a:t>
            </a:r>
            <a:r>
              <a:rPr lang="en-US" altLang="en-US" sz="1600" dirty="0"/>
              <a:t>2		              0  0  1  0  0</a:t>
            </a:r>
          </a:p>
          <a:p>
            <a:r>
              <a:rPr lang="en-US" altLang="en-US" sz="1600" dirty="0"/>
              <a:t>S3   </a:t>
            </a:r>
            <a:r>
              <a:rPr lang="en-US" altLang="en-US" sz="1600" dirty="0">
                <a:sym typeface="Symbol" panose="05050102010706020507" pitchFamily="18" charset="2"/>
              </a:rPr>
              <a:t></a:t>
            </a:r>
            <a:r>
              <a:rPr lang="en-US" altLang="en-US" sz="1600" dirty="0"/>
              <a:t>3 =				</a:t>
            </a:r>
            <a:r>
              <a:rPr lang="en-US" altLang="en-US" sz="1600" dirty="0">
                <a:sym typeface="Symbol" panose="05050102010706020507" pitchFamily="18" charset="2"/>
              </a:rPr>
              <a:t></a:t>
            </a:r>
            <a:r>
              <a:rPr lang="en-US" altLang="en-US" sz="1600" dirty="0"/>
              <a:t>3		0  0  0  1  0</a:t>
            </a:r>
          </a:p>
          <a:p>
            <a:r>
              <a:rPr lang="en-US" altLang="en-US" sz="1600" dirty="0"/>
              <a:t>S4   </a:t>
            </a:r>
            <a:r>
              <a:rPr lang="en-US" altLang="en-US" sz="1600" dirty="0">
                <a:sym typeface="Symbol" panose="05050102010706020507" pitchFamily="18" charset="2"/>
              </a:rPr>
              <a:t></a:t>
            </a:r>
            <a:r>
              <a:rPr lang="en-US" altLang="en-US" sz="1600" dirty="0"/>
              <a:t>4 = 					</a:t>
            </a:r>
            <a:r>
              <a:rPr lang="en-US" altLang="en-US" sz="1600" dirty="0">
                <a:sym typeface="Symbol" panose="05050102010706020507" pitchFamily="18" charset="2"/>
              </a:rPr>
              <a:t></a:t>
            </a:r>
            <a:r>
              <a:rPr lang="en-US" altLang="en-US" sz="1600" dirty="0"/>
              <a:t>4	0  0  0  0  1</a:t>
            </a:r>
          </a:p>
          <a:p>
            <a:r>
              <a:rPr lang="en-US" altLang="en-US" sz="1600" dirty="0"/>
              <a:t>S5   </a:t>
            </a:r>
            <a:r>
              <a:rPr lang="en-US" altLang="en-US" sz="1600" dirty="0">
                <a:sym typeface="Symbol" panose="05050102010706020507" pitchFamily="18" charset="2"/>
              </a:rPr>
              <a:t></a:t>
            </a:r>
            <a:r>
              <a:rPr lang="en-US" altLang="en-US" sz="1600" dirty="0"/>
              <a:t>5 =  1  +		              </a:t>
            </a:r>
            <a:r>
              <a:rPr lang="en-US" altLang="en-US" sz="1600" dirty="0">
                <a:sym typeface="Symbol" panose="05050102010706020507" pitchFamily="18" charset="2"/>
              </a:rPr>
              <a:t></a:t>
            </a:r>
            <a:r>
              <a:rPr lang="en-US" altLang="en-US" sz="1600" dirty="0"/>
              <a:t>3		1  0  0  1  0</a:t>
            </a:r>
          </a:p>
          <a:p>
            <a:r>
              <a:rPr lang="en-US" altLang="en-US" sz="1600" dirty="0"/>
              <a:t>S6   </a:t>
            </a:r>
            <a:r>
              <a:rPr lang="en-US" altLang="en-US" sz="1600" dirty="0">
                <a:sym typeface="Symbol" panose="05050102010706020507" pitchFamily="18" charset="2"/>
              </a:rPr>
              <a:t></a:t>
            </a:r>
            <a:r>
              <a:rPr lang="en-US" altLang="en-US" sz="1600" dirty="0"/>
              <a:t>6  =  	</a:t>
            </a:r>
            <a:r>
              <a:rPr lang="en-US" altLang="en-US" sz="1600" dirty="0">
                <a:sym typeface="Symbol" panose="05050102010706020507" pitchFamily="18" charset="2"/>
              </a:rPr>
              <a:t></a:t>
            </a:r>
            <a:r>
              <a:rPr lang="en-US" altLang="en-US" sz="1600" dirty="0"/>
              <a:t>   +		</a:t>
            </a:r>
            <a:r>
              <a:rPr lang="en-US" altLang="en-US" sz="1600" dirty="0">
                <a:sym typeface="Symbol" panose="05050102010706020507" pitchFamily="18" charset="2"/>
              </a:rPr>
              <a:t></a:t>
            </a:r>
            <a:r>
              <a:rPr lang="en-US" altLang="en-US" sz="1600" dirty="0"/>
              <a:t>3		0  1  0  1  0</a:t>
            </a:r>
          </a:p>
          <a:p>
            <a:r>
              <a:rPr lang="en-US" altLang="en-US" sz="1600" dirty="0"/>
              <a:t>S7   </a:t>
            </a:r>
            <a:r>
              <a:rPr lang="en-US" altLang="en-US" sz="1600" dirty="0">
                <a:sym typeface="Symbol" panose="05050102010706020507" pitchFamily="18" charset="2"/>
              </a:rPr>
              <a:t></a:t>
            </a:r>
            <a:r>
              <a:rPr lang="en-US" altLang="en-US" sz="1600" dirty="0"/>
              <a:t>7  =  		</a:t>
            </a:r>
            <a:r>
              <a:rPr lang="en-US" altLang="en-US" sz="1600" dirty="0">
                <a:sym typeface="Symbol" panose="05050102010706020507" pitchFamily="18" charset="2"/>
              </a:rPr>
              <a:t></a:t>
            </a:r>
            <a:r>
              <a:rPr lang="en-US" altLang="en-US" sz="1600" dirty="0"/>
              <a:t>2   +		</a:t>
            </a:r>
            <a:r>
              <a:rPr lang="en-US" altLang="en-US" sz="1600" dirty="0">
                <a:sym typeface="Symbol" panose="05050102010706020507" pitchFamily="18" charset="2"/>
              </a:rPr>
              <a:t></a:t>
            </a:r>
            <a:r>
              <a:rPr lang="en-US" altLang="en-US" sz="1600" dirty="0"/>
              <a:t>4	0  0  1  0  1</a:t>
            </a:r>
          </a:p>
          <a:p>
            <a:r>
              <a:rPr lang="en-US" altLang="en-US" sz="1600" dirty="0"/>
              <a:t>S</a:t>
            </a:r>
            <a:r>
              <a:rPr lang="ru-RU" altLang="en-US" sz="1600" dirty="0"/>
              <a:t>8   </a:t>
            </a:r>
            <a:r>
              <a:rPr lang="en-US" altLang="en-US" sz="1600" dirty="0">
                <a:sym typeface="Symbol" panose="05050102010706020507" pitchFamily="18" charset="2"/>
              </a:rPr>
              <a:t></a:t>
            </a:r>
            <a:r>
              <a:rPr lang="ru-RU" altLang="en-US" sz="1600" dirty="0"/>
              <a:t>8 =	</a:t>
            </a:r>
            <a:r>
              <a:rPr lang="en-US" altLang="en-US" sz="1600" dirty="0"/>
              <a:t> </a:t>
            </a:r>
            <a:r>
              <a:rPr lang="ru-RU" altLang="en-US" sz="1600" dirty="0"/>
              <a:t>1	+	</a:t>
            </a:r>
            <a:r>
              <a:rPr lang="en-US" altLang="en-US" sz="1600" dirty="0">
                <a:sym typeface="Symbol" panose="05050102010706020507" pitchFamily="18" charset="2"/>
              </a:rPr>
              <a:t></a:t>
            </a:r>
            <a:r>
              <a:rPr lang="ru-RU" altLang="en-US" sz="1600" dirty="0"/>
              <a:t>2   +	</a:t>
            </a:r>
            <a:r>
              <a:rPr lang="en-US" altLang="en-US" sz="1600" dirty="0">
                <a:sym typeface="Symbol" panose="05050102010706020507" pitchFamily="18" charset="2"/>
              </a:rPr>
              <a:t></a:t>
            </a:r>
            <a:r>
              <a:rPr lang="ru-RU" altLang="en-US" sz="1600" dirty="0"/>
              <a:t>3		1  0  1  1  0</a:t>
            </a:r>
          </a:p>
          <a:p>
            <a:r>
              <a:rPr lang="ru-RU" altLang="en-US" sz="1600" dirty="0"/>
              <a:t>.</a:t>
            </a:r>
            <a:r>
              <a:rPr lang="en-US" altLang="en-US" sz="1600" dirty="0"/>
              <a:t> </a:t>
            </a:r>
            <a:r>
              <a:rPr lang="ru-RU" altLang="en-US" sz="1600" dirty="0"/>
              <a:t>.</a:t>
            </a:r>
            <a:r>
              <a:rPr lang="en-US" altLang="en-US" sz="1600" dirty="0"/>
              <a:t> </a:t>
            </a:r>
            <a:r>
              <a:rPr lang="ru-RU" altLang="en-US" sz="1600" dirty="0"/>
              <a:t>.</a:t>
            </a:r>
            <a:r>
              <a:rPr lang="en-US" altLang="en-US" sz="1600" dirty="0"/>
              <a:t>                                                                                    </a:t>
            </a:r>
          </a:p>
          <a:p>
            <a:r>
              <a:rPr lang="en-US" altLang="en-US" sz="1600" dirty="0"/>
              <a:t>S</a:t>
            </a:r>
            <a:r>
              <a:rPr lang="ru-RU" altLang="en-US" sz="1600" dirty="0"/>
              <a:t>30  </a:t>
            </a:r>
            <a:r>
              <a:rPr lang="en-US" altLang="en-US" sz="1600" dirty="0">
                <a:sym typeface="Symbol" panose="05050102010706020507" pitchFamily="18" charset="2"/>
              </a:rPr>
              <a:t></a:t>
            </a:r>
            <a:r>
              <a:rPr lang="ru-RU" altLang="en-US" sz="1600" dirty="0"/>
              <a:t>30 = 	</a:t>
            </a:r>
            <a:r>
              <a:rPr lang="en-US" altLang="en-US" sz="1600" dirty="0">
                <a:sym typeface="Symbol" panose="05050102010706020507" pitchFamily="18" charset="2"/>
              </a:rPr>
              <a:t></a:t>
            </a:r>
            <a:r>
              <a:rPr lang="ru-RU" altLang="en-US" sz="1600" dirty="0"/>
              <a:t>  		+	</a:t>
            </a:r>
            <a:r>
              <a:rPr lang="en-US" altLang="en-US" sz="1600" dirty="0">
                <a:sym typeface="Symbol" panose="05050102010706020507" pitchFamily="18" charset="2"/>
              </a:rPr>
              <a:t></a:t>
            </a:r>
            <a:r>
              <a:rPr lang="en-US" altLang="en-US" sz="1600" dirty="0"/>
              <a:t>4</a:t>
            </a:r>
            <a:r>
              <a:rPr lang="ru-RU" altLang="en-US" sz="1600" dirty="0"/>
              <a:t>	</a:t>
            </a:r>
            <a:r>
              <a:rPr lang="en-US" altLang="en-US" sz="1600" dirty="0"/>
              <a:t> </a:t>
            </a:r>
            <a:r>
              <a:rPr lang="ru-RU" altLang="en-US" sz="1600" dirty="0"/>
              <a:t>0  1  0  0  1</a:t>
            </a:r>
          </a:p>
          <a:p>
            <a:r>
              <a:rPr lang="ru-RU" altLang="en-US" sz="1600" dirty="0"/>
              <a:t>       </a:t>
            </a:r>
            <a:r>
              <a:rPr lang="ru-RU" altLang="en-US" sz="1600" dirty="0">
                <a:sym typeface="Symbol" panose="05050102010706020507" pitchFamily="18" charset="2"/>
              </a:rPr>
              <a:t></a:t>
            </a:r>
            <a:r>
              <a:rPr lang="ru-RU" altLang="en-US" sz="1600" dirty="0"/>
              <a:t>31 = </a:t>
            </a:r>
            <a:r>
              <a:rPr lang="ru-RU" altLang="en-US" sz="1600" dirty="0">
                <a:sym typeface="Symbol" panose="05050102010706020507" pitchFamily="18" charset="2"/>
              </a:rPr>
              <a:t></a:t>
            </a:r>
            <a:r>
              <a:rPr lang="ru-RU" altLang="en-US" sz="1600" dirty="0"/>
              <a:t>0 =1.</a:t>
            </a:r>
            <a:endParaRPr lang="en-US" altLang="en-US" sz="1600" dirty="0"/>
          </a:p>
          <a:p>
            <a:endParaRPr lang="ru-RU" altLang="en-US" sz="16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a:extLst>
              <a:ext uri="{FF2B5EF4-FFF2-40B4-BE49-F238E27FC236}">
                <a16:creationId xmlns:a16="http://schemas.microsoft.com/office/drawing/2014/main" id="{614CB01A-EDDE-29F0-C2DB-2B1263734883}"/>
              </a:ext>
            </a:extLst>
          </p:cNvPr>
          <p:cNvSpPr>
            <a:spLocks noGrp="1" noChangeArrowheads="1"/>
          </p:cNvSpPr>
          <p:nvPr>
            <p:ph type="title"/>
          </p:nvPr>
        </p:nvSpPr>
        <p:spPr/>
        <p:txBody>
          <a:bodyPr/>
          <a:lstStyle/>
          <a:p>
            <a:r>
              <a:rPr lang="en-US" altLang="en-US"/>
              <a:t>LFSR</a:t>
            </a:r>
            <a:endParaRPr lang="ru-RU" altLang="en-US"/>
          </a:p>
        </p:txBody>
      </p:sp>
      <p:sp>
        <p:nvSpPr>
          <p:cNvPr id="3" name="Text Placeholder 2">
            <a:extLst>
              <a:ext uri="{FF2B5EF4-FFF2-40B4-BE49-F238E27FC236}">
                <a16:creationId xmlns:a16="http://schemas.microsoft.com/office/drawing/2014/main" id="{AF1C55B1-6DB3-ABBC-FD25-23F51ECAA26A}"/>
              </a:ext>
            </a:extLst>
          </p:cNvPr>
          <p:cNvSpPr>
            <a:spLocks noGrp="1"/>
          </p:cNvSpPr>
          <p:nvPr>
            <p:ph type="body" sz="quarter" idx="10"/>
          </p:nvPr>
        </p:nvSpPr>
        <p:spPr/>
        <p:txBody>
          <a:bodyPr/>
          <a:lstStyle/>
          <a:p>
            <a:r>
              <a:rPr lang="en-US" sz="2000" dirty="0"/>
              <a:t>Advantage: </a:t>
            </a:r>
          </a:p>
          <a:p>
            <a:r>
              <a:rPr lang="en-US" sz="2000" dirty="0"/>
              <a:t>Combinational circuit of LFSR is very simple.</a:t>
            </a:r>
          </a:p>
          <a:p>
            <a:r>
              <a:rPr lang="en-US" sz="2000" dirty="0"/>
              <a:t>Example: the polynomial counter based on 10-bit shift register with feedback polynomial d(x)=1+x7+ x10, has 1023 states</a:t>
            </a:r>
          </a:p>
          <a:p>
            <a:r>
              <a:rPr lang="en-US" sz="2000" dirty="0"/>
              <a:t>Combinational circuit  – only one 2-input XOR gate.</a:t>
            </a:r>
          </a:p>
          <a:p>
            <a:r>
              <a:rPr lang="en-US" sz="2000" dirty="0"/>
              <a:t>Fibonacci LFSR, Galois LFSR are used.</a:t>
            </a:r>
          </a:p>
          <a:p>
            <a:r>
              <a:rPr lang="en-US" sz="2000" dirty="0"/>
              <a:t>Applications: </a:t>
            </a:r>
          </a:p>
          <a:p>
            <a:pPr lvl="1"/>
            <a:r>
              <a:rPr lang="en-US" dirty="0"/>
              <a:t>as generator of pseudorandom numbers (meaning, after some time the same sequence returns).</a:t>
            </a:r>
          </a:p>
          <a:p>
            <a:r>
              <a:rPr lang="en-US" sz="2000" dirty="0"/>
              <a:t>The mathematics of a cyclic redundancy check (CRC), used to provide a quick check against transmission errors, are closely related to those of an LFSR.</a:t>
            </a:r>
          </a:p>
          <a:p>
            <a:pPr lvl="1"/>
            <a:r>
              <a:rPr lang="en-US" dirty="0"/>
              <a:t>Uses in cryptography</a:t>
            </a:r>
          </a:p>
          <a:p>
            <a:pPr lvl="1"/>
            <a:r>
              <a:rPr lang="en-US" dirty="0"/>
              <a:t>Uses as counters</a:t>
            </a:r>
          </a:p>
          <a:p>
            <a:endParaRPr lang="en-US"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a:extLst>
              <a:ext uri="{FF2B5EF4-FFF2-40B4-BE49-F238E27FC236}">
                <a16:creationId xmlns:a16="http://schemas.microsoft.com/office/drawing/2014/main" id="{0992E0B6-E26D-CBB2-AA49-5F3E3CD7C389}"/>
              </a:ext>
            </a:extLst>
          </p:cNvPr>
          <p:cNvSpPr>
            <a:spLocks noGrp="1" noChangeArrowheads="1"/>
          </p:cNvSpPr>
          <p:nvPr>
            <p:ph type="title"/>
          </p:nvPr>
        </p:nvSpPr>
        <p:spPr/>
        <p:txBody>
          <a:bodyPr/>
          <a:lstStyle/>
          <a:p>
            <a:r>
              <a:rPr lang="en-US" altLang="en-US"/>
              <a:t>Fibonacci LFSR (n=5)</a:t>
            </a:r>
            <a:endParaRPr lang="ru-RU" altLang="en-US"/>
          </a:p>
        </p:txBody>
      </p:sp>
      <p:sp>
        <p:nvSpPr>
          <p:cNvPr id="73731" name="Text Box 30">
            <a:extLst>
              <a:ext uri="{FF2B5EF4-FFF2-40B4-BE49-F238E27FC236}">
                <a16:creationId xmlns:a16="http://schemas.microsoft.com/office/drawing/2014/main" id="{9C87D277-5E32-3809-C7A6-28CFFEACD011}"/>
              </a:ext>
            </a:extLst>
          </p:cNvPr>
          <p:cNvSpPr txBox="1">
            <a:spLocks noChangeArrowheads="1"/>
          </p:cNvSpPr>
          <p:nvPr/>
        </p:nvSpPr>
        <p:spPr bwMode="auto">
          <a:xfrm>
            <a:off x="2438400" y="3128964"/>
            <a:ext cx="795338" cy="757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CLK</a:t>
            </a:r>
          </a:p>
        </p:txBody>
      </p:sp>
      <p:grpSp>
        <p:nvGrpSpPr>
          <p:cNvPr id="73732" name="Group 50">
            <a:extLst>
              <a:ext uri="{FF2B5EF4-FFF2-40B4-BE49-F238E27FC236}">
                <a16:creationId xmlns:a16="http://schemas.microsoft.com/office/drawing/2014/main" id="{E854EBCC-216E-09BC-F725-82F6E51A1B3E}"/>
              </a:ext>
            </a:extLst>
          </p:cNvPr>
          <p:cNvGrpSpPr>
            <a:grpSpLocks/>
          </p:cNvGrpSpPr>
          <p:nvPr/>
        </p:nvGrpSpPr>
        <p:grpSpPr bwMode="auto">
          <a:xfrm>
            <a:off x="2438400" y="1536700"/>
            <a:ext cx="7239000" cy="1993900"/>
            <a:chOff x="576" y="968"/>
            <a:chExt cx="4560" cy="1256"/>
          </a:xfrm>
        </p:grpSpPr>
        <p:sp>
          <p:nvSpPr>
            <p:cNvPr id="73734" name="Text Box 5">
              <a:extLst>
                <a:ext uri="{FF2B5EF4-FFF2-40B4-BE49-F238E27FC236}">
                  <a16:creationId xmlns:a16="http://schemas.microsoft.com/office/drawing/2014/main" id="{4D7CEAAC-0810-F56A-B0C2-6C2B25B353EB}"/>
                </a:ext>
              </a:extLst>
            </p:cNvPr>
            <p:cNvSpPr txBox="1">
              <a:spLocks noChangeArrowheads="1"/>
            </p:cNvSpPr>
            <p:nvPr/>
          </p:nvSpPr>
          <p:spPr bwMode="auto">
            <a:xfrm>
              <a:off x="1253" y="1390"/>
              <a:ext cx="479" cy="714"/>
            </a:xfrm>
            <a:prstGeom prst="rect">
              <a:avLst/>
            </a:prstGeom>
            <a:solidFill>
              <a:schemeClr val="accent1"/>
            </a:solidFill>
            <a:ln w="25400">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dirty="0">
                  <a:solidFill>
                    <a:schemeClr val="bg1"/>
                  </a:solidFill>
                </a:rPr>
                <a:t>D</a:t>
              </a:r>
            </a:p>
            <a:p>
              <a:pPr eaLnBrk="1" hangingPunct="1"/>
              <a:endParaRPr lang="en-US" altLang="en-US" dirty="0">
                <a:solidFill>
                  <a:schemeClr val="bg1"/>
                </a:solidFill>
              </a:endParaRPr>
            </a:p>
            <a:p>
              <a:pPr eaLnBrk="1" hangingPunct="1"/>
              <a:r>
                <a:rPr lang="en-US" altLang="en-US" dirty="0">
                  <a:solidFill>
                    <a:schemeClr val="bg1"/>
                  </a:solidFill>
                </a:rPr>
                <a:t> C</a:t>
              </a:r>
            </a:p>
          </p:txBody>
        </p:sp>
        <p:sp>
          <p:nvSpPr>
            <p:cNvPr id="73735" name="Line 6">
              <a:extLst>
                <a:ext uri="{FF2B5EF4-FFF2-40B4-BE49-F238E27FC236}">
                  <a16:creationId xmlns:a16="http://schemas.microsoft.com/office/drawing/2014/main" id="{0964E022-EBBF-F06C-4F0E-DA71F326C715}"/>
                </a:ext>
              </a:extLst>
            </p:cNvPr>
            <p:cNvSpPr>
              <a:spLocks noChangeShapeType="1"/>
            </p:cNvSpPr>
            <p:nvPr/>
          </p:nvSpPr>
          <p:spPr bwMode="auto">
            <a:xfrm>
              <a:off x="1729" y="1509"/>
              <a:ext cx="317"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3736" name="Text Box 7">
              <a:extLst>
                <a:ext uri="{FF2B5EF4-FFF2-40B4-BE49-F238E27FC236}">
                  <a16:creationId xmlns:a16="http://schemas.microsoft.com/office/drawing/2014/main" id="{B7B655A0-4844-7C66-5596-849E122BF65D}"/>
                </a:ext>
              </a:extLst>
            </p:cNvPr>
            <p:cNvSpPr txBox="1">
              <a:spLocks noChangeArrowheads="1"/>
            </p:cNvSpPr>
            <p:nvPr/>
          </p:nvSpPr>
          <p:spPr bwMode="auto">
            <a:xfrm>
              <a:off x="2042" y="1394"/>
              <a:ext cx="481" cy="714"/>
            </a:xfrm>
            <a:prstGeom prst="rect">
              <a:avLst/>
            </a:prstGeom>
            <a:solidFill>
              <a:schemeClr val="accent1"/>
            </a:solidFill>
            <a:ln w="25400">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dirty="0">
                  <a:solidFill>
                    <a:schemeClr val="bg1"/>
                  </a:solidFill>
                </a:rPr>
                <a:t>D</a:t>
              </a:r>
            </a:p>
            <a:p>
              <a:pPr eaLnBrk="1" hangingPunct="1"/>
              <a:endParaRPr lang="en-US" altLang="en-US" dirty="0"/>
            </a:p>
            <a:p>
              <a:pPr eaLnBrk="1" hangingPunct="1"/>
              <a:r>
                <a:rPr lang="en-US" altLang="en-US" dirty="0"/>
                <a:t> </a:t>
              </a:r>
              <a:r>
                <a:rPr lang="en-US" altLang="en-US" dirty="0">
                  <a:solidFill>
                    <a:schemeClr val="bg1"/>
                  </a:solidFill>
                </a:rPr>
                <a:t>C</a:t>
              </a:r>
            </a:p>
          </p:txBody>
        </p:sp>
        <p:sp>
          <p:nvSpPr>
            <p:cNvPr id="73737" name="Line 8">
              <a:extLst>
                <a:ext uri="{FF2B5EF4-FFF2-40B4-BE49-F238E27FC236}">
                  <a16:creationId xmlns:a16="http://schemas.microsoft.com/office/drawing/2014/main" id="{E324D35C-481E-B107-2BCB-F0F4F2D0E4BF}"/>
                </a:ext>
              </a:extLst>
            </p:cNvPr>
            <p:cNvSpPr>
              <a:spLocks noChangeShapeType="1"/>
            </p:cNvSpPr>
            <p:nvPr/>
          </p:nvSpPr>
          <p:spPr bwMode="auto">
            <a:xfrm>
              <a:off x="1076" y="1519"/>
              <a:ext cx="156"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3738" name="Line 9">
              <a:extLst>
                <a:ext uri="{FF2B5EF4-FFF2-40B4-BE49-F238E27FC236}">
                  <a16:creationId xmlns:a16="http://schemas.microsoft.com/office/drawing/2014/main" id="{110CA110-686C-8550-CE62-0D2BAEF23952}"/>
                </a:ext>
              </a:extLst>
            </p:cNvPr>
            <p:cNvSpPr>
              <a:spLocks noChangeShapeType="1"/>
            </p:cNvSpPr>
            <p:nvPr/>
          </p:nvSpPr>
          <p:spPr bwMode="auto">
            <a:xfrm>
              <a:off x="2531" y="1509"/>
              <a:ext cx="336"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3739" name="Text Box 10">
              <a:extLst>
                <a:ext uri="{FF2B5EF4-FFF2-40B4-BE49-F238E27FC236}">
                  <a16:creationId xmlns:a16="http://schemas.microsoft.com/office/drawing/2014/main" id="{C7119F08-D94B-42D9-5AB0-E247F9AD9B19}"/>
                </a:ext>
              </a:extLst>
            </p:cNvPr>
            <p:cNvSpPr txBox="1">
              <a:spLocks noChangeArrowheads="1"/>
            </p:cNvSpPr>
            <p:nvPr/>
          </p:nvSpPr>
          <p:spPr bwMode="auto">
            <a:xfrm>
              <a:off x="2841" y="1374"/>
              <a:ext cx="482" cy="715"/>
            </a:xfrm>
            <a:prstGeom prst="rect">
              <a:avLst/>
            </a:prstGeom>
            <a:solidFill>
              <a:schemeClr val="accent1"/>
            </a:solidFill>
            <a:ln w="25400">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dirty="0">
                  <a:solidFill>
                    <a:schemeClr val="bg1"/>
                  </a:solidFill>
                </a:rPr>
                <a:t>D</a:t>
              </a:r>
            </a:p>
            <a:p>
              <a:pPr eaLnBrk="1" hangingPunct="1"/>
              <a:endParaRPr lang="en-US" altLang="en-US" dirty="0"/>
            </a:p>
            <a:p>
              <a:pPr eaLnBrk="1" hangingPunct="1"/>
              <a:r>
                <a:rPr lang="en-US" altLang="en-US" dirty="0"/>
                <a:t> </a:t>
              </a:r>
              <a:r>
                <a:rPr lang="en-US" altLang="en-US" dirty="0">
                  <a:solidFill>
                    <a:schemeClr val="bg1"/>
                  </a:solidFill>
                </a:rPr>
                <a:t>C</a:t>
              </a:r>
            </a:p>
          </p:txBody>
        </p:sp>
        <p:sp>
          <p:nvSpPr>
            <p:cNvPr id="73740" name="Line 11">
              <a:extLst>
                <a:ext uri="{FF2B5EF4-FFF2-40B4-BE49-F238E27FC236}">
                  <a16:creationId xmlns:a16="http://schemas.microsoft.com/office/drawing/2014/main" id="{6A6A4882-E568-3321-6E4E-4AE430DA6FE5}"/>
                </a:ext>
              </a:extLst>
            </p:cNvPr>
            <p:cNvSpPr>
              <a:spLocks noChangeShapeType="1"/>
            </p:cNvSpPr>
            <p:nvPr/>
          </p:nvSpPr>
          <p:spPr bwMode="auto">
            <a:xfrm flipV="1">
              <a:off x="3317" y="1504"/>
              <a:ext cx="281"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3741" name="Text Box 12">
              <a:extLst>
                <a:ext uri="{FF2B5EF4-FFF2-40B4-BE49-F238E27FC236}">
                  <a16:creationId xmlns:a16="http://schemas.microsoft.com/office/drawing/2014/main" id="{27E6B2A6-3FD1-AA01-9031-B0DF79628DA5}"/>
                </a:ext>
              </a:extLst>
            </p:cNvPr>
            <p:cNvSpPr txBox="1">
              <a:spLocks noChangeArrowheads="1"/>
            </p:cNvSpPr>
            <p:nvPr/>
          </p:nvSpPr>
          <p:spPr bwMode="auto">
            <a:xfrm>
              <a:off x="3601" y="1361"/>
              <a:ext cx="481" cy="715"/>
            </a:xfrm>
            <a:prstGeom prst="rect">
              <a:avLst/>
            </a:prstGeom>
            <a:solidFill>
              <a:schemeClr val="accent1"/>
            </a:solidFill>
            <a:ln w="25400">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dirty="0">
                  <a:solidFill>
                    <a:schemeClr val="bg1"/>
                  </a:solidFill>
                </a:rPr>
                <a:t>D</a:t>
              </a:r>
            </a:p>
            <a:p>
              <a:pPr eaLnBrk="1" hangingPunct="1"/>
              <a:endParaRPr lang="en-US" altLang="en-US" dirty="0"/>
            </a:p>
            <a:p>
              <a:pPr eaLnBrk="1" hangingPunct="1"/>
              <a:r>
                <a:rPr lang="en-US" altLang="en-US" dirty="0">
                  <a:solidFill>
                    <a:schemeClr val="bg1"/>
                  </a:solidFill>
                </a:rPr>
                <a:t> C</a:t>
              </a:r>
            </a:p>
          </p:txBody>
        </p:sp>
        <p:sp>
          <p:nvSpPr>
            <p:cNvPr id="73742" name="Line 13">
              <a:extLst>
                <a:ext uri="{FF2B5EF4-FFF2-40B4-BE49-F238E27FC236}">
                  <a16:creationId xmlns:a16="http://schemas.microsoft.com/office/drawing/2014/main" id="{F00DA24F-8877-36F6-8529-47AD9F4C44DF}"/>
                </a:ext>
              </a:extLst>
            </p:cNvPr>
            <p:cNvSpPr>
              <a:spLocks noChangeShapeType="1"/>
            </p:cNvSpPr>
            <p:nvPr/>
          </p:nvSpPr>
          <p:spPr bwMode="auto">
            <a:xfrm flipV="1">
              <a:off x="4081" y="1502"/>
              <a:ext cx="26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3743" name="Text Box 14">
              <a:extLst>
                <a:ext uri="{FF2B5EF4-FFF2-40B4-BE49-F238E27FC236}">
                  <a16:creationId xmlns:a16="http://schemas.microsoft.com/office/drawing/2014/main" id="{228B3DE8-5DF3-7E66-D5D2-A9AE51D85458}"/>
                </a:ext>
              </a:extLst>
            </p:cNvPr>
            <p:cNvSpPr txBox="1">
              <a:spLocks noChangeArrowheads="1"/>
            </p:cNvSpPr>
            <p:nvPr/>
          </p:nvSpPr>
          <p:spPr bwMode="auto">
            <a:xfrm>
              <a:off x="4352" y="1368"/>
              <a:ext cx="481" cy="715"/>
            </a:xfrm>
            <a:prstGeom prst="rect">
              <a:avLst/>
            </a:prstGeom>
            <a:solidFill>
              <a:schemeClr val="accent1"/>
            </a:solidFill>
            <a:ln w="25400">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dirty="0">
                  <a:solidFill>
                    <a:schemeClr val="bg1"/>
                  </a:solidFill>
                </a:rPr>
                <a:t>D</a:t>
              </a:r>
            </a:p>
            <a:p>
              <a:pPr eaLnBrk="1" hangingPunct="1"/>
              <a:endParaRPr lang="en-US" altLang="en-US" dirty="0"/>
            </a:p>
            <a:p>
              <a:pPr eaLnBrk="1" hangingPunct="1"/>
              <a:r>
                <a:rPr lang="en-US" altLang="en-US" dirty="0"/>
                <a:t> </a:t>
              </a:r>
              <a:r>
                <a:rPr lang="en-US" altLang="en-US" dirty="0">
                  <a:solidFill>
                    <a:schemeClr val="bg1"/>
                  </a:solidFill>
                </a:rPr>
                <a:t>C</a:t>
              </a:r>
            </a:p>
          </p:txBody>
        </p:sp>
        <p:sp>
          <p:nvSpPr>
            <p:cNvPr id="73744" name="Line 15">
              <a:extLst>
                <a:ext uri="{FF2B5EF4-FFF2-40B4-BE49-F238E27FC236}">
                  <a16:creationId xmlns:a16="http://schemas.microsoft.com/office/drawing/2014/main" id="{F998DCEC-864F-EB4F-E862-FB44CA4B2621}"/>
                </a:ext>
              </a:extLst>
            </p:cNvPr>
            <p:cNvSpPr>
              <a:spLocks noChangeShapeType="1"/>
            </p:cNvSpPr>
            <p:nvPr/>
          </p:nvSpPr>
          <p:spPr bwMode="auto">
            <a:xfrm flipV="1">
              <a:off x="4834" y="1507"/>
              <a:ext cx="200" cy="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3745" name="Line 16">
              <a:extLst>
                <a:ext uri="{FF2B5EF4-FFF2-40B4-BE49-F238E27FC236}">
                  <a16:creationId xmlns:a16="http://schemas.microsoft.com/office/drawing/2014/main" id="{D0A423C9-02A4-40B7-6FDE-F8A216D5CCFD}"/>
                </a:ext>
              </a:extLst>
            </p:cNvPr>
            <p:cNvSpPr>
              <a:spLocks noChangeShapeType="1"/>
            </p:cNvSpPr>
            <p:nvPr/>
          </p:nvSpPr>
          <p:spPr bwMode="auto">
            <a:xfrm flipV="1">
              <a:off x="5040" y="968"/>
              <a:ext cx="0" cy="53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3746" name="Line 17">
              <a:extLst>
                <a:ext uri="{FF2B5EF4-FFF2-40B4-BE49-F238E27FC236}">
                  <a16:creationId xmlns:a16="http://schemas.microsoft.com/office/drawing/2014/main" id="{A8931011-FE9E-8942-F4CA-BCD1902F1E20}"/>
                </a:ext>
              </a:extLst>
            </p:cNvPr>
            <p:cNvSpPr>
              <a:spLocks noChangeShapeType="1"/>
            </p:cNvSpPr>
            <p:nvPr/>
          </p:nvSpPr>
          <p:spPr bwMode="auto">
            <a:xfrm flipH="1">
              <a:off x="582" y="970"/>
              <a:ext cx="4446"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3747" name="Line 18">
              <a:extLst>
                <a:ext uri="{FF2B5EF4-FFF2-40B4-BE49-F238E27FC236}">
                  <a16:creationId xmlns:a16="http://schemas.microsoft.com/office/drawing/2014/main" id="{A7041424-6FCC-C206-398A-3FB6F18802EF}"/>
                </a:ext>
              </a:extLst>
            </p:cNvPr>
            <p:cNvSpPr>
              <a:spLocks noChangeShapeType="1"/>
            </p:cNvSpPr>
            <p:nvPr/>
          </p:nvSpPr>
          <p:spPr bwMode="auto">
            <a:xfrm flipV="1">
              <a:off x="576" y="968"/>
              <a:ext cx="0" cy="605"/>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3748" name="Line 19">
              <a:extLst>
                <a:ext uri="{FF2B5EF4-FFF2-40B4-BE49-F238E27FC236}">
                  <a16:creationId xmlns:a16="http://schemas.microsoft.com/office/drawing/2014/main" id="{5CC16409-1CB7-8DB8-9FC9-FE9919F05677}"/>
                </a:ext>
              </a:extLst>
            </p:cNvPr>
            <p:cNvSpPr>
              <a:spLocks noChangeShapeType="1"/>
            </p:cNvSpPr>
            <p:nvPr/>
          </p:nvSpPr>
          <p:spPr bwMode="auto">
            <a:xfrm flipH="1">
              <a:off x="603" y="2224"/>
              <a:ext cx="3594"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3749" name="Line 20">
              <a:extLst>
                <a:ext uri="{FF2B5EF4-FFF2-40B4-BE49-F238E27FC236}">
                  <a16:creationId xmlns:a16="http://schemas.microsoft.com/office/drawing/2014/main" id="{844AAB26-3716-3006-803F-6B443BA22525}"/>
                </a:ext>
              </a:extLst>
            </p:cNvPr>
            <p:cNvSpPr>
              <a:spLocks noChangeShapeType="1"/>
            </p:cNvSpPr>
            <p:nvPr/>
          </p:nvSpPr>
          <p:spPr bwMode="auto">
            <a:xfrm flipH="1">
              <a:off x="1052" y="1867"/>
              <a:ext cx="201"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3750" name="Line 21">
              <a:extLst>
                <a:ext uri="{FF2B5EF4-FFF2-40B4-BE49-F238E27FC236}">
                  <a16:creationId xmlns:a16="http://schemas.microsoft.com/office/drawing/2014/main" id="{710CA7F9-11D5-75AC-C110-F1A38E6EB236}"/>
                </a:ext>
              </a:extLst>
            </p:cNvPr>
            <p:cNvSpPr>
              <a:spLocks noChangeShapeType="1"/>
            </p:cNvSpPr>
            <p:nvPr/>
          </p:nvSpPr>
          <p:spPr bwMode="auto">
            <a:xfrm>
              <a:off x="1052" y="1867"/>
              <a:ext cx="0" cy="357"/>
            </a:xfrm>
            <a:prstGeom prst="line">
              <a:avLst/>
            </a:prstGeom>
            <a:noFill/>
            <a:ln w="25400">
              <a:solidFill>
                <a:srgbClr val="000000"/>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73751" name="Line 22">
              <a:extLst>
                <a:ext uri="{FF2B5EF4-FFF2-40B4-BE49-F238E27FC236}">
                  <a16:creationId xmlns:a16="http://schemas.microsoft.com/office/drawing/2014/main" id="{27E47ABC-C0F5-0F75-BE54-4B3AF9FBE0E9}"/>
                </a:ext>
              </a:extLst>
            </p:cNvPr>
            <p:cNvSpPr>
              <a:spLocks noChangeShapeType="1"/>
            </p:cNvSpPr>
            <p:nvPr/>
          </p:nvSpPr>
          <p:spPr bwMode="auto">
            <a:xfrm flipH="1">
              <a:off x="1868" y="1858"/>
              <a:ext cx="16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3752" name="Line 23">
              <a:extLst>
                <a:ext uri="{FF2B5EF4-FFF2-40B4-BE49-F238E27FC236}">
                  <a16:creationId xmlns:a16="http://schemas.microsoft.com/office/drawing/2014/main" id="{2962E406-E157-15EB-9286-4718082C5F3E}"/>
                </a:ext>
              </a:extLst>
            </p:cNvPr>
            <p:cNvSpPr>
              <a:spLocks noChangeShapeType="1"/>
            </p:cNvSpPr>
            <p:nvPr/>
          </p:nvSpPr>
          <p:spPr bwMode="auto">
            <a:xfrm>
              <a:off x="1868" y="1858"/>
              <a:ext cx="0" cy="357"/>
            </a:xfrm>
            <a:prstGeom prst="line">
              <a:avLst/>
            </a:prstGeom>
            <a:noFill/>
            <a:ln w="25400">
              <a:solidFill>
                <a:srgbClr val="000000"/>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73753" name="Line 24">
              <a:extLst>
                <a:ext uri="{FF2B5EF4-FFF2-40B4-BE49-F238E27FC236}">
                  <a16:creationId xmlns:a16="http://schemas.microsoft.com/office/drawing/2014/main" id="{D9AD7EB9-FB65-D61F-C059-F6939A463E94}"/>
                </a:ext>
              </a:extLst>
            </p:cNvPr>
            <p:cNvSpPr>
              <a:spLocks noChangeShapeType="1"/>
            </p:cNvSpPr>
            <p:nvPr/>
          </p:nvSpPr>
          <p:spPr bwMode="auto">
            <a:xfrm flipH="1">
              <a:off x="2674" y="1862"/>
              <a:ext cx="161"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3754" name="Line 25">
              <a:extLst>
                <a:ext uri="{FF2B5EF4-FFF2-40B4-BE49-F238E27FC236}">
                  <a16:creationId xmlns:a16="http://schemas.microsoft.com/office/drawing/2014/main" id="{D30FC569-F62A-826B-6708-05362BE42B4B}"/>
                </a:ext>
              </a:extLst>
            </p:cNvPr>
            <p:cNvSpPr>
              <a:spLocks noChangeShapeType="1"/>
            </p:cNvSpPr>
            <p:nvPr/>
          </p:nvSpPr>
          <p:spPr bwMode="auto">
            <a:xfrm>
              <a:off x="2674" y="1862"/>
              <a:ext cx="0" cy="358"/>
            </a:xfrm>
            <a:prstGeom prst="line">
              <a:avLst/>
            </a:prstGeom>
            <a:noFill/>
            <a:ln w="25400">
              <a:solidFill>
                <a:srgbClr val="000000"/>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73755" name="Line 26">
              <a:extLst>
                <a:ext uri="{FF2B5EF4-FFF2-40B4-BE49-F238E27FC236}">
                  <a16:creationId xmlns:a16="http://schemas.microsoft.com/office/drawing/2014/main" id="{BC259233-6646-13B5-D345-332BDA61C1D3}"/>
                </a:ext>
              </a:extLst>
            </p:cNvPr>
            <p:cNvSpPr>
              <a:spLocks noChangeShapeType="1"/>
            </p:cNvSpPr>
            <p:nvPr/>
          </p:nvSpPr>
          <p:spPr bwMode="auto">
            <a:xfrm flipH="1">
              <a:off x="3441" y="1858"/>
              <a:ext cx="161"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3756" name="Line 27">
              <a:extLst>
                <a:ext uri="{FF2B5EF4-FFF2-40B4-BE49-F238E27FC236}">
                  <a16:creationId xmlns:a16="http://schemas.microsoft.com/office/drawing/2014/main" id="{8E6D9264-4FE0-8AA0-9F16-A32B2A1B832D}"/>
                </a:ext>
              </a:extLst>
            </p:cNvPr>
            <p:cNvSpPr>
              <a:spLocks noChangeShapeType="1"/>
            </p:cNvSpPr>
            <p:nvPr/>
          </p:nvSpPr>
          <p:spPr bwMode="auto">
            <a:xfrm>
              <a:off x="3441" y="1858"/>
              <a:ext cx="0" cy="358"/>
            </a:xfrm>
            <a:prstGeom prst="line">
              <a:avLst/>
            </a:prstGeom>
            <a:noFill/>
            <a:ln w="25400">
              <a:solidFill>
                <a:srgbClr val="000000"/>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73757" name="Line 28">
              <a:extLst>
                <a:ext uri="{FF2B5EF4-FFF2-40B4-BE49-F238E27FC236}">
                  <a16:creationId xmlns:a16="http://schemas.microsoft.com/office/drawing/2014/main" id="{1E432AF8-C76D-85DF-3886-25267C9A1721}"/>
                </a:ext>
              </a:extLst>
            </p:cNvPr>
            <p:cNvSpPr>
              <a:spLocks noChangeShapeType="1"/>
            </p:cNvSpPr>
            <p:nvPr/>
          </p:nvSpPr>
          <p:spPr bwMode="auto">
            <a:xfrm flipV="1">
              <a:off x="4196" y="1867"/>
              <a:ext cx="0" cy="35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3758" name="Line 29">
              <a:extLst>
                <a:ext uri="{FF2B5EF4-FFF2-40B4-BE49-F238E27FC236}">
                  <a16:creationId xmlns:a16="http://schemas.microsoft.com/office/drawing/2014/main" id="{9CFD0502-AB53-9E0F-40F8-C28116B68EBF}"/>
                </a:ext>
              </a:extLst>
            </p:cNvPr>
            <p:cNvSpPr>
              <a:spLocks noChangeShapeType="1"/>
            </p:cNvSpPr>
            <p:nvPr/>
          </p:nvSpPr>
          <p:spPr bwMode="auto">
            <a:xfrm>
              <a:off x="4196" y="1867"/>
              <a:ext cx="161" cy="0"/>
            </a:xfrm>
            <a:prstGeom prst="line">
              <a:avLst/>
            </a:prstGeom>
            <a:noFill/>
            <a:ln w="25400">
              <a:solidFill>
                <a:srgbClr val="000000"/>
              </a:solidFill>
              <a:round/>
              <a:headEnd type="none" w="sm" len="med"/>
              <a:tailEnd type="none" w="sm" len="sm"/>
            </a:ln>
            <a:extLst>
              <a:ext uri="{909E8E84-426E-40DD-AFC4-6F175D3DCCD1}">
                <a14:hiddenFill xmlns:a14="http://schemas.microsoft.com/office/drawing/2010/main">
                  <a:noFill/>
                </a14:hiddenFill>
              </a:ext>
            </a:extLst>
          </p:spPr>
          <p:txBody>
            <a:bodyPr/>
            <a:lstStyle/>
            <a:p>
              <a:endParaRPr lang="en-US"/>
            </a:p>
          </p:txBody>
        </p:sp>
        <p:sp>
          <p:nvSpPr>
            <p:cNvPr id="73759" name="Text Box 31">
              <a:extLst>
                <a:ext uri="{FF2B5EF4-FFF2-40B4-BE49-F238E27FC236}">
                  <a16:creationId xmlns:a16="http://schemas.microsoft.com/office/drawing/2014/main" id="{03443769-1BB8-0D35-93BF-C323CC4BC590}"/>
                </a:ext>
              </a:extLst>
            </p:cNvPr>
            <p:cNvSpPr txBox="1">
              <a:spLocks noChangeArrowheads="1"/>
            </p:cNvSpPr>
            <p:nvPr/>
          </p:nvSpPr>
          <p:spPr bwMode="auto">
            <a:xfrm>
              <a:off x="4800" y="1200"/>
              <a:ext cx="33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q</a:t>
              </a:r>
              <a:r>
                <a:rPr lang="en-US" altLang="en-US" baseline="-25000"/>
                <a:t>0</a:t>
              </a:r>
              <a:endParaRPr lang="ru-RU" altLang="en-US"/>
            </a:p>
          </p:txBody>
        </p:sp>
        <p:sp>
          <p:nvSpPr>
            <p:cNvPr id="73760" name="Text Box 32">
              <a:extLst>
                <a:ext uri="{FF2B5EF4-FFF2-40B4-BE49-F238E27FC236}">
                  <a16:creationId xmlns:a16="http://schemas.microsoft.com/office/drawing/2014/main" id="{DF67254F-B6AB-ECC7-342A-D9652539C61D}"/>
                </a:ext>
              </a:extLst>
            </p:cNvPr>
            <p:cNvSpPr txBox="1">
              <a:spLocks noChangeArrowheads="1"/>
            </p:cNvSpPr>
            <p:nvPr/>
          </p:nvSpPr>
          <p:spPr bwMode="auto">
            <a:xfrm>
              <a:off x="4080" y="1208"/>
              <a:ext cx="33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q</a:t>
              </a:r>
              <a:r>
                <a:rPr lang="en-US" altLang="en-US" baseline="-25000"/>
                <a:t>1</a:t>
              </a:r>
              <a:endParaRPr lang="ru-RU" altLang="en-US"/>
            </a:p>
          </p:txBody>
        </p:sp>
        <p:sp>
          <p:nvSpPr>
            <p:cNvPr id="73761" name="Text Box 33">
              <a:extLst>
                <a:ext uri="{FF2B5EF4-FFF2-40B4-BE49-F238E27FC236}">
                  <a16:creationId xmlns:a16="http://schemas.microsoft.com/office/drawing/2014/main" id="{C8B3CAC9-DF08-607A-8820-99FFA082022F}"/>
                </a:ext>
              </a:extLst>
            </p:cNvPr>
            <p:cNvSpPr txBox="1">
              <a:spLocks noChangeArrowheads="1"/>
            </p:cNvSpPr>
            <p:nvPr/>
          </p:nvSpPr>
          <p:spPr bwMode="auto">
            <a:xfrm>
              <a:off x="3232" y="1160"/>
              <a:ext cx="33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q</a:t>
              </a:r>
              <a:r>
                <a:rPr lang="en-US" altLang="en-US" baseline="-25000"/>
                <a:t>2</a:t>
              </a:r>
              <a:endParaRPr lang="ru-RU" altLang="en-US"/>
            </a:p>
          </p:txBody>
        </p:sp>
        <p:sp>
          <p:nvSpPr>
            <p:cNvPr id="73762" name="Text Box 34">
              <a:extLst>
                <a:ext uri="{FF2B5EF4-FFF2-40B4-BE49-F238E27FC236}">
                  <a16:creationId xmlns:a16="http://schemas.microsoft.com/office/drawing/2014/main" id="{51CA7402-6E4B-26D0-5109-384DAB52E0D6}"/>
                </a:ext>
              </a:extLst>
            </p:cNvPr>
            <p:cNvSpPr txBox="1">
              <a:spLocks noChangeArrowheads="1"/>
            </p:cNvSpPr>
            <p:nvPr/>
          </p:nvSpPr>
          <p:spPr bwMode="auto">
            <a:xfrm>
              <a:off x="2520" y="1200"/>
              <a:ext cx="33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q</a:t>
              </a:r>
              <a:r>
                <a:rPr lang="en-US" altLang="en-US" baseline="-25000"/>
                <a:t>3</a:t>
              </a:r>
              <a:endParaRPr lang="ru-RU" altLang="en-US"/>
            </a:p>
          </p:txBody>
        </p:sp>
        <p:sp>
          <p:nvSpPr>
            <p:cNvPr id="73763" name="Text Box 35">
              <a:extLst>
                <a:ext uri="{FF2B5EF4-FFF2-40B4-BE49-F238E27FC236}">
                  <a16:creationId xmlns:a16="http://schemas.microsoft.com/office/drawing/2014/main" id="{CCB58756-209F-5698-25EA-E48E66D2DD3E}"/>
                </a:ext>
              </a:extLst>
            </p:cNvPr>
            <p:cNvSpPr txBox="1">
              <a:spLocks noChangeArrowheads="1"/>
            </p:cNvSpPr>
            <p:nvPr/>
          </p:nvSpPr>
          <p:spPr bwMode="auto">
            <a:xfrm>
              <a:off x="1720" y="1216"/>
              <a:ext cx="33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q</a:t>
              </a:r>
              <a:r>
                <a:rPr lang="en-US" altLang="en-US" baseline="-25000"/>
                <a:t>4</a:t>
              </a:r>
              <a:endParaRPr lang="ru-RU" altLang="en-US"/>
            </a:p>
          </p:txBody>
        </p:sp>
        <p:grpSp>
          <p:nvGrpSpPr>
            <p:cNvPr id="73764" name="Group 36">
              <a:extLst>
                <a:ext uri="{FF2B5EF4-FFF2-40B4-BE49-F238E27FC236}">
                  <a16:creationId xmlns:a16="http://schemas.microsoft.com/office/drawing/2014/main" id="{A94F2939-D9B0-99C6-FBEE-5A613EAFCA6E}"/>
                </a:ext>
              </a:extLst>
            </p:cNvPr>
            <p:cNvGrpSpPr>
              <a:grpSpLocks/>
            </p:cNvGrpSpPr>
            <p:nvPr/>
          </p:nvGrpSpPr>
          <p:grpSpPr bwMode="auto">
            <a:xfrm>
              <a:off x="854" y="1368"/>
              <a:ext cx="223" cy="288"/>
              <a:chOff x="1519" y="1752"/>
              <a:chExt cx="573" cy="453"/>
            </a:xfrm>
          </p:grpSpPr>
          <p:sp>
            <p:nvSpPr>
              <p:cNvPr id="73775" name="AutoShape 38">
                <a:extLst>
                  <a:ext uri="{FF2B5EF4-FFF2-40B4-BE49-F238E27FC236}">
                    <a16:creationId xmlns:a16="http://schemas.microsoft.com/office/drawing/2014/main" id="{8964DFCC-069D-A07A-9737-0DD79C5122C7}"/>
                  </a:ext>
                </a:extLst>
              </p:cNvPr>
              <p:cNvSpPr>
                <a:spLocks noChangeArrowheads="1"/>
              </p:cNvSpPr>
              <p:nvPr/>
            </p:nvSpPr>
            <p:spPr bwMode="auto">
              <a:xfrm flipH="1">
                <a:off x="1519" y="1752"/>
                <a:ext cx="545" cy="453"/>
              </a:xfrm>
              <a:prstGeom prst="moon">
                <a:avLst>
                  <a:gd name="adj" fmla="val 84819"/>
                </a:avLst>
              </a:prstGeom>
              <a:solidFill>
                <a:schemeClr val="accent1"/>
              </a:solidFill>
              <a:ln w="25400">
                <a:solidFill>
                  <a:schemeClr val="tx1"/>
                </a:solidFill>
                <a:miter lim="800000"/>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73776" name="AutoShape 37">
                <a:extLst>
                  <a:ext uri="{FF2B5EF4-FFF2-40B4-BE49-F238E27FC236}">
                    <a16:creationId xmlns:a16="http://schemas.microsoft.com/office/drawing/2014/main" id="{70232FBB-D994-352E-D61E-D2E67BF45049}"/>
                  </a:ext>
                </a:extLst>
              </p:cNvPr>
              <p:cNvSpPr>
                <a:spLocks noChangeArrowheads="1"/>
              </p:cNvSpPr>
              <p:nvPr/>
            </p:nvSpPr>
            <p:spPr bwMode="auto">
              <a:xfrm flipH="1">
                <a:off x="1625" y="1752"/>
                <a:ext cx="467" cy="453"/>
              </a:xfrm>
              <a:prstGeom prst="moon">
                <a:avLst>
                  <a:gd name="adj" fmla="val 84819"/>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grpSp>
        <p:sp>
          <p:nvSpPr>
            <p:cNvPr id="73765" name="Line 39">
              <a:extLst>
                <a:ext uri="{FF2B5EF4-FFF2-40B4-BE49-F238E27FC236}">
                  <a16:creationId xmlns:a16="http://schemas.microsoft.com/office/drawing/2014/main" id="{D6D28C41-C97A-AC0E-C6C4-83D021BA34A7}"/>
                </a:ext>
              </a:extLst>
            </p:cNvPr>
            <p:cNvSpPr>
              <a:spLocks noChangeShapeType="1"/>
            </p:cNvSpPr>
            <p:nvPr/>
          </p:nvSpPr>
          <p:spPr bwMode="auto">
            <a:xfrm flipV="1">
              <a:off x="3456" y="1160"/>
              <a:ext cx="0" cy="336"/>
            </a:xfrm>
            <a:prstGeom prst="line">
              <a:avLst/>
            </a:prstGeom>
            <a:noFill/>
            <a:ln w="2540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73766" name="Line 40">
              <a:extLst>
                <a:ext uri="{FF2B5EF4-FFF2-40B4-BE49-F238E27FC236}">
                  <a16:creationId xmlns:a16="http://schemas.microsoft.com/office/drawing/2014/main" id="{0DBEDFD6-A469-7089-3BA2-C9A199BE3316}"/>
                </a:ext>
              </a:extLst>
            </p:cNvPr>
            <p:cNvSpPr>
              <a:spLocks noChangeShapeType="1"/>
            </p:cNvSpPr>
            <p:nvPr/>
          </p:nvSpPr>
          <p:spPr bwMode="auto">
            <a:xfrm>
              <a:off x="768" y="1160"/>
              <a:ext cx="268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3767" name="Line 41">
              <a:extLst>
                <a:ext uri="{FF2B5EF4-FFF2-40B4-BE49-F238E27FC236}">
                  <a16:creationId xmlns:a16="http://schemas.microsoft.com/office/drawing/2014/main" id="{50EAE214-A85B-92AB-5A3E-50A82AB49123}"/>
                </a:ext>
              </a:extLst>
            </p:cNvPr>
            <p:cNvSpPr>
              <a:spLocks noChangeShapeType="1"/>
            </p:cNvSpPr>
            <p:nvPr/>
          </p:nvSpPr>
          <p:spPr bwMode="auto">
            <a:xfrm>
              <a:off x="768" y="1160"/>
              <a:ext cx="0" cy="288"/>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3768" name="Line 42">
              <a:extLst>
                <a:ext uri="{FF2B5EF4-FFF2-40B4-BE49-F238E27FC236}">
                  <a16:creationId xmlns:a16="http://schemas.microsoft.com/office/drawing/2014/main" id="{1AC9A39A-A287-E1C3-661D-43C987CB7A54}"/>
                </a:ext>
              </a:extLst>
            </p:cNvPr>
            <p:cNvSpPr>
              <a:spLocks noChangeShapeType="1"/>
            </p:cNvSpPr>
            <p:nvPr/>
          </p:nvSpPr>
          <p:spPr bwMode="auto">
            <a:xfrm>
              <a:off x="760" y="1448"/>
              <a:ext cx="12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3769" name="Line 43">
              <a:extLst>
                <a:ext uri="{FF2B5EF4-FFF2-40B4-BE49-F238E27FC236}">
                  <a16:creationId xmlns:a16="http://schemas.microsoft.com/office/drawing/2014/main" id="{C752D1E3-A31A-F7E9-99C1-92A149F9AF16}"/>
                </a:ext>
              </a:extLst>
            </p:cNvPr>
            <p:cNvSpPr>
              <a:spLocks noChangeShapeType="1"/>
            </p:cNvSpPr>
            <p:nvPr/>
          </p:nvSpPr>
          <p:spPr bwMode="auto">
            <a:xfrm>
              <a:off x="581" y="1568"/>
              <a:ext cx="28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3770" name="Freeform 44">
              <a:extLst>
                <a:ext uri="{FF2B5EF4-FFF2-40B4-BE49-F238E27FC236}">
                  <a16:creationId xmlns:a16="http://schemas.microsoft.com/office/drawing/2014/main" id="{6469A0BC-ADFF-B87F-9A54-1140A00D20D6}"/>
                </a:ext>
              </a:extLst>
            </p:cNvPr>
            <p:cNvSpPr>
              <a:spLocks/>
            </p:cNvSpPr>
            <p:nvPr/>
          </p:nvSpPr>
          <p:spPr bwMode="auto">
            <a:xfrm>
              <a:off x="4360" y="1824"/>
              <a:ext cx="61" cy="88"/>
            </a:xfrm>
            <a:custGeom>
              <a:avLst/>
              <a:gdLst>
                <a:gd name="T0" fmla="*/ 0 w 129"/>
                <a:gd name="T1" fmla="*/ 5 h 133"/>
                <a:gd name="T2" fmla="*/ 0 w 129"/>
                <a:gd name="T3" fmla="*/ 3 h 133"/>
                <a:gd name="T4" fmla="*/ 0 w 129"/>
                <a:gd name="T5" fmla="*/ 0 h 133"/>
                <a:gd name="T6" fmla="*/ 0 60000 65536"/>
                <a:gd name="T7" fmla="*/ 0 60000 65536"/>
                <a:gd name="T8" fmla="*/ 0 60000 65536"/>
                <a:gd name="T9" fmla="*/ 0 w 129"/>
                <a:gd name="T10" fmla="*/ 0 h 133"/>
                <a:gd name="T11" fmla="*/ 129 w 129"/>
                <a:gd name="T12" fmla="*/ 133 h 133"/>
              </a:gdLst>
              <a:ahLst/>
              <a:cxnLst>
                <a:cxn ang="T6">
                  <a:pos x="T0" y="T1"/>
                </a:cxn>
                <a:cxn ang="T7">
                  <a:pos x="T2" y="T3"/>
                </a:cxn>
                <a:cxn ang="T8">
                  <a:pos x="T4" y="T5"/>
                </a:cxn>
              </a:cxnLst>
              <a:rect l="T9" t="T10" r="T11" b="T12"/>
              <a:pathLst>
                <a:path w="129" h="133">
                  <a:moveTo>
                    <a:pt x="0" y="133"/>
                  </a:moveTo>
                  <a:lnTo>
                    <a:pt x="129" y="66"/>
                  </a:lnTo>
                  <a:lnTo>
                    <a:pt x="0" y="0"/>
                  </a:lnTo>
                </a:path>
              </a:pathLst>
            </a:custGeom>
            <a:noFill/>
            <a:ln w="22225" cap="flat">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3771" name="Freeform 45">
              <a:extLst>
                <a:ext uri="{FF2B5EF4-FFF2-40B4-BE49-F238E27FC236}">
                  <a16:creationId xmlns:a16="http://schemas.microsoft.com/office/drawing/2014/main" id="{8BAC3247-80AD-B61B-6852-5E1240D7048F}"/>
                </a:ext>
              </a:extLst>
            </p:cNvPr>
            <p:cNvSpPr>
              <a:spLocks/>
            </p:cNvSpPr>
            <p:nvPr/>
          </p:nvSpPr>
          <p:spPr bwMode="auto">
            <a:xfrm>
              <a:off x="3608" y="1808"/>
              <a:ext cx="61" cy="88"/>
            </a:xfrm>
            <a:custGeom>
              <a:avLst/>
              <a:gdLst>
                <a:gd name="T0" fmla="*/ 0 w 129"/>
                <a:gd name="T1" fmla="*/ 5 h 133"/>
                <a:gd name="T2" fmla="*/ 0 w 129"/>
                <a:gd name="T3" fmla="*/ 3 h 133"/>
                <a:gd name="T4" fmla="*/ 0 w 129"/>
                <a:gd name="T5" fmla="*/ 0 h 133"/>
                <a:gd name="T6" fmla="*/ 0 60000 65536"/>
                <a:gd name="T7" fmla="*/ 0 60000 65536"/>
                <a:gd name="T8" fmla="*/ 0 60000 65536"/>
                <a:gd name="T9" fmla="*/ 0 w 129"/>
                <a:gd name="T10" fmla="*/ 0 h 133"/>
                <a:gd name="T11" fmla="*/ 129 w 129"/>
                <a:gd name="T12" fmla="*/ 133 h 133"/>
              </a:gdLst>
              <a:ahLst/>
              <a:cxnLst>
                <a:cxn ang="T6">
                  <a:pos x="T0" y="T1"/>
                </a:cxn>
                <a:cxn ang="T7">
                  <a:pos x="T2" y="T3"/>
                </a:cxn>
                <a:cxn ang="T8">
                  <a:pos x="T4" y="T5"/>
                </a:cxn>
              </a:cxnLst>
              <a:rect l="T9" t="T10" r="T11" b="T12"/>
              <a:pathLst>
                <a:path w="129" h="133">
                  <a:moveTo>
                    <a:pt x="0" y="133"/>
                  </a:moveTo>
                  <a:lnTo>
                    <a:pt x="129" y="66"/>
                  </a:lnTo>
                  <a:lnTo>
                    <a:pt x="0" y="0"/>
                  </a:lnTo>
                </a:path>
              </a:pathLst>
            </a:custGeom>
            <a:noFill/>
            <a:ln w="22225" cap="flat">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3772" name="Freeform 46">
              <a:extLst>
                <a:ext uri="{FF2B5EF4-FFF2-40B4-BE49-F238E27FC236}">
                  <a16:creationId xmlns:a16="http://schemas.microsoft.com/office/drawing/2014/main" id="{E895EFED-375F-E0E7-37F2-180BCEC9A3FB}"/>
                </a:ext>
              </a:extLst>
            </p:cNvPr>
            <p:cNvSpPr>
              <a:spLocks/>
            </p:cNvSpPr>
            <p:nvPr/>
          </p:nvSpPr>
          <p:spPr bwMode="auto">
            <a:xfrm>
              <a:off x="2856" y="1816"/>
              <a:ext cx="61" cy="88"/>
            </a:xfrm>
            <a:custGeom>
              <a:avLst/>
              <a:gdLst>
                <a:gd name="T0" fmla="*/ 0 w 129"/>
                <a:gd name="T1" fmla="*/ 5 h 133"/>
                <a:gd name="T2" fmla="*/ 0 w 129"/>
                <a:gd name="T3" fmla="*/ 3 h 133"/>
                <a:gd name="T4" fmla="*/ 0 w 129"/>
                <a:gd name="T5" fmla="*/ 0 h 133"/>
                <a:gd name="T6" fmla="*/ 0 60000 65536"/>
                <a:gd name="T7" fmla="*/ 0 60000 65536"/>
                <a:gd name="T8" fmla="*/ 0 60000 65536"/>
                <a:gd name="T9" fmla="*/ 0 w 129"/>
                <a:gd name="T10" fmla="*/ 0 h 133"/>
                <a:gd name="T11" fmla="*/ 129 w 129"/>
                <a:gd name="T12" fmla="*/ 133 h 133"/>
              </a:gdLst>
              <a:ahLst/>
              <a:cxnLst>
                <a:cxn ang="T6">
                  <a:pos x="T0" y="T1"/>
                </a:cxn>
                <a:cxn ang="T7">
                  <a:pos x="T2" y="T3"/>
                </a:cxn>
                <a:cxn ang="T8">
                  <a:pos x="T4" y="T5"/>
                </a:cxn>
              </a:cxnLst>
              <a:rect l="T9" t="T10" r="T11" b="T12"/>
              <a:pathLst>
                <a:path w="129" h="133">
                  <a:moveTo>
                    <a:pt x="0" y="133"/>
                  </a:moveTo>
                  <a:lnTo>
                    <a:pt x="129" y="66"/>
                  </a:lnTo>
                  <a:lnTo>
                    <a:pt x="0" y="0"/>
                  </a:lnTo>
                </a:path>
              </a:pathLst>
            </a:custGeom>
            <a:noFill/>
            <a:ln w="22225" cap="flat">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3773" name="Freeform 47">
              <a:extLst>
                <a:ext uri="{FF2B5EF4-FFF2-40B4-BE49-F238E27FC236}">
                  <a16:creationId xmlns:a16="http://schemas.microsoft.com/office/drawing/2014/main" id="{BB6C836B-F0EB-E10E-BFD6-F2DB4E82D6C3}"/>
                </a:ext>
              </a:extLst>
            </p:cNvPr>
            <p:cNvSpPr>
              <a:spLocks/>
            </p:cNvSpPr>
            <p:nvPr/>
          </p:nvSpPr>
          <p:spPr bwMode="auto">
            <a:xfrm>
              <a:off x="2048" y="1808"/>
              <a:ext cx="61" cy="88"/>
            </a:xfrm>
            <a:custGeom>
              <a:avLst/>
              <a:gdLst>
                <a:gd name="T0" fmla="*/ 0 w 129"/>
                <a:gd name="T1" fmla="*/ 5 h 133"/>
                <a:gd name="T2" fmla="*/ 0 w 129"/>
                <a:gd name="T3" fmla="*/ 3 h 133"/>
                <a:gd name="T4" fmla="*/ 0 w 129"/>
                <a:gd name="T5" fmla="*/ 0 h 133"/>
                <a:gd name="T6" fmla="*/ 0 60000 65536"/>
                <a:gd name="T7" fmla="*/ 0 60000 65536"/>
                <a:gd name="T8" fmla="*/ 0 60000 65536"/>
                <a:gd name="T9" fmla="*/ 0 w 129"/>
                <a:gd name="T10" fmla="*/ 0 h 133"/>
                <a:gd name="T11" fmla="*/ 129 w 129"/>
                <a:gd name="T12" fmla="*/ 133 h 133"/>
              </a:gdLst>
              <a:ahLst/>
              <a:cxnLst>
                <a:cxn ang="T6">
                  <a:pos x="T0" y="T1"/>
                </a:cxn>
                <a:cxn ang="T7">
                  <a:pos x="T2" y="T3"/>
                </a:cxn>
                <a:cxn ang="T8">
                  <a:pos x="T4" y="T5"/>
                </a:cxn>
              </a:cxnLst>
              <a:rect l="T9" t="T10" r="T11" b="T12"/>
              <a:pathLst>
                <a:path w="129" h="133">
                  <a:moveTo>
                    <a:pt x="0" y="133"/>
                  </a:moveTo>
                  <a:lnTo>
                    <a:pt x="129" y="66"/>
                  </a:lnTo>
                  <a:lnTo>
                    <a:pt x="0" y="0"/>
                  </a:lnTo>
                </a:path>
              </a:pathLst>
            </a:custGeom>
            <a:noFill/>
            <a:ln w="22225" cap="flat">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3774" name="Freeform 48">
              <a:extLst>
                <a:ext uri="{FF2B5EF4-FFF2-40B4-BE49-F238E27FC236}">
                  <a16:creationId xmlns:a16="http://schemas.microsoft.com/office/drawing/2014/main" id="{4F784F95-FB39-A3ED-6BCD-3CFB274DB746}"/>
                </a:ext>
              </a:extLst>
            </p:cNvPr>
            <p:cNvSpPr>
              <a:spLocks/>
            </p:cNvSpPr>
            <p:nvPr/>
          </p:nvSpPr>
          <p:spPr bwMode="auto">
            <a:xfrm>
              <a:off x="1256" y="1824"/>
              <a:ext cx="61" cy="88"/>
            </a:xfrm>
            <a:custGeom>
              <a:avLst/>
              <a:gdLst>
                <a:gd name="T0" fmla="*/ 0 w 129"/>
                <a:gd name="T1" fmla="*/ 5 h 133"/>
                <a:gd name="T2" fmla="*/ 0 w 129"/>
                <a:gd name="T3" fmla="*/ 3 h 133"/>
                <a:gd name="T4" fmla="*/ 0 w 129"/>
                <a:gd name="T5" fmla="*/ 0 h 133"/>
                <a:gd name="T6" fmla="*/ 0 60000 65536"/>
                <a:gd name="T7" fmla="*/ 0 60000 65536"/>
                <a:gd name="T8" fmla="*/ 0 60000 65536"/>
                <a:gd name="T9" fmla="*/ 0 w 129"/>
                <a:gd name="T10" fmla="*/ 0 h 133"/>
                <a:gd name="T11" fmla="*/ 129 w 129"/>
                <a:gd name="T12" fmla="*/ 133 h 133"/>
              </a:gdLst>
              <a:ahLst/>
              <a:cxnLst>
                <a:cxn ang="T6">
                  <a:pos x="T0" y="T1"/>
                </a:cxn>
                <a:cxn ang="T7">
                  <a:pos x="T2" y="T3"/>
                </a:cxn>
                <a:cxn ang="T8">
                  <a:pos x="T4" y="T5"/>
                </a:cxn>
              </a:cxnLst>
              <a:rect l="T9" t="T10" r="T11" b="T12"/>
              <a:pathLst>
                <a:path w="129" h="133">
                  <a:moveTo>
                    <a:pt x="0" y="133"/>
                  </a:moveTo>
                  <a:lnTo>
                    <a:pt x="129" y="66"/>
                  </a:lnTo>
                  <a:lnTo>
                    <a:pt x="0" y="0"/>
                  </a:lnTo>
                </a:path>
              </a:pathLst>
            </a:custGeom>
            <a:noFill/>
            <a:ln w="22225" cap="flat">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73733" name="Text Box 51">
            <a:extLst>
              <a:ext uri="{FF2B5EF4-FFF2-40B4-BE49-F238E27FC236}">
                <a16:creationId xmlns:a16="http://schemas.microsoft.com/office/drawing/2014/main" id="{72CD2409-775A-44B0-8E9E-D57BAC24F096}"/>
              </a:ext>
            </a:extLst>
          </p:cNvPr>
          <p:cNvSpPr txBox="1">
            <a:spLocks noChangeArrowheads="1"/>
          </p:cNvSpPr>
          <p:nvPr/>
        </p:nvSpPr>
        <p:spPr bwMode="auto">
          <a:xfrm>
            <a:off x="1981200" y="3946525"/>
            <a:ext cx="8153400" cy="178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spcBef>
                <a:spcPct val="50000"/>
              </a:spcBef>
            </a:pPr>
            <a:r>
              <a:rPr lang="en-US" altLang="en-US" sz="2000" dirty="0"/>
              <a:t>d</a:t>
            </a:r>
            <a:r>
              <a:rPr lang="ru-RU" altLang="en-US" sz="2000" dirty="0"/>
              <a:t>(</a:t>
            </a:r>
            <a:r>
              <a:rPr lang="en-US" altLang="en-US" sz="2000" dirty="0"/>
              <a:t>x</a:t>
            </a:r>
            <a:r>
              <a:rPr lang="ru-RU" altLang="en-US" sz="2000" dirty="0"/>
              <a:t>) = 1+</a:t>
            </a:r>
            <a:r>
              <a:rPr lang="en-US" altLang="en-US" sz="2000" dirty="0"/>
              <a:t>x</a:t>
            </a:r>
            <a:r>
              <a:rPr lang="ru-RU" altLang="en-US" sz="2000" baseline="30000" dirty="0"/>
              <a:t>2</a:t>
            </a:r>
            <a:r>
              <a:rPr lang="ru-RU" altLang="en-US" sz="2000" dirty="0"/>
              <a:t>+x</a:t>
            </a:r>
            <a:r>
              <a:rPr lang="ru-RU" altLang="en-US" sz="2000" baseline="30000" dirty="0"/>
              <a:t>5</a:t>
            </a:r>
            <a:endParaRPr lang="en-US" altLang="en-US" sz="2000" baseline="30000" dirty="0"/>
          </a:p>
          <a:p>
            <a:pPr rtl="1" eaLnBrk="1" hangingPunct="1">
              <a:spcBef>
                <a:spcPct val="50000"/>
              </a:spcBef>
            </a:pPr>
            <a:r>
              <a:rPr lang="en-US" altLang="en-US" sz="2000" dirty="0"/>
              <a:t>Other  example of LFSR circuit  (maximum-length sequence  generator)</a:t>
            </a:r>
            <a:endParaRPr lang="ru-RU" altLang="en-US" sz="2000" dirty="0"/>
          </a:p>
          <a:p>
            <a:pPr eaLnBrk="1" hangingPunct="1"/>
            <a:r>
              <a:rPr lang="en-US" altLang="en-US" sz="2000" dirty="0"/>
              <a:t>d</a:t>
            </a:r>
            <a:r>
              <a:rPr lang="ru-RU" altLang="en-US" sz="2000" dirty="0"/>
              <a:t>(</a:t>
            </a:r>
            <a:r>
              <a:rPr lang="en-US" altLang="en-US" sz="2000" dirty="0"/>
              <a:t>x</a:t>
            </a:r>
            <a:r>
              <a:rPr lang="ru-RU" altLang="en-US" sz="2000" dirty="0"/>
              <a:t>) = x</a:t>
            </a:r>
            <a:r>
              <a:rPr lang="en-US" altLang="en-US" sz="2000" dirty="0"/>
              <a:t>**</a:t>
            </a:r>
            <a:r>
              <a:rPr lang="ru-RU" altLang="en-US" sz="2000" dirty="0"/>
              <a:t>153 + x</a:t>
            </a:r>
            <a:r>
              <a:rPr lang="en-US" altLang="en-US" sz="2000" dirty="0"/>
              <a:t>**</a:t>
            </a:r>
            <a:r>
              <a:rPr lang="ru-RU" altLang="en-US" sz="2000" dirty="0"/>
              <a:t>152 + 1</a:t>
            </a:r>
            <a:r>
              <a:rPr lang="en-US" altLang="en-US" sz="2000" dirty="0"/>
              <a:t> </a:t>
            </a:r>
            <a:r>
              <a:rPr lang="ru-RU" altLang="en-US" sz="2000" dirty="0"/>
              <a:t>is a maximum-length </a:t>
            </a:r>
            <a:r>
              <a:rPr lang="en-US" altLang="en-US" sz="2000" dirty="0"/>
              <a:t>LFSR</a:t>
            </a:r>
            <a:r>
              <a:rPr lang="ru-RU" altLang="en-US" sz="2000" dirty="0"/>
              <a:t> with</a:t>
            </a:r>
            <a:br>
              <a:rPr lang="en-US" altLang="en-US" sz="2000" dirty="0"/>
            </a:br>
            <a:r>
              <a:rPr lang="ru-RU" altLang="en-US" sz="2000" dirty="0"/>
              <a:t> 2</a:t>
            </a:r>
            <a:r>
              <a:rPr lang="en-US" altLang="en-US" sz="2000" dirty="0"/>
              <a:t>**</a:t>
            </a:r>
            <a:r>
              <a:rPr lang="ru-RU" altLang="en-US" sz="2000" dirty="0"/>
              <a:t>153 -1 states.</a:t>
            </a:r>
            <a:endParaRPr lang="ru-RU" altLang="en-US" sz="2000" baseline="300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4">
            <a:extLst>
              <a:ext uri="{FF2B5EF4-FFF2-40B4-BE49-F238E27FC236}">
                <a16:creationId xmlns:a16="http://schemas.microsoft.com/office/drawing/2014/main" id="{65158B4A-977D-B206-3DF6-A34A40D1DFC9}"/>
              </a:ext>
            </a:extLst>
          </p:cNvPr>
          <p:cNvSpPr>
            <a:spLocks noGrp="1" noChangeArrowheads="1"/>
          </p:cNvSpPr>
          <p:nvPr>
            <p:ph type="title"/>
          </p:nvPr>
        </p:nvSpPr>
        <p:spPr/>
        <p:txBody>
          <a:bodyPr/>
          <a:lstStyle/>
          <a:p>
            <a:r>
              <a:rPr lang="en-US" altLang="en-US"/>
              <a:t>Feedback Primitive Polynomials</a:t>
            </a:r>
            <a:endParaRPr lang="ru-RU" altLang="en-US"/>
          </a:p>
        </p:txBody>
      </p:sp>
      <p:graphicFrame>
        <p:nvGraphicFramePr>
          <p:cNvPr id="2" name="Таблица 1">
            <a:extLst>
              <a:ext uri="{FF2B5EF4-FFF2-40B4-BE49-F238E27FC236}">
                <a16:creationId xmlns:a16="http://schemas.microsoft.com/office/drawing/2014/main" id="{A77490D2-0A65-4A75-B2CD-603A56F2FB61}"/>
              </a:ext>
            </a:extLst>
          </p:cNvPr>
          <p:cNvGraphicFramePr>
            <a:graphicFrameLocks noGrp="1"/>
          </p:cNvGraphicFramePr>
          <p:nvPr>
            <p:extLst>
              <p:ext uri="{D42A27DB-BD31-4B8C-83A1-F6EECF244321}">
                <p14:modId xmlns:p14="http://schemas.microsoft.com/office/powerpoint/2010/main" val="2432771165"/>
              </p:ext>
            </p:extLst>
          </p:nvPr>
        </p:nvGraphicFramePr>
        <p:xfrm>
          <a:off x="3048000" y="1578429"/>
          <a:ext cx="6096000" cy="4821232"/>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20000"/>
                    </a:ext>
                  </a:extLst>
                </a:gridCol>
                <a:gridCol w="2032000">
                  <a:extLst>
                    <a:ext uri="{9D8B030D-6E8A-4147-A177-3AD203B41FA5}">
                      <a16:colId xmlns:a16="http://schemas.microsoft.com/office/drawing/2014/main" val="20001"/>
                    </a:ext>
                  </a:extLst>
                </a:gridCol>
                <a:gridCol w="2032000">
                  <a:extLst>
                    <a:ext uri="{9D8B030D-6E8A-4147-A177-3AD203B41FA5}">
                      <a16:colId xmlns:a16="http://schemas.microsoft.com/office/drawing/2014/main" val="20002"/>
                    </a:ext>
                  </a:extLst>
                </a:gridCol>
              </a:tblGrid>
              <a:tr h="370864">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400" b="0" i="0" u="none" strike="noStrike" cap="none" normalizeH="0" baseline="0" dirty="0">
                          <a:ln>
                            <a:noFill/>
                          </a:ln>
                          <a:solidFill>
                            <a:schemeClr val="bg2"/>
                          </a:solidFill>
                          <a:effectLst/>
                          <a:latin typeface="Arial" pitchFamily="34" charset="0"/>
                          <a:cs typeface="Times New Roman" pitchFamily="18" charset="0"/>
                        </a:rPr>
                        <a:t>N</a:t>
                      </a:r>
                      <a:endParaRPr kumimoji="0" lang="ru-RU" sz="1400" b="0" i="0" u="none" strike="noStrike" cap="none" normalizeH="0" baseline="0" dirty="0">
                        <a:ln>
                          <a:noFill/>
                        </a:ln>
                        <a:solidFill>
                          <a:schemeClr val="bg2"/>
                        </a:solidFill>
                        <a:effectLst/>
                        <a:latin typeface="Arial" pitchFamily="34" charset="0"/>
                        <a:cs typeface="Arial" pitchFamily="34" charset="0"/>
                      </a:endParaRPr>
                    </a:p>
                  </a:txBody>
                  <a:tcPr marT="45723" marB="45723" horzOverflow="overflow"/>
                </a:tc>
                <a:tc>
                  <a:txBody>
                    <a:bodyPr/>
                    <a:lstStyle/>
                    <a:p>
                      <a:pPr marL="0" marR="0" lvl="0" indent="0" algn="ctr" defTabSz="914400" rtl="0" eaLnBrk="0" fontAlgn="base" latinLnBrk="0" hangingPunct="0">
                        <a:lnSpc>
                          <a:spcPct val="100000"/>
                        </a:lnSpc>
                        <a:spcBef>
                          <a:spcPct val="20000"/>
                        </a:spcBef>
                        <a:spcAft>
                          <a:spcPct val="0"/>
                        </a:spcAft>
                        <a:buClr>
                          <a:srgbClr val="0000FF"/>
                        </a:buClr>
                        <a:buSzPct val="100000"/>
                        <a:buFont typeface="Arial" pitchFamily="34" charset="0"/>
                        <a:buNone/>
                        <a:tabLst/>
                      </a:pPr>
                      <a:r>
                        <a:rPr kumimoji="0" lang="ru-RU" sz="1400" b="0" i="0" u="none" strike="noStrike" cap="none" normalizeH="0" baseline="0" dirty="0" err="1">
                          <a:ln>
                            <a:noFill/>
                          </a:ln>
                          <a:solidFill>
                            <a:schemeClr val="bg2"/>
                          </a:solidFill>
                          <a:effectLst/>
                          <a:latin typeface="Arial" pitchFamily="34" charset="0"/>
                          <a:cs typeface="Times New Roman" pitchFamily="18" charset="0"/>
                        </a:rPr>
                        <a:t>Feedback</a:t>
                      </a:r>
                      <a:r>
                        <a:rPr kumimoji="0" lang="ru-RU" sz="1400" b="0" i="0" u="none" strike="noStrike" cap="none" normalizeH="0" baseline="0" dirty="0">
                          <a:ln>
                            <a:noFill/>
                          </a:ln>
                          <a:solidFill>
                            <a:schemeClr val="bg2"/>
                          </a:solidFill>
                          <a:effectLst/>
                          <a:latin typeface="Arial" pitchFamily="34" charset="0"/>
                          <a:cs typeface="Times New Roman" pitchFamily="18" charset="0"/>
                        </a:rPr>
                        <a:t> </a:t>
                      </a:r>
                      <a:r>
                        <a:rPr kumimoji="0" lang="en-US" sz="1400" b="0" i="0" u="none" strike="noStrike" cap="none" normalizeH="0" baseline="0" dirty="0">
                          <a:ln>
                            <a:noFill/>
                          </a:ln>
                          <a:solidFill>
                            <a:schemeClr val="bg2"/>
                          </a:solidFill>
                          <a:effectLst/>
                          <a:latin typeface="Arial" pitchFamily="34" charset="0"/>
                          <a:cs typeface="Times New Roman" pitchFamily="18" charset="0"/>
                        </a:rPr>
                        <a:t>p</a:t>
                      </a:r>
                      <a:r>
                        <a:rPr kumimoji="0" lang="ru-RU" sz="1400" b="0" i="0" u="none" strike="noStrike" cap="none" normalizeH="0" baseline="0" dirty="0" err="1">
                          <a:ln>
                            <a:noFill/>
                          </a:ln>
                          <a:solidFill>
                            <a:schemeClr val="bg2"/>
                          </a:solidFill>
                          <a:effectLst/>
                          <a:latin typeface="Arial" pitchFamily="34" charset="0"/>
                          <a:cs typeface="Times New Roman" pitchFamily="18" charset="0"/>
                        </a:rPr>
                        <a:t>olynomial</a:t>
                      </a:r>
                      <a:endParaRPr kumimoji="0" lang="ru-RU" sz="1400" b="0" i="0" u="none" strike="noStrike" cap="none" normalizeH="0" baseline="0" dirty="0">
                        <a:ln>
                          <a:noFill/>
                        </a:ln>
                        <a:solidFill>
                          <a:schemeClr val="bg2"/>
                        </a:solidFill>
                        <a:effectLst/>
                        <a:latin typeface="Arial" pitchFamily="34" charset="0"/>
                        <a:cs typeface="Times New Roman" pitchFamily="18" charset="0"/>
                      </a:endParaRPr>
                    </a:p>
                  </a:txBody>
                  <a:tcPr marT="45723" marB="45723" horzOverflow="overflow"/>
                </a:tc>
                <a:tc>
                  <a:txBody>
                    <a:bodyPr/>
                    <a:lstStyle/>
                    <a:p>
                      <a:pPr marL="0" marR="0" lvl="0" indent="0" algn="ctr" defTabSz="914400" rtl="1" eaLnBrk="0" fontAlgn="base" latinLnBrk="0" hangingPunct="0">
                        <a:lnSpc>
                          <a:spcPct val="100000"/>
                        </a:lnSpc>
                        <a:spcBef>
                          <a:spcPct val="0"/>
                        </a:spcBef>
                        <a:spcAft>
                          <a:spcPct val="0"/>
                        </a:spcAft>
                        <a:buClrTx/>
                        <a:buSzTx/>
                        <a:buFontTx/>
                        <a:buNone/>
                        <a:tabLst/>
                      </a:pPr>
                      <a:r>
                        <a:rPr kumimoji="0" lang="en-US" sz="1400" b="0" i="0" u="none" strike="noStrike" cap="none" normalizeH="0" baseline="0" dirty="0">
                          <a:ln>
                            <a:noFill/>
                          </a:ln>
                          <a:solidFill>
                            <a:schemeClr val="bg2"/>
                          </a:solidFill>
                          <a:effectLst/>
                          <a:latin typeface="Arial" pitchFamily="34" charset="0"/>
                          <a:cs typeface="Times New Roman" pitchFamily="18" charset="0"/>
                        </a:rPr>
                        <a:t>Period (2</a:t>
                      </a:r>
                      <a:r>
                        <a:rPr kumimoji="0" lang="en-US" sz="1400" b="0" i="0" u="none" strike="noStrike" cap="none" normalizeH="0" baseline="30000" dirty="0">
                          <a:ln>
                            <a:noFill/>
                          </a:ln>
                          <a:solidFill>
                            <a:schemeClr val="bg2"/>
                          </a:solidFill>
                          <a:effectLst/>
                          <a:latin typeface="Arial" pitchFamily="34" charset="0"/>
                          <a:cs typeface="Times New Roman" pitchFamily="18" charset="0"/>
                        </a:rPr>
                        <a:t>n </a:t>
                      </a:r>
                      <a:r>
                        <a:rPr kumimoji="0" lang="en-US" sz="1400" b="0" i="0" u="none" strike="noStrike" cap="none" normalizeH="0" baseline="0" dirty="0">
                          <a:ln>
                            <a:noFill/>
                          </a:ln>
                          <a:solidFill>
                            <a:schemeClr val="bg2"/>
                          </a:solidFill>
                          <a:effectLst/>
                          <a:latin typeface="Arial" pitchFamily="34" charset="0"/>
                          <a:cs typeface="Times New Roman" pitchFamily="18" charset="0"/>
                        </a:rPr>
                        <a:t>-1)</a:t>
                      </a:r>
                      <a:endParaRPr kumimoji="0" lang="ru-RU" sz="1400" b="0" i="0" u="none" strike="noStrike" cap="none" normalizeH="0" baseline="0" dirty="0">
                        <a:ln>
                          <a:noFill/>
                        </a:ln>
                        <a:solidFill>
                          <a:schemeClr val="bg2"/>
                        </a:solidFill>
                        <a:effectLst/>
                        <a:latin typeface="Arial" pitchFamily="34" charset="0"/>
                        <a:cs typeface="Arial" pitchFamily="34" charset="0"/>
                      </a:endParaRPr>
                    </a:p>
                  </a:txBody>
                  <a:tcPr marT="45723" marB="45723" horzOverflow="overflow"/>
                </a:tc>
                <a:extLst>
                  <a:ext uri="{0D108BD9-81ED-4DB2-BD59-A6C34878D82A}">
                    <a16:rowId xmlns:a16="http://schemas.microsoft.com/office/drawing/2014/main" val="10000"/>
                  </a:ext>
                </a:extLst>
              </a:tr>
              <a:tr h="370864">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pitchFamily="34" charset="0"/>
                          <a:cs typeface="Times New Roman" pitchFamily="18" charset="0"/>
                        </a:rPr>
                        <a:t>2</a:t>
                      </a:r>
                      <a:endParaRPr kumimoji="0" lang="en-US" sz="1400" b="0" i="0" u="none" strike="noStrike" cap="none" normalizeH="0" baseline="0">
                        <a:ln>
                          <a:noFill/>
                        </a:ln>
                        <a:solidFill>
                          <a:schemeClr val="tx1"/>
                        </a:solidFill>
                        <a:effectLst/>
                        <a:latin typeface="Arial" pitchFamily="34" charset="0"/>
                        <a:cs typeface="Arial" pitchFamily="34" charset="0"/>
                      </a:endParaRPr>
                    </a:p>
                  </a:txBody>
                  <a:tcPr marT="45723" marB="45723"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400" b="0" i="0" u="none" strike="noStrike" cap="none" normalizeH="0" baseline="0" dirty="0">
                          <a:ln>
                            <a:noFill/>
                          </a:ln>
                          <a:solidFill>
                            <a:schemeClr val="tx1"/>
                          </a:solidFill>
                          <a:effectLst/>
                          <a:latin typeface="Arial" pitchFamily="34" charset="0"/>
                          <a:cs typeface="Times New Roman" pitchFamily="18" charset="0"/>
                        </a:rPr>
                        <a:t>x</a:t>
                      </a:r>
                      <a:r>
                        <a:rPr kumimoji="0" lang="en-US" sz="1400" b="0" i="0" u="none" strike="noStrike" cap="none" normalizeH="0" baseline="30000" dirty="0">
                          <a:ln>
                            <a:noFill/>
                          </a:ln>
                          <a:solidFill>
                            <a:schemeClr val="tx1"/>
                          </a:solidFill>
                          <a:effectLst/>
                          <a:latin typeface="Arial" pitchFamily="34" charset="0"/>
                          <a:cs typeface="Times New Roman" pitchFamily="18" charset="0"/>
                        </a:rPr>
                        <a:t>2</a:t>
                      </a:r>
                      <a:r>
                        <a:rPr kumimoji="0" lang="en-US" sz="1400" b="0" i="0" u="none" strike="noStrike" cap="none" normalizeH="0" baseline="0" dirty="0">
                          <a:ln>
                            <a:noFill/>
                          </a:ln>
                          <a:solidFill>
                            <a:schemeClr val="tx1"/>
                          </a:solidFill>
                          <a:effectLst/>
                          <a:latin typeface="Arial" pitchFamily="34" charset="0"/>
                          <a:cs typeface="Times New Roman" pitchFamily="18" charset="0"/>
                        </a:rPr>
                        <a:t> + x +1</a:t>
                      </a:r>
                      <a:endParaRPr kumimoji="0" lang="en-US" sz="1400" b="0" i="0" u="none" strike="noStrike" cap="none" normalizeH="0" baseline="0" dirty="0">
                        <a:ln>
                          <a:noFill/>
                        </a:ln>
                        <a:solidFill>
                          <a:schemeClr val="tx1"/>
                        </a:solidFill>
                        <a:effectLst/>
                        <a:latin typeface="Arial" pitchFamily="34" charset="0"/>
                        <a:cs typeface="Arial" pitchFamily="34" charset="0"/>
                      </a:endParaRPr>
                    </a:p>
                  </a:txBody>
                  <a:tcPr marT="45723" marB="45723"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400" b="0" i="0" u="none" strike="noStrike" cap="none" normalizeH="0" baseline="0" dirty="0">
                          <a:ln>
                            <a:noFill/>
                          </a:ln>
                          <a:solidFill>
                            <a:schemeClr val="tx1"/>
                          </a:solidFill>
                          <a:effectLst/>
                          <a:latin typeface="Arial" pitchFamily="34" charset="0"/>
                          <a:cs typeface="Times New Roman" pitchFamily="18" charset="0"/>
                        </a:rPr>
                        <a:t>3</a:t>
                      </a:r>
                      <a:endParaRPr kumimoji="0" lang="en-US" sz="1400" b="0" i="0" u="none" strike="noStrike" cap="none" normalizeH="0" baseline="0" dirty="0">
                        <a:ln>
                          <a:noFill/>
                        </a:ln>
                        <a:solidFill>
                          <a:schemeClr val="tx1"/>
                        </a:solidFill>
                        <a:effectLst/>
                        <a:latin typeface="Arial" pitchFamily="34" charset="0"/>
                        <a:cs typeface="Arial" pitchFamily="34" charset="0"/>
                      </a:endParaRPr>
                    </a:p>
                  </a:txBody>
                  <a:tcPr marT="45723" marB="45723" horzOverflow="overflow"/>
                </a:tc>
                <a:extLst>
                  <a:ext uri="{0D108BD9-81ED-4DB2-BD59-A6C34878D82A}">
                    <a16:rowId xmlns:a16="http://schemas.microsoft.com/office/drawing/2014/main" val="10001"/>
                  </a:ext>
                </a:extLst>
              </a:tr>
              <a:tr h="370864">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pitchFamily="34" charset="0"/>
                          <a:cs typeface="Times New Roman" pitchFamily="18" charset="0"/>
                        </a:rPr>
                        <a:t>3</a:t>
                      </a:r>
                      <a:endParaRPr kumimoji="0" lang="en-US" sz="1400" b="0" i="0" u="none" strike="noStrike" cap="none" normalizeH="0" baseline="0">
                        <a:ln>
                          <a:noFill/>
                        </a:ln>
                        <a:solidFill>
                          <a:schemeClr val="tx1"/>
                        </a:solidFill>
                        <a:effectLst/>
                        <a:latin typeface="Arial" pitchFamily="34" charset="0"/>
                        <a:cs typeface="Arial" pitchFamily="34" charset="0"/>
                      </a:endParaRPr>
                    </a:p>
                  </a:txBody>
                  <a:tcPr marT="45723" marB="45723"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pitchFamily="34" charset="0"/>
                          <a:cs typeface="Times New Roman" pitchFamily="18" charset="0"/>
                        </a:rPr>
                        <a:t>x</a:t>
                      </a:r>
                      <a:r>
                        <a:rPr kumimoji="0" lang="en-US" sz="1400" b="0" i="0" u="none" strike="noStrike" cap="none" normalizeH="0" baseline="30000">
                          <a:ln>
                            <a:noFill/>
                          </a:ln>
                          <a:solidFill>
                            <a:schemeClr val="tx1"/>
                          </a:solidFill>
                          <a:effectLst/>
                          <a:latin typeface="Arial" pitchFamily="34" charset="0"/>
                          <a:cs typeface="Times New Roman" pitchFamily="18" charset="0"/>
                        </a:rPr>
                        <a:t>3</a:t>
                      </a:r>
                      <a:r>
                        <a:rPr kumimoji="0" lang="en-US" sz="1400" b="0" i="0" u="none" strike="noStrike" cap="none" normalizeH="0" baseline="0">
                          <a:ln>
                            <a:noFill/>
                          </a:ln>
                          <a:solidFill>
                            <a:schemeClr val="tx1"/>
                          </a:solidFill>
                          <a:effectLst/>
                          <a:latin typeface="Arial" pitchFamily="34" charset="0"/>
                          <a:cs typeface="Times New Roman" pitchFamily="18" charset="0"/>
                        </a:rPr>
                        <a:t> + x +1, x</a:t>
                      </a:r>
                      <a:r>
                        <a:rPr kumimoji="0" lang="en-US" sz="1400" b="0" i="0" u="none" strike="noStrike" cap="none" normalizeH="0" baseline="30000">
                          <a:ln>
                            <a:noFill/>
                          </a:ln>
                          <a:solidFill>
                            <a:schemeClr val="tx1"/>
                          </a:solidFill>
                          <a:effectLst/>
                          <a:latin typeface="Arial" pitchFamily="34" charset="0"/>
                          <a:cs typeface="Times New Roman" pitchFamily="18" charset="0"/>
                        </a:rPr>
                        <a:t>3</a:t>
                      </a:r>
                      <a:r>
                        <a:rPr kumimoji="0" lang="en-US" sz="1400" b="0" i="0" u="none" strike="noStrike" cap="none" normalizeH="0" baseline="0">
                          <a:ln>
                            <a:noFill/>
                          </a:ln>
                          <a:solidFill>
                            <a:schemeClr val="tx1"/>
                          </a:solidFill>
                          <a:effectLst/>
                          <a:latin typeface="Arial" pitchFamily="34" charset="0"/>
                          <a:cs typeface="Times New Roman" pitchFamily="18" charset="0"/>
                        </a:rPr>
                        <a:t> + x</a:t>
                      </a:r>
                      <a:r>
                        <a:rPr kumimoji="0" lang="en-US" sz="1400" b="0" i="0" u="none" strike="noStrike" cap="none" normalizeH="0" baseline="30000">
                          <a:ln>
                            <a:noFill/>
                          </a:ln>
                          <a:solidFill>
                            <a:schemeClr val="tx1"/>
                          </a:solidFill>
                          <a:effectLst/>
                          <a:latin typeface="Arial" pitchFamily="34" charset="0"/>
                          <a:cs typeface="Times New Roman" pitchFamily="18" charset="0"/>
                        </a:rPr>
                        <a:t>2</a:t>
                      </a:r>
                      <a:r>
                        <a:rPr kumimoji="0" lang="en-US" sz="1400" b="0" i="0" u="none" strike="noStrike" cap="none" normalizeH="0" baseline="0">
                          <a:ln>
                            <a:noFill/>
                          </a:ln>
                          <a:solidFill>
                            <a:schemeClr val="tx1"/>
                          </a:solidFill>
                          <a:effectLst/>
                          <a:latin typeface="Arial" pitchFamily="34" charset="0"/>
                          <a:cs typeface="Times New Roman" pitchFamily="18" charset="0"/>
                        </a:rPr>
                        <a:t> +1</a:t>
                      </a:r>
                      <a:endParaRPr kumimoji="0" lang="en-US" sz="1400" b="0" i="0" u="none" strike="noStrike" cap="none" normalizeH="0" baseline="0">
                        <a:ln>
                          <a:noFill/>
                        </a:ln>
                        <a:solidFill>
                          <a:schemeClr val="tx1"/>
                        </a:solidFill>
                        <a:effectLst/>
                        <a:latin typeface="Arial" pitchFamily="34" charset="0"/>
                        <a:cs typeface="Arial" pitchFamily="34" charset="0"/>
                      </a:endParaRPr>
                    </a:p>
                  </a:txBody>
                  <a:tcPr marT="45723" marB="45723"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400" b="0" i="0" u="none" strike="noStrike" cap="none" normalizeH="0" baseline="0" dirty="0">
                          <a:ln>
                            <a:noFill/>
                          </a:ln>
                          <a:solidFill>
                            <a:schemeClr val="tx1"/>
                          </a:solidFill>
                          <a:effectLst/>
                          <a:latin typeface="Arial" pitchFamily="34" charset="0"/>
                          <a:cs typeface="Times New Roman" pitchFamily="18" charset="0"/>
                        </a:rPr>
                        <a:t>7</a:t>
                      </a:r>
                      <a:endParaRPr kumimoji="0" lang="en-US" sz="1400" b="0" i="0" u="none" strike="noStrike" cap="none" normalizeH="0" baseline="0" dirty="0">
                        <a:ln>
                          <a:noFill/>
                        </a:ln>
                        <a:solidFill>
                          <a:schemeClr val="tx1"/>
                        </a:solidFill>
                        <a:effectLst/>
                        <a:latin typeface="Arial" pitchFamily="34" charset="0"/>
                        <a:cs typeface="Arial" pitchFamily="34" charset="0"/>
                      </a:endParaRPr>
                    </a:p>
                  </a:txBody>
                  <a:tcPr marT="45723" marB="45723" horzOverflow="overflow"/>
                </a:tc>
                <a:extLst>
                  <a:ext uri="{0D108BD9-81ED-4DB2-BD59-A6C34878D82A}">
                    <a16:rowId xmlns:a16="http://schemas.microsoft.com/office/drawing/2014/main" val="10002"/>
                  </a:ext>
                </a:extLst>
              </a:tr>
              <a:tr h="370864">
                <a:tc>
                  <a:txBody>
                    <a:bodyPr/>
                    <a:lstStyle/>
                    <a:p>
                      <a:pPr marL="0" marR="0" lvl="0" indent="0" algn="ctr" defTabSz="914400" rtl="0" eaLnBrk="0" fontAlgn="base" latinLnBrk="0" hangingPunct="0">
                        <a:lnSpc>
                          <a:spcPct val="100000"/>
                        </a:lnSpc>
                        <a:spcBef>
                          <a:spcPct val="20000"/>
                        </a:spcBef>
                        <a:spcAft>
                          <a:spcPct val="0"/>
                        </a:spcAft>
                        <a:buClr>
                          <a:srgbClr val="0000FF"/>
                        </a:buClr>
                        <a:buSzPct val="100000"/>
                        <a:buFont typeface="Arial" pitchFamily="34" charset="0"/>
                        <a:buNone/>
                        <a:tabLst/>
                      </a:pPr>
                      <a:r>
                        <a:rPr kumimoji="0" lang="en-US" sz="1400" b="0" i="0" u="none" strike="noStrike" cap="none" normalizeH="0" baseline="0">
                          <a:ln>
                            <a:noFill/>
                          </a:ln>
                          <a:solidFill>
                            <a:schemeClr val="tx1"/>
                          </a:solidFill>
                          <a:effectLst/>
                          <a:latin typeface="Arial" pitchFamily="34" charset="0"/>
                          <a:cs typeface="Arial" pitchFamily="34" charset="0"/>
                        </a:rPr>
                        <a:t>4</a:t>
                      </a:r>
                      <a:endParaRPr kumimoji="0" lang="ru-RU" sz="1400" b="0" i="0" u="none" strike="noStrike" cap="none" normalizeH="0" baseline="0">
                        <a:ln>
                          <a:noFill/>
                        </a:ln>
                        <a:solidFill>
                          <a:schemeClr val="tx1"/>
                        </a:solidFill>
                        <a:effectLst/>
                        <a:latin typeface="Arial" pitchFamily="34" charset="0"/>
                        <a:cs typeface="Arial" pitchFamily="34" charset="0"/>
                      </a:endParaRPr>
                    </a:p>
                  </a:txBody>
                  <a:tcPr marT="45723" marB="45723"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pitchFamily="34" charset="0"/>
                          <a:cs typeface="Times New Roman" pitchFamily="18" charset="0"/>
                        </a:rPr>
                        <a:t>x</a:t>
                      </a:r>
                      <a:r>
                        <a:rPr kumimoji="0" lang="en-US" sz="1400" b="0" i="0" u="none" strike="noStrike" cap="none" normalizeH="0" baseline="30000">
                          <a:ln>
                            <a:noFill/>
                          </a:ln>
                          <a:solidFill>
                            <a:schemeClr val="tx1"/>
                          </a:solidFill>
                          <a:effectLst/>
                          <a:latin typeface="Arial" pitchFamily="34" charset="0"/>
                          <a:cs typeface="Times New Roman" pitchFamily="18" charset="0"/>
                        </a:rPr>
                        <a:t>4</a:t>
                      </a:r>
                      <a:r>
                        <a:rPr kumimoji="0" lang="en-US" sz="1400" b="0" i="0" u="none" strike="noStrike" cap="none" normalizeH="0" baseline="0">
                          <a:ln>
                            <a:noFill/>
                          </a:ln>
                          <a:solidFill>
                            <a:schemeClr val="tx1"/>
                          </a:solidFill>
                          <a:effectLst/>
                          <a:latin typeface="Arial" pitchFamily="34" charset="0"/>
                          <a:cs typeface="Times New Roman" pitchFamily="18" charset="0"/>
                        </a:rPr>
                        <a:t> + x</a:t>
                      </a:r>
                      <a:r>
                        <a:rPr kumimoji="0" lang="en-US" sz="1400" b="0" i="0" u="none" strike="noStrike" cap="none" normalizeH="0" baseline="30000">
                          <a:ln>
                            <a:noFill/>
                          </a:ln>
                          <a:solidFill>
                            <a:schemeClr val="tx1"/>
                          </a:solidFill>
                          <a:effectLst/>
                          <a:latin typeface="Arial" pitchFamily="34" charset="0"/>
                          <a:cs typeface="Times New Roman" pitchFamily="18" charset="0"/>
                        </a:rPr>
                        <a:t>3</a:t>
                      </a:r>
                      <a:r>
                        <a:rPr kumimoji="0" lang="en-US" sz="1400" b="0" i="0" u="none" strike="noStrike" cap="none" normalizeH="0" baseline="0">
                          <a:ln>
                            <a:noFill/>
                          </a:ln>
                          <a:solidFill>
                            <a:schemeClr val="tx1"/>
                          </a:solidFill>
                          <a:effectLst/>
                          <a:latin typeface="Arial" pitchFamily="34" charset="0"/>
                          <a:cs typeface="Times New Roman" pitchFamily="18" charset="0"/>
                        </a:rPr>
                        <a:t> +1, x</a:t>
                      </a:r>
                      <a:r>
                        <a:rPr kumimoji="0" lang="en-US" sz="1400" b="0" i="0" u="none" strike="noStrike" cap="none" normalizeH="0" baseline="30000">
                          <a:ln>
                            <a:noFill/>
                          </a:ln>
                          <a:solidFill>
                            <a:schemeClr val="tx1"/>
                          </a:solidFill>
                          <a:effectLst/>
                          <a:latin typeface="Arial" pitchFamily="34" charset="0"/>
                          <a:cs typeface="Times New Roman" pitchFamily="18" charset="0"/>
                        </a:rPr>
                        <a:t>4</a:t>
                      </a:r>
                      <a:r>
                        <a:rPr kumimoji="0" lang="en-US" sz="1400" b="0" i="0" u="none" strike="noStrike" cap="none" normalizeH="0" baseline="0">
                          <a:ln>
                            <a:noFill/>
                          </a:ln>
                          <a:solidFill>
                            <a:schemeClr val="tx1"/>
                          </a:solidFill>
                          <a:effectLst/>
                          <a:latin typeface="Arial" pitchFamily="34" charset="0"/>
                          <a:cs typeface="Times New Roman" pitchFamily="18" charset="0"/>
                        </a:rPr>
                        <a:t> + x +1</a:t>
                      </a:r>
                      <a:endParaRPr kumimoji="0" lang="en-US" sz="1400" b="0" i="0" u="none" strike="noStrike" cap="none" normalizeH="0" baseline="0">
                        <a:ln>
                          <a:noFill/>
                        </a:ln>
                        <a:solidFill>
                          <a:schemeClr val="tx1"/>
                        </a:solidFill>
                        <a:effectLst/>
                        <a:latin typeface="Arial" pitchFamily="34" charset="0"/>
                        <a:cs typeface="Arial" pitchFamily="34" charset="0"/>
                      </a:endParaRPr>
                    </a:p>
                  </a:txBody>
                  <a:tcPr marT="45723" marB="45723"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400" b="0" i="0" u="none" strike="noStrike" cap="none" normalizeH="0" baseline="0" dirty="0">
                          <a:ln>
                            <a:noFill/>
                          </a:ln>
                          <a:solidFill>
                            <a:schemeClr val="tx1"/>
                          </a:solidFill>
                          <a:effectLst/>
                          <a:latin typeface="Arial" pitchFamily="34" charset="0"/>
                          <a:cs typeface="Times New Roman" pitchFamily="18" charset="0"/>
                        </a:rPr>
                        <a:t>15</a:t>
                      </a:r>
                      <a:endParaRPr kumimoji="0" lang="en-US" sz="1400" b="0" i="0" u="none" strike="noStrike" cap="none" normalizeH="0" baseline="0" dirty="0">
                        <a:ln>
                          <a:noFill/>
                        </a:ln>
                        <a:solidFill>
                          <a:schemeClr val="tx1"/>
                        </a:solidFill>
                        <a:effectLst/>
                        <a:latin typeface="Arial" pitchFamily="34" charset="0"/>
                        <a:cs typeface="Arial" pitchFamily="34" charset="0"/>
                      </a:endParaRPr>
                    </a:p>
                  </a:txBody>
                  <a:tcPr marT="45723" marB="45723" horzOverflow="overflow"/>
                </a:tc>
                <a:extLst>
                  <a:ext uri="{0D108BD9-81ED-4DB2-BD59-A6C34878D82A}">
                    <a16:rowId xmlns:a16="http://schemas.microsoft.com/office/drawing/2014/main" val="10003"/>
                  </a:ext>
                </a:extLst>
              </a:tr>
              <a:tr h="370864">
                <a:tc>
                  <a:txBody>
                    <a:bodyPr/>
                    <a:lstStyle/>
                    <a:p>
                      <a:pPr marL="0" marR="0" lvl="0" indent="0" algn="ctr" defTabSz="914400" rtl="0" eaLnBrk="0" fontAlgn="base" latinLnBrk="0" hangingPunct="0">
                        <a:lnSpc>
                          <a:spcPct val="100000"/>
                        </a:lnSpc>
                        <a:spcBef>
                          <a:spcPct val="20000"/>
                        </a:spcBef>
                        <a:spcAft>
                          <a:spcPct val="0"/>
                        </a:spcAft>
                        <a:buClr>
                          <a:srgbClr val="0000FF"/>
                        </a:buClr>
                        <a:buSzPct val="100000"/>
                        <a:buFont typeface="Arial" pitchFamily="34" charset="0"/>
                        <a:buNone/>
                        <a:tabLst/>
                      </a:pPr>
                      <a:r>
                        <a:rPr kumimoji="0" lang="en-US" sz="1400" b="0" i="0" u="none" strike="noStrike" cap="none" normalizeH="0" baseline="0">
                          <a:ln>
                            <a:noFill/>
                          </a:ln>
                          <a:solidFill>
                            <a:schemeClr val="tx1"/>
                          </a:solidFill>
                          <a:effectLst/>
                          <a:latin typeface="Arial" pitchFamily="34" charset="0"/>
                          <a:cs typeface="Arial" pitchFamily="34" charset="0"/>
                        </a:rPr>
                        <a:t>5</a:t>
                      </a:r>
                      <a:endParaRPr kumimoji="0" lang="ru-RU" sz="1400" b="0" i="0" u="none" strike="noStrike" cap="none" normalizeH="0" baseline="0">
                        <a:ln>
                          <a:noFill/>
                        </a:ln>
                        <a:solidFill>
                          <a:schemeClr val="tx1"/>
                        </a:solidFill>
                        <a:effectLst/>
                        <a:latin typeface="Arial" pitchFamily="34" charset="0"/>
                        <a:cs typeface="Arial" pitchFamily="34" charset="0"/>
                      </a:endParaRPr>
                    </a:p>
                  </a:txBody>
                  <a:tcPr marT="45723" marB="45723"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pitchFamily="34" charset="0"/>
                          <a:cs typeface="Times New Roman" pitchFamily="18" charset="0"/>
                        </a:rPr>
                        <a:t>x</a:t>
                      </a:r>
                      <a:r>
                        <a:rPr kumimoji="0" lang="en-US" sz="1400" b="0" i="0" u="none" strike="noStrike" cap="none" normalizeH="0" baseline="30000">
                          <a:ln>
                            <a:noFill/>
                          </a:ln>
                          <a:solidFill>
                            <a:schemeClr val="tx1"/>
                          </a:solidFill>
                          <a:effectLst/>
                          <a:latin typeface="Arial" pitchFamily="34" charset="0"/>
                          <a:cs typeface="Times New Roman" pitchFamily="18" charset="0"/>
                        </a:rPr>
                        <a:t>5</a:t>
                      </a:r>
                      <a:r>
                        <a:rPr kumimoji="0" lang="en-US" sz="1400" b="0" i="0" u="none" strike="noStrike" cap="none" normalizeH="0" baseline="0">
                          <a:ln>
                            <a:noFill/>
                          </a:ln>
                          <a:solidFill>
                            <a:schemeClr val="tx1"/>
                          </a:solidFill>
                          <a:effectLst/>
                          <a:latin typeface="Arial" pitchFamily="34" charset="0"/>
                          <a:cs typeface="Times New Roman" pitchFamily="18" charset="0"/>
                        </a:rPr>
                        <a:t> + x</a:t>
                      </a:r>
                      <a:r>
                        <a:rPr kumimoji="0" lang="en-US" sz="1400" b="0" i="0" u="none" strike="noStrike" cap="none" normalizeH="0" baseline="30000">
                          <a:ln>
                            <a:noFill/>
                          </a:ln>
                          <a:solidFill>
                            <a:schemeClr val="tx1"/>
                          </a:solidFill>
                          <a:effectLst/>
                          <a:latin typeface="Arial" pitchFamily="34" charset="0"/>
                          <a:cs typeface="Times New Roman" pitchFamily="18" charset="0"/>
                        </a:rPr>
                        <a:t>3</a:t>
                      </a:r>
                      <a:r>
                        <a:rPr kumimoji="0" lang="en-US" sz="1400" b="0" i="0" u="none" strike="noStrike" cap="none" normalizeH="0" baseline="0">
                          <a:ln>
                            <a:noFill/>
                          </a:ln>
                          <a:solidFill>
                            <a:schemeClr val="tx1"/>
                          </a:solidFill>
                          <a:effectLst/>
                          <a:latin typeface="Arial" pitchFamily="34" charset="0"/>
                          <a:cs typeface="Times New Roman" pitchFamily="18" charset="0"/>
                        </a:rPr>
                        <a:t> +1, x</a:t>
                      </a:r>
                      <a:r>
                        <a:rPr kumimoji="0" lang="en-US" sz="1400" b="0" i="0" u="none" strike="noStrike" cap="none" normalizeH="0" baseline="30000">
                          <a:ln>
                            <a:noFill/>
                          </a:ln>
                          <a:solidFill>
                            <a:schemeClr val="tx1"/>
                          </a:solidFill>
                          <a:effectLst/>
                          <a:latin typeface="Arial" pitchFamily="34" charset="0"/>
                          <a:cs typeface="Times New Roman" pitchFamily="18" charset="0"/>
                        </a:rPr>
                        <a:t>5</a:t>
                      </a:r>
                      <a:r>
                        <a:rPr kumimoji="0" lang="en-US" sz="1400" b="0" i="0" u="none" strike="noStrike" cap="none" normalizeH="0" baseline="0">
                          <a:ln>
                            <a:noFill/>
                          </a:ln>
                          <a:solidFill>
                            <a:schemeClr val="tx1"/>
                          </a:solidFill>
                          <a:effectLst/>
                          <a:latin typeface="Arial" pitchFamily="34" charset="0"/>
                          <a:cs typeface="Times New Roman" pitchFamily="18" charset="0"/>
                        </a:rPr>
                        <a:t> + x</a:t>
                      </a:r>
                      <a:r>
                        <a:rPr kumimoji="0" lang="en-US" sz="1400" b="0" i="0" u="none" strike="noStrike" cap="none" normalizeH="0" baseline="30000">
                          <a:ln>
                            <a:noFill/>
                          </a:ln>
                          <a:solidFill>
                            <a:schemeClr val="tx1"/>
                          </a:solidFill>
                          <a:effectLst/>
                          <a:latin typeface="Arial" pitchFamily="34" charset="0"/>
                          <a:cs typeface="Times New Roman" pitchFamily="18" charset="0"/>
                        </a:rPr>
                        <a:t>2</a:t>
                      </a:r>
                      <a:r>
                        <a:rPr kumimoji="0" lang="en-US" sz="1400" b="0" i="0" u="none" strike="noStrike" cap="none" normalizeH="0" baseline="0">
                          <a:ln>
                            <a:noFill/>
                          </a:ln>
                          <a:solidFill>
                            <a:schemeClr val="tx1"/>
                          </a:solidFill>
                          <a:effectLst/>
                          <a:latin typeface="Arial" pitchFamily="34" charset="0"/>
                          <a:cs typeface="Times New Roman" pitchFamily="18" charset="0"/>
                        </a:rPr>
                        <a:t> +1</a:t>
                      </a:r>
                      <a:endParaRPr kumimoji="0" lang="en-US" sz="1400" b="0" i="0" u="none" strike="noStrike" cap="none" normalizeH="0" baseline="0">
                        <a:ln>
                          <a:noFill/>
                        </a:ln>
                        <a:solidFill>
                          <a:schemeClr val="tx1"/>
                        </a:solidFill>
                        <a:effectLst/>
                        <a:latin typeface="Arial" pitchFamily="34" charset="0"/>
                        <a:cs typeface="Arial" pitchFamily="34" charset="0"/>
                      </a:endParaRPr>
                    </a:p>
                  </a:txBody>
                  <a:tcPr marT="45723" marB="45723"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400" b="0" i="0" u="none" strike="noStrike" cap="none" normalizeH="0" baseline="0" dirty="0">
                          <a:ln>
                            <a:noFill/>
                          </a:ln>
                          <a:solidFill>
                            <a:schemeClr val="tx1"/>
                          </a:solidFill>
                          <a:effectLst/>
                          <a:latin typeface="Arial" pitchFamily="34" charset="0"/>
                          <a:cs typeface="Times New Roman" pitchFamily="18" charset="0"/>
                        </a:rPr>
                        <a:t>31</a:t>
                      </a:r>
                      <a:endParaRPr kumimoji="0" lang="en-US" sz="1400" b="0" i="0" u="none" strike="noStrike" cap="none" normalizeH="0" baseline="0" dirty="0">
                        <a:ln>
                          <a:noFill/>
                        </a:ln>
                        <a:solidFill>
                          <a:schemeClr val="tx1"/>
                        </a:solidFill>
                        <a:effectLst/>
                        <a:latin typeface="Arial" pitchFamily="34" charset="0"/>
                        <a:cs typeface="Arial" pitchFamily="34" charset="0"/>
                      </a:endParaRPr>
                    </a:p>
                  </a:txBody>
                  <a:tcPr marT="45723" marB="45723" horzOverflow="overflow"/>
                </a:tc>
                <a:extLst>
                  <a:ext uri="{0D108BD9-81ED-4DB2-BD59-A6C34878D82A}">
                    <a16:rowId xmlns:a16="http://schemas.microsoft.com/office/drawing/2014/main" val="10004"/>
                  </a:ext>
                </a:extLst>
              </a:tr>
              <a:tr h="370864">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pitchFamily="34" charset="0"/>
                          <a:cs typeface="Times New Roman" pitchFamily="18" charset="0"/>
                        </a:rPr>
                        <a:t>6</a:t>
                      </a:r>
                      <a:endParaRPr kumimoji="0" lang="en-US" sz="1400" b="0" i="0" u="none" strike="noStrike" cap="none" normalizeH="0" baseline="0">
                        <a:ln>
                          <a:noFill/>
                        </a:ln>
                        <a:solidFill>
                          <a:schemeClr val="tx1"/>
                        </a:solidFill>
                        <a:effectLst/>
                        <a:latin typeface="Arial" pitchFamily="34" charset="0"/>
                        <a:cs typeface="Arial" pitchFamily="34" charset="0"/>
                      </a:endParaRPr>
                    </a:p>
                  </a:txBody>
                  <a:tcPr marT="45723" marB="45723"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400" b="0" i="0" u="none" strike="noStrike" cap="none" normalizeH="0" baseline="0" dirty="0">
                          <a:ln>
                            <a:noFill/>
                          </a:ln>
                          <a:solidFill>
                            <a:schemeClr val="tx1"/>
                          </a:solidFill>
                          <a:effectLst/>
                          <a:latin typeface="Arial" pitchFamily="34" charset="0"/>
                          <a:cs typeface="Times New Roman" pitchFamily="18" charset="0"/>
                        </a:rPr>
                        <a:t>x</a:t>
                      </a:r>
                      <a:r>
                        <a:rPr kumimoji="0" lang="en-US" sz="1400" b="0" i="0" u="none" strike="noStrike" cap="none" normalizeH="0" baseline="30000" dirty="0">
                          <a:ln>
                            <a:noFill/>
                          </a:ln>
                          <a:solidFill>
                            <a:schemeClr val="tx1"/>
                          </a:solidFill>
                          <a:effectLst/>
                          <a:latin typeface="Arial" pitchFamily="34" charset="0"/>
                          <a:cs typeface="Times New Roman" pitchFamily="18" charset="0"/>
                        </a:rPr>
                        <a:t>6</a:t>
                      </a:r>
                      <a:r>
                        <a:rPr kumimoji="0" lang="en-US" sz="1400" b="0" i="0" u="none" strike="noStrike" cap="none" normalizeH="0" baseline="0" dirty="0">
                          <a:ln>
                            <a:noFill/>
                          </a:ln>
                          <a:solidFill>
                            <a:schemeClr val="tx1"/>
                          </a:solidFill>
                          <a:effectLst/>
                          <a:latin typeface="Arial" pitchFamily="34" charset="0"/>
                          <a:cs typeface="Times New Roman" pitchFamily="18" charset="0"/>
                        </a:rPr>
                        <a:t> + x</a:t>
                      </a:r>
                      <a:r>
                        <a:rPr kumimoji="0" lang="en-US" sz="1400" b="0" i="0" u="none" strike="noStrike" cap="none" normalizeH="0" baseline="30000" dirty="0">
                          <a:ln>
                            <a:noFill/>
                          </a:ln>
                          <a:solidFill>
                            <a:schemeClr val="tx1"/>
                          </a:solidFill>
                          <a:effectLst/>
                          <a:latin typeface="Arial" pitchFamily="34" charset="0"/>
                          <a:cs typeface="Times New Roman" pitchFamily="18" charset="0"/>
                        </a:rPr>
                        <a:t>5</a:t>
                      </a:r>
                      <a:r>
                        <a:rPr kumimoji="0" lang="en-US" sz="1400" b="0" i="0" u="none" strike="noStrike" cap="none" normalizeH="0" baseline="0" dirty="0">
                          <a:ln>
                            <a:noFill/>
                          </a:ln>
                          <a:solidFill>
                            <a:schemeClr val="tx1"/>
                          </a:solidFill>
                          <a:effectLst/>
                          <a:latin typeface="Arial" pitchFamily="34" charset="0"/>
                          <a:cs typeface="Times New Roman" pitchFamily="18" charset="0"/>
                        </a:rPr>
                        <a:t> +1, x</a:t>
                      </a:r>
                      <a:r>
                        <a:rPr kumimoji="0" lang="en-US" sz="1400" b="0" i="0" u="none" strike="noStrike" cap="none" normalizeH="0" baseline="30000" dirty="0">
                          <a:ln>
                            <a:noFill/>
                          </a:ln>
                          <a:solidFill>
                            <a:schemeClr val="tx1"/>
                          </a:solidFill>
                          <a:effectLst/>
                          <a:latin typeface="Arial" pitchFamily="34" charset="0"/>
                          <a:cs typeface="Times New Roman" pitchFamily="18" charset="0"/>
                        </a:rPr>
                        <a:t>6</a:t>
                      </a:r>
                      <a:r>
                        <a:rPr kumimoji="0" lang="en-US" sz="1400" b="0" i="0" u="none" strike="noStrike" cap="none" normalizeH="0" baseline="0" dirty="0">
                          <a:ln>
                            <a:noFill/>
                          </a:ln>
                          <a:solidFill>
                            <a:schemeClr val="tx1"/>
                          </a:solidFill>
                          <a:effectLst/>
                          <a:latin typeface="Arial" pitchFamily="34" charset="0"/>
                          <a:cs typeface="Times New Roman" pitchFamily="18" charset="0"/>
                        </a:rPr>
                        <a:t> + x +1</a:t>
                      </a:r>
                      <a:endParaRPr kumimoji="0" lang="en-US" sz="1400" b="0" i="0" u="none" strike="noStrike" cap="none" normalizeH="0" baseline="0" dirty="0">
                        <a:ln>
                          <a:noFill/>
                        </a:ln>
                        <a:solidFill>
                          <a:schemeClr val="tx1"/>
                        </a:solidFill>
                        <a:effectLst/>
                        <a:latin typeface="Arial" pitchFamily="34" charset="0"/>
                        <a:cs typeface="Arial" pitchFamily="34" charset="0"/>
                      </a:endParaRPr>
                    </a:p>
                  </a:txBody>
                  <a:tcPr marT="45723" marB="45723"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400" b="0" i="0" u="none" strike="noStrike" cap="none" normalizeH="0" baseline="0" dirty="0">
                          <a:ln>
                            <a:noFill/>
                          </a:ln>
                          <a:solidFill>
                            <a:schemeClr val="tx1"/>
                          </a:solidFill>
                          <a:effectLst/>
                          <a:latin typeface="Arial" pitchFamily="34" charset="0"/>
                          <a:cs typeface="Times New Roman" pitchFamily="18" charset="0"/>
                        </a:rPr>
                        <a:t>63</a:t>
                      </a:r>
                      <a:endParaRPr kumimoji="0" lang="en-US" sz="1400" b="0" i="0" u="none" strike="noStrike" cap="none" normalizeH="0" baseline="0" dirty="0">
                        <a:ln>
                          <a:noFill/>
                        </a:ln>
                        <a:solidFill>
                          <a:schemeClr val="tx1"/>
                        </a:solidFill>
                        <a:effectLst/>
                        <a:latin typeface="Arial" pitchFamily="34" charset="0"/>
                        <a:cs typeface="Arial" pitchFamily="34" charset="0"/>
                      </a:endParaRPr>
                    </a:p>
                  </a:txBody>
                  <a:tcPr marT="45723" marB="45723" horzOverflow="overflow"/>
                </a:tc>
                <a:extLst>
                  <a:ext uri="{0D108BD9-81ED-4DB2-BD59-A6C34878D82A}">
                    <a16:rowId xmlns:a16="http://schemas.microsoft.com/office/drawing/2014/main" val="10005"/>
                  </a:ext>
                </a:extLst>
              </a:tr>
              <a:tr h="370864">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pitchFamily="34" charset="0"/>
                          <a:cs typeface="Times New Roman" pitchFamily="18" charset="0"/>
                        </a:rPr>
                        <a:t>8</a:t>
                      </a:r>
                      <a:endParaRPr kumimoji="0" lang="en-US" sz="1400" b="0" i="0" u="none" strike="noStrike" cap="none" normalizeH="0" baseline="0">
                        <a:ln>
                          <a:noFill/>
                        </a:ln>
                        <a:solidFill>
                          <a:schemeClr val="tx1"/>
                        </a:solidFill>
                        <a:effectLst/>
                        <a:latin typeface="Arial" pitchFamily="34" charset="0"/>
                        <a:cs typeface="Arial" pitchFamily="34" charset="0"/>
                      </a:endParaRPr>
                    </a:p>
                  </a:txBody>
                  <a:tcPr marT="45723" marB="45723"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pitchFamily="34" charset="0"/>
                          <a:cs typeface="Times New Roman" pitchFamily="18" charset="0"/>
                        </a:rPr>
                        <a:t>x</a:t>
                      </a:r>
                      <a:r>
                        <a:rPr kumimoji="0" lang="en-US" sz="1400" b="0" i="0" u="none" strike="noStrike" cap="none" normalizeH="0" baseline="30000">
                          <a:ln>
                            <a:noFill/>
                          </a:ln>
                          <a:solidFill>
                            <a:schemeClr val="tx1"/>
                          </a:solidFill>
                          <a:effectLst/>
                          <a:latin typeface="Arial" pitchFamily="34" charset="0"/>
                          <a:cs typeface="Times New Roman" pitchFamily="18" charset="0"/>
                        </a:rPr>
                        <a:t>8</a:t>
                      </a:r>
                      <a:r>
                        <a:rPr kumimoji="0" lang="en-US" sz="1400" b="0" i="0" u="none" strike="noStrike" cap="none" normalizeH="0" baseline="0">
                          <a:ln>
                            <a:noFill/>
                          </a:ln>
                          <a:solidFill>
                            <a:schemeClr val="tx1"/>
                          </a:solidFill>
                          <a:effectLst/>
                          <a:latin typeface="Arial" pitchFamily="34" charset="0"/>
                          <a:cs typeface="Times New Roman" pitchFamily="18" charset="0"/>
                        </a:rPr>
                        <a:t>+ x</a:t>
                      </a:r>
                      <a:r>
                        <a:rPr kumimoji="0" lang="en-US" sz="1400" b="0" i="0" u="none" strike="noStrike" cap="none" normalizeH="0" baseline="30000">
                          <a:ln>
                            <a:noFill/>
                          </a:ln>
                          <a:solidFill>
                            <a:schemeClr val="tx1"/>
                          </a:solidFill>
                          <a:effectLst/>
                          <a:latin typeface="Arial" pitchFamily="34" charset="0"/>
                          <a:cs typeface="Times New Roman" pitchFamily="18" charset="0"/>
                        </a:rPr>
                        <a:t>6</a:t>
                      </a:r>
                      <a:r>
                        <a:rPr kumimoji="0" lang="en-US" sz="1400" b="0" i="0" u="none" strike="noStrike" cap="none" normalizeH="0" baseline="0">
                          <a:ln>
                            <a:noFill/>
                          </a:ln>
                          <a:solidFill>
                            <a:schemeClr val="tx1"/>
                          </a:solidFill>
                          <a:effectLst/>
                          <a:latin typeface="Arial" pitchFamily="34" charset="0"/>
                          <a:cs typeface="Times New Roman" pitchFamily="18" charset="0"/>
                        </a:rPr>
                        <a:t> + x</a:t>
                      </a:r>
                      <a:r>
                        <a:rPr kumimoji="0" lang="en-US" sz="1400" b="0" i="0" u="none" strike="noStrike" cap="none" normalizeH="0" baseline="30000">
                          <a:ln>
                            <a:noFill/>
                          </a:ln>
                          <a:solidFill>
                            <a:schemeClr val="tx1"/>
                          </a:solidFill>
                          <a:effectLst/>
                          <a:latin typeface="Arial" pitchFamily="34" charset="0"/>
                          <a:cs typeface="Times New Roman" pitchFamily="18" charset="0"/>
                        </a:rPr>
                        <a:t>5</a:t>
                      </a:r>
                      <a:r>
                        <a:rPr kumimoji="0" lang="en-US" sz="1400" b="0" i="0" u="none" strike="noStrike" cap="none" normalizeH="0" baseline="0">
                          <a:ln>
                            <a:noFill/>
                          </a:ln>
                          <a:solidFill>
                            <a:schemeClr val="tx1"/>
                          </a:solidFill>
                          <a:effectLst/>
                          <a:latin typeface="Arial" pitchFamily="34" charset="0"/>
                          <a:cs typeface="Times New Roman" pitchFamily="18" charset="0"/>
                        </a:rPr>
                        <a:t> +x</a:t>
                      </a:r>
                      <a:r>
                        <a:rPr kumimoji="0" lang="en-US" sz="1400" b="0" i="0" u="none" strike="noStrike" cap="none" normalizeH="0" baseline="30000">
                          <a:ln>
                            <a:noFill/>
                          </a:ln>
                          <a:solidFill>
                            <a:schemeClr val="tx1"/>
                          </a:solidFill>
                          <a:effectLst/>
                          <a:latin typeface="Arial" pitchFamily="34" charset="0"/>
                          <a:cs typeface="Times New Roman" pitchFamily="18" charset="0"/>
                        </a:rPr>
                        <a:t>4 </a:t>
                      </a:r>
                      <a:r>
                        <a:rPr kumimoji="0" lang="en-US" sz="1400" b="0" i="0" u="none" strike="noStrike" cap="none" normalizeH="0" baseline="0">
                          <a:ln>
                            <a:noFill/>
                          </a:ln>
                          <a:solidFill>
                            <a:schemeClr val="tx1"/>
                          </a:solidFill>
                          <a:effectLst/>
                          <a:latin typeface="Arial" pitchFamily="34" charset="0"/>
                          <a:cs typeface="Times New Roman" pitchFamily="18" charset="0"/>
                        </a:rPr>
                        <a:t>+ 1</a:t>
                      </a:r>
                      <a:endParaRPr kumimoji="0" lang="en-US" sz="1400" b="0" i="0" u="none" strike="noStrike" cap="none" normalizeH="0" baseline="0">
                        <a:ln>
                          <a:noFill/>
                        </a:ln>
                        <a:solidFill>
                          <a:schemeClr val="tx1"/>
                        </a:solidFill>
                        <a:effectLst/>
                        <a:latin typeface="Arial" pitchFamily="34" charset="0"/>
                        <a:cs typeface="Arial" pitchFamily="34" charset="0"/>
                      </a:endParaRPr>
                    </a:p>
                  </a:txBody>
                  <a:tcPr marT="45723" marB="45723"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400" b="0" i="0" u="none" strike="noStrike" cap="none" normalizeH="0" baseline="0" dirty="0">
                          <a:ln>
                            <a:noFill/>
                          </a:ln>
                          <a:solidFill>
                            <a:schemeClr val="tx1"/>
                          </a:solidFill>
                          <a:effectLst/>
                          <a:latin typeface="Arial" pitchFamily="34" charset="0"/>
                          <a:cs typeface="Times New Roman" pitchFamily="18" charset="0"/>
                        </a:rPr>
                        <a:t>255</a:t>
                      </a:r>
                      <a:endParaRPr kumimoji="0" lang="en-US" sz="1400" b="0" i="0" u="none" strike="noStrike" cap="none" normalizeH="0" baseline="0" dirty="0">
                        <a:ln>
                          <a:noFill/>
                        </a:ln>
                        <a:solidFill>
                          <a:schemeClr val="tx1"/>
                        </a:solidFill>
                        <a:effectLst/>
                        <a:latin typeface="Arial" pitchFamily="34" charset="0"/>
                        <a:cs typeface="Arial" pitchFamily="34" charset="0"/>
                      </a:endParaRPr>
                    </a:p>
                  </a:txBody>
                  <a:tcPr marT="45723" marB="45723" horzOverflow="overflow"/>
                </a:tc>
                <a:extLst>
                  <a:ext uri="{0D108BD9-81ED-4DB2-BD59-A6C34878D82A}">
                    <a16:rowId xmlns:a16="http://schemas.microsoft.com/office/drawing/2014/main" val="10006"/>
                  </a:ext>
                </a:extLst>
              </a:tr>
              <a:tr h="370864">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pitchFamily="34" charset="0"/>
                          <a:cs typeface="Times New Roman" pitchFamily="18" charset="0"/>
                        </a:rPr>
                        <a:t>9</a:t>
                      </a:r>
                      <a:endParaRPr kumimoji="0" lang="en-US" sz="1400" b="0" i="0" u="none" strike="noStrike" cap="none" normalizeH="0" baseline="0">
                        <a:ln>
                          <a:noFill/>
                        </a:ln>
                        <a:solidFill>
                          <a:schemeClr val="tx1"/>
                        </a:solidFill>
                        <a:effectLst/>
                        <a:latin typeface="Arial" pitchFamily="34" charset="0"/>
                        <a:cs typeface="Arial" pitchFamily="34" charset="0"/>
                      </a:endParaRPr>
                    </a:p>
                  </a:txBody>
                  <a:tcPr marT="45723" marB="45723"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pitchFamily="34" charset="0"/>
                          <a:cs typeface="Times New Roman" pitchFamily="18" charset="0"/>
                        </a:rPr>
                        <a:t>x</a:t>
                      </a:r>
                      <a:r>
                        <a:rPr kumimoji="0" lang="en-US" sz="1400" b="0" i="0" u="none" strike="noStrike" cap="none" normalizeH="0" baseline="30000">
                          <a:ln>
                            <a:noFill/>
                          </a:ln>
                          <a:solidFill>
                            <a:schemeClr val="tx1"/>
                          </a:solidFill>
                          <a:effectLst/>
                          <a:latin typeface="Arial" pitchFamily="34" charset="0"/>
                          <a:cs typeface="Times New Roman" pitchFamily="18" charset="0"/>
                        </a:rPr>
                        <a:t>9</a:t>
                      </a:r>
                      <a:r>
                        <a:rPr kumimoji="0" lang="en-US" sz="1400" b="0" i="0" u="none" strike="noStrike" cap="none" normalizeH="0" baseline="0">
                          <a:ln>
                            <a:noFill/>
                          </a:ln>
                          <a:solidFill>
                            <a:schemeClr val="tx1"/>
                          </a:solidFill>
                          <a:effectLst/>
                          <a:latin typeface="Arial" pitchFamily="34" charset="0"/>
                          <a:cs typeface="Times New Roman" pitchFamily="18" charset="0"/>
                        </a:rPr>
                        <a:t> + x</a:t>
                      </a:r>
                      <a:r>
                        <a:rPr kumimoji="0" lang="en-US" sz="1400" b="0" i="0" u="none" strike="noStrike" cap="none" normalizeH="0" baseline="30000">
                          <a:ln>
                            <a:noFill/>
                          </a:ln>
                          <a:solidFill>
                            <a:schemeClr val="tx1"/>
                          </a:solidFill>
                          <a:effectLst/>
                          <a:latin typeface="Arial" pitchFamily="34" charset="0"/>
                          <a:cs typeface="Times New Roman" pitchFamily="18" charset="0"/>
                        </a:rPr>
                        <a:t>5 </a:t>
                      </a:r>
                      <a:r>
                        <a:rPr kumimoji="0" lang="en-US" sz="1400" b="0" i="0" u="none" strike="noStrike" cap="none" normalizeH="0" baseline="0">
                          <a:ln>
                            <a:noFill/>
                          </a:ln>
                          <a:solidFill>
                            <a:schemeClr val="tx1"/>
                          </a:solidFill>
                          <a:effectLst/>
                          <a:latin typeface="Arial" pitchFamily="34" charset="0"/>
                          <a:cs typeface="Times New Roman" pitchFamily="18" charset="0"/>
                        </a:rPr>
                        <a:t>+1, x</a:t>
                      </a:r>
                      <a:r>
                        <a:rPr kumimoji="0" lang="en-US" sz="1400" b="0" i="0" u="none" strike="noStrike" cap="none" normalizeH="0" baseline="30000">
                          <a:ln>
                            <a:noFill/>
                          </a:ln>
                          <a:solidFill>
                            <a:schemeClr val="tx1"/>
                          </a:solidFill>
                          <a:effectLst/>
                          <a:latin typeface="Arial" pitchFamily="34" charset="0"/>
                          <a:cs typeface="Times New Roman" pitchFamily="18" charset="0"/>
                        </a:rPr>
                        <a:t>9</a:t>
                      </a:r>
                      <a:r>
                        <a:rPr kumimoji="0" lang="en-US" sz="1400" b="0" i="0" u="none" strike="noStrike" cap="none" normalizeH="0" baseline="0">
                          <a:ln>
                            <a:noFill/>
                          </a:ln>
                          <a:solidFill>
                            <a:schemeClr val="tx1"/>
                          </a:solidFill>
                          <a:effectLst/>
                          <a:latin typeface="Arial" pitchFamily="34" charset="0"/>
                          <a:cs typeface="Times New Roman" pitchFamily="18" charset="0"/>
                        </a:rPr>
                        <a:t> + x</a:t>
                      </a:r>
                      <a:r>
                        <a:rPr kumimoji="0" lang="en-US" sz="1400" b="0" i="0" u="none" strike="noStrike" cap="none" normalizeH="0" baseline="30000">
                          <a:ln>
                            <a:noFill/>
                          </a:ln>
                          <a:solidFill>
                            <a:schemeClr val="tx1"/>
                          </a:solidFill>
                          <a:effectLst/>
                          <a:latin typeface="Arial" pitchFamily="34" charset="0"/>
                          <a:cs typeface="Times New Roman" pitchFamily="18" charset="0"/>
                        </a:rPr>
                        <a:t>4</a:t>
                      </a:r>
                      <a:r>
                        <a:rPr kumimoji="0" lang="en-US" sz="1400" b="0" i="0" u="none" strike="noStrike" cap="none" normalizeH="0" baseline="0">
                          <a:ln>
                            <a:noFill/>
                          </a:ln>
                          <a:solidFill>
                            <a:schemeClr val="tx1"/>
                          </a:solidFill>
                          <a:effectLst/>
                          <a:latin typeface="Arial" pitchFamily="34" charset="0"/>
                          <a:cs typeface="Times New Roman" pitchFamily="18" charset="0"/>
                        </a:rPr>
                        <a:t> +1</a:t>
                      </a:r>
                      <a:endParaRPr kumimoji="0" lang="en-US" sz="1400" b="0" i="0" u="none" strike="noStrike" cap="none" normalizeH="0" baseline="0">
                        <a:ln>
                          <a:noFill/>
                        </a:ln>
                        <a:solidFill>
                          <a:schemeClr val="tx1"/>
                        </a:solidFill>
                        <a:effectLst/>
                        <a:latin typeface="Arial" pitchFamily="34" charset="0"/>
                        <a:cs typeface="Arial" pitchFamily="34" charset="0"/>
                      </a:endParaRPr>
                    </a:p>
                  </a:txBody>
                  <a:tcPr marT="45723" marB="45723"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400" b="0" i="0" u="none" strike="noStrike" cap="none" normalizeH="0" baseline="0" dirty="0">
                          <a:ln>
                            <a:noFill/>
                          </a:ln>
                          <a:solidFill>
                            <a:schemeClr val="tx1"/>
                          </a:solidFill>
                          <a:effectLst/>
                          <a:latin typeface="Arial" pitchFamily="34" charset="0"/>
                          <a:cs typeface="Times New Roman" pitchFamily="18" charset="0"/>
                        </a:rPr>
                        <a:t>511</a:t>
                      </a:r>
                      <a:endParaRPr kumimoji="0" lang="en-US" sz="1400" b="0" i="0" u="none" strike="noStrike" cap="none" normalizeH="0" baseline="0" dirty="0">
                        <a:ln>
                          <a:noFill/>
                        </a:ln>
                        <a:solidFill>
                          <a:schemeClr val="tx1"/>
                        </a:solidFill>
                        <a:effectLst/>
                        <a:latin typeface="Arial" pitchFamily="34" charset="0"/>
                        <a:cs typeface="Arial" pitchFamily="34" charset="0"/>
                      </a:endParaRPr>
                    </a:p>
                  </a:txBody>
                  <a:tcPr marT="45723" marB="45723" horzOverflow="overflow"/>
                </a:tc>
                <a:extLst>
                  <a:ext uri="{0D108BD9-81ED-4DB2-BD59-A6C34878D82A}">
                    <a16:rowId xmlns:a16="http://schemas.microsoft.com/office/drawing/2014/main" val="10007"/>
                  </a:ext>
                </a:extLst>
              </a:tr>
              <a:tr h="370864">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pitchFamily="34" charset="0"/>
                          <a:cs typeface="Times New Roman" pitchFamily="18" charset="0"/>
                        </a:rPr>
                        <a:t>10</a:t>
                      </a:r>
                      <a:endParaRPr kumimoji="0" lang="en-US" sz="1400" b="0" i="0" u="none" strike="noStrike" cap="none" normalizeH="0" baseline="0">
                        <a:ln>
                          <a:noFill/>
                        </a:ln>
                        <a:solidFill>
                          <a:schemeClr val="tx1"/>
                        </a:solidFill>
                        <a:effectLst/>
                        <a:latin typeface="Arial" pitchFamily="34" charset="0"/>
                        <a:cs typeface="Arial" pitchFamily="34" charset="0"/>
                      </a:endParaRPr>
                    </a:p>
                  </a:txBody>
                  <a:tcPr marT="45723" marB="45723"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400" b="0" i="0" u="none" strike="noStrike" cap="none" normalizeH="0" baseline="0" dirty="0">
                          <a:ln>
                            <a:noFill/>
                          </a:ln>
                          <a:solidFill>
                            <a:schemeClr val="tx1"/>
                          </a:solidFill>
                          <a:effectLst/>
                          <a:latin typeface="Arial" pitchFamily="34" charset="0"/>
                          <a:cs typeface="Times New Roman" pitchFamily="18" charset="0"/>
                        </a:rPr>
                        <a:t>x</a:t>
                      </a:r>
                      <a:r>
                        <a:rPr kumimoji="0" lang="en-US" sz="1400" b="0" i="0" u="none" strike="noStrike" cap="none" normalizeH="0" baseline="30000" dirty="0">
                          <a:ln>
                            <a:noFill/>
                          </a:ln>
                          <a:solidFill>
                            <a:schemeClr val="tx1"/>
                          </a:solidFill>
                          <a:effectLst/>
                          <a:latin typeface="Arial" pitchFamily="34" charset="0"/>
                          <a:cs typeface="Times New Roman" pitchFamily="18" charset="0"/>
                        </a:rPr>
                        <a:t>10</a:t>
                      </a:r>
                      <a:r>
                        <a:rPr kumimoji="0" lang="en-US" sz="1400" b="0" i="0" u="none" strike="noStrike" cap="none" normalizeH="0" baseline="0" dirty="0">
                          <a:ln>
                            <a:noFill/>
                          </a:ln>
                          <a:solidFill>
                            <a:schemeClr val="tx1"/>
                          </a:solidFill>
                          <a:effectLst/>
                          <a:latin typeface="Arial" pitchFamily="34" charset="0"/>
                          <a:cs typeface="Times New Roman" pitchFamily="18" charset="0"/>
                        </a:rPr>
                        <a:t> + x</a:t>
                      </a:r>
                      <a:r>
                        <a:rPr kumimoji="0" lang="en-US" sz="1400" b="0" i="0" u="none" strike="noStrike" cap="none" normalizeH="0" baseline="30000" dirty="0">
                          <a:ln>
                            <a:noFill/>
                          </a:ln>
                          <a:solidFill>
                            <a:schemeClr val="tx1"/>
                          </a:solidFill>
                          <a:effectLst/>
                          <a:latin typeface="Arial" pitchFamily="34" charset="0"/>
                          <a:cs typeface="Times New Roman" pitchFamily="18" charset="0"/>
                        </a:rPr>
                        <a:t>7</a:t>
                      </a:r>
                      <a:r>
                        <a:rPr kumimoji="0" lang="en-US" sz="1400" b="0" i="0" u="none" strike="noStrike" cap="none" normalizeH="0" baseline="0" dirty="0">
                          <a:ln>
                            <a:noFill/>
                          </a:ln>
                          <a:solidFill>
                            <a:schemeClr val="tx1"/>
                          </a:solidFill>
                          <a:effectLst/>
                          <a:latin typeface="Arial" pitchFamily="34" charset="0"/>
                          <a:cs typeface="Times New Roman" pitchFamily="18" charset="0"/>
                        </a:rPr>
                        <a:t> +1</a:t>
                      </a:r>
                      <a:endParaRPr kumimoji="0" lang="en-US" sz="1400" b="0" i="0" u="none" strike="noStrike" cap="none" normalizeH="0" baseline="0" dirty="0">
                        <a:ln>
                          <a:noFill/>
                        </a:ln>
                        <a:solidFill>
                          <a:schemeClr val="tx1"/>
                        </a:solidFill>
                        <a:effectLst/>
                        <a:latin typeface="Arial" pitchFamily="34" charset="0"/>
                        <a:cs typeface="Arial" pitchFamily="34" charset="0"/>
                      </a:endParaRPr>
                    </a:p>
                  </a:txBody>
                  <a:tcPr marT="45723" marB="45723"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400" b="0" i="0" u="none" strike="noStrike" cap="none" normalizeH="0" baseline="0" dirty="0">
                          <a:ln>
                            <a:noFill/>
                          </a:ln>
                          <a:solidFill>
                            <a:schemeClr val="tx1"/>
                          </a:solidFill>
                          <a:effectLst/>
                          <a:latin typeface="Arial" pitchFamily="34" charset="0"/>
                          <a:cs typeface="Times New Roman" pitchFamily="18" charset="0"/>
                        </a:rPr>
                        <a:t>1023</a:t>
                      </a:r>
                      <a:endParaRPr kumimoji="0" lang="en-US" sz="1400" b="0" i="0" u="none" strike="noStrike" cap="none" normalizeH="0" baseline="0" dirty="0">
                        <a:ln>
                          <a:noFill/>
                        </a:ln>
                        <a:solidFill>
                          <a:schemeClr val="tx1"/>
                        </a:solidFill>
                        <a:effectLst/>
                        <a:latin typeface="Arial" pitchFamily="34" charset="0"/>
                        <a:cs typeface="Arial" pitchFamily="34" charset="0"/>
                      </a:endParaRPr>
                    </a:p>
                  </a:txBody>
                  <a:tcPr marT="45723" marB="45723" horzOverflow="overflow"/>
                </a:tc>
                <a:extLst>
                  <a:ext uri="{0D108BD9-81ED-4DB2-BD59-A6C34878D82A}">
                    <a16:rowId xmlns:a16="http://schemas.microsoft.com/office/drawing/2014/main" val="10008"/>
                  </a:ext>
                </a:extLst>
              </a:tr>
              <a:tr h="370864">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pitchFamily="34" charset="0"/>
                          <a:cs typeface="Times New Roman" pitchFamily="18" charset="0"/>
                        </a:rPr>
                        <a:t>11</a:t>
                      </a:r>
                      <a:endParaRPr kumimoji="0" lang="en-US" sz="1400" b="0" i="0" u="none" strike="noStrike" cap="none" normalizeH="0" baseline="0">
                        <a:ln>
                          <a:noFill/>
                        </a:ln>
                        <a:solidFill>
                          <a:schemeClr val="tx1"/>
                        </a:solidFill>
                        <a:effectLst/>
                        <a:latin typeface="Arial" pitchFamily="34" charset="0"/>
                        <a:cs typeface="Arial" pitchFamily="34" charset="0"/>
                      </a:endParaRPr>
                    </a:p>
                  </a:txBody>
                  <a:tcPr marT="45723" marB="45723"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pitchFamily="34" charset="0"/>
                          <a:cs typeface="Times New Roman" pitchFamily="18" charset="0"/>
                        </a:rPr>
                        <a:t>x</a:t>
                      </a:r>
                      <a:r>
                        <a:rPr kumimoji="0" lang="en-US" sz="1400" b="0" i="0" u="none" strike="noStrike" cap="none" normalizeH="0" baseline="30000">
                          <a:ln>
                            <a:noFill/>
                          </a:ln>
                          <a:solidFill>
                            <a:schemeClr val="tx1"/>
                          </a:solidFill>
                          <a:effectLst/>
                          <a:latin typeface="Arial" pitchFamily="34" charset="0"/>
                          <a:cs typeface="Times New Roman" pitchFamily="18" charset="0"/>
                        </a:rPr>
                        <a:t>11</a:t>
                      </a:r>
                      <a:r>
                        <a:rPr kumimoji="0" lang="en-US" sz="1400" b="0" i="0" u="none" strike="noStrike" cap="none" normalizeH="0" baseline="0">
                          <a:ln>
                            <a:noFill/>
                          </a:ln>
                          <a:solidFill>
                            <a:schemeClr val="tx1"/>
                          </a:solidFill>
                          <a:effectLst/>
                          <a:latin typeface="Arial" pitchFamily="34" charset="0"/>
                          <a:cs typeface="Times New Roman" pitchFamily="18" charset="0"/>
                        </a:rPr>
                        <a:t> + x</a:t>
                      </a:r>
                      <a:r>
                        <a:rPr kumimoji="0" lang="en-US" sz="1400" b="0" i="0" u="none" strike="noStrike" cap="none" normalizeH="0" baseline="30000">
                          <a:ln>
                            <a:noFill/>
                          </a:ln>
                          <a:solidFill>
                            <a:schemeClr val="tx1"/>
                          </a:solidFill>
                          <a:effectLst/>
                          <a:latin typeface="Arial" pitchFamily="34" charset="0"/>
                          <a:cs typeface="Times New Roman" pitchFamily="18" charset="0"/>
                        </a:rPr>
                        <a:t>9</a:t>
                      </a:r>
                      <a:r>
                        <a:rPr kumimoji="0" lang="en-US" sz="1400" b="0" i="0" u="none" strike="noStrike" cap="none" normalizeH="0" baseline="0">
                          <a:ln>
                            <a:noFill/>
                          </a:ln>
                          <a:solidFill>
                            <a:schemeClr val="tx1"/>
                          </a:solidFill>
                          <a:effectLst/>
                          <a:latin typeface="Arial" pitchFamily="34" charset="0"/>
                          <a:cs typeface="Times New Roman" pitchFamily="18" charset="0"/>
                        </a:rPr>
                        <a:t> +1, x</a:t>
                      </a:r>
                      <a:r>
                        <a:rPr kumimoji="0" lang="en-US" sz="1400" b="0" i="0" u="none" strike="noStrike" cap="none" normalizeH="0" baseline="30000">
                          <a:ln>
                            <a:noFill/>
                          </a:ln>
                          <a:solidFill>
                            <a:schemeClr val="tx1"/>
                          </a:solidFill>
                          <a:effectLst/>
                          <a:latin typeface="Arial" pitchFamily="34" charset="0"/>
                          <a:cs typeface="Times New Roman" pitchFamily="18" charset="0"/>
                        </a:rPr>
                        <a:t>11 </a:t>
                      </a:r>
                      <a:r>
                        <a:rPr kumimoji="0" lang="en-US" sz="1400" b="0" i="0" u="none" strike="noStrike" cap="none" normalizeH="0" baseline="0">
                          <a:ln>
                            <a:noFill/>
                          </a:ln>
                          <a:solidFill>
                            <a:schemeClr val="tx1"/>
                          </a:solidFill>
                          <a:effectLst/>
                          <a:latin typeface="Arial" pitchFamily="34" charset="0"/>
                          <a:cs typeface="Times New Roman" pitchFamily="18" charset="0"/>
                        </a:rPr>
                        <a:t>+ x</a:t>
                      </a:r>
                      <a:r>
                        <a:rPr kumimoji="0" lang="en-US" sz="1400" b="0" i="0" u="none" strike="noStrike" cap="none" normalizeH="0" baseline="30000">
                          <a:ln>
                            <a:noFill/>
                          </a:ln>
                          <a:solidFill>
                            <a:schemeClr val="tx1"/>
                          </a:solidFill>
                          <a:effectLst/>
                          <a:latin typeface="Arial" pitchFamily="34" charset="0"/>
                          <a:cs typeface="Times New Roman" pitchFamily="18" charset="0"/>
                        </a:rPr>
                        <a:t>2</a:t>
                      </a:r>
                      <a:r>
                        <a:rPr kumimoji="0" lang="en-US" sz="1400" b="0" i="0" u="none" strike="noStrike" cap="none" normalizeH="0" baseline="0">
                          <a:ln>
                            <a:noFill/>
                          </a:ln>
                          <a:solidFill>
                            <a:schemeClr val="tx1"/>
                          </a:solidFill>
                          <a:effectLst/>
                          <a:latin typeface="Arial" pitchFamily="34" charset="0"/>
                          <a:cs typeface="Times New Roman" pitchFamily="18" charset="0"/>
                        </a:rPr>
                        <a:t> +1</a:t>
                      </a:r>
                      <a:endParaRPr kumimoji="0" lang="en-US" sz="1400" b="0" i="0" u="none" strike="noStrike" cap="none" normalizeH="0" baseline="0">
                        <a:ln>
                          <a:noFill/>
                        </a:ln>
                        <a:solidFill>
                          <a:schemeClr val="tx1"/>
                        </a:solidFill>
                        <a:effectLst/>
                        <a:latin typeface="Arial" pitchFamily="34" charset="0"/>
                        <a:cs typeface="Arial" pitchFamily="34" charset="0"/>
                      </a:endParaRPr>
                    </a:p>
                  </a:txBody>
                  <a:tcPr marT="45723" marB="45723"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400" b="0" i="0" u="none" strike="noStrike" cap="none" normalizeH="0" baseline="0" dirty="0">
                          <a:ln>
                            <a:noFill/>
                          </a:ln>
                          <a:solidFill>
                            <a:schemeClr val="tx1"/>
                          </a:solidFill>
                          <a:effectLst/>
                          <a:latin typeface="Arial" pitchFamily="34" charset="0"/>
                          <a:cs typeface="Times New Roman" pitchFamily="18" charset="0"/>
                        </a:rPr>
                        <a:t>2047</a:t>
                      </a:r>
                      <a:endParaRPr kumimoji="0" lang="en-US" sz="1400" b="0" i="0" u="none" strike="noStrike" cap="none" normalizeH="0" baseline="0" dirty="0">
                        <a:ln>
                          <a:noFill/>
                        </a:ln>
                        <a:solidFill>
                          <a:schemeClr val="tx1"/>
                        </a:solidFill>
                        <a:effectLst/>
                        <a:latin typeface="Arial" pitchFamily="34" charset="0"/>
                        <a:cs typeface="Arial" pitchFamily="34" charset="0"/>
                      </a:endParaRPr>
                    </a:p>
                  </a:txBody>
                  <a:tcPr marT="45723" marB="45723" horzOverflow="overflow"/>
                </a:tc>
                <a:extLst>
                  <a:ext uri="{0D108BD9-81ED-4DB2-BD59-A6C34878D82A}">
                    <a16:rowId xmlns:a16="http://schemas.microsoft.com/office/drawing/2014/main" val="10009"/>
                  </a:ext>
                </a:extLst>
              </a:tr>
              <a:tr h="370864">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pitchFamily="34" charset="0"/>
                          <a:cs typeface="Times New Roman" pitchFamily="18" charset="0"/>
                        </a:rPr>
                        <a:t>12</a:t>
                      </a:r>
                      <a:endParaRPr kumimoji="0" lang="en-US" sz="1400" b="0" i="0" u="none" strike="noStrike" cap="none" normalizeH="0" baseline="0">
                        <a:ln>
                          <a:noFill/>
                        </a:ln>
                        <a:solidFill>
                          <a:schemeClr val="tx1"/>
                        </a:solidFill>
                        <a:effectLst/>
                        <a:latin typeface="Arial" pitchFamily="34" charset="0"/>
                        <a:cs typeface="Arial" pitchFamily="34" charset="0"/>
                      </a:endParaRPr>
                    </a:p>
                  </a:txBody>
                  <a:tcPr marT="45723" marB="45723"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pitchFamily="34" charset="0"/>
                          <a:cs typeface="Times New Roman" pitchFamily="18" charset="0"/>
                        </a:rPr>
                        <a:t>x</a:t>
                      </a:r>
                      <a:r>
                        <a:rPr kumimoji="0" lang="en-US" sz="1400" b="0" i="0" u="none" strike="noStrike" cap="none" normalizeH="0" baseline="30000">
                          <a:ln>
                            <a:noFill/>
                          </a:ln>
                          <a:solidFill>
                            <a:schemeClr val="tx1"/>
                          </a:solidFill>
                          <a:effectLst/>
                          <a:latin typeface="Arial" pitchFamily="34" charset="0"/>
                          <a:cs typeface="Times New Roman" pitchFamily="18" charset="0"/>
                        </a:rPr>
                        <a:t>12</a:t>
                      </a:r>
                      <a:r>
                        <a:rPr kumimoji="0" lang="en-US" sz="1400" b="0" i="0" u="none" strike="noStrike" cap="none" normalizeH="0" baseline="0">
                          <a:ln>
                            <a:noFill/>
                          </a:ln>
                          <a:solidFill>
                            <a:schemeClr val="tx1"/>
                          </a:solidFill>
                          <a:effectLst/>
                          <a:latin typeface="Arial" pitchFamily="34" charset="0"/>
                          <a:cs typeface="Times New Roman" pitchFamily="18" charset="0"/>
                        </a:rPr>
                        <a:t>+ x</a:t>
                      </a:r>
                      <a:r>
                        <a:rPr kumimoji="0" lang="en-US" sz="1400" b="0" i="0" u="none" strike="noStrike" cap="none" normalizeH="0" baseline="30000">
                          <a:ln>
                            <a:noFill/>
                          </a:ln>
                          <a:solidFill>
                            <a:schemeClr val="tx1"/>
                          </a:solidFill>
                          <a:effectLst/>
                          <a:latin typeface="Arial" pitchFamily="34" charset="0"/>
                          <a:cs typeface="Times New Roman" pitchFamily="18" charset="0"/>
                        </a:rPr>
                        <a:t>11</a:t>
                      </a:r>
                      <a:r>
                        <a:rPr kumimoji="0" lang="en-US" sz="1400" b="0" i="0" u="none" strike="noStrike" cap="none" normalizeH="0" baseline="0">
                          <a:ln>
                            <a:noFill/>
                          </a:ln>
                          <a:solidFill>
                            <a:schemeClr val="tx1"/>
                          </a:solidFill>
                          <a:effectLst/>
                          <a:latin typeface="Arial" pitchFamily="34" charset="0"/>
                          <a:cs typeface="Times New Roman" pitchFamily="18" charset="0"/>
                        </a:rPr>
                        <a:t> + x</a:t>
                      </a:r>
                      <a:r>
                        <a:rPr kumimoji="0" lang="en-US" sz="1400" b="0" i="0" u="none" strike="noStrike" cap="none" normalizeH="0" baseline="30000">
                          <a:ln>
                            <a:noFill/>
                          </a:ln>
                          <a:solidFill>
                            <a:schemeClr val="tx1"/>
                          </a:solidFill>
                          <a:effectLst/>
                          <a:latin typeface="Arial" pitchFamily="34" charset="0"/>
                          <a:cs typeface="Times New Roman" pitchFamily="18" charset="0"/>
                        </a:rPr>
                        <a:t>10</a:t>
                      </a:r>
                      <a:r>
                        <a:rPr kumimoji="0" lang="en-US" sz="1400" b="0" i="0" u="none" strike="noStrike" cap="none" normalizeH="0" baseline="0">
                          <a:ln>
                            <a:noFill/>
                          </a:ln>
                          <a:solidFill>
                            <a:schemeClr val="tx1"/>
                          </a:solidFill>
                          <a:effectLst/>
                          <a:latin typeface="Arial" pitchFamily="34" charset="0"/>
                          <a:cs typeface="Times New Roman" pitchFamily="18" charset="0"/>
                        </a:rPr>
                        <a:t> +x</a:t>
                      </a:r>
                      <a:r>
                        <a:rPr kumimoji="0" lang="en-US" sz="1400" b="0" i="0" u="none" strike="noStrike" cap="none" normalizeH="0" baseline="30000">
                          <a:ln>
                            <a:noFill/>
                          </a:ln>
                          <a:solidFill>
                            <a:schemeClr val="tx1"/>
                          </a:solidFill>
                          <a:effectLst/>
                          <a:latin typeface="Arial" pitchFamily="34" charset="0"/>
                          <a:cs typeface="Times New Roman" pitchFamily="18" charset="0"/>
                        </a:rPr>
                        <a:t>4 </a:t>
                      </a:r>
                      <a:r>
                        <a:rPr kumimoji="0" lang="en-US" sz="1400" b="0" i="0" u="none" strike="noStrike" cap="none" normalizeH="0" baseline="0">
                          <a:ln>
                            <a:noFill/>
                          </a:ln>
                          <a:solidFill>
                            <a:schemeClr val="tx1"/>
                          </a:solidFill>
                          <a:effectLst/>
                          <a:latin typeface="Arial" pitchFamily="34" charset="0"/>
                          <a:cs typeface="Times New Roman" pitchFamily="18" charset="0"/>
                        </a:rPr>
                        <a:t>+ 1</a:t>
                      </a:r>
                      <a:endParaRPr kumimoji="0" lang="en-US" sz="1400" b="0" i="0" u="none" strike="noStrike" cap="none" normalizeH="0" baseline="0">
                        <a:ln>
                          <a:noFill/>
                        </a:ln>
                        <a:solidFill>
                          <a:schemeClr val="tx1"/>
                        </a:solidFill>
                        <a:effectLst/>
                        <a:latin typeface="Arial" pitchFamily="34" charset="0"/>
                        <a:cs typeface="Arial" pitchFamily="34" charset="0"/>
                      </a:endParaRPr>
                    </a:p>
                  </a:txBody>
                  <a:tcPr marT="45723" marB="45723"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400" b="0" i="0" u="none" strike="noStrike" cap="none" normalizeH="0" baseline="0" dirty="0">
                          <a:ln>
                            <a:noFill/>
                          </a:ln>
                          <a:solidFill>
                            <a:schemeClr val="tx1"/>
                          </a:solidFill>
                          <a:effectLst/>
                          <a:latin typeface="Arial" pitchFamily="34" charset="0"/>
                          <a:cs typeface="Times New Roman" pitchFamily="18" charset="0"/>
                        </a:rPr>
                        <a:t>4095</a:t>
                      </a:r>
                      <a:endParaRPr kumimoji="0" lang="en-US" sz="1400" b="0" i="0" u="none" strike="noStrike" cap="none" normalizeH="0" baseline="0" dirty="0">
                        <a:ln>
                          <a:noFill/>
                        </a:ln>
                        <a:solidFill>
                          <a:schemeClr val="tx1"/>
                        </a:solidFill>
                        <a:effectLst/>
                        <a:latin typeface="Arial" pitchFamily="34" charset="0"/>
                        <a:cs typeface="Arial" pitchFamily="34" charset="0"/>
                      </a:endParaRPr>
                    </a:p>
                  </a:txBody>
                  <a:tcPr marT="45723" marB="45723" horzOverflow="overflow"/>
                </a:tc>
                <a:extLst>
                  <a:ext uri="{0D108BD9-81ED-4DB2-BD59-A6C34878D82A}">
                    <a16:rowId xmlns:a16="http://schemas.microsoft.com/office/drawing/2014/main" val="10010"/>
                  </a:ext>
                </a:extLst>
              </a:tr>
              <a:tr h="370864">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pitchFamily="34" charset="0"/>
                          <a:cs typeface="Times New Roman" pitchFamily="18" charset="0"/>
                        </a:rPr>
                        <a:t>13</a:t>
                      </a:r>
                      <a:endParaRPr kumimoji="0" lang="en-US" sz="1400" b="0" i="0" u="none" strike="noStrike" cap="none" normalizeH="0" baseline="0">
                        <a:ln>
                          <a:noFill/>
                        </a:ln>
                        <a:solidFill>
                          <a:schemeClr val="tx1"/>
                        </a:solidFill>
                        <a:effectLst/>
                        <a:latin typeface="Arial" pitchFamily="34" charset="0"/>
                        <a:cs typeface="Arial" pitchFamily="34" charset="0"/>
                      </a:endParaRPr>
                    </a:p>
                  </a:txBody>
                  <a:tcPr marT="45723" marB="45723"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pitchFamily="34" charset="0"/>
                          <a:cs typeface="Times New Roman" pitchFamily="18" charset="0"/>
                        </a:rPr>
                        <a:t>x</a:t>
                      </a:r>
                      <a:r>
                        <a:rPr kumimoji="0" lang="en-US" sz="1400" b="0" i="0" u="none" strike="noStrike" cap="none" normalizeH="0" baseline="30000">
                          <a:ln>
                            <a:noFill/>
                          </a:ln>
                          <a:solidFill>
                            <a:schemeClr val="tx1"/>
                          </a:solidFill>
                          <a:effectLst/>
                          <a:latin typeface="Arial" pitchFamily="34" charset="0"/>
                          <a:cs typeface="Times New Roman" pitchFamily="18" charset="0"/>
                        </a:rPr>
                        <a:t>13</a:t>
                      </a:r>
                      <a:r>
                        <a:rPr kumimoji="0" lang="en-US" sz="1400" b="0" i="0" u="none" strike="noStrike" cap="none" normalizeH="0" baseline="0">
                          <a:ln>
                            <a:noFill/>
                          </a:ln>
                          <a:solidFill>
                            <a:schemeClr val="tx1"/>
                          </a:solidFill>
                          <a:effectLst/>
                          <a:latin typeface="Arial" pitchFamily="34" charset="0"/>
                          <a:cs typeface="Times New Roman" pitchFamily="18" charset="0"/>
                        </a:rPr>
                        <a:t>+ x</a:t>
                      </a:r>
                      <a:r>
                        <a:rPr kumimoji="0" lang="en-US" sz="1400" b="0" i="0" u="none" strike="noStrike" cap="none" normalizeH="0" baseline="30000">
                          <a:ln>
                            <a:noFill/>
                          </a:ln>
                          <a:solidFill>
                            <a:schemeClr val="tx1"/>
                          </a:solidFill>
                          <a:effectLst/>
                          <a:latin typeface="Arial" pitchFamily="34" charset="0"/>
                          <a:cs typeface="Times New Roman" pitchFamily="18" charset="0"/>
                        </a:rPr>
                        <a:t>12</a:t>
                      </a:r>
                      <a:r>
                        <a:rPr kumimoji="0" lang="en-US" sz="1400" b="0" i="0" u="none" strike="noStrike" cap="none" normalizeH="0" baseline="0">
                          <a:ln>
                            <a:noFill/>
                          </a:ln>
                          <a:solidFill>
                            <a:schemeClr val="tx1"/>
                          </a:solidFill>
                          <a:effectLst/>
                          <a:latin typeface="Arial" pitchFamily="34" charset="0"/>
                          <a:cs typeface="Times New Roman" pitchFamily="18" charset="0"/>
                        </a:rPr>
                        <a:t> + x</a:t>
                      </a:r>
                      <a:r>
                        <a:rPr kumimoji="0" lang="en-US" sz="1400" b="0" i="0" u="none" strike="noStrike" cap="none" normalizeH="0" baseline="30000">
                          <a:ln>
                            <a:noFill/>
                          </a:ln>
                          <a:solidFill>
                            <a:schemeClr val="tx1"/>
                          </a:solidFill>
                          <a:effectLst/>
                          <a:latin typeface="Arial" pitchFamily="34" charset="0"/>
                          <a:cs typeface="Times New Roman" pitchFamily="18" charset="0"/>
                        </a:rPr>
                        <a:t>11</a:t>
                      </a:r>
                      <a:r>
                        <a:rPr kumimoji="0" lang="en-US" sz="1400" b="0" i="0" u="none" strike="noStrike" cap="none" normalizeH="0" baseline="0">
                          <a:ln>
                            <a:noFill/>
                          </a:ln>
                          <a:solidFill>
                            <a:schemeClr val="tx1"/>
                          </a:solidFill>
                          <a:effectLst/>
                          <a:latin typeface="Arial" pitchFamily="34" charset="0"/>
                          <a:cs typeface="Times New Roman" pitchFamily="18" charset="0"/>
                        </a:rPr>
                        <a:t> +x</a:t>
                      </a:r>
                      <a:r>
                        <a:rPr kumimoji="0" lang="en-US" sz="1400" b="0" i="0" u="none" strike="noStrike" cap="none" normalizeH="0" baseline="30000">
                          <a:ln>
                            <a:noFill/>
                          </a:ln>
                          <a:solidFill>
                            <a:schemeClr val="tx1"/>
                          </a:solidFill>
                          <a:effectLst/>
                          <a:latin typeface="Arial" pitchFamily="34" charset="0"/>
                          <a:cs typeface="Times New Roman" pitchFamily="18" charset="0"/>
                        </a:rPr>
                        <a:t>8</a:t>
                      </a:r>
                      <a:r>
                        <a:rPr kumimoji="0" lang="en-US" sz="1400" b="0" i="0" u="none" strike="noStrike" cap="none" normalizeH="0" baseline="0">
                          <a:ln>
                            <a:noFill/>
                          </a:ln>
                          <a:solidFill>
                            <a:schemeClr val="tx1"/>
                          </a:solidFill>
                          <a:effectLst/>
                          <a:latin typeface="Arial" pitchFamily="34" charset="0"/>
                          <a:cs typeface="Times New Roman" pitchFamily="18" charset="0"/>
                        </a:rPr>
                        <a:t> + 1</a:t>
                      </a:r>
                      <a:endParaRPr kumimoji="0" lang="en-US" sz="1400" b="0" i="0" u="none" strike="noStrike" cap="none" normalizeH="0" baseline="0">
                        <a:ln>
                          <a:noFill/>
                        </a:ln>
                        <a:solidFill>
                          <a:schemeClr val="tx1"/>
                        </a:solidFill>
                        <a:effectLst/>
                        <a:latin typeface="Arial" pitchFamily="34" charset="0"/>
                        <a:cs typeface="Arial" pitchFamily="34" charset="0"/>
                      </a:endParaRPr>
                    </a:p>
                  </a:txBody>
                  <a:tcPr marT="45723" marB="45723"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400" b="0" i="0" u="none" strike="noStrike" cap="none" normalizeH="0" baseline="0" dirty="0">
                          <a:ln>
                            <a:noFill/>
                          </a:ln>
                          <a:solidFill>
                            <a:schemeClr val="tx1"/>
                          </a:solidFill>
                          <a:effectLst/>
                          <a:latin typeface="Arial" pitchFamily="34" charset="0"/>
                          <a:cs typeface="Times New Roman" pitchFamily="18" charset="0"/>
                        </a:rPr>
                        <a:t>8191</a:t>
                      </a:r>
                      <a:endParaRPr kumimoji="0" lang="en-US" sz="1400" b="0" i="0" u="none" strike="noStrike" cap="none" normalizeH="0" baseline="0" dirty="0">
                        <a:ln>
                          <a:noFill/>
                        </a:ln>
                        <a:solidFill>
                          <a:schemeClr val="tx1"/>
                        </a:solidFill>
                        <a:effectLst/>
                        <a:latin typeface="Arial" pitchFamily="34" charset="0"/>
                        <a:cs typeface="Arial" pitchFamily="34" charset="0"/>
                      </a:endParaRPr>
                    </a:p>
                  </a:txBody>
                  <a:tcPr marT="45723" marB="45723" horzOverflow="overflow"/>
                </a:tc>
                <a:extLst>
                  <a:ext uri="{0D108BD9-81ED-4DB2-BD59-A6C34878D82A}">
                    <a16:rowId xmlns:a16="http://schemas.microsoft.com/office/drawing/2014/main" val="10011"/>
                  </a:ext>
                </a:extLst>
              </a:tr>
              <a:tr h="370864">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400" b="0" i="0" u="none" strike="noStrike" cap="none" normalizeH="0" baseline="0" dirty="0">
                          <a:ln>
                            <a:noFill/>
                          </a:ln>
                          <a:solidFill>
                            <a:schemeClr val="tx1"/>
                          </a:solidFill>
                          <a:effectLst/>
                          <a:latin typeface="Arial" pitchFamily="34" charset="0"/>
                          <a:cs typeface="Times New Roman" pitchFamily="18" charset="0"/>
                        </a:rPr>
                        <a:t>N</a:t>
                      </a:r>
                      <a:endParaRPr kumimoji="0" lang="ru-RU" sz="1400" b="0" i="0" u="none" strike="noStrike" cap="none" normalizeH="0" baseline="0" dirty="0">
                        <a:ln>
                          <a:noFill/>
                        </a:ln>
                        <a:solidFill>
                          <a:schemeClr val="tx1"/>
                        </a:solidFill>
                        <a:effectLst/>
                        <a:latin typeface="Arial" pitchFamily="34" charset="0"/>
                        <a:cs typeface="Arial" pitchFamily="34" charset="0"/>
                      </a:endParaRPr>
                    </a:p>
                  </a:txBody>
                  <a:tcPr marT="45723" marB="45723" horzOverflow="overflow"/>
                </a:tc>
                <a:tc>
                  <a:txBody>
                    <a:bodyPr/>
                    <a:lstStyle/>
                    <a:p>
                      <a:pPr marL="0" marR="0" lvl="0" indent="0" algn="ctr" defTabSz="914400" rtl="0" eaLnBrk="0" fontAlgn="base" latinLnBrk="0" hangingPunct="0">
                        <a:lnSpc>
                          <a:spcPct val="100000"/>
                        </a:lnSpc>
                        <a:spcBef>
                          <a:spcPct val="20000"/>
                        </a:spcBef>
                        <a:spcAft>
                          <a:spcPct val="0"/>
                        </a:spcAft>
                        <a:buClr>
                          <a:srgbClr val="0000FF"/>
                        </a:buClr>
                        <a:buSzPct val="100000"/>
                        <a:buFont typeface="Arial" pitchFamily="34" charset="0"/>
                        <a:buNone/>
                        <a:tabLst/>
                      </a:pPr>
                      <a:r>
                        <a:rPr kumimoji="0" lang="ru-RU" sz="1400" b="0" i="0" u="none" strike="noStrike" cap="none" normalizeH="0" baseline="0" dirty="0" err="1">
                          <a:ln>
                            <a:noFill/>
                          </a:ln>
                          <a:solidFill>
                            <a:schemeClr val="tx1"/>
                          </a:solidFill>
                          <a:effectLst/>
                          <a:latin typeface="Arial" pitchFamily="34" charset="0"/>
                          <a:cs typeface="Times New Roman" pitchFamily="18" charset="0"/>
                        </a:rPr>
                        <a:t>Feedback</a:t>
                      </a:r>
                      <a:r>
                        <a:rPr kumimoji="0" lang="ru-RU" sz="1400" b="0" i="0" u="none" strike="noStrike" cap="none" normalizeH="0" baseline="0" dirty="0">
                          <a:ln>
                            <a:noFill/>
                          </a:ln>
                          <a:solidFill>
                            <a:schemeClr val="tx1"/>
                          </a:solidFill>
                          <a:effectLst/>
                          <a:latin typeface="Arial" pitchFamily="34" charset="0"/>
                          <a:cs typeface="Times New Roman" pitchFamily="18" charset="0"/>
                        </a:rPr>
                        <a:t> </a:t>
                      </a:r>
                      <a:r>
                        <a:rPr kumimoji="0" lang="en-US" sz="1400" b="0" i="0" u="none" strike="noStrike" cap="none" normalizeH="0" baseline="0" dirty="0">
                          <a:ln>
                            <a:noFill/>
                          </a:ln>
                          <a:solidFill>
                            <a:schemeClr val="tx1"/>
                          </a:solidFill>
                          <a:effectLst/>
                          <a:latin typeface="Arial" pitchFamily="34" charset="0"/>
                          <a:cs typeface="Times New Roman" pitchFamily="18" charset="0"/>
                        </a:rPr>
                        <a:t>p</a:t>
                      </a:r>
                      <a:r>
                        <a:rPr kumimoji="0" lang="ru-RU" sz="1400" b="0" i="0" u="none" strike="noStrike" cap="none" normalizeH="0" baseline="0" dirty="0" err="1">
                          <a:ln>
                            <a:noFill/>
                          </a:ln>
                          <a:solidFill>
                            <a:schemeClr val="tx1"/>
                          </a:solidFill>
                          <a:effectLst/>
                          <a:latin typeface="Arial" pitchFamily="34" charset="0"/>
                          <a:cs typeface="Times New Roman" pitchFamily="18" charset="0"/>
                        </a:rPr>
                        <a:t>olynomial</a:t>
                      </a:r>
                      <a:endParaRPr kumimoji="0" lang="ru-RU" sz="1400" b="0" i="0" u="none" strike="noStrike" cap="none" normalizeH="0" baseline="0" dirty="0">
                        <a:ln>
                          <a:noFill/>
                        </a:ln>
                        <a:solidFill>
                          <a:schemeClr val="tx1"/>
                        </a:solidFill>
                        <a:effectLst/>
                        <a:latin typeface="Arial" pitchFamily="34" charset="0"/>
                        <a:cs typeface="Times New Roman" pitchFamily="18" charset="0"/>
                      </a:endParaRPr>
                    </a:p>
                  </a:txBody>
                  <a:tcPr marT="45723" marB="45723" horzOverflow="overflow"/>
                </a:tc>
                <a:tc>
                  <a:txBody>
                    <a:bodyPr/>
                    <a:lstStyle/>
                    <a:p>
                      <a:pPr marL="0" marR="0" lvl="0" indent="0" algn="ctr" defTabSz="914400" rtl="1" eaLnBrk="0" fontAlgn="base" latinLnBrk="0" hangingPunct="0">
                        <a:lnSpc>
                          <a:spcPct val="100000"/>
                        </a:lnSpc>
                        <a:spcBef>
                          <a:spcPct val="0"/>
                        </a:spcBef>
                        <a:spcAft>
                          <a:spcPct val="0"/>
                        </a:spcAft>
                        <a:buClrTx/>
                        <a:buSzTx/>
                        <a:buFontTx/>
                        <a:buNone/>
                        <a:tabLst/>
                      </a:pPr>
                      <a:r>
                        <a:rPr kumimoji="0" lang="en-US" sz="1400" b="0" i="0" u="none" strike="noStrike" cap="none" normalizeH="0" baseline="0" dirty="0">
                          <a:ln>
                            <a:noFill/>
                          </a:ln>
                          <a:solidFill>
                            <a:schemeClr val="tx1"/>
                          </a:solidFill>
                          <a:effectLst/>
                          <a:latin typeface="Arial" pitchFamily="34" charset="0"/>
                          <a:cs typeface="Times New Roman" pitchFamily="18" charset="0"/>
                        </a:rPr>
                        <a:t>Period (2</a:t>
                      </a:r>
                      <a:r>
                        <a:rPr kumimoji="0" lang="en-US" sz="1400" b="0" i="0" u="none" strike="noStrike" cap="none" normalizeH="0" baseline="30000" dirty="0">
                          <a:ln>
                            <a:noFill/>
                          </a:ln>
                          <a:solidFill>
                            <a:schemeClr val="tx1"/>
                          </a:solidFill>
                          <a:effectLst/>
                          <a:latin typeface="Arial" pitchFamily="34" charset="0"/>
                          <a:cs typeface="Times New Roman" pitchFamily="18" charset="0"/>
                        </a:rPr>
                        <a:t>n </a:t>
                      </a:r>
                      <a:r>
                        <a:rPr kumimoji="0" lang="en-US" sz="1400" b="0" i="0" u="none" strike="noStrike" cap="none" normalizeH="0" baseline="0" dirty="0">
                          <a:ln>
                            <a:noFill/>
                          </a:ln>
                          <a:solidFill>
                            <a:schemeClr val="tx1"/>
                          </a:solidFill>
                          <a:effectLst/>
                          <a:latin typeface="Arial" pitchFamily="34" charset="0"/>
                          <a:cs typeface="Times New Roman" pitchFamily="18" charset="0"/>
                        </a:rPr>
                        <a:t>-1)</a:t>
                      </a:r>
                      <a:endParaRPr kumimoji="0" lang="ru-RU" sz="1400" b="0" i="0" u="none" strike="noStrike" cap="none" normalizeH="0" baseline="0" dirty="0">
                        <a:ln>
                          <a:noFill/>
                        </a:ln>
                        <a:solidFill>
                          <a:schemeClr val="tx1"/>
                        </a:solidFill>
                        <a:effectLst/>
                        <a:latin typeface="Arial" pitchFamily="34" charset="0"/>
                        <a:cs typeface="Arial" pitchFamily="34" charset="0"/>
                      </a:endParaRPr>
                    </a:p>
                  </a:txBody>
                  <a:tcPr marT="45723" marB="45723" horzOverflow="overflow"/>
                </a:tc>
                <a:extLst>
                  <a:ext uri="{0D108BD9-81ED-4DB2-BD59-A6C34878D82A}">
                    <a16:rowId xmlns:a16="http://schemas.microsoft.com/office/drawing/2014/main" val="10012"/>
                  </a:ext>
                </a:extLst>
              </a:tr>
            </a:tbl>
          </a:graphicData>
        </a:graphic>
      </p:graphicFrame>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4">
            <a:extLst>
              <a:ext uri="{FF2B5EF4-FFF2-40B4-BE49-F238E27FC236}">
                <a16:creationId xmlns:a16="http://schemas.microsoft.com/office/drawing/2014/main" id="{799D0905-6E32-8116-BB4D-410FB07AD722}"/>
              </a:ext>
            </a:extLst>
          </p:cNvPr>
          <p:cNvSpPr>
            <a:spLocks noGrp="1" noChangeArrowheads="1"/>
          </p:cNvSpPr>
          <p:nvPr>
            <p:ph type="title"/>
          </p:nvPr>
        </p:nvSpPr>
        <p:spPr/>
        <p:txBody>
          <a:bodyPr/>
          <a:lstStyle/>
          <a:p>
            <a:r>
              <a:rPr lang="en-US" altLang="en-US"/>
              <a:t>Feedback Primitive Polynomials</a:t>
            </a:r>
            <a:endParaRPr lang="ru-RU" altLang="en-US"/>
          </a:p>
        </p:txBody>
      </p:sp>
      <p:graphicFrame>
        <p:nvGraphicFramePr>
          <p:cNvPr id="2" name="Таблица 1">
            <a:extLst>
              <a:ext uri="{FF2B5EF4-FFF2-40B4-BE49-F238E27FC236}">
                <a16:creationId xmlns:a16="http://schemas.microsoft.com/office/drawing/2014/main" id="{8CADDD23-F755-4238-9FC2-526A1032F4EC}"/>
              </a:ext>
            </a:extLst>
          </p:cNvPr>
          <p:cNvGraphicFramePr>
            <a:graphicFrameLocks noGrp="1"/>
          </p:cNvGraphicFramePr>
          <p:nvPr>
            <p:extLst>
              <p:ext uri="{D42A27DB-BD31-4B8C-83A1-F6EECF244321}">
                <p14:modId xmlns:p14="http://schemas.microsoft.com/office/powerpoint/2010/main" val="3137718485"/>
              </p:ext>
            </p:extLst>
          </p:nvPr>
        </p:nvGraphicFramePr>
        <p:xfrm>
          <a:off x="2819400" y="1400175"/>
          <a:ext cx="6096000" cy="4318088"/>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20000"/>
                    </a:ext>
                  </a:extLst>
                </a:gridCol>
                <a:gridCol w="2032000">
                  <a:extLst>
                    <a:ext uri="{9D8B030D-6E8A-4147-A177-3AD203B41FA5}">
                      <a16:colId xmlns:a16="http://schemas.microsoft.com/office/drawing/2014/main" val="20001"/>
                    </a:ext>
                  </a:extLst>
                </a:gridCol>
                <a:gridCol w="2032000">
                  <a:extLst>
                    <a:ext uri="{9D8B030D-6E8A-4147-A177-3AD203B41FA5}">
                      <a16:colId xmlns:a16="http://schemas.microsoft.com/office/drawing/2014/main" val="20002"/>
                    </a:ext>
                  </a:extLst>
                </a:gridCol>
              </a:tblGrid>
              <a:tr h="640065">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a:ln>
                            <a:noFill/>
                          </a:ln>
                          <a:solidFill>
                            <a:schemeClr val="bg2"/>
                          </a:solidFill>
                          <a:effectLst/>
                          <a:latin typeface="Arial" pitchFamily="34" charset="0"/>
                          <a:cs typeface="Times New Roman" pitchFamily="18" charset="0"/>
                        </a:rPr>
                        <a:t>N</a:t>
                      </a:r>
                      <a:endParaRPr kumimoji="0" lang="ru-RU" sz="1800" b="0" i="0" u="none" strike="noStrike" cap="none" normalizeH="0" baseline="0" dirty="0">
                        <a:ln>
                          <a:noFill/>
                        </a:ln>
                        <a:solidFill>
                          <a:schemeClr val="bg2"/>
                        </a:solidFill>
                        <a:effectLst/>
                        <a:latin typeface="Arial" pitchFamily="34" charset="0"/>
                        <a:cs typeface="Arial" pitchFamily="34" charset="0"/>
                      </a:endParaRPr>
                    </a:p>
                  </a:txBody>
                  <a:tcPr marT="45722" marB="45722" horzOverflow="overflow"/>
                </a:tc>
                <a:tc>
                  <a:txBody>
                    <a:bodyPr/>
                    <a:lstStyle/>
                    <a:p>
                      <a:pPr marL="0" marR="0" lvl="0" indent="0" algn="ctr" defTabSz="914400" rtl="0" eaLnBrk="0" fontAlgn="base" latinLnBrk="0" hangingPunct="0">
                        <a:lnSpc>
                          <a:spcPct val="100000"/>
                        </a:lnSpc>
                        <a:spcBef>
                          <a:spcPct val="20000"/>
                        </a:spcBef>
                        <a:spcAft>
                          <a:spcPct val="0"/>
                        </a:spcAft>
                        <a:buClr>
                          <a:srgbClr val="0000FF"/>
                        </a:buClr>
                        <a:buSzPct val="100000"/>
                        <a:buFont typeface="Arial" pitchFamily="34" charset="0"/>
                        <a:buNone/>
                        <a:tabLst/>
                      </a:pPr>
                      <a:r>
                        <a:rPr kumimoji="0" lang="ru-RU" sz="1800" b="0" i="0" u="none" strike="noStrike" cap="none" normalizeH="0" baseline="0" dirty="0" err="1">
                          <a:ln>
                            <a:noFill/>
                          </a:ln>
                          <a:solidFill>
                            <a:schemeClr val="bg2"/>
                          </a:solidFill>
                          <a:effectLst/>
                          <a:latin typeface="Arial" pitchFamily="34" charset="0"/>
                          <a:cs typeface="Times New Roman" pitchFamily="18" charset="0"/>
                        </a:rPr>
                        <a:t>Feedback</a:t>
                      </a:r>
                      <a:r>
                        <a:rPr kumimoji="0" lang="ru-RU" sz="1800" b="0" i="0" u="none" strike="noStrike" cap="none" normalizeH="0" baseline="0" dirty="0">
                          <a:ln>
                            <a:noFill/>
                          </a:ln>
                          <a:solidFill>
                            <a:schemeClr val="bg2"/>
                          </a:solidFill>
                          <a:effectLst/>
                          <a:latin typeface="Arial" pitchFamily="34" charset="0"/>
                          <a:cs typeface="Times New Roman" pitchFamily="18" charset="0"/>
                        </a:rPr>
                        <a:t> </a:t>
                      </a:r>
                      <a:r>
                        <a:rPr kumimoji="0" lang="en-US" sz="1800" b="0" i="0" u="none" strike="noStrike" cap="none" normalizeH="0" baseline="0" dirty="0">
                          <a:ln>
                            <a:noFill/>
                          </a:ln>
                          <a:solidFill>
                            <a:schemeClr val="bg2"/>
                          </a:solidFill>
                          <a:effectLst/>
                          <a:latin typeface="Arial" pitchFamily="34" charset="0"/>
                          <a:cs typeface="Times New Roman" pitchFamily="18" charset="0"/>
                        </a:rPr>
                        <a:t>p</a:t>
                      </a:r>
                      <a:r>
                        <a:rPr kumimoji="0" lang="ru-RU" sz="1800" b="0" i="0" u="none" strike="noStrike" cap="none" normalizeH="0" baseline="0" dirty="0" err="1">
                          <a:ln>
                            <a:noFill/>
                          </a:ln>
                          <a:solidFill>
                            <a:schemeClr val="bg2"/>
                          </a:solidFill>
                          <a:effectLst/>
                          <a:latin typeface="Arial" pitchFamily="34" charset="0"/>
                          <a:cs typeface="Times New Roman" pitchFamily="18" charset="0"/>
                        </a:rPr>
                        <a:t>olynomial</a:t>
                      </a:r>
                      <a:endParaRPr kumimoji="0" lang="ru-RU" sz="1800" b="0" i="0" u="none" strike="noStrike" cap="none" normalizeH="0" baseline="0" dirty="0">
                        <a:ln>
                          <a:noFill/>
                        </a:ln>
                        <a:solidFill>
                          <a:schemeClr val="bg2"/>
                        </a:solidFill>
                        <a:effectLst/>
                        <a:latin typeface="Arial" pitchFamily="34" charset="0"/>
                        <a:cs typeface="Times New Roman" pitchFamily="18" charset="0"/>
                      </a:endParaRPr>
                    </a:p>
                  </a:txBody>
                  <a:tcPr marT="45722" marB="45722" horzOverflow="overflow"/>
                </a:tc>
                <a:tc>
                  <a:txBody>
                    <a:bodyPr/>
                    <a:lstStyle/>
                    <a:p>
                      <a:pPr marL="0" marR="0" lvl="0" indent="0" algn="ctr" defTabSz="914400" rtl="1"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a:ln>
                            <a:noFill/>
                          </a:ln>
                          <a:solidFill>
                            <a:schemeClr val="bg2"/>
                          </a:solidFill>
                          <a:effectLst/>
                          <a:latin typeface="Arial" pitchFamily="34" charset="0"/>
                          <a:cs typeface="Times New Roman" pitchFamily="18" charset="0"/>
                        </a:rPr>
                        <a:t>Period (2</a:t>
                      </a:r>
                      <a:r>
                        <a:rPr kumimoji="0" lang="en-US" sz="1800" b="0" i="0" u="none" strike="noStrike" cap="none" normalizeH="0" baseline="30000" dirty="0">
                          <a:ln>
                            <a:noFill/>
                          </a:ln>
                          <a:solidFill>
                            <a:schemeClr val="bg2"/>
                          </a:solidFill>
                          <a:effectLst/>
                          <a:latin typeface="Arial" pitchFamily="34" charset="0"/>
                          <a:cs typeface="Times New Roman" pitchFamily="18" charset="0"/>
                        </a:rPr>
                        <a:t>n </a:t>
                      </a:r>
                      <a:r>
                        <a:rPr kumimoji="0" lang="en-US" sz="1800" b="0" i="0" u="none" strike="noStrike" cap="none" normalizeH="0" baseline="0" dirty="0">
                          <a:ln>
                            <a:noFill/>
                          </a:ln>
                          <a:solidFill>
                            <a:schemeClr val="bg2"/>
                          </a:solidFill>
                          <a:effectLst/>
                          <a:latin typeface="Arial" pitchFamily="34" charset="0"/>
                          <a:cs typeface="Times New Roman" pitchFamily="18" charset="0"/>
                        </a:rPr>
                        <a:t>-1)</a:t>
                      </a:r>
                      <a:endParaRPr kumimoji="0" lang="ru-RU" sz="1800" b="0" i="0" u="none" strike="noStrike" cap="none" normalizeH="0" baseline="0" dirty="0">
                        <a:ln>
                          <a:noFill/>
                        </a:ln>
                        <a:solidFill>
                          <a:schemeClr val="bg2"/>
                        </a:solidFill>
                        <a:effectLst/>
                        <a:latin typeface="Arial" pitchFamily="34" charset="0"/>
                        <a:cs typeface="Arial" pitchFamily="34" charset="0"/>
                      </a:endParaRPr>
                    </a:p>
                  </a:txBody>
                  <a:tcPr marT="45722" marB="45722" horzOverflow="overflow"/>
                </a:tc>
                <a:extLst>
                  <a:ext uri="{0D108BD9-81ED-4DB2-BD59-A6C34878D82A}">
                    <a16:rowId xmlns:a16="http://schemas.microsoft.com/office/drawing/2014/main" val="10000"/>
                  </a:ext>
                </a:extLst>
              </a:tr>
              <a:tr h="370858">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Arial" pitchFamily="34" charset="0"/>
                          <a:cs typeface="Arial" pitchFamily="34" charset="0"/>
                        </a:rPr>
                        <a:t>15</a:t>
                      </a:r>
                    </a:p>
                  </a:txBody>
                  <a:tcPr marT="45722" marB="45722"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Arial" pitchFamily="34" charset="0"/>
                          <a:cs typeface="Arial" pitchFamily="34" charset="0"/>
                        </a:rPr>
                        <a:t>x</a:t>
                      </a:r>
                      <a:r>
                        <a:rPr kumimoji="0" lang="en-US" sz="1800" b="0" i="0" u="none" strike="noStrike" cap="none" normalizeH="0" baseline="30000" dirty="0">
                          <a:ln>
                            <a:noFill/>
                          </a:ln>
                          <a:solidFill>
                            <a:schemeClr val="tx1"/>
                          </a:solidFill>
                          <a:effectLst/>
                          <a:latin typeface="Arial" pitchFamily="34" charset="0"/>
                          <a:cs typeface="Arial" pitchFamily="34" charset="0"/>
                        </a:rPr>
                        <a:t>15</a:t>
                      </a:r>
                      <a:r>
                        <a:rPr kumimoji="0" lang="en-US" sz="1800" b="0" i="0" u="none" strike="noStrike" cap="none" normalizeH="0" baseline="0" dirty="0">
                          <a:ln>
                            <a:noFill/>
                          </a:ln>
                          <a:solidFill>
                            <a:schemeClr val="tx1"/>
                          </a:solidFill>
                          <a:effectLst/>
                          <a:latin typeface="Arial" pitchFamily="34" charset="0"/>
                          <a:cs typeface="Arial" pitchFamily="34" charset="0"/>
                        </a:rPr>
                        <a:t>+x</a:t>
                      </a:r>
                      <a:r>
                        <a:rPr kumimoji="0" lang="en-US" sz="1800" b="0" i="0" u="none" strike="noStrike" cap="none" normalizeH="0" baseline="30000" dirty="0">
                          <a:ln>
                            <a:noFill/>
                          </a:ln>
                          <a:solidFill>
                            <a:schemeClr val="tx1"/>
                          </a:solidFill>
                          <a:effectLst/>
                          <a:latin typeface="Arial" pitchFamily="34" charset="0"/>
                          <a:cs typeface="Arial" pitchFamily="34" charset="0"/>
                        </a:rPr>
                        <a:t>14</a:t>
                      </a:r>
                      <a:r>
                        <a:rPr kumimoji="0" lang="en-US" sz="1800" b="0" i="0" u="none" strike="noStrike" cap="none" normalizeH="0" baseline="0" dirty="0">
                          <a:ln>
                            <a:noFill/>
                          </a:ln>
                          <a:solidFill>
                            <a:schemeClr val="tx1"/>
                          </a:solidFill>
                          <a:effectLst/>
                          <a:latin typeface="Arial" pitchFamily="34" charset="0"/>
                          <a:cs typeface="Arial" pitchFamily="34" charset="0"/>
                        </a:rPr>
                        <a:t>+1</a:t>
                      </a:r>
                    </a:p>
                  </a:txBody>
                  <a:tcPr marT="45722" marB="45722"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Arial" pitchFamily="34" charset="0"/>
                          <a:cs typeface="Arial" pitchFamily="34" charset="0"/>
                        </a:rPr>
                        <a:t>32 767</a:t>
                      </a:r>
                    </a:p>
                  </a:txBody>
                  <a:tcPr marT="45722" marB="45722" horzOverflow="overflow"/>
                </a:tc>
                <a:extLst>
                  <a:ext uri="{0D108BD9-81ED-4DB2-BD59-A6C34878D82A}">
                    <a16:rowId xmlns:a16="http://schemas.microsoft.com/office/drawing/2014/main" val="10001"/>
                  </a:ext>
                </a:extLst>
              </a:tr>
              <a:tr h="370858">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Arial" pitchFamily="34" charset="0"/>
                          <a:cs typeface="Arial" pitchFamily="34" charset="0"/>
                        </a:rPr>
                        <a:t>17</a:t>
                      </a:r>
                    </a:p>
                  </a:txBody>
                  <a:tcPr marT="45722" marB="45722"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cap="none" normalizeH="0" baseline="0" dirty="0">
                          <a:ln>
                            <a:noFill/>
                          </a:ln>
                          <a:solidFill>
                            <a:schemeClr val="tx1"/>
                          </a:solidFill>
                          <a:effectLst/>
                          <a:latin typeface="Arial" pitchFamily="34" charset="0"/>
                          <a:cs typeface="Arial" pitchFamily="34" charset="0"/>
                        </a:rPr>
                        <a:t>x</a:t>
                      </a:r>
                      <a:r>
                        <a:rPr kumimoji="0" lang="en-US" sz="1800" b="0" i="0" u="none" strike="noStrike" cap="none" normalizeH="0" baseline="30000" dirty="0">
                          <a:ln>
                            <a:noFill/>
                          </a:ln>
                          <a:solidFill>
                            <a:schemeClr val="tx1"/>
                          </a:solidFill>
                          <a:effectLst/>
                          <a:latin typeface="Arial" pitchFamily="34" charset="0"/>
                          <a:cs typeface="Arial" pitchFamily="34" charset="0"/>
                        </a:rPr>
                        <a:t>17</a:t>
                      </a:r>
                      <a:r>
                        <a:rPr kumimoji="0" lang="en-US" sz="1800" b="0" i="0" u="none" strike="noStrike" cap="none" normalizeH="0" baseline="0" dirty="0">
                          <a:ln>
                            <a:noFill/>
                          </a:ln>
                          <a:solidFill>
                            <a:schemeClr val="tx1"/>
                          </a:solidFill>
                          <a:effectLst/>
                          <a:latin typeface="Arial" pitchFamily="34" charset="0"/>
                          <a:cs typeface="Arial" pitchFamily="34" charset="0"/>
                        </a:rPr>
                        <a:t>+x</a:t>
                      </a:r>
                      <a:r>
                        <a:rPr kumimoji="0" lang="en-US" sz="1800" b="0" i="0" u="none" strike="noStrike" cap="none" normalizeH="0" baseline="30000" dirty="0">
                          <a:ln>
                            <a:noFill/>
                          </a:ln>
                          <a:solidFill>
                            <a:schemeClr val="tx1"/>
                          </a:solidFill>
                          <a:effectLst/>
                          <a:latin typeface="Arial" pitchFamily="34" charset="0"/>
                          <a:cs typeface="Arial" pitchFamily="34" charset="0"/>
                        </a:rPr>
                        <a:t>14</a:t>
                      </a:r>
                      <a:r>
                        <a:rPr kumimoji="0" lang="en-US" sz="1800" b="0" i="0" u="none" strike="noStrike" cap="none" normalizeH="0" baseline="0" dirty="0">
                          <a:ln>
                            <a:noFill/>
                          </a:ln>
                          <a:solidFill>
                            <a:schemeClr val="tx1"/>
                          </a:solidFill>
                          <a:effectLst/>
                          <a:latin typeface="Arial" pitchFamily="34" charset="0"/>
                          <a:cs typeface="Arial" pitchFamily="34" charset="0"/>
                        </a:rPr>
                        <a:t>+1</a:t>
                      </a:r>
                    </a:p>
                  </a:txBody>
                  <a:tcPr marT="45722" marB="45722"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Arial" pitchFamily="34" charset="0"/>
                          <a:cs typeface="Arial" pitchFamily="34" charset="0"/>
                        </a:rPr>
                        <a:t>131 071</a:t>
                      </a:r>
                    </a:p>
                  </a:txBody>
                  <a:tcPr marT="45722" marB="45722" horzOverflow="overflow"/>
                </a:tc>
                <a:extLst>
                  <a:ext uri="{0D108BD9-81ED-4DB2-BD59-A6C34878D82A}">
                    <a16:rowId xmlns:a16="http://schemas.microsoft.com/office/drawing/2014/main" val="10002"/>
                  </a:ext>
                </a:extLst>
              </a:tr>
              <a:tr h="640065">
                <a:tc>
                  <a:txBody>
                    <a:bodyPr/>
                    <a:lstStyle/>
                    <a:p>
                      <a:pPr marL="0" marR="0" lvl="0" indent="0" algn="ctr" defTabSz="914400" rtl="0" eaLnBrk="0" fontAlgn="base" latinLnBrk="0" hangingPunct="0">
                        <a:lnSpc>
                          <a:spcPct val="100000"/>
                        </a:lnSpc>
                        <a:spcBef>
                          <a:spcPct val="20000"/>
                        </a:spcBef>
                        <a:spcAft>
                          <a:spcPct val="0"/>
                        </a:spcAft>
                        <a:buClr>
                          <a:srgbClr val="0000FF"/>
                        </a:buClr>
                        <a:buSzPct val="100000"/>
                        <a:buFont typeface="Arial" pitchFamily="34" charset="0"/>
                        <a:buNone/>
                        <a:tabLst/>
                      </a:pPr>
                      <a:r>
                        <a:rPr kumimoji="0" lang="en-US" sz="1800" b="0" i="0" u="none" strike="noStrike" cap="none" normalizeH="0" baseline="0" dirty="0">
                          <a:ln>
                            <a:noFill/>
                          </a:ln>
                          <a:solidFill>
                            <a:schemeClr val="tx1"/>
                          </a:solidFill>
                          <a:effectLst/>
                          <a:latin typeface="Arial" pitchFamily="34" charset="0"/>
                          <a:cs typeface="Arial" pitchFamily="34" charset="0"/>
                        </a:rPr>
                        <a:t>20</a:t>
                      </a:r>
                      <a:endParaRPr kumimoji="0" lang="ru-RU" sz="1800" b="0" i="0" u="none" strike="noStrike" cap="none" normalizeH="0" baseline="0" dirty="0">
                        <a:ln>
                          <a:noFill/>
                        </a:ln>
                        <a:solidFill>
                          <a:schemeClr val="tx1"/>
                        </a:solidFill>
                        <a:effectLst/>
                        <a:latin typeface="Arial" pitchFamily="34" charset="0"/>
                        <a:cs typeface="Arial" pitchFamily="34" charset="0"/>
                      </a:endParaRPr>
                    </a:p>
                  </a:txBody>
                  <a:tcPr marT="45722" marB="45722"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cap="none" normalizeH="0" baseline="0" dirty="0">
                          <a:ln>
                            <a:noFill/>
                          </a:ln>
                          <a:solidFill>
                            <a:schemeClr val="tx1"/>
                          </a:solidFill>
                          <a:effectLst/>
                          <a:latin typeface="Arial" pitchFamily="34" charset="0"/>
                          <a:cs typeface="Arial" pitchFamily="34" charset="0"/>
                        </a:rPr>
                        <a:t>x</a:t>
                      </a:r>
                      <a:r>
                        <a:rPr kumimoji="0" lang="en-US" sz="1800" b="0" i="0" u="none" strike="noStrike" cap="none" normalizeH="0" baseline="30000" dirty="0">
                          <a:ln>
                            <a:noFill/>
                          </a:ln>
                          <a:solidFill>
                            <a:schemeClr val="tx1"/>
                          </a:solidFill>
                          <a:effectLst/>
                          <a:latin typeface="Arial" pitchFamily="34" charset="0"/>
                          <a:cs typeface="Arial" pitchFamily="34" charset="0"/>
                        </a:rPr>
                        <a:t>20</a:t>
                      </a:r>
                      <a:r>
                        <a:rPr kumimoji="0" lang="en-US" sz="1800" b="0" i="0" u="none" strike="noStrike" cap="none" normalizeH="0" baseline="0" dirty="0">
                          <a:ln>
                            <a:noFill/>
                          </a:ln>
                          <a:solidFill>
                            <a:schemeClr val="tx1"/>
                          </a:solidFill>
                          <a:effectLst/>
                          <a:latin typeface="Arial" pitchFamily="34" charset="0"/>
                          <a:cs typeface="Arial" pitchFamily="34" charset="0"/>
                        </a:rPr>
                        <a:t>+x</a:t>
                      </a:r>
                      <a:r>
                        <a:rPr kumimoji="0" lang="en-US" sz="1800" b="0" i="0" u="none" strike="noStrike" cap="none" normalizeH="0" baseline="30000" dirty="0">
                          <a:ln>
                            <a:noFill/>
                          </a:ln>
                          <a:solidFill>
                            <a:schemeClr val="tx1"/>
                          </a:solidFill>
                          <a:effectLst/>
                          <a:latin typeface="Arial" pitchFamily="34" charset="0"/>
                          <a:cs typeface="Arial" pitchFamily="34" charset="0"/>
                        </a:rPr>
                        <a:t>17</a:t>
                      </a:r>
                      <a:r>
                        <a:rPr kumimoji="0" lang="en-US" sz="1800" b="0" i="0" u="none" strike="noStrike" cap="none" normalizeH="0" baseline="0" dirty="0">
                          <a:ln>
                            <a:noFill/>
                          </a:ln>
                          <a:solidFill>
                            <a:schemeClr val="tx1"/>
                          </a:solidFill>
                          <a:effectLst/>
                          <a:latin typeface="Arial" pitchFamily="34" charset="0"/>
                          <a:cs typeface="Arial" pitchFamily="34" charset="0"/>
                        </a:rPr>
                        <a:t>+1</a:t>
                      </a:r>
                    </a:p>
                    <a:p>
                      <a:pPr marL="0" marR="0" lvl="0" indent="0" algn="ctr"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Arial" pitchFamily="34" charset="0"/>
                        <a:cs typeface="Arial" pitchFamily="34" charset="0"/>
                      </a:endParaRPr>
                    </a:p>
                  </a:txBody>
                  <a:tcPr marT="45722" marB="45722"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Arial" pitchFamily="34" charset="0"/>
                          <a:cs typeface="Arial" pitchFamily="34" charset="0"/>
                        </a:rPr>
                        <a:t>1 048 575</a:t>
                      </a:r>
                    </a:p>
                  </a:txBody>
                  <a:tcPr marT="45722" marB="45722" horzOverflow="overflow"/>
                </a:tc>
                <a:extLst>
                  <a:ext uri="{0D108BD9-81ED-4DB2-BD59-A6C34878D82A}">
                    <a16:rowId xmlns:a16="http://schemas.microsoft.com/office/drawing/2014/main" val="10003"/>
                  </a:ext>
                </a:extLst>
              </a:tr>
              <a:tr h="370858">
                <a:tc>
                  <a:txBody>
                    <a:bodyPr/>
                    <a:lstStyle/>
                    <a:p>
                      <a:pPr marL="0" marR="0" lvl="0" indent="0" algn="ctr" defTabSz="914400" rtl="0" eaLnBrk="0" fontAlgn="base" latinLnBrk="0" hangingPunct="0">
                        <a:lnSpc>
                          <a:spcPct val="100000"/>
                        </a:lnSpc>
                        <a:spcBef>
                          <a:spcPct val="20000"/>
                        </a:spcBef>
                        <a:spcAft>
                          <a:spcPct val="0"/>
                        </a:spcAft>
                        <a:buClr>
                          <a:srgbClr val="0000FF"/>
                        </a:buClr>
                        <a:buSzPct val="100000"/>
                        <a:buFont typeface="Arial" pitchFamily="34" charset="0"/>
                        <a:buNone/>
                        <a:tabLst/>
                      </a:pPr>
                      <a:r>
                        <a:rPr kumimoji="0" lang="en-US" sz="1800" b="0" i="0" u="none" strike="noStrike" cap="none" normalizeH="0" baseline="0" dirty="0">
                          <a:ln>
                            <a:noFill/>
                          </a:ln>
                          <a:solidFill>
                            <a:schemeClr val="tx1"/>
                          </a:solidFill>
                          <a:effectLst/>
                          <a:latin typeface="Arial" pitchFamily="34" charset="0"/>
                          <a:cs typeface="Arial" pitchFamily="34" charset="0"/>
                        </a:rPr>
                        <a:t>21</a:t>
                      </a:r>
                      <a:endParaRPr kumimoji="0" lang="ru-RU" sz="1800" b="0" i="0" u="none" strike="noStrike" cap="none" normalizeH="0" baseline="0" dirty="0">
                        <a:ln>
                          <a:noFill/>
                        </a:ln>
                        <a:solidFill>
                          <a:schemeClr val="tx1"/>
                        </a:solidFill>
                        <a:effectLst/>
                        <a:latin typeface="Arial" pitchFamily="34" charset="0"/>
                        <a:cs typeface="Arial" pitchFamily="34" charset="0"/>
                      </a:endParaRPr>
                    </a:p>
                  </a:txBody>
                  <a:tcPr marT="45722" marB="45722"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cap="none" normalizeH="0" baseline="0" dirty="0">
                          <a:ln>
                            <a:noFill/>
                          </a:ln>
                          <a:solidFill>
                            <a:schemeClr val="tx1"/>
                          </a:solidFill>
                          <a:effectLst/>
                          <a:latin typeface="Arial" pitchFamily="34" charset="0"/>
                          <a:cs typeface="Arial" pitchFamily="34" charset="0"/>
                        </a:rPr>
                        <a:t>x</a:t>
                      </a:r>
                      <a:r>
                        <a:rPr kumimoji="0" lang="en-US" sz="1800" b="0" i="0" u="none" strike="noStrike" cap="none" normalizeH="0" baseline="30000" dirty="0">
                          <a:ln>
                            <a:noFill/>
                          </a:ln>
                          <a:solidFill>
                            <a:schemeClr val="tx1"/>
                          </a:solidFill>
                          <a:effectLst/>
                          <a:latin typeface="Arial" pitchFamily="34" charset="0"/>
                          <a:cs typeface="Arial" pitchFamily="34" charset="0"/>
                        </a:rPr>
                        <a:t>21</a:t>
                      </a:r>
                      <a:r>
                        <a:rPr kumimoji="0" lang="en-US" sz="1800" b="0" i="0" u="none" strike="noStrike" cap="none" normalizeH="0" baseline="0" dirty="0">
                          <a:ln>
                            <a:noFill/>
                          </a:ln>
                          <a:solidFill>
                            <a:schemeClr val="tx1"/>
                          </a:solidFill>
                          <a:effectLst/>
                          <a:latin typeface="Arial" pitchFamily="34" charset="0"/>
                          <a:cs typeface="Arial" pitchFamily="34" charset="0"/>
                        </a:rPr>
                        <a:t>+x</a:t>
                      </a:r>
                      <a:r>
                        <a:rPr kumimoji="0" lang="en-US" sz="1800" b="0" i="0" u="none" strike="noStrike" cap="none" normalizeH="0" baseline="30000" dirty="0">
                          <a:ln>
                            <a:noFill/>
                          </a:ln>
                          <a:solidFill>
                            <a:schemeClr val="tx1"/>
                          </a:solidFill>
                          <a:effectLst/>
                          <a:latin typeface="Arial" pitchFamily="34" charset="0"/>
                          <a:cs typeface="Arial" pitchFamily="34" charset="0"/>
                        </a:rPr>
                        <a:t>19</a:t>
                      </a:r>
                      <a:r>
                        <a:rPr kumimoji="0" lang="en-US" sz="1800" b="0" i="0" u="none" strike="noStrike" cap="none" normalizeH="0" baseline="0" dirty="0">
                          <a:ln>
                            <a:noFill/>
                          </a:ln>
                          <a:solidFill>
                            <a:schemeClr val="tx1"/>
                          </a:solidFill>
                          <a:effectLst/>
                          <a:latin typeface="Arial" pitchFamily="34" charset="0"/>
                          <a:cs typeface="Arial" pitchFamily="34" charset="0"/>
                        </a:rPr>
                        <a:t>+1</a:t>
                      </a:r>
                    </a:p>
                  </a:txBody>
                  <a:tcPr marT="45722" marB="45722"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Arial" pitchFamily="34" charset="0"/>
                          <a:cs typeface="Arial" pitchFamily="34" charset="0"/>
                        </a:rPr>
                        <a:t>2 097 151</a:t>
                      </a:r>
                    </a:p>
                  </a:txBody>
                  <a:tcPr marT="45722" marB="45722" horzOverflow="overflow"/>
                </a:tc>
                <a:extLst>
                  <a:ext uri="{0D108BD9-81ED-4DB2-BD59-A6C34878D82A}">
                    <a16:rowId xmlns:a16="http://schemas.microsoft.com/office/drawing/2014/main" val="10004"/>
                  </a:ext>
                </a:extLst>
              </a:tr>
              <a:tr h="640065">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Arial" pitchFamily="34" charset="0"/>
                          <a:cs typeface="Arial" pitchFamily="34" charset="0"/>
                        </a:rPr>
                        <a:t>22</a:t>
                      </a:r>
                    </a:p>
                  </a:txBody>
                  <a:tcPr marT="45722" marB="45722"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cap="none" normalizeH="0" baseline="0" dirty="0">
                          <a:ln>
                            <a:noFill/>
                          </a:ln>
                          <a:solidFill>
                            <a:schemeClr val="tx1"/>
                          </a:solidFill>
                          <a:effectLst/>
                          <a:latin typeface="Arial" pitchFamily="34" charset="0"/>
                          <a:cs typeface="Arial" pitchFamily="34" charset="0"/>
                        </a:rPr>
                        <a:t>x</a:t>
                      </a:r>
                      <a:r>
                        <a:rPr kumimoji="0" lang="en-US" sz="1800" b="0" i="0" u="none" strike="noStrike" cap="none" normalizeH="0" baseline="30000" dirty="0">
                          <a:ln>
                            <a:noFill/>
                          </a:ln>
                          <a:solidFill>
                            <a:schemeClr val="tx1"/>
                          </a:solidFill>
                          <a:effectLst/>
                          <a:latin typeface="Arial" pitchFamily="34" charset="0"/>
                          <a:cs typeface="Arial" pitchFamily="34" charset="0"/>
                        </a:rPr>
                        <a:t>22</a:t>
                      </a:r>
                      <a:r>
                        <a:rPr kumimoji="0" lang="en-US" sz="1800" b="0" i="0" u="none" strike="noStrike" cap="none" normalizeH="0" baseline="0" dirty="0">
                          <a:ln>
                            <a:noFill/>
                          </a:ln>
                          <a:solidFill>
                            <a:schemeClr val="tx1"/>
                          </a:solidFill>
                          <a:effectLst/>
                          <a:latin typeface="Arial" pitchFamily="34" charset="0"/>
                          <a:cs typeface="Arial" pitchFamily="34" charset="0"/>
                        </a:rPr>
                        <a:t>+x</a:t>
                      </a:r>
                      <a:r>
                        <a:rPr kumimoji="0" lang="en-US" sz="1800" b="0" i="0" u="none" strike="noStrike" cap="none" normalizeH="0" baseline="30000" dirty="0">
                          <a:ln>
                            <a:noFill/>
                          </a:ln>
                          <a:solidFill>
                            <a:schemeClr val="tx1"/>
                          </a:solidFill>
                          <a:effectLst/>
                          <a:latin typeface="Arial" pitchFamily="34" charset="0"/>
                          <a:cs typeface="Arial" pitchFamily="34" charset="0"/>
                        </a:rPr>
                        <a:t>21</a:t>
                      </a:r>
                      <a:r>
                        <a:rPr kumimoji="0" lang="en-US" sz="1800" b="0" i="0" u="none" strike="noStrike" cap="none" normalizeH="0" baseline="0" dirty="0">
                          <a:ln>
                            <a:noFill/>
                          </a:ln>
                          <a:solidFill>
                            <a:schemeClr val="tx1"/>
                          </a:solidFill>
                          <a:effectLst/>
                          <a:latin typeface="Arial" pitchFamily="34" charset="0"/>
                          <a:cs typeface="Arial" pitchFamily="34" charset="0"/>
                        </a:rPr>
                        <a:t>+1</a:t>
                      </a:r>
                    </a:p>
                    <a:p>
                      <a:pPr marL="0" marR="0" lvl="0" indent="0" algn="ctr"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Arial" pitchFamily="34" charset="0"/>
                        <a:cs typeface="Arial" pitchFamily="34" charset="0"/>
                      </a:endParaRPr>
                    </a:p>
                  </a:txBody>
                  <a:tcPr marT="45722" marB="45722"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Arial" pitchFamily="34" charset="0"/>
                          <a:cs typeface="Arial" pitchFamily="34" charset="0"/>
                        </a:rPr>
                        <a:t>4 194 303</a:t>
                      </a:r>
                    </a:p>
                  </a:txBody>
                  <a:tcPr marT="45722" marB="45722" horzOverflow="overflow"/>
                </a:tc>
                <a:extLst>
                  <a:ext uri="{0D108BD9-81ED-4DB2-BD59-A6C34878D82A}">
                    <a16:rowId xmlns:a16="http://schemas.microsoft.com/office/drawing/2014/main" val="10005"/>
                  </a:ext>
                </a:extLst>
              </a:tr>
              <a:tr h="370858">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Arial" pitchFamily="34" charset="0"/>
                          <a:cs typeface="Arial" pitchFamily="34" charset="0"/>
                        </a:rPr>
                        <a:t>23</a:t>
                      </a:r>
                    </a:p>
                  </a:txBody>
                  <a:tcPr marT="45722" marB="45722"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cap="none" normalizeH="0" baseline="0" dirty="0">
                          <a:ln>
                            <a:noFill/>
                          </a:ln>
                          <a:solidFill>
                            <a:schemeClr val="tx1"/>
                          </a:solidFill>
                          <a:effectLst/>
                          <a:latin typeface="Arial" pitchFamily="34" charset="0"/>
                          <a:cs typeface="Arial" pitchFamily="34" charset="0"/>
                        </a:rPr>
                        <a:t>x</a:t>
                      </a:r>
                      <a:r>
                        <a:rPr kumimoji="0" lang="en-US" sz="1800" b="0" i="0" u="none" strike="noStrike" cap="none" normalizeH="0" baseline="30000" dirty="0">
                          <a:ln>
                            <a:noFill/>
                          </a:ln>
                          <a:solidFill>
                            <a:schemeClr val="tx1"/>
                          </a:solidFill>
                          <a:effectLst/>
                          <a:latin typeface="Arial" pitchFamily="34" charset="0"/>
                          <a:cs typeface="Arial" pitchFamily="34" charset="0"/>
                        </a:rPr>
                        <a:t>23</a:t>
                      </a:r>
                      <a:r>
                        <a:rPr kumimoji="0" lang="en-US" sz="1800" b="0" i="0" u="none" strike="noStrike" cap="none" normalizeH="0" baseline="0" dirty="0">
                          <a:ln>
                            <a:noFill/>
                          </a:ln>
                          <a:solidFill>
                            <a:schemeClr val="tx1"/>
                          </a:solidFill>
                          <a:effectLst/>
                          <a:latin typeface="Arial" pitchFamily="34" charset="0"/>
                          <a:cs typeface="Arial" pitchFamily="34" charset="0"/>
                        </a:rPr>
                        <a:t>+x</a:t>
                      </a:r>
                      <a:r>
                        <a:rPr kumimoji="0" lang="en-US" sz="1800" b="0" i="0" u="none" strike="noStrike" cap="none" normalizeH="0" baseline="30000" dirty="0">
                          <a:ln>
                            <a:noFill/>
                          </a:ln>
                          <a:solidFill>
                            <a:schemeClr val="tx1"/>
                          </a:solidFill>
                          <a:effectLst/>
                          <a:latin typeface="Arial" pitchFamily="34" charset="0"/>
                          <a:cs typeface="Arial" pitchFamily="34" charset="0"/>
                        </a:rPr>
                        <a:t>18</a:t>
                      </a:r>
                      <a:r>
                        <a:rPr kumimoji="0" lang="en-US" sz="1800" b="0" i="0" u="none" strike="noStrike" cap="none" normalizeH="0" baseline="0" dirty="0">
                          <a:ln>
                            <a:noFill/>
                          </a:ln>
                          <a:solidFill>
                            <a:schemeClr val="tx1"/>
                          </a:solidFill>
                          <a:effectLst/>
                          <a:latin typeface="Arial" pitchFamily="34" charset="0"/>
                          <a:cs typeface="Arial" pitchFamily="34" charset="0"/>
                        </a:rPr>
                        <a:t>+1</a:t>
                      </a:r>
                    </a:p>
                  </a:txBody>
                  <a:tcPr marT="45722" marB="45722"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Arial" pitchFamily="34" charset="0"/>
                          <a:cs typeface="Arial" pitchFamily="34" charset="0"/>
                        </a:rPr>
                        <a:t>8 388 607</a:t>
                      </a:r>
                    </a:p>
                  </a:txBody>
                  <a:tcPr marT="45722" marB="45722" horzOverflow="overflow"/>
                </a:tc>
                <a:extLst>
                  <a:ext uri="{0D108BD9-81ED-4DB2-BD59-A6C34878D82A}">
                    <a16:rowId xmlns:a16="http://schemas.microsoft.com/office/drawing/2014/main" val="10006"/>
                  </a:ext>
                </a:extLst>
              </a:tr>
              <a:tr h="914375">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Arial" pitchFamily="34" charset="0"/>
                          <a:cs typeface="Arial" pitchFamily="34" charset="0"/>
                        </a:rPr>
                        <a:t>24</a:t>
                      </a:r>
                    </a:p>
                  </a:txBody>
                  <a:tcPr marT="45722" marB="45722"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cap="none" normalizeH="0" baseline="0" dirty="0">
                          <a:ln>
                            <a:noFill/>
                          </a:ln>
                          <a:solidFill>
                            <a:schemeClr val="tx1"/>
                          </a:solidFill>
                          <a:effectLst/>
                          <a:latin typeface="Arial" pitchFamily="34" charset="0"/>
                          <a:cs typeface="Arial" pitchFamily="34" charset="0"/>
                        </a:rPr>
                        <a:t>x</a:t>
                      </a:r>
                      <a:r>
                        <a:rPr kumimoji="0" lang="en-US" sz="1800" b="0" i="0" u="none" strike="noStrike" cap="none" normalizeH="0" baseline="30000" dirty="0">
                          <a:ln>
                            <a:noFill/>
                          </a:ln>
                          <a:solidFill>
                            <a:schemeClr val="tx1"/>
                          </a:solidFill>
                          <a:effectLst/>
                          <a:latin typeface="Arial" pitchFamily="34" charset="0"/>
                          <a:cs typeface="Arial" pitchFamily="34" charset="0"/>
                        </a:rPr>
                        <a:t>24</a:t>
                      </a:r>
                      <a:r>
                        <a:rPr kumimoji="0" lang="en-US" sz="1800" b="0" i="0" u="none" strike="noStrike" cap="none" normalizeH="0" baseline="0" dirty="0">
                          <a:ln>
                            <a:noFill/>
                          </a:ln>
                          <a:solidFill>
                            <a:schemeClr val="tx1"/>
                          </a:solidFill>
                          <a:effectLst/>
                          <a:latin typeface="Arial" pitchFamily="34" charset="0"/>
                          <a:cs typeface="Arial" pitchFamily="34" charset="0"/>
                        </a:rPr>
                        <a:t>+x</a:t>
                      </a:r>
                      <a:r>
                        <a:rPr kumimoji="0" lang="en-US" sz="1800" b="0" i="0" u="none" strike="noStrike" cap="none" normalizeH="0" baseline="30000" dirty="0">
                          <a:ln>
                            <a:noFill/>
                          </a:ln>
                          <a:solidFill>
                            <a:schemeClr val="tx1"/>
                          </a:solidFill>
                          <a:effectLst/>
                          <a:latin typeface="Arial" pitchFamily="34" charset="0"/>
                          <a:cs typeface="Arial" pitchFamily="34" charset="0"/>
                        </a:rPr>
                        <a:t>23 </a:t>
                      </a:r>
                      <a:r>
                        <a:rPr kumimoji="0" lang="en-US" sz="1800" b="0" i="0" u="none" strike="noStrike" cap="none" normalizeH="0" baseline="0" dirty="0">
                          <a:ln>
                            <a:noFill/>
                          </a:ln>
                          <a:solidFill>
                            <a:schemeClr val="tx1"/>
                          </a:solidFill>
                          <a:effectLst/>
                          <a:latin typeface="Arial" pitchFamily="34" charset="0"/>
                          <a:cs typeface="Arial" pitchFamily="34" charset="0"/>
                        </a:rPr>
                        <a:t>+x</a:t>
                      </a:r>
                      <a:r>
                        <a:rPr kumimoji="0" lang="en-US" sz="1800" b="0" i="0" u="none" strike="noStrike" cap="none" normalizeH="0" baseline="30000" dirty="0">
                          <a:ln>
                            <a:noFill/>
                          </a:ln>
                          <a:solidFill>
                            <a:schemeClr val="tx1"/>
                          </a:solidFill>
                          <a:effectLst/>
                          <a:latin typeface="Arial" pitchFamily="34" charset="0"/>
                          <a:cs typeface="Arial" pitchFamily="34" charset="0"/>
                        </a:rPr>
                        <a:t>22 </a:t>
                      </a:r>
                      <a:r>
                        <a:rPr kumimoji="0" lang="en-US" sz="1800" b="0" i="0" u="none" strike="noStrike" cap="none" normalizeH="0" baseline="0" dirty="0">
                          <a:ln>
                            <a:noFill/>
                          </a:ln>
                          <a:solidFill>
                            <a:schemeClr val="tx1"/>
                          </a:solidFill>
                          <a:effectLst/>
                          <a:latin typeface="Arial" pitchFamily="34" charset="0"/>
                          <a:cs typeface="Arial" pitchFamily="34" charset="0"/>
                        </a:rPr>
                        <a:t>+x</a:t>
                      </a:r>
                      <a:r>
                        <a:rPr kumimoji="0" lang="en-US" sz="1800" b="0" i="0" u="none" strike="noStrike" cap="none" normalizeH="0" baseline="30000" dirty="0">
                          <a:ln>
                            <a:noFill/>
                          </a:ln>
                          <a:solidFill>
                            <a:schemeClr val="tx1"/>
                          </a:solidFill>
                          <a:effectLst/>
                          <a:latin typeface="Arial" pitchFamily="34" charset="0"/>
                          <a:cs typeface="Arial" pitchFamily="34" charset="0"/>
                        </a:rPr>
                        <a:t>17</a:t>
                      </a:r>
                      <a:r>
                        <a:rPr kumimoji="0" lang="en-US" sz="1800" b="0" i="0" u="none" strike="noStrike" cap="none" normalizeH="0" baseline="0" dirty="0">
                          <a:ln>
                            <a:noFill/>
                          </a:ln>
                          <a:solidFill>
                            <a:schemeClr val="tx1"/>
                          </a:solidFill>
                          <a:effectLst/>
                          <a:latin typeface="Arial" pitchFamily="34" charset="0"/>
                          <a:cs typeface="Arial" pitchFamily="34" charset="0"/>
                        </a:rPr>
                        <a:t>+1</a:t>
                      </a:r>
                    </a:p>
                    <a:p>
                      <a:pPr marL="0" marR="0" lvl="0" indent="0" algn="ctr"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Arial" pitchFamily="34" charset="0"/>
                        <a:cs typeface="Arial" pitchFamily="34" charset="0"/>
                      </a:endParaRPr>
                    </a:p>
                  </a:txBody>
                  <a:tcPr marT="45722" marB="45722"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Arial" pitchFamily="34" charset="0"/>
                          <a:cs typeface="Arial" pitchFamily="34" charset="0"/>
                        </a:rPr>
                        <a:t>16 777 215</a:t>
                      </a:r>
                    </a:p>
                  </a:txBody>
                  <a:tcPr marT="45722" marB="45722" horzOverflow="overflow"/>
                </a:tc>
                <a:extLst>
                  <a:ext uri="{0D108BD9-81ED-4DB2-BD59-A6C34878D82A}">
                    <a16:rowId xmlns:a16="http://schemas.microsoft.com/office/drawing/2014/main" val="10007"/>
                  </a:ext>
                </a:extLst>
              </a:tr>
            </a:tbl>
          </a:graphicData>
        </a:graphic>
      </p:graphicFrame>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Title 1">
            <a:extLst>
              <a:ext uri="{FF2B5EF4-FFF2-40B4-BE49-F238E27FC236}">
                <a16:creationId xmlns:a16="http://schemas.microsoft.com/office/drawing/2014/main" id="{C8E4F665-B9D0-860D-03B3-E0D893E97520}"/>
              </a:ext>
            </a:extLst>
          </p:cNvPr>
          <p:cNvSpPr>
            <a:spLocks noGrp="1" noChangeArrowheads="1"/>
          </p:cNvSpPr>
          <p:nvPr>
            <p:ph type="title"/>
          </p:nvPr>
        </p:nvSpPr>
        <p:spPr/>
        <p:txBody>
          <a:bodyPr/>
          <a:lstStyle/>
          <a:p>
            <a:r>
              <a:rPr lang="en-US" altLang="en-US"/>
              <a:t>Fibonacci LFSR</a:t>
            </a:r>
          </a:p>
        </p:txBody>
      </p:sp>
      <p:sp>
        <p:nvSpPr>
          <p:cNvPr id="3" name="Text Placeholder 2">
            <a:extLst>
              <a:ext uri="{FF2B5EF4-FFF2-40B4-BE49-F238E27FC236}">
                <a16:creationId xmlns:a16="http://schemas.microsoft.com/office/drawing/2014/main" id="{461C72E3-06E9-A611-E535-8226C873ADA5}"/>
              </a:ext>
            </a:extLst>
          </p:cNvPr>
          <p:cNvSpPr>
            <a:spLocks noGrp="1"/>
          </p:cNvSpPr>
          <p:nvPr>
            <p:ph type="body" sz="quarter" idx="10"/>
          </p:nvPr>
        </p:nvSpPr>
        <p:spPr/>
        <p:txBody>
          <a:bodyPr/>
          <a:lstStyle/>
          <a:p>
            <a:pPr eaLnBrk="1" hangingPunct="1"/>
            <a:r>
              <a:rPr lang="en-US" altLang="en-US" dirty="0"/>
              <a:t>module </a:t>
            </a:r>
            <a:r>
              <a:rPr lang="en-US" altLang="en-US" dirty="0" err="1"/>
              <a:t>LFSR_Fib</a:t>
            </a:r>
            <a:r>
              <a:rPr lang="en-US" altLang="en-US" dirty="0"/>
              <a:t>(</a:t>
            </a:r>
            <a:r>
              <a:rPr lang="en-US" altLang="en-US" dirty="0" err="1"/>
              <a:t>clk</a:t>
            </a:r>
            <a:r>
              <a:rPr lang="en-US" altLang="en-US" dirty="0"/>
              <a:t>, load, </a:t>
            </a:r>
            <a:r>
              <a:rPr lang="en-US" altLang="en-US" dirty="0" err="1"/>
              <a:t>data,out</a:t>
            </a:r>
            <a:r>
              <a:rPr lang="en-US" altLang="en-US" dirty="0"/>
              <a:t>);</a:t>
            </a:r>
          </a:p>
          <a:p>
            <a:pPr eaLnBrk="1" hangingPunct="1"/>
            <a:r>
              <a:rPr lang="en-US" altLang="en-US" dirty="0"/>
              <a:t> 	input </a:t>
            </a:r>
            <a:r>
              <a:rPr lang="en-US" altLang="en-US" dirty="0" err="1"/>
              <a:t>clk,load</a:t>
            </a:r>
            <a:r>
              <a:rPr lang="en-US" altLang="en-US" dirty="0"/>
              <a:t>;</a:t>
            </a:r>
          </a:p>
          <a:p>
            <a:pPr eaLnBrk="1" hangingPunct="1"/>
            <a:r>
              <a:rPr lang="en-US" altLang="en-US" dirty="0"/>
              <a:t>	input [4:0] data;</a:t>
            </a:r>
          </a:p>
          <a:p>
            <a:pPr eaLnBrk="1" hangingPunct="1"/>
            <a:r>
              <a:rPr lang="en-US" altLang="en-US" dirty="0"/>
              <a:t>	output [4:0];	</a:t>
            </a:r>
          </a:p>
          <a:p>
            <a:pPr eaLnBrk="1" hangingPunct="1"/>
            <a:r>
              <a:rPr lang="en-US" altLang="en-US" dirty="0"/>
              <a:t>	always @(posedge </a:t>
            </a:r>
            <a:r>
              <a:rPr lang="en-US" altLang="en-US" dirty="0" err="1"/>
              <a:t>clk</a:t>
            </a:r>
            <a:r>
              <a:rPr lang="en-US" altLang="en-US" dirty="0"/>
              <a:t>, </a:t>
            </a:r>
            <a:r>
              <a:rPr lang="en-US" altLang="en-US" dirty="0" err="1"/>
              <a:t>negedge</a:t>
            </a:r>
            <a:r>
              <a:rPr lang="en-US" altLang="en-US" dirty="0"/>
              <a:t> load)</a:t>
            </a:r>
          </a:p>
          <a:p>
            <a:pPr eaLnBrk="1" hangingPunct="1"/>
            <a:r>
              <a:rPr lang="en-US" altLang="en-US" dirty="0"/>
              <a:t>	if(load==0)</a:t>
            </a:r>
          </a:p>
          <a:p>
            <a:pPr eaLnBrk="1" hangingPunct="1"/>
            <a:r>
              <a:rPr lang="en-US" altLang="en-US" dirty="0"/>
              <a:t>	out&lt;=data;</a:t>
            </a:r>
          </a:p>
          <a:p>
            <a:pPr eaLnBrk="1" hangingPunct="1"/>
            <a:r>
              <a:rPr lang="en-US" altLang="en-US" dirty="0"/>
              <a:t>	else out&lt;={q[0]^q[2],q[4:1]};</a:t>
            </a:r>
          </a:p>
          <a:p>
            <a:pPr eaLnBrk="1" hangingPunct="1"/>
            <a:r>
              <a:rPr lang="en-US" altLang="en-US" dirty="0"/>
              <a:t>		</a:t>
            </a:r>
            <a:r>
              <a:rPr lang="en-US" altLang="en-US" dirty="0" err="1"/>
              <a:t>endmodule</a:t>
            </a:r>
            <a:endParaRPr lang="en-US" altLang="en-US" dirty="0"/>
          </a:p>
          <a:p>
            <a:pPr eaLnBrk="1" hangingPunct="1"/>
            <a:endParaRPr lang="en-US" altLang="en-US" dirty="0"/>
          </a:p>
          <a:p>
            <a:pPr eaLnBrk="1" hangingPunct="1"/>
            <a:endParaRPr lang="en-US" altLang="en-US" dirty="0"/>
          </a:p>
          <a:p>
            <a:endParaRPr lang="en-US" dirty="0"/>
          </a:p>
        </p:txBody>
      </p:sp>
      <p:sp>
        <p:nvSpPr>
          <p:cNvPr id="76804" name="TextBox 3">
            <a:extLst>
              <a:ext uri="{FF2B5EF4-FFF2-40B4-BE49-F238E27FC236}">
                <a16:creationId xmlns:a16="http://schemas.microsoft.com/office/drawing/2014/main" id="{37F70490-B82A-4051-BAFA-DF251C75BE8C}"/>
              </a:ext>
            </a:extLst>
          </p:cNvPr>
          <p:cNvSpPr txBox="1">
            <a:spLocks noChangeArrowheads="1"/>
          </p:cNvSpPr>
          <p:nvPr/>
        </p:nvSpPr>
        <p:spPr bwMode="auto">
          <a:xfrm>
            <a:off x="1143000" y="6004018"/>
            <a:ext cx="1828800" cy="369888"/>
          </a:xfrm>
          <a:prstGeom prst="rect">
            <a:avLst/>
          </a:prstGeom>
          <a:solidFill>
            <a:schemeClr val="accent1">
              <a:lumMod val="20000"/>
              <a:lumOff val="80000"/>
            </a:schemeClr>
          </a:solidFill>
          <a:ln>
            <a:noFill/>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r>
              <a:rPr lang="en-US" altLang="en-US" dirty="0"/>
              <a:t>d</a:t>
            </a:r>
            <a:r>
              <a:rPr lang="ru-RU" altLang="en-US" dirty="0"/>
              <a:t>(</a:t>
            </a:r>
            <a:r>
              <a:rPr lang="en-US" altLang="en-US" dirty="0"/>
              <a:t>x</a:t>
            </a:r>
            <a:r>
              <a:rPr lang="ru-RU" altLang="en-US" dirty="0"/>
              <a:t>) = 1+</a:t>
            </a:r>
            <a:r>
              <a:rPr lang="en-US" altLang="en-US" dirty="0"/>
              <a:t>x</a:t>
            </a:r>
            <a:r>
              <a:rPr lang="ru-RU" altLang="en-US" baseline="30000" dirty="0"/>
              <a:t>2</a:t>
            </a:r>
            <a:r>
              <a:rPr lang="ru-RU" altLang="en-US" dirty="0"/>
              <a:t>+x</a:t>
            </a:r>
            <a:r>
              <a:rPr lang="ru-RU" altLang="en-US" baseline="30000" dirty="0"/>
              <a:t>5</a:t>
            </a:r>
            <a:endParaRPr lang="en-US" altLang="en-US" baseline="300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4">
            <a:extLst>
              <a:ext uri="{FF2B5EF4-FFF2-40B4-BE49-F238E27FC236}">
                <a16:creationId xmlns:a16="http://schemas.microsoft.com/office/drawing/2014/main" id="{CAE611E2-5823-1259-B676-A050121B972F}"/>
              </a:ext>
            </a:extLst>
          </p:cNvPr>
          <p:cNvSpPr>
            <a:spLocks noGrp="1" noChangeArrowheads="1"/>
          </p:cNvSpPr>
          <p:nvPr>
            <p:ph type="title"/>
          </p:nvPr>
        </p:nvSpPr>
        <p:spPr/>
        <p:txBody>
          <a:bodyPr/>
          <a:lstStyle/>
          <a:p>
            <a:r>
              <a:rPr lang="en-US" altLang="en-US"/>
              <a:t>8-bit LFSRs</a:t>
            </a:r>
            <a:endParaRPr lang="ru-RU" altLang="en-US"/>
          </a:p>
        </p:txBody>
      </p:sp>
      <p:grpSp>
        <p:nvGrpSpPr>
          <p:cNvPr id="77827" name="Группа 1">
            <a:extLst>
              <a:ext uri="{FF2B5EF4-FFF2-40B4-BE49-F238E27FC236}">
                <a16:creationId xmlns:a16="http://schemas.microsoft.com/office/drawing/2014/main" id="{D2D3A0A4-734C-4A9C-236E-21F585EF35AD}"/>
              </a:ext>
            </a:extLst>
          </p:cNvPr>
          <p:cNvGrpSpPr>
            <a:grpSpLocks/>
          </p:cNvGrpSpPr>
          <p:nvPr/>
        </p:nvGrpSpPr>
        <p:grpSpPr bwMode="auto">
          <a:xfrm>
            <a:off x="1966914" y="1223963"/>
            <a:ext cx="8320087" cy="2286000"/>
            <a:chOff x="442913" y="1223963"/>
            <a:chExt cx="8320087" cy="2286060"/>
          </a:xfrm>
        </p:grpSpPr>
        <p:sp>
          <p:nvSpPr>
            <p:cNvPr id="77904" name="Rectangle 6">
              <a:extLst>
                <a:ext uri="{FF2B5EF4-FFF2-40B4-BE49-F238E27FC236}">
                  <a16:creationId xmlns:a16="http://schemas.microsoft.com/office/drawing/2014/main" id="{7149C950-9F58-B58D-F111-44B641DB769F}"/>
                </a:ext>
              </a:extLst>
            </p:cNvPr>
            <p:cNvSpPr>
              <a:spLocks noChangeArrowheads="1"/>
            </p:cNvSpPr>
            <p:nvPr/>
          </p:nvSpPr>
          <p:spPr bwMode="auto">
            <a:xfrm>
              <a:off x="1752600" y="1992313"/>
              <a:ext cx="552450" cy="752475"/>
            </a:xfrm>
            <a:prstGeom prst="rect">
              <a:avLst/>
            </a:prstGeom>
            <a:solidFill>
              <a:schemeClr val="accent1"/>
            </a:solidFill>
            <a:ln w="22225">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77905" name="Rectangle 7">
              <a:extLst>
                <a:ext uri="{FF2B5EF4-FFF2-40B4-BE49-F238E27FC236}">
                  <a16:creationId xmlns:a16="http://schemas.microsoft.com/office/drawing/2014/main" id="{E66E35C4-1D3A-0730-858E-856F2875D4E7}"/>
                </a:ext>
              </a:extLst>
            </p:cNvPr>
            <p:cNvSpPr>
              <a:spLocks noChangeArrowheads="1"/>
            </p:cNvSpPr>
            <p:nvPr/>
          </p:nvSpPr>
          <p:spPr bwMode="auto">
            <a:xfrm>
              <a:off x="2552700" y="1997075"/>
              <a:ext cx="552450" cy="754063"/>
            </a:xfrm>
            <a:prstGeom prst="rect">
              <a:avLst/>
            </a:prstGeom>
            <a:solidFill>
              <a:schemeClr val="accent1"/>
            </a:solidFill>
            <a:ln w="22225">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77906" name="Rectangle 8">
              <a:extLst>
                <a:ext uri="{FF2B5EF4-FFF2-40B4-BE49-F238E27FC236}">
                  <a16:creationId xmlns:a16="http://schemas.microsoft.com/office/drawing/2014/main" id="{2AA2F3A0-C13D-1B2B-2268-F93AFB302D0E}"/>
                </a:ext>
              </a:extLst>
            </p:cNvPr>
            <p:cNvSpPr>
              <a:spLocks noChangeArrowheads="1"/>
            </p:cNvSpPr>
            <p:nvPr/>
          </p:nvSpPr>
          <p:spPr bwMode="auto">
            <a:xfrm>
              <a:off x="3365500" y="1989138"/>
              <a:ext cx="552450" cy="754062"/>
            </a:xfrm>
            <a:prstGeom prst="rect">
              <a:avLst/>
            </a:prstGeom>
            <a:solidFill>
              <a:schemeClr val="accent1"/>
            </a:solidFill>
            <a:ln w="22225">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77907" name="Rectangle 9">
              <a:extLst>
                <a:ext uri="{FF2B5EF4-FFF2-40B4-BE49-F238E27FC236}">
                  <a16:creationId xmlns:a16="http://schemas.microsoft.com/office/drawing/2014/main" id="{EA3A95A0-3565-B77F-5E01-23AD598C6B23}"/>
                </a:ext>
              </a:extLst>
            </p:cNvPr>
            <p:cNvSpPr>
              <a:spLocks noChangeArrowheads="1"/>
            </p:cNvSpPr>
            <p:nvPr/>
          </p:nvSpPr>
          <p:spPr bwMode="auto">
            <a:xfrm>
              <a:off x="4486275" y="1993900"/>
              <a:ext cx="550863" cy="754063"/>
            </a:xfrm>
            <a:prstGeom prst="rect">
              <a:avLst/>
            </a:prstGeom>
            <a:solidFill>
              <a:schemeClr val="accent1"/>
            </a:solidFill>
            <a:ln w="22225">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77908" name="Rectangle 10">
              <a:extLst>
                <a:ext uri="{FF2B5EF4-FFF2-40B4-BE49-F238E27FC236}">
                  <a16:creationId xmlns:a16="http://schemas.microsoft.com/office/drawing/2014/main" id="{5E3E1C15-0D81-1BE6-7038-D0DB71CD05E3}"/>
                </a:ext>
              </a:extLst>
            </p:cNvPr>
            <p:cNvSpPr>
              <a:spLocks noChangeArrowheads="1"/>
            </p:cNvSpPr>
            <p:nvPr/>
          </p:nvSpPr>
          <p:spPr bwMode="auto">
            <a:xfrm>
              <a:off x="5594350" y="2011363"/>
              <a:ext cx="550863" cy="754062"/>
            </a:xfrm>
            <a:prstGeom prst="rect">
              <a:avLst/>
            </a:prstGeom>
            <a:solidFill>
              <a:schemeClr val="accent1"/>
            </a:solidFill>
            <a:ln w="22225">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77909" name="Rectangle 11">
              <a:extLst>
                <a:ext uri="{FF2B5EF4-FFF2-40B4-BE49-F238E27FC236}">
                  <a16:creationId xmlns:a16="http://schemas.microsoft.com/office/drawing/2014/main" id="{44A1AF7A-E067-B30B-2601-844F0FEDAED1}"/>
                </a:ext>
              </a:extLst>
            </p:cNvPr>
            <p:cNvSpPr>
              <a:spLocks noChangeArrowheads="1"/>
            </p:cNvSpPr>
            <p:nvPr/>
          </p:nvSpPr>
          <p:spPr bwMode="auto">
            <a:xfrm>
              <a:off x="6707188" y="1998663"/>
              <a:ext cx="550862" cy="754062"/>
            </a:xfrm>
            <a:prstGeom prst="rect">
              <a:avLst/>
            </a:prstGeom>
            <a:solidFill>
              <a:schemeClr val="accent1"/>
            </a:solidFill>
            <a:ln w="22225">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77910" name="Rectangle 12">
              <a:extLst>
                <a:ext uri="{FF2B5EF4-FFF2-40B4-BE49-F238E27FC236}">
                  <a16:creationId xmlns:a16="http://schemas.microsoft.com/office/drawing/2014/main" id="{C376DFD8-2721-96F0-67E6-C32B9E881125}"/>
                </a:ext>
              </a:extLst>
            </p:cNvPr>
            <p:cNvSpPr>
              <a:spLocks noChangeArrowheads="1"/>
            </p:cNvSpPr>
            <p:nvPr/>
          </p:nvSpPr>
          <p:spPr bwMode="auto">
            <a:xfrm>
              <a:off x="7507288" y="1992313"/>
              <a:ext cx="552450" cy="752475"/>
            </a:xfrm>
            <a:prstGeom prst="rect">
              <a:avLst/>
            </a:prstGeom>
            <a:solidFill>
              <a:schemeClr val="accent1"/>
            </a:solidFill>
            <a:ln w="22225">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77911" name="Rectangle 13">
              <a:extLst>
                <a:ext uri="{FF2B5EF4-FFF2-40B4-BE49-F238E27FC236}">
                  <a16:creationId xmlns:a16="http://schemas.microsoft.com/office/drawing/2014/main" id="{DEA11003-2E94-E678-D957-5976AD840097}"/>
                </a:ext>
              </a:extLst>
            </p:cNvPr>
            <p:cNvSpPr>
              <a:spLocks noChangeArrowheads="1"/>
            </p:cNvSpPr>
            <p:nvPr/>
          </p:nvSpPr>
          <p:spPr bwMode="auto">
            <a:xfrm>
              <a:off x="931863" y="1997075"/>
              <a:ext cx="550862" cy="754063"/>
            </a:xfrm>
            <a:prstGeom prst="rect">
              <a:avLst/>
            </a:prstGeom>
            <a:solidFill>
              <a:schemeClr val="accent1"/>
            </a:solidFill>
            <a:ln w="22225">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77912" name="Freeform 14">
              <a:extLst>
                <a:ext uri="{FF2B5EF4-FFF2-40B4-BE49-F238E27FC236}">
                  <a16:creationId xmlns:a16="http://schemas.microsoft.com/office/drawing/2014/main" id="{8A237DA7-2F36-7D48-E594-DA5B0D687EA0}"/>
                </a:ext>
              </a:extLst>
            </p:cNvPr>
            <p:cNvSpPr>
              <a:spLocks/>
            </p:cNvSpPr>
            <p:nvPr/>
          </p:nvSpPr>
          <p:spPr bwMode="auto">
            <a:xfrm rot="-5400000">
              <a:off x="1135857" y="2605881"/>
              <a:ext cx="138112" cy="136525"/>
            </a:xfrm>
            <a:custGeom>
              <a:avLst/>
              <a:gdLst>
                <a:gd name="T0" fmla="*/ 0 w 129"/>
                <a:gd name="T1" fmla="*/ 2147483646 h 133"/>
                <a:gd name="T2" fmla="*/ 2147483646 w 129"/>
                <a:gd name="T3" fmla="*/ 2147483646 h 133"/>
                <a:gd name="T4" fmla="*/ 0 w 129"/>
                <a:gd name="T5" fmla="*/ 0 h 133"/>
                <a:gd name="T6" fmla="*/ 0 60000 65536"/>
                <a:gd name="T7" fmla="*/ 0 60000 65536"/>
                <a:gd name="T8" fmla="*/ 0 60000 65536"/>
                <a:gd name="T9" fmla="*/ 0 w 129"/>
                <a:gd name="T10" fmla="*/ 0 h 133"/>
                <a:gd name="T11" fmla="*/ 129 w 129"/>
                <a:gd name="T12" fmla="*/ 133 h 133"/>
              </a:gdLst>
              <a:ahLst/>
              <a:cxnLst>
                <a:cxn ang="T6">
                  <a:pos x="T0" y="T1"/>
                </a:cxn>
                <a:cxn ang="T7">
                  <a:pos x="T2" y="T3"/>
                </a:cxn>
                <a:cxn ang="T8">
                  <a:pos x="T4" y="T5"/>
                </a:cxn>
              </a:cxnLst>
              <a:rect l="T9" t="T10" r="T11" b="T12"/>
              <a:pathLst>
                <a:path w="129" h="133">
                  <a:moveTo>
                    <a:pt x="0" y="133"/>
                  </a:moveTo>
                  <a:lnTo>
                    <a:pt x="129" y="66"/>
                  </a:lnTo>
                  <a:lnTo>
                    <a:pt x="0" y="0"/>
                  </a:lnTo>
                </a:path>
              </a:pathLst>
            </a:custGeom>
            <a:noFill/>
            <a:ln w="2222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7913" name="Freeform 15">
              <a:extLst>
                <a:ext uri="{FF2B5EF4-FFF2-40B4-BE49-F238E27FC236}">
                  <a16:creationId xmlns:a16="http://schemas.microsoft.com/office/drawing/2014/main" id="{B15D987F-E677-FA70-BACC-EF93D4B8BEAD}"/>
                </a:ext>
              </a:extLst>
            </p:cNvPr>
            <p:cNvSpPr>
              <a:spLocks/>
            </p:cNvSpPr>
            <p:nvPr/>
          </p:nvSpPr>
          <p:spPr bwMode="auto">
            <a:xfrm rot="-5400000">
              <a:off x="1949450" y="2598738"/>
              <a:ext cx="136525" cy="136525"/>
            </a:xfrm>
            <a:custGeom>
              <a:avLst/>
              <a:gdLst>
                <a:gd name="T0" fmla="*/ 0 w 129"/>
                <a:gd name="T1" fmla="*/ 2147483646 h 133"/>
                <a:gd name="T2" fmla="*/ 2147483646 w 129"/>
                <a:gd name="T3" fmla="*/ 2147483646 h 133"/>
                <a:gd name="T4" fmla="*/ 0 w 129"/>
                <a:gd name="T5" fmla="*/ 0 h 133"/>
                <a:gd name="T6" fmla="*/ 0 60000 65536"/>
                <a:gd name="T7" fmla="*/ 0 60000 65536"/>
                <a:gd name="T8" fmla="*/ 0 60000 65536"/>
                <a:gd name="T9" fmla="*/ 0 w 129"/>
                <a:gd name="T10" fmla="*/ 0 h 133"/>
                <a:gd name="T11" fmla="*/ 129 w 129"/>
                <a:gd name="T12" fmla="*/ 133 h 133"/>
              </a:gdLst>
              <a:ahLst/>
              <a:cxnLst>
                <a:cxn ang="T6">
                  <a:pos x="T0" y="T1"/>
                </a:cxn>
                <a:cxn ang="T7">
                  <a:pos x="T2" y="T3"/>
                </a:cxn>
                <a:cxn ang="T8">
                  <a:pos x="T4" y="T5"/>
                </a:cxn>
              </a:cxnLst>
              <a:rect l="T9" t="T10" r="T11" b="T12"/>
              <a:pathLst>
                <a:path w="129" h="133">
                  <a:moveTo>
                    <a:pt x="0" y="133"/>
                  </a:moveTo>
                  <a:lnTo>
                    <a:pt x="129" y="66"/>
                  </a:lnTo>
                  <a:lnTo>
                    <a:pt x="0" y="0"/>
                  </a:lnTo>
                </a:path>
              </a:pathLst>
            </a:custGeom>
            <a:noFill/>
            <a:ln w="2222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7914" name="Freeform 16">
              <a:extLst>
                <a:ext uri="{FF2B5EF4-FFF2-40B4-BE49-F238E27FC236}">
                  <a16:creationId xmlns:a16="http://schemas.microsoft.com/office/drawing/2014/main" id="{9DC5C863-A117-9AB6-E095-3A1AE3569AB7}"/>
                </a:ext>
              </a:extLst>
            </p:cNvPr>
            <p:cNvSpPr>
              <a:spLocks/>
            </p:cNvSpPr>
            <p:nvPr/>
          </p:nvSpPr>
          <p:spPr bwMode="auto">
            <a:xfrm rot="-5400000">
              <a:off x="2749550" y="2603500"/>
              <a:ext cx="136525" cy="136525"/>
            </a:xfrm>
            <a:custGeom>
              <a:avLst/>
              <a:gdLst>
                <a:gd name="T0" fmla="*/ 0 w 129"/>
                <a:gd name="T1" fmla="*/ 2147483646 h 133"/>
                <a:gd name="T2" fmla="*/ 2147483646 w 129"/>
                <a:gd name="T3" fmla="*/ 2147483646 h 133"/>
                <a:gd name="T4" fmla="*/ 0 w 129"/>
                <a:gd name="T5" fmla="*/ 0 h 133"/>
                <a:gd name="T6" fmla="*/ 0 60000 65536"/>
                <a:gd name="T7" fmla="*/ 0 60000 65536"/>
                <a:gd name="T8" fmla="*/ 0 60000 65536"/>
                <a:gd name="T9" fmla="*/ 0 w 129"/>
                <a:gd name="T10" fmla="*/ 0 h 133"/>
                <a:gd name="T11" fmla="*/ 129 w 129"/>
                <a:gd name="T12" fmla="*/ 133 h 133"/>
              </a:gdLst>
              <a:ahLst/>
              <a:cxnLst>
                <a:cxn ang="T6">
                  <a:pos x="T0" y="T1"/>
                </a:cxn>
                <a:cxn ang="T7">
                  <a:pos x="T2" y="T3"/>
                </a:cxn>
                <a:cxn ang="T8">
                  <a:pos x="T4" y="T5"/>
                </a:cxn>
              </a:cxnLst>
              <a:rect l="T9" t="T10" r="T11" b="T12"/>
              <a:pathLst>
                <a:path w="129" h="133">
                  <a:moveTo>
                    <a:pt x="0" y="133"/>
                  </a:moveTo>
                  <a:lnTo>
                    <a:pt x="129" y="66"/>
                  </a:lnTo>
                  <a:lnTo>
                    <a:pt x="0" y="0"/>
                  </a:lnTo>
                </a:path>
              </a:pathLst>
            </a:custGeom>
            <a:noFill/>
            <a:ln w="2222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7915" name="Freeform 17">
              <a:extLst>
                <a:ext uri="{FF2B5EF4-FFF2-40B4-BE49-F238E27FC236}">
                  <a16:creationId xmlns:a16="http://schemas.microsoft.com/office/drawing/2014/main" id="{F0F0E44E-AFE5-77E9-F653-E6DE0EB535BA}"/>
                </a:ext>
              </a:extLst>
            </p:cNvPr>
            <p:cNvSpPr>
              <a:spLocks/>
            </p:cNvSpPr>
            <p:nvPr/>
          </p:nvSpPr>
          <p:spPr bwMode="auto">
            <a:xfrm rot="-5400000">
              <a:off x="3572670" y="2596356"/>
              <a:ext cx="138112" cy="136525"/>
            </a:xfrm>
            <a:custGeom>
              <a:avLst/>
              <a:gdLst>
                <a:gd name="T0" fmla="*/ 0 w 129"/>
                <a:gd name="T1" fmla="*/ 2147483646 h 133"/>
                <a:gd name="T2" fmla="*/ 2147483646 w 129"/>
                <a:gd name="T3" fmla="*/ 2147483646 h 133"/>
                <a:gd name="T4" fmla="*/ 0 w 129"/>
                <a:gd name="T5" fmla="*/ 0 h 133"/>
                <a:gd name="T6" fmla="*/ 0 60000 65536"/>
                <a:gd name="T7" fmla="*/ 0 60000 65536"/>
                <a:gd name="T8" fmla="*/ 0 60000 65536"/>
                <a:gd name="T9" fmla="*/ 0 w 129"/>
                <a:gd name="T10" fmla="*/ 0 h 133"/>
                <a:gd name="T11" fmla="*/ 129 w 129"/>
                <a:gd name="T12" fmla="*/ 133 h 133"/>
              </a:gdLst>
              <a:ahLst/>
              <a:cxnLst>
                <a:cxn ang="T6">
                  <a:pos x="T0" y="T1"/>
                </a:cxn>
                <a:cxn ang="T7">
                  <a:pos x="T2" y="T3"/>
                </a:cxn>
                <a:cxn ang="T8">
                  <a:pos x="T4" y="T5"/>
                </a:cxn>
              </a:cxnLst>
              <a:rect l="T9" t="T10" r="T11" b="T12"/>
              <a:pathLst>
                <a:path w="129" h="133">
                  <a:moveTo>
                    <a:pt x="0" y="133"/>
                  </a:moveTo>
                  <a:lnTo>
                    <a:pt x="129" y="66"/>
                  </a:lnTo>
                  <a:lnTo>
                    <a:pt x="0" y="0"/>
                  </a:lnTo>
                </a:path>
              </a:pathLst>
            </a:custGeom>
            <a:noFill/>
            <a:ln w="2222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7916" name="Freeform 18">
              <a:extLst>
                <a:ext uri="{FF2B5EF4-FFF2-40B4-BE49-F238E27FC236}">
                  <a16:creationId xmlns:a16="http://schemas.microsoft.com/office/drawing/2014/main" id="{BEF0A8CF-A38D-B045-EC62-809DB381FB1E}"/>
                </a:ext>
              </a:extLst>
            </p:cNvPr>
            <p:cNvSpPr>
              <a:spLocks/>
            </p:cNvSpPr>
            <p:nvPr/>
          </p:nvSpPr>
          <p:spPr bwMode="auto">
            <a:xfrm rot="-5400000">
              <a:off x="4693444" y="2610084"/>
              <a:ext cx="138113" cy="136525"/>
            </a:xfrm>
            <a:custGeom>
              <a:avLst/>
              <a:gdLst>
                <a:gd name="T0" fmla="*/ 0 w 129"/>
                <a:gd name="T1" fmla="*/ 2147483646 h 133"/>
                <a:gd name="T2" fmla="*/ 2147483646 w 129"/>
                <a:gd name="T3" fmla="*/ 2147483646 h 133"/>
                <a:gd name="T4" fmla="*/ 0 w 129"/>
                <a:gd name="T5" fmla="*/ 0 h 133"/>
                <a:gd name="T6" fmla="*/ 0 60000 65536"/>
                <a:gd name="T7" fmla="*/ 0 60000 65536"/>
                <a:gd name="T8" fmla="*/ 0 60000 65536"/>
                <a:gd name="T9" fmla="*/ 0 w 129"/>
                <a:gd name="T10" fmla="*/ 0 h 133"/>
                <a:gd name="T11" fmla="*/ 129 w 129"/>
                <a:gd name="T12" fmla="*/ 133 h 133"/>
              </a:gdLst>
              <a:ahLst/>
              <a:cxnLst>
                <a:cxn ang="T6">
                  <a:pos x="T0" y="T1"/>
                </a:cxn>
                <a:cxn ang="T7">
                  <a:pos x="T2" y="T3"/>
                </a:cxn>
                <a:cxn ang="T8">
                  <a:pos x="T4" y="T5"/>
                </a:cxn>
              </a:cxnLst>
              <a:rect l="T9" t="T10" r="T11" b="T12"/>
              <a:pathLst>
                <a:path w="129" h="133">
                  <a:moveTo>
                    <a:pt x="0" y="133"/>
                  </a:moveTo>
                  <a:lnTo>
                    <a:pt x="129" y="66"/>
                  </a:lnTo>
                  <a:lnTo>
                    <a:pt x="0" y="0"/>
                  </a:lnTo>
                </a:path>
              </a:pathLst>
            </a:custGeom>
            <a:noFill/>
            <a:ln w="2222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7917" name="Freeform 19">
              <a:extLst>
                <a:ext uri="{FF2B5EF4-FFF2-40B4-BE49-F238E27FC236}">
                  <a16:creationId xmlns:a16="http://schemas.microsoft.com/office/drawing/2014/main" id="{366B2437-B0AB-772C-3E90-5903DD8F95A2}"/>
                </a:ext>
              </a:extLst>
            </p:cNvPr>
            <p:cNvSpPr>
              <a:spLocks/>
            </p:cNvSpPr>
            <p:nvPr/>
          </p:nvSpPr>
          <p:spPr bwMode="auto">
            <a:xfrm rot="-5400000">
              <a:off x="5777707" y="2614846"/>
              <a:ext cx="138112" cy="136525"/>
            </a:xfrm>
            <a:custGeom>
              <a:avLst/>
              <a:gdLst>
                <a:gd name="T0" fmla="*/ 0 w 129"/>
                <a:gd name="T1" fmla="*/ 2147483646 h 133"/>
                <a:gd name="T2" fmla="*/ 2147483646 w 129"/>
                <a:gd name="T3" fmla="*/ 2147483646 h 133"/>
                <a:gd name="T4" fmla="*/ 0 w 129"/>
                <a:gd name="T5" fmla="*/ 0 h 133"/>
                <a:gd name="T6" fmla="*/ 0 60000 65536"/>
                <a:gd name="T7" fmla="*/ 0 60000 65536"/>
                <a:gd name="T8" fmla="*/ 0 60000 65536"/>
                <a:gd name="T9" fmla="*/ 0 w 129"/>
                <a:gd name="T10" fmla="*/ 0 h 133"/>
                <a:gd name="T11" fmla="*/ 129 w 129"/>
                <a:gd name="T12" fmla="*/ 133 h 133"/>
              </a:gdLst>
              <a:ahLst/>
              <a:cxnLst>
                <a:cxn ang="T6">
                  <a:pos x="T0" y="T1"/>
                </a:cxn>
                <a:cxn ang="T7">
                  <a:pos x="T2" y="T3"/>
                </a:cxn>
                <a:cxn ang="T8">
                  <a:pos x="T4" y="T5"/>
                </a:cxn>
              </a:cxnLst>
              <a:rect l="T9" t="T10" r="T11" b="T12"/>
              <a:pathLst>
                <a:path w="129" h="133">
                  <a:moveTo>
                    <a:pt x="0" y="133"/>
                  </a:moveTo>
                  <a:lnTo>
                    <a:pt x="129" y="66"/>
                  </a:lnTo>
                  <a:lnTo>
                    <a:pt x="0" y="0"/>
                  </a:lnTo>
                </a:path>
              </a:pathLst>
            </a:custGeom>
            <a:noFill/>
            <a:ln w="2222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7918" name="Freeform 20">
              <a:extLst>
                <a:ext uri="{FF2B5EF4-FFF2-40B4-BE49-F238E27FC236}">
                  <a16:creationId xmlns:a16="http://schemas.microsoft.com/office/drawing/2014/main" id="{10CE38A0-6D37-774A-D569-8E87FA6386A8}"/>
                </a:ext>
              </a:extLst>
            </p:cNvPr>
            <p:cNvSpPr>
              <a:spLocks/>
            </p:cNvSpPr>
            <p:nvPr/>
          </p:nvSpPr>
          <p:spPr bwMode="auto">
            <a:xfrm rot="-5400000">
              <a:off x="6908801" y="2609850"/>
              <a:ext cx="139700" cy="136525"/>
            </a:xfrm>
            <a:custGeom>
              <a:avLst/>
              <a:gdLst>
                <a:gd name="T0" fmla="*/ 0 w 129"/>
                <a:gd name="T1" fmla="*/ 2147483646 h 133"/>
                <a:gd name="T2" fmla="*/ 2147483646 w 129"/>
                <a:gd name="T3" fmla="*/ 2147483646 h 133"/>
                <a:gd name="T4" fmla="*/ 0 w 129"/>
                <a:gd name="T5" fmla="*/ 0 h 133"/>
                <a:gd name="T6" fmla="*/ 0 60000 65536"/>
                <a:gd name="T7" fmla="*/ 0 60000 65536"/>
                <a:gd name="T8" fmla="*/ 0 60000 65536"/>
                <a:gd name="T9" fmla="*/ 0 w 129"/>
                <a:gd name="T10" fmla="*/ 0 h 133"/>
                <a:gd name="T11" fmla="*/ 129 w 129"/>
                <a:gd name="T12" fmla="*/ 133 h 133"/>
              </a:gdLst>
              <a:ahLst/>
              <a:cxnLst>
                <a:cxn ang="T6">
                  <a:pos x="T0" y="T1"/>
                </a:cxn>
                <a:cxn ang="T7">
                  <a:pos x="T2" y="T3"/>
                </a:cxn>
                <a:cxn ang="T8">
                  <a:pos x="T4" y="T5"/>
                </a:cxn>
              </a:cxnLst>
              <a:rect l="T9" t="T10" r="T11" b="T12"/>
              <a:pathLst>
                <a:path w="129" h="133">
                  <a:moveTo>
                    <a:pt x="0" y="133"/>
                  </a:moveTo>
                  <a:lnTo>
                    <a:pt x="129" y="66"/>
                  </a:lnTo>
                  <a:lnTo>
                    <a:pt x="0" y="0"/>
                  </a:lnTo>
                </a:path>
              </a:pathLst>
            </a:custGeom>
            <a:noFill/>
            <a:ln w="2222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7919" name="Freeform 21">
              <a:extLst>
                <a:ext uri="{FF2B5EF4-FFF2-40B4-BE49-F238E27FC236}">
                  <a16:creationId xmlns:a16="http://schemas.microsoft.com/office/drawing/2014/main" id="{D6FDA3C1-EFC3-3CA0-C161-5218B8681496}"/>
                </a:ext>
              </a:extLst>
            </p:cNvPr>
            <p:cNvSpPr>
              <a:spLocks/>
            </p:cNvSpPr>
            <p:nvPr/>
          </p:nvSpPr>
          <p:spPr bwMode="auto">
            <a:xfrm rot="-5400000">
              <a:off x="7710488" y="2603500"/>
              <a:ext cx="136525" cy="136525"/>
            </a:xfrm>
            <a:custGeom>
              <a:avLst/>
              <a:gdLst>
                <a:gd name="T0" fmla="*/ 0 w 129"/>
                <a:gd name="T1" fmla="*/ 2147483646 h 133"/>
                <a:gd name="T2" fmla="*/ 2147483646 w 129"/>
                <a:gd name="T3" fmla="*/ 2147483646 h 133"/>
                <a:gd name="T4" fmla="*/ 0 w 129"/>
                <a:gd name="T5" fmla="*/ 0 h 133"/>
                <a:gd name="T6" fmla="*/ 0 60000 65536"/>
                <a:gd name="T7" fmla="*/ 0 60000 65536"/>
                <a:gd name="T8" fmla="*/ 0 60000 65536"/>
                <a:gd name="T9" fmla="*/ 0 w 129"/>
                <a:gd name="T10" fmla="*/ 0 h 133"/>
                <a:gd name="T11" fmla="*/ 129 w 129"/>
                <a:gd name="T12" fmla="*/ 133 h 133"/>
              </a:gdLst>
              <a:ahLst/>
              <a:cxnLst>
                <a:cxn ang="T6">
                  <a:pos x="T0" y="T1"/>
                </a:cxn>
                <a:cxn ang="T7">
                  <a:pos x="T2" y="T3"/>
                </a:cxn>
                <a:cxn ang="T8">
                  <a:pos x="T4" y="T5"/>
                </a:cxn>
              </a:cxnLst>
              <a:rect l="T9" t="T10" r="T11" b="T12"/>
              <a:pathLst>
                <a:path w="129" h="133">
                  <a:moveTo>
                    <a:pt x="0" y="133"/>
                  </a:moveTo>
                  <a:lnTo>
                    <a:pt x="129" y="66"/>
                  </a:lnTo>
                  <a:lnTo>
                    <a:pt x="0" y="0"/>
                  </a:lnTo>
                </a:path>
              </a:pathLst>
            </a:custGeom>
            <a:noFill/>
            <a:ln w="2222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7920" name="Line 22">
              <a:extLst>
                <a:ext uri="{FF2B5EF4-FFF2-40B4-BE49-F238E27FC236}">
                  <a16:creationId xmlns:a16="http://schemas.microsoft.com/office/drawing/2014/main" id="{FF267EBF-ABED-E7CF-DE37-86A6EF02DF52}"/>
                </a:ext>
              </a:extLst>
            </p:cNvPr>
            <p:cNvSpPr>
              <a:spLocks noChangeShapeType="1"/>
            </p:cNvSpPr>
            <p:nvPr/>
          </p:nvSpPr>
          <p:spPr bwMode="auto">
            <a:xfrm>
              <a:off x="784225" y="3040063"/>
              <a:ext cx="701675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7921" name="Line 23">
              <a:extLst>
                <a:ext uri="{FF2B5EF4-FFF2-40B4-BE49-F238E27FC236}">
                  <a16:creationId xmlns:a16="http://schemas.microsoft.com/office/drawing/2014/main" id="{CD36F7D7-0767-6890-8BD7-68B0DDFE7C8F}"/>
                </a:ext>
              </a:extLst>
            </p:cNvPr>
            <p:cNvSpPr>
              <a:spLocks noChangeShapeType="1"/>
            </p:cNvSpPr>
            <p:nvPr/>
          </p:nvSpPr>
          <p:spPr bwMode="auto">
            <a:xfrm flipV="1">
              <a:off x="7791450" y="2749550"/>
              <a:ext cx="0" cy="287338"/>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7922" name="Line 24">
              <a:extLst>
                <a:ext uri="{FF2B5EF4-FFF2-40B4-BE49-F238E27FC236}">
                  <a16:creationId xmlns:a16="http://schemas.microsoft.com/office/drawing/2014/main" id="{F81088E5-A76F-3F01-EA63-9EA0EC615AE7}"/>
                </a:ext>
              </a:extLst>
            </p:cNvPr>
            <p:cNvSpPr>
              <a:spLocks noChangeShapeType="1"/>
            </p:cNvSpPr>
            <p:nvPr/>
          </p:nvSpPr>
          <p:spPr bwMode="auto">
            <a:xfrm flipV="1">
              <a:off x="6969125" y="2741613"/>
              <a:ext cx="0" cy="287337"/>
            </a:xfrm>
            <a:prstGeom prst="line">
              <a:avLst/>
            </a:prstGeom>
            <a:noFill/>
            <a:ln w="22225">
              <a:solidFill>
                <a:srgbClr val="000000"/>
              </a:solidFill>
              <a:round/>
              <a:headEnd type="oval" w="sm" len="sm"/>
              <a:tailEnd/>
            </a:ln>
            <a:extLst>
              <a:ext uri="{909E8E84-426E-40DD-AFC4-6F175D3DCCD1}">
                <a14:hiddenFill xmlns:a14="http://schemas.microsoft.com/office/drawing/2010/main">
                  <a:noFill/>
                </a14:hiddenFill>
              </a:ext>
            </a:extLst>
          </p:spPr>
          <p:txBody>
            <a:bodyPr/>
            <a:lstStyle/>
            <a:p>
              <a:endParaRPr lang="en-US"/>
            </a:p>
          </p:txBody>
        </p:sp>
        <p:sp>
          <p:nvSpPr>
            <p:cNvPr id="77923" name="Line 25">
              <a:extLst>
                <a:ext uri="{FF2B5EF4-FFF2-40B4-BE49-F238E27FC236}">
                  <a16:creationId xmlns:a16="http://schemas.microsoft.com/office/drawing/2014/main" id="{85CB021A-88C1-903E-9977-F9B04BE89122}"/>
                </a:ext>
              </a:extLst>
            </p:cNvPr>
            <p:cNvSpPr>
              <a:spLocks noChangeShapeType="1"/>
            </p:cNvSpPr>
            <p:nvPr/>
          </p:nvSpPr>
          <p:spPr bwMode="auto">
            <a:xfrm flipV="1">
              <a:off x="5840413" y="2759075"/>
              <a:ext cx="0" cy="287338"/>
            </a:xfrm>
            <a:prstGeom prst="line">
              <a:avLst/>
            </a:prstGeom>
            <a:noFill/>
            <a:ln w="22225">
              <a:solidFill>
                <a:srgbClr val="000000"/>
              </a:solidFill>
              <a:round/>
              <a:headEnd type="oval" w="sm" len="sm"/>
              <a:tailEnd/>
            </a:ln>
            <a:extLst>
              <a:ext uri="{909E8E84-426E-40DD-AFC4-6F175D3DCCD1}">
                <a14:hiddenFill xmlns:a14="http://schemas.microsoft.com/office/drawing/2010/main">
                  <a:noFill/>
                </a14:hiddenFill>
              </a:ext>
            </a:extLst>
          </p:spPr>
          <p:txBody>
            <a:bodyPr/>
            <a:lstStyle/>
            <a:p>
              <a:endParaRPr lang="en-US"/>
            </a:p>
          </p:txBody>
        </p:sp>
        <p:sp>
          <p:nvSpPr>
            <p:cNvPr id="77924" name="Line 26">
              <a:extLst>
                <a:ext uri="{FF2B5EF4-FFF2-40B4-BE49-F238E27FC236}">
                  <a16:creationId xmlns:a16="http://schemas.microsoft.com/office/drawing/2014/main" id="{B8F0FE87-6DBE-F000-2458-74D7F955CC0D}"/>
                </a:ext>
              </a:extLst>
            </p:cNvPr>
            <p:cNvSpPr>
              <a:spLocks noChangeShapeType="1"/>
            </p:cNvSpPr>
            <p:nvPr/>
          </p:nvSpPr>
          <p:spPr bwMode="auto">
            <a:xfrm flipV="1">
              <a:off x="4757738" y="2751138"/>
              <a:ext cx="0" cy="288925"/>
            </a:xfrm>
            <a:prstGeom prst="line">
              <a:avLst/>
            </a:prstGeom>
            <a:noFill/>
            <a:ln w="22225">
              <a:solidFill>
                <a:srgbClr val="000000"/>
              </a:solidFill>
              <a:round/>
              <a:headEnd type="oval" w="sm" len="sm"/>
              <a:tailEnd/>
            </a:ln>
            <a:extLst>
              <a:ext uri="{909E8E84-426E-40DD-AFC4-6F175D3DCCD1}">
                <a14:hiddenFill xmlns:a14="http://schemas.microsoft.com/office/drawing/2010/main">
                  <a:noFill/>
                </a14:hiddenFill>
              </a:ext>
            </a:extLst>
          </p:spPr>
          <p:txBody>
            <a:bodyPr/>
            <a:lstStyle/>
            <a:p>
              <a:endParaRPr lang="en-US"/>
            </a:p>
          </p:txBody>
        </p:sp>
        <p:sp>
          <p:nvSpPr>
            <p:cNvPr id="77925" name="Line 27">
              <a:extLst>
                <a:ext uri="{FF2B5EF4-FFF2-40B4-BE49-F238E27FC236}">
                  <a16:creationId xmlns:a16="http://schemas.microsoft.com/office/drawing/2014/main" id="{6F950688-10FD-3540-D7C3-C7302AAFA924}"/>
                </a:ext>
              </a:extLst>
            </p:cNvPr>
            <p:cNvSpPr>
              <a:spLocks noChangeShapeType="1"/>
            </p:cNvSpPr>
            <p:nvPr/>
          </p:nvSpPr>
          <p:spPr bwMode="auto">
            <a:xfrm flipV="1">
              <a:off x="3640138" y="2743200"/>
              <a:ext cx="0" cy="288925"/>
            </a:xfrm>
            <a:prstGeom prst="line">
              <a:avLst/>
            </a:prstGeom>
            <a:noFill/>
            <a:ln w="22225">
              <a:solidFill>
                <a:srgbClr val="000000"/>
              </a:solidFill>
              <a:round/>
              <a:headEnd type="oval" w="sm" len="sm"/>
              <a:tailEnd/>
            </a:ln>
            <a:extLst>
              <a:ext uri="{909E8E84-426E-40DD-AFC4-6F175D3DCCD1}">
                <a14:hiddenFill xmlns:a14="http://schemas.microsoft.com/office/drawing/2010/main">
                  <a:noFill/>
                </a14:hiddenFill>
              </a:ext>
            </a:extLst>
          </p:spPr>
          <p:txBody>
            <a:bodyPr/>
            <a:lstStyle/>
            <a:p>
              <a:endParaRPr lang="en-US"/>
            </a:p>
          </p:txBody>
        </p:sp>
        <p:sp>
          <p:nvSpPr>
            <p:cNvPr id="77926" name="Line 28">
              <a:extLst>
                <a:ext uri="{FF2B5EF4-FFF2-40B4-BE49-F238E27FC236}">
                  <a16:creationId xmlns:a16="http://schemas.microsoft.com/office/drawing/2014/main" id="{7B9E2BB8-26E2-B543-031A-FA05BFF590E6}"/>
                </a:ext>
              </a:extLst>
            </p:cNvPr>
            <p:cNvSpPr>
              <a:spLocks noChangeShapeType="1"/>
            </p:cNvSpPr>
            <p:nvPr/>
          </p:nvSpPr>
          <p:spPr bwMode="auto">
            <a:xfrm flipV="1">
              <a:off x="2817813" y="2749550"/>
              <a:ext cx="0" cy="287338"/>
            </a:xfrm>
            <a:prstGeom prst="line">
              <a:avLst/>
            </a:prstGeom>
            <a:noFill/>
            <a:ln w="22225">
              <a:solidFill>
                <a:srgbClr val="000000"/>
              </a:solidFill>
              <a:round/>
              <a:headEnd type="oval" w="sm" len="sm"/>
              <a:tailEnd/>
            </a:ln>
            <a:extLst>
              <a:ext uri="{909E8E84-426E-40DD-AFC4-6F175D3DCCD1}">
                <a14:hiddenFill xmlns:a14="http://schemas.microsoft.com/office/drawing/2010/main">
                  <a:noFill/>
                </a14:hiddenFill>
              </a:ext>
            </a:extLst>
          </p:spPr>
          <p:txBody>
            <a:bodyPr/>
            <a:lstStyle/>
            <a:p>
              <a:endParaRPr lang="en-US"/>
            </a:p>
          </p:txBody>
        </p:sp>
        <p:sp>
          <p:nvSpPr>
            <p:cNvPr id="77927" name="Line 29">
              <a:extLst>
                <a:ext uri="{FF2B5EF4-FFF2-40B4-BE49-F238E27FC236}">
                  <a16:creationId xmlns:a16="http://schemas.microsoft.com/office/drawing/2014/main" id="{F891A339-2074-2921-D4D0-8D25D66FD4E0}"/>
                </a:ext>
              </a:extLst>
            </p:cNvPr>
            <p:cNvSpPr>
              <a:spLocks noChangeShapeType="1"/>
            </p:cNvSpPr>
            <p:nvPr/>
          </p:nvSpPr>
          <p:spPr bwMode="auto">
            <a:xfrm flipV="1">
              <a:off x="2008188" y="2741613"/>
              <a:ext cx="0" cy="287337"/>
            </a:xfrm>
            <a:prstGeom prst="line">
              <a:avLst/>
            </a:prstGeom>
            <a:noFill/>
            <a:ln w="22225">
              <a:solidFill>
                <a:srgbClr val="000000"/>
              </a:solidFill>
              <a:round/>
              <a:headEnd type="oval" w="sm" len="sm"/>
              <a:tailEnd/>
            </a:ln>
            <a:extLst>
              <a:ext uri="{909E8E84-426E-40DD-AFC4-6F175D3DCCD1}">
                <a14:hiddenFill xmlns:a14="http://schemas.microsoft.com/office/drawing/2010/main">
                  <a:noFill/>
                </a14:hiddenFill>
              </a:ext>
            </a:extLst>
          </p:spPr>
          <p:txBody>
            <a:bodyPr/>
            <a:lstStyle/>
            <a:p>
              <a:endParaRPr lang="en-US"/>
            </a:p>
          </p:txBody>
        </p:sp>
        <p:sp>
          <p:nvSpPr>
            <p:cNvPr id="77928" name="Line 30">
              <a:extLst>
                <a:ext uri="{FF2B5EF4-FFF2-40B4-BE49-F238E27FC236}">
                  <a16:creationId xmlns:a16="http://schemas.microsoft.com/office/drawing/2014/main" id="{7943F9E0-0C5D-5E7A-2ABC-F3CEDDA46A1D}"/>
                </a:ext>
              </a:extLst>
            </p:cNvPr>
            <p:cNvSpPr>
              <a:spLocks noChangeShapeType="1"/>
            </p:cNvSpPr>
            <p:nvPr/>
          </p:nvSpPr>
          <p:spPr bwMode="auto">
            <a:xfrm flipV="1">
              <a:off x="1198563" y="2746375"/>
              <a:ext cx="0" cy="287338"/>
            </a:xfrm>
            <a:prstGeom prst="line">
              <a:avLst/>
            </a:prstGeom>
            <a:noFill/>
            <a:ln w="22225">
              <a:solidFill>
                <a:srgbClr val="000000"/>
              </a:solidFill>
              <a:round/>
              <a:headEnd type="oval" w="sm" len="sm"/>
              <a:tailEnd/>
            </a:ln>
            <a:extLst>
              <a:ext uri="{909E8E84-426E-40DD-AFC4-6F175D3DCCD1}">
                <a14:hiddenFill xmlns:a14="http://schemas.microsoft.com/office/drawing/2010/main">
                  <a:noFill/>
                </a14:hiddenFill>
              </a:ext>
            </a:extLst>
          </p:spPr>
          <p:txBody>
            <a:bodyPr/>
            <a:lstStyle/>
            <a:p>
              <a:endParaRPr lang="en-US"/>
            </a:p>
          </p:txBody>
        </p:sp>
        <p:sp>
          <p:nvSpPr>
            <p:cNvPr id="77929" name="Text Box 31">
              <a:extLst>
                <a:ext uri="{FF2B5EF4-FFF2-40B4-BE49-F238E27FC236}">
                  <a16:creationId xmlns:a16="http://schemas.microsoft.com/office/drawing/2014/main" id="{1236DEA3-13C4-25F4-FA4D-00E887DE057E}"/>
                </a:ext>
              </a:extLst>
            </p:cNvPr>
            <p:cNvSpPr txBox="1">
              <a:spLocks noChangeArrowheads="1"/>
            </p:cNvSpPr>
            <p:nvPr/>
          </p:nvSpPr>
          <p:spPr bwMode="auto">
            <a:xfrm>
              <a:off x="442913" y="2728913"/>
              <a:ext cx="762000" cy="433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t>CLK</a:t>
              </a:r>
              <a:endParaRPr lang="ru-RU" altLang="en-US" sz="1600"/>
            </a:p>
          </p:txBody>
        </p:sp>
        <p:sp>
          <p:nvSpPr>
            <p:cNvPr id="77930" name="Text Box 32">
              <a:extLst>
                <a:ext uri="{FF2B5EF4-FFF2-40B4-BE49-F238E27FC236}">
                  <a16:creationId xmlns:a16="http://schemas.microsoft.com/office/drawing/2014/main" id="{F18868A0-7CE5-8953-EAFA-C73AEDEF040B}"/>
                </a:ext>
              </a:extLst>
            </p:cNvPr>
            <p:cNvSpPr txBox="1">
              <a:spLocks noChangeArrowheads="1"/>
            </p:cNvSpPr>
            <p:nvPr/>
          </p:nvSpPr>
          <p:spPr bwMode="auto">
            <a:xfrm>
              <a:off x="939800" y="2081213"/>
              <a:ext cx="361950" cy="433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dirty="0">
                  <a:solidFill>
                    <a:schemeClr val="bg1"/>
                  </a:solidFill>
                </a:rPr>
                <a:t>D</a:t>
              </a:r>
              <a:endParaRPr lang="ru-RU" altLang="en-US" sz="1600" dirty="0">
                <a:solidFill>
                  <a:schemeClr val="bg1"/>
                </a:solidFill>
              </a:endParaRPr>
            </a:p>
          </p:txBody>
        </p:sp>
        <p:sp>
          <p:nvSpPr>
            <p:cNvPr id="77931" name="Text Box 33">
              <a:extLst>
                <a:ext uri="{FF2B5EF4-FFF2-40B4-BE49-F238E27FC236}">
                  <a16:creationId xmlns:a16="http://schemas.microsoft.com/office/drawing/2014/main" id="{B7DB16D8-3DE6-32D3-65E4-7C87771AF04F}"/>
                </a:ext>
              </a:extLst>
            </p:cNvPr>
            <p:cNvSpPr txBox="1">
              <a:spLocks noChangeArrowheads="1"/>
            </p:cNvSpPr>
            <p:nvPr/>
          </p:nvSpPr>
          <p:spPr bwMode="auto">
            <a:xfrm>
              <a:off x="1739900" y="2085975"/>
              <a:ext cx="363538" cy="43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solidFill>
                    <a:schemeClr val="bg1"/>
                  </a:solidFill>
                </a:rPr>
                <a:t>D</a:t>
              </a:r>
              <a:endParaRPr lang="ru-RU" altLang="en-US" sz="1600">
                <a:solidFill>
                  <a:schemeClr val="bg1"/>
                </a:solidFill>
              </a:endParaRPr>
            </a:p>
          </p:txBody>
        </p:sp>
        <p:sp>
          <p:nvSpPr>
            <p:cNvPr id="77932" name="Text Box 34">
              <a:extLst>
                <a:ext uri="{FF2B5EF4-FFF2-40B4-BE49-F238E27FC236}">
                  <a16:creationId xmlns:a16="http://schemas.microsoft.com/office/drawing/2014/main" id="{81F42938-BB09-0A1F-6F2A-EF35EA84EDFA}"/>
                </a:ext>
              </a:extLst>
            </p:cNvPr>
            <p:cNvSpPr txBox="1">
              <a:spLocks noChangeArrowheads="1"/>
            </p:cNvSpPr>
            <p:nvPr/>
          </p:nvSpPr>
          <p:spPr bwMode="auto">
            <a:xfrm>
              <a:off x="2541588" y="2078038"/>
              <a:ext cx="361950" cy="433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solidFill>
                    <a:schemeClr val="bg1"/>
                  </a:solidFill>
                </a:rPr>
                <a:t>D</a:t>
              </a:r>
              <a:endParaRPr lang="ru-RU" altLang="en-US" sz="1600">
                <a:solidFill>
                  <a:schemeClr val="bg1"/>
                </a:solidFill>
              </a:endParaRPr>
            </a:p>
          </p:txBody>
        </p:sp>
        <p:sp>
          <p:nvSpPr>
            <p:cNvPr id="77933" name="Text Box 35">
              <a:extLst>
                <a:ext uri="{FF2B5EF4-FFF2-40B4-BE49-F238E27FC236}">
                  <a16:creationId xmlns:a16="http://schemas.microsoft.com/office/drawing/2014/main" id="{A44568DC-CCAB-F523-1694-742BF9725AD8}"/>
                </a:ext>
              </a:extLst>
            </p:cNvPr>
            <p:cNvSpPr txBox="1">
              <a:spLocks noChangeArrowheads="1"/>
            </p:cNvSpPr>
            <p:nvPr/>
          </p:nvSpPr>
          <p:spPr bwMode="auto">
            <a:xfrm>
              <a:off x="3365500" y="2082800"/>
              <a:ext cx="361950" cy="43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solidFill>
                    <a:schemeClr val="bg1"/>
                  </a:solidFill>
                </a:rPr>
                <a:t>D</a:t>
              </a:r>
              <a:endParaRPr lang="ru-RU" altLang="en-US" sz="1600">
                <a:solidFill>
                  <a:schemeClr val="bg1"/>
                </a:solidFill>
              </a:endParaRPr>
            </a:p>
          </p:txBody>
        </p:sp>
        <p:sp>
          <p:nvSpPr>
            <p:cNvPr id="77934" name="Text Box 36">
              <a:extLst>
                <a:ext uri="{FF2B5EF4-FFF2-40B4-BE49-F238E27FC236}">
                  <a16:creationId xmlns:a16="http://schemas.microsoft.com/office/drawing/2014/main" id="{CEF1FE12-8637-CD73-46B5-6D6A37CB0622}"/>
                </a:ext>
              </a:extLst>
            </p:cNvPr>
            <p:cNvSpPr txBox="1">
              <a:spLocks noChangeArrowheads="1"/>
            </p:cNvSpPr>
            <p:nvPr/>
          </p:nvSpPr>
          <p:spPr bwMode="auto">
            <a:xfrm>
              <a:off x="4438650" y="2076450"/>
              <a:ext cx="36195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solidFill>
                    <a:schemeClr val="bg1"/>
                  </a:solidFill>
                </a:rPr>
                <a:t>D</a:t>
              </a:r>
              <a:endParaRPr lang="ru-RU" altLang="en-US" sz="1600">
                <a:solidFill>
                  <a:schemeClr val="bg1"/>
                </a:solidFill>
              </a:endParaRPr>
            </a:p>
          </p:txBody>
        </p:sp>
        <p:sp>
          <p:nvSpPr>
            <p:cNvPr id="77935" name="Text Box 37">
              <a:extLst>
                <a:ext uri="{FF2B5EF4-FFF2-40B4-BE49-F238E27FC236}">
                  <a16:creationId xmlns:a16="http://schemas.microsoft.com/office/drawing/2014/main" id="{AC22B86F-1783-3085-EC37-FC874067EA22}"/>
                </a:ext>
              </a:extLst>
            </p:cNvPr>
            <p:cNvSpPr txBox="1">
              <a:spLocks noChangeArrowheads="1"/>
            </p:cNvSpPr>
            <p:nvPr/>
          </p:nvSpPr>
          <p:spPr bwMode="auto">
            <a:xfrm>
              <a:off x="5546725" y="2070100"/>
              <a:ext cx="36195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solidFill>
                    <a:schemeClr val="bg1"/>
                  </a:solidFill>
                </a:rPr>
                <a:t>D</a:t>
              </a:r>
              <a:endParaRPr lang="ru-RU" altLang="en-US" sz="1600">
                <a:solidFill>
                  <a:schemeClr val="bg1"/>
                </a:solidFill>
              </a:endParaRPr>
            </a:p>
          </p:txBody>
        </p:sp>
        <p:sp>
          <p:nvSpPr>
            <p:cNvPr id="77936" name="Text Box 38">
              <a:extLst>
                <a:ext uri="{FF2B5EF4-FFF2-40B4-BE49-F238E27FC236}">
                  <a16:creationId xmlns:a16="http://schemas.microsoft.com/office/drawing/2014/main" id="{524218EC-0710-C06C-FD73-2B8650FE192F}"/>
                </a:ext>
              </a:extLst>
            </p:cNvPr>
            <p:cNvSpPr txBox="1">
              <a:spLocks noChangeArrowheads="1"/>
            </p:cNvSpPr>
            <p:nvPr/>
          </p:nvSpPr>
          <p:spPr bwMode="auto">
            <a:xfrm>
              <a:off x="6665913" y="2073275"/>
              <a:ext cx="363537" cy="43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solidFill>
                    <a:schemeClr val="bg1"/>
                  </a:solidFill>
                </a:rPr>
                <a:t>D</a:t>
              </a:r>
              <a:endParaRPr lang="ru-RU" altLang="en-US" sz="1600">
                <a:solidFill>
                  <a:schemeClr val="bg1"/>
                </a:solidFill>
              </a:endParaRPr>
            </a:p>
          </p:txBody>
        </p:sp>
        <p:sp>
          <p:nvSpPr>
            <p:cNvPr id="77937" name="Text Box 39">
              <a:extLst>
                <a:ext uri="{FF2B5EF4-FFF2-40B4-BE49-F238E27FC236}">
                  <a16:creationId xmlns:a16="http://schemas.microsoft.com/office/drawing/2014/main" id="{D984F81C-3896-27E2-DFB4-00AC5BE40559}"/>
                </a:ext>
              </a:extLst>
            </p:cNvPr>
            <p:cNvSpPr txBox="1">
              <a:spLocks noChangeArrowheads="1"/>
            </p:cNvSpPr>
            <p:nvPr/>
          </p:nvSpPr>
          <p:spPr bwMode="auto">
            <a:xfrm>
              <a:off x="7491413" y="2055813"/>
              <a:ext cx="361950" cy="43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solidFill>
                    <a:schemeClr val="bg1"/>
                  </a:solidFill>
                </a:rPr>
                <a:t>D</a:t>
              </a:r>
              <a:endParaRPr lang="ru-RU" altLang="en-US" sz="1600">
                <a:solidFill>
                  <a:schemeClr val="bg1"/>
                </a:solidFill>
              </a:endParaRPr>
            </a:p>
          </p:txBody>
        </p:sp>
        <p:sp>
          <p:nvSpPr>
            <p:cNvPr id="77938" name="Line 40">
              <a:extLst>
                <a:ext uri="{FF2B5EF4-FFF2-40B4-BE49-F238E27FC236}">
                  <a16:creationId xmlns:a16="http://schemas.microsoft.com/office/drawing/2014/main" id="{269259CC-1448-BC9F-D420-29A90D0E2DBB}"/>
                </a:ext>
              </a:extLst>
            </p:cNvPr>
            <p:cNvSpPr>
              <a:spLocks noChangeShapeType="1"/>
            </p:cNvSpPr>
            <p:nvPr/>
          </p:nvSpPr>
          <p:spPr bwMode="auto">
            <a:xfrm>
              <a:off x="1504950" y="2244725"/>
              <a:ext cx="24130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7939" name="Line 41">
              <a:extLst>
                <a:ext uri="{FF2B5EF4-FFF2-40B4-BE49-F238E27FC236}">
                  <a16:creationId xmlns:a16="http://schemas.microsoft.com/office/drawing/2014/main" id="{0958196D-3DBE-79AC-F6BC-F1977DCC41DF}"/>
                </a:ext>
              </a:extLst>
            </p:cNvPr>
            <p:cNvSpPr>
              <a:spLocks noChangeShapeType="1"/>
            </p:cNvSpPr>
            <p:nvPr/>
          </p:nvSpPr>
          <p:spPr bwMode="auto">
            <a:xfrm>
              <a:off x="2316163" y="2225675"/>
              <a:ext cx="24130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7940" name="Line 42">
              <a:extLst>
                <a:ext uri="{FF2B5EF4-FFF2-40B4-BE49-F238E27FC236}">
                  <a16:creationId xmlns:a16="http://schemas.microsoft.com/office/drawing/2014/main" id="{84EBFDAD-2F3D-8964-47CD-E6D6E4B3B524}"/>
                </a:ext>
              </a:extLst>
            </p:cNvPr>
            <p:cNvSpPr>
              <a:spLocks noChangeShapeType="1"/>
            </p:cNvSpPr>
            <p:nvPr/>
          </p:nvSpPr>
          <p:spPr bwMode="auto">
            <a:xfrm>
              <a:off x="3116263" y="2217738"/>
              <a:ext cx="242887"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77941" name="Group 43">
              <a:extLst>
                <a:ext uri="{FF2B5EF4-FFF2-40B4-BE49-F238E27FC236}">
                  <a16:creationId xmlns:a16="http://schemas.microsoft.com/office/drawing/2014/main" id="{AA487C6D-A5D8-21B1-C2E1-A938E8DEA26F}"/>
                </a:ext>
              </a:extLst>
            </p:cNvPr>
            <p:cNvGrpSpPr>
              <a:grpSpLocks/>
            </p:cNvGrpSpPr>
            <p:nvPr/>
          </p:nvGrpSpPr>
          <p:grpSpPr bwMode="auto">
            <a:xfrm>
              <a:off x="4192588" y="1368425"/>
              <a:ext cx="371475" cy="374650"/>
              <a:chOff x="1410" y="2644"/>
              <a:chExt cx="636" cy="601"/>
            </a:xfrm>
          </p:grpSpPr>
          <p:sp>
            <p:nvSpPr>
              <p:cNvPr id="77986" name="AutoShape 44">
                <a:extLst>
                  <a:ext uri="{FF2B5EF4-FFF2-40B4-BE49-F238E27FC236}">
                    <a16:creationId xmlns:a16="http://schemas.microsoft.com/office/drawing/2014/main" id="{F39EC5A3-8CD5-BCC3-EE1D-F3D088BCDFB1}"/>
                  </a:ext>
                </a:extLst>
              </p:cNvPr>
              <p:cNvSpPr>
                <a:spLocks noChangeArrowheads="1"/>
              </p:cNvSpPr>
              <p:nvPr/>
            </p:nvSpPr>
            <p:spPr bwMode="auto">
              <a:xfrm flipH="1">
                <a:off x="1410" y="2644"/>
                <a:ext cx="540" cy="601"/>
              </a:xfrm>
              <a:prstGeom prst="moon">
                <a:avLst>
                  <a:gd name="adj" fmla="val 84819"/>
                </a:avLst>
              </a:prstGeom>
              <a:solidFill>
                <a:schemeClr val="accent1"/>
              </a:solidFill>
              <a:ln w="22225">
                <a:solidFill>
                  <a:srgbClr val="000000"/>
                </a:solidFill>
                <a:miter lim="800000"/>
                <a:headEnd/>
                <a:tailEnd/>
              </a:ln>
            </p:spPr>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77987" name="AutoShape 45">
                <a:extLst>
                  <a:ext uri="{FF2B5EF4-FFF2-40B4-BE49-F238E27FC236}">
                    <a16:creationId xmlns:a16="http://schemas.microsoft.com/office/drawing/2014/main" id="{A6A28322-D4C9-02A7-3ED7-AFA2A7A484E9}"/>
                  </a:ext>
                </a:extLst>
              </p:cNvPr>
              <p:cNvSpPr>
                <a:spLocks noChangeArrowheads="1"/>
              </p:cNvSpPr>
              <p:nvPr/>
            </p:nvSpPr>
            <p:spPr bwMode="auto">
              <a:xfrm flipH="1">
                <a:off x="1506" y="2653"/>
                <a:ext cx="540" cy="578"/>
              </a:xfrm>
              <a:prstGeom prst="moon">
                <a:avLst>
                  <a:gd name="adj" fmla="val 84819"/>
                </a:avLst>
              </a:prstGeom>
              <a:solidFill>
                <a:schemeClr val="accent1"/>
              </a:solidFill>
              <a:ln w="22225">
                <a:solidFill>
                  <a:srgbClr val="000000"/>
                </a:solidFill>
                <a:miter lim="800000"/>
                <a:headEnd/>
                <a:tailEnd/>
              </a:ln>
            </p:spPr>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grpSp>
        <p:grpSp>
          <p:nvGrpSpPr>
            <p:cNvPr id="77942" name="Group 46">
              <a:extLst>
                <a:ext uri="{FF2B5EF4-FFF2-40B4-BE49-F238E27FC236}">
                  <a16:creationId xmlns:a16="http://schemas.microsoft.com/office/drawing/2014/main" id="{8B345E02-F305-06F8-3197-A2859C4CB6CA}"/>
                </a:ext>
              </a:extLst>
            </p:cNvPr>
            <p:cNvGrpSpPr>
              <a:grpSpLocks/>
            </p:cNvGrpSpPr>
            <p:nvPr/>
          </p:nvGrpSpPr>
          <p:grpSpPr bwMode="auto">
            <a:xfrm>
              <a:off x="5292725" y="1368425"/>
              <a:ext cx="371475" cy="374650"/>
              <a:chOff x="1410" y="2644"/>
              <a:chExt cx="636" cy="601"/>
            </a:xfrm>
          </p:grpSpPr>
          <p:sp>
            <p:nvSpPr>
              <p:cNvPr id="77984" name="AutoShape 47">
                <a:extLst>
                  <a:ext uri="{FF2B5EF4-FFF2-40B4-BE49-F238E27FC236}">
                    <a16:creationId xmlns:a16="http://schemas.microsoft.com/office/drawing/2014/main" id="{8D0F4163-2CA8-517B-0F6A-DD3CF9F95986}"/>
                  </a:ext>
                </a:extLst>
              </p:cNvPr>
              <p:cNvSpPr>
                <a:spLocks noChangeArrowheads="1"/>
              </p:cNvSpPr>
              <p:nvPr/>
            </p:nvSpPr>
            <p:spPr bwMode="auto">
              <a:xfrm flipH="1">
                <a:off x="1410" y="2644"/>
                <a:ext cx="540" cy="601"/>
              </a:xfrm>
              <a:prstGeom prst="moon">
                <a:avLst>
                  <a:gd name="adj" fmla="val 84819"/>
                </a:avLst>
              </a:prstGeom>
              <a:solidFill>
                <a:schemeClr val="accent1"/>
              </a:solidFill>
              <a:ln w="22225">
                <a:solidFill>
                  <a:srgbClr val="000000"/>
                </a:solidFill>
                <a:miter lim="800000"/>
                <a:headEnd/>
                <a:tailEnd/>
              </a:ln>
            </p:spPr>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77985" name="AutoShape 48">
                <a:extLst>
                  <a:ext uri="{FF2B5EF4-FFF2-40B4-BE49-F238E27FC236}">
                    <a16:creationId xmlns:a16="http://schemas.microsoft.com/office/drawing/2014/main" id="{51221C2B-7E22-139D-A424-81BEB441494B}"/>
                  </a:ext>
                </a:extLst>
              </p:cNvPr>
              <p:cNvSpPr>
                <a:spLocks noChangeArrowheads="1"/>
              </p:cNvSpPr>
              <p:nvPr/>
            </p:nvSpPr>
            <p:spPr bwMode="auto">
              <a:xfrm flipH="1">
                <a:off x="1506" y="2653"/>
                <a:ext cx="540" cy="578"/>
              </a:xfrm>
              <a:prstGeom prst="moon">
                <a:avLst>
                  <a:gd name="adj" fmla="val 84819"/>
                </a:avLst>
              </a:prstGeom>
              <a:solidFill>
                <a:schemeClr val="accent1"/>
              </a:solidFill>
              <a:ln w="22225">
                <a:solidFill>
                  <a:srgbClr val="000000"/>
                </a:solidFill>
                <a:miter lim="800000"/>
                <a:headEnd/>
                <a:tailEnd/>
              </a:ln>
            </p:spPr>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grpSp>
        <p:sp>
          <p:nvSpPr>
            <p:cNvPr id="77943" name="Line 49">
              <a:extLst>
                <a:ext uri="{FF2B5EF4-FFF2-40B4-BE49-F238E27FC236}">
                  <a16:creationId xmlns:a16="http://schemas.microsoft.com/office/drawing/2014/main" id="{82B164A3-55F1-EB60-A2CD-62C88E2A9BA6}"/>
                </a:ext>
              </a:extLst>
            </p:cNvPr>
            <p:cNvSpPr>
              <a:spLocks noChangeShapeType="1"/>
            </p:cNvSpPr>
            <p:nvPr/>
          </p:nvSpPr>
          <p:spPr bwMode="auto">
            <a:xfrm>
              <a:off x="3919538" y="2233613"/>
              <a:ext cx="142875"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7944" name="Line 50">
              <a:extLst>
                <a:ext uri="{FF2B5EF4-FFF2-40B4-BE49-F238E27FC236}">
                  <a16:creationId xmlns:a16="http://schemas.microsoft.com/office/drawing/2014/main" id="{1B110C8E-BC55-CEB1-1C56-15EBCAD0AC9F}"/>
                </a:ext>
              </a:extLst>
            </p:cNvPr>
            <p:cNvSpPr>
              <a:spLocks noChangeShapeType="1"/>
            </p:cNvSpPr>
            <p:nvPr/>
          </p:nvSpPr>
          <p:spPr bwMode="auto">
            <a:xfrm flipV="1">
              <a:off x="4073525" y="1657350"/>
              <a:ext cx="0" cy="576263"/>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7945" name="Line 51">
              <a:extLst>
                <a:ext uri="{FF2B5EF4-FFF2-40B4-BE49-F238E27FC236}">
                  <a16:creationId xmlns:a16="http://schemas.microsoft.com/office/drawing/2014/main" id="{61118945-422C-7E16-8C8B-6A64B8124880}"/>
                </a:ext>
              </a:extLst>
            </p:cNvPr>
            <p:cNvSpPr>
              <a:spLocks noChangeShapeType="1"/>
            </p:cNvSpPr>
            <p:nvPr/>
          </p:nvSpPr>
          <p:spPr bwMode="auto">
            <a:xfrm>
              <a:off x="4073525" y="1657350"/>
              <a:ext cx="142875"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7946" name="Line 52">
              <a:extLst>
                <a:ext uri="{FF2B5EF4-FFF2-40B4-BE49-F238E27FC236}">
                  <a16:creationId xmlns:a16="http://schemas.microsoft.com/office/drawing/2014/main" id="{34D9CD46-CBB1-F333-07E1-9EAEE819B9B9}"/>
                </a:ext>
              </a:extLst>
            </p:cNvPr>
            <p:cNvSpPr>
              <a:spLocks noChangeShapeType="1"/>
            </p:cNvSpPr>
            <p:nvPr/>
          </p:nvSpPr>
          <p:spPr bwMode="auto">
            <a:xfrm>
              <a:off x="4559300" y="1535113"/>
              <a:ext cx="15240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7947" name="Line 53">
              <a:extLst>
                <a:ext uri="{FF2B5EF4-FFF2-40B4-BE49-F238E27FC236}">
                  <a16:creationId xmlns:a16="http://schemas.microsoft.com/office/drawing/2014/main" id="{9574A537-C31D-F57E-3E63-540946B934B0}"/>
                </a:ext>
              </a:extLst>
            </p:cNvPr>
            <p:cNvSpPr>
              <a:spLocks noChangeShapeType="1"/>
            </p:cNvSpPr>
            <p:nvPr/>
          </p:nvSpPr>
          <p:spPr bwMode="auto">
            <a:xfrm>
              <a:off x="4715933" y="1535113"/>
              <a:ext cx="0" cy="33655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7948" name="Line 54">
              <a:extLst>
                <a:ext uri="{FF2B5EF4-FFF2-40B4-BE49-F238E27FC236}">
                  <a16:creationId xmlns:a16="http://schemas.microsoft.com/office/drawing/2014/main" id="{DA3B22EB-1AB6-D4D6-F528-CD7330D571A7}"/>
                </a:ext>
              </a:extLst>
            </p:cNvPr>
            <p:cNvSpPr>
              <a:spLocks noChangeShapeType="1"/>
            </p:cNvSpPr>
            <p:nvPr/>
          </p:nvSpPr>
          <p:spPr bwMode="auto">
            <a:xfrm>
              <a:off x="4333875" y="1884363"/>
              <a:ext cx="376238"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7949" name="Line 55">
              <a:extLst>
                <a:ext uri="{FF2B5EF4-FFF2-40B4-BE49-F238E27FC236}">
                  <a16:creationId xmlns:a16="http://schemas.microsoft.com/office/drawing/2014/main" id="{3E28A312-B6B1-8032-904C-12A448D31221}"/>
                </a:ext>
              </a:extLst>
            </p:cNvPr>
            <p:cNvSpPr>
              <a:spLocks noChangeShapeType="1"/>
            </p:cNvSpPr>
            <p:nvPr/>
          </p:nvSpPr>
          <p:spPr bwMode="auto">
            <a:xfrm>
              <a:off x="4333875" y="1884363"/>
              <a:ext cx="0" cy="341312"/>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7950" name="Line 56">
              <a:extLst>
                <a:ext uri="{FF2B5EF4-FFF2-40B4-BE49-F238E27FC236}">
                  <a16:creationId xmlns:a16="http://schemas.microsoft.com/office/drawing/2014/main" id="{1F66BE96-2FB6-9D04-A9FD-67139F0EFD02}"/>
                </a:ext>
              </a:extLst>
            </p:cNvPr>
            <p:cNvSpPr>
              <a:spLocks noChangeShapeType="1"/>
            </p:cNvSpPr>
            <p:nvPr/>
          </p:nvSpPr>
          <p:spPr bwMode="auto">
            <a:xfrm>
              <a:off x="4346575" y="2220913"/>
              <a:ext cx="141288"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7951" name="Line 57">
              <a:extLst>
                <a:ext uri="{FF2B5EF4-FFF2-40B4-BE49-F238E27FC236}">
                  <a16:creationId xmlns:a16="http://schemas.microsoft.com/office/drawing/2014/main" id="{C2475982-4077-B51D-6B08-234C78A6E757}"/>
                </a:ext>
              </a:extLst>
            </p:cNvPr>
            <p:cNvSpPr>
              <a:spLocks noChangeShapeType="1"/>
            </p:cNvSpPr>
            <p:nvPr/>
          </p:nvSpPr>
          <p:spPr bwMode="auto">
            <a:xfrm>
              <a:off x="5032375" y="2208213"/>
              <a:ext cx="142875"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7952" name="Line 58">
              <a:extLst>
                <a:ext uri="{FF2B5EF4-FFF2-40B4-BE49-F238E27FC236}">
                  <a16:creationId xmlns:a16="http://schemas.microsoft.com/office/drawing/2014/main" id="{09D0B08C-9E52-C24B-965B-D24E89F8383D}"/>
                </a:ext>
              </a:extLst>
            </p:cNvPr>
            <p:cNvSpPr>
              <a:spLocks noChangeShapeType="1"/>
            </p:cNvSpPr>
            <p:nvPr/>
          </p:nvSpPr>
          <p:spPr bwMode="auto">
            <a:xfrm flipV="1">
              <a:off x="5186363" y="1631950"/>
              <a:ext cx="0" cy="576263"/>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7953" name="Line 59">
              <a:extLst>
                <a:ext uri="{FF2B5EF4-FFF2-40B4-BE49-F238E27FC236}">
                  <a16:creationId xmlns:a16="http://schemas.microsoft.com/office/drawing/2014/main" id="{322658D2-ABF3-9542-00D9-DC1699A91D02}"/>
                </a:ext>
              </a:extLst>
            </p:cNvPr>
            <p:cNvSpPr>
              <a:spLocks noChangeShapeType="1"/>
            </p:cNvSpPr>
            <p:nvPr/>
          </p:nvSpPr>
          <p:spPr bwMode="auto">
            <a:xfrm>
              <a:off x="5186363" y="1631950"/>
              <a:ext cx="142875"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7954" name="Line 60">
              <a:extLst>
                <a:ext uri="{FF2B5EF4-FFF2-40B4-BE49-F238E27FC236}">
                  <a16:creationId xmlns:a16="http://schemas.microsoft.com/office/drawing/2014/main" id="{E9EB496F-3AE9-0A86-9887-3FC00B940CBA}"/>
                </a:ext>
              </a:extLst>
            </p:cNvPr>
            <p:cNvSpPr>
              <a:spLocks noChangeShapeType="1"/>
            </p:cNvSpPr>
            <p:nvPr/>
          </p:nvSpPr>
          <p:spPr bwMode="auto">
            <a:xfrm>
              <a:off x="5648325" y="1524000"/>
              <a:ext cx="15240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7955" name="Line 61">
              <a:extLst>
                <a:ext uri="{FF2B5EF4-FFF2-40B4-BE49-F238E27FC236}">
                  <a16:creationId xmlns:a16="http://schemas.microsoft.com/office/drawing/2014/main" id="{C42AE701-DBAA-4516-5023-B18173C9CC0A}"/>
                </a:ext>
              </a:extLst>
            </p:cNvPr>
            <p:cNvSpPr>
              <a:spLocks noChangeShapeType="1"/>
            </p:cNvSpPr>
            <p:nvPr/>
          </p:nvSpPr>
          <p:spPr bwMode="auto">
            <a:xfrm>
              <a:off x="5813425" y="1524000"/>
              <a:ext cx="0" cy="33655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7956" name="Line 62">
              <a:extLst>
                <a:ext uri="{FF2B5EF4-FFF2-40B4-BE49-F238E27FC236}">
                  <a16:creationId xmlns:a16="http://schemas.microsoft.com/office/drawing/2014/main" id="{735A7FE8-C943-3C78-CDC7-6ECA2503D4B2}"/>
                </a:ext>
              </a:extLst>
            </p:cNvPr>
            <p:cNvSpPr>
              <a:spLocks noChangeShapeType="1"/>
            </p:cNvSpPr>
            <p:nvPr/>
          </p:nvSpPr>
          <p:spPr bwMode="auto">
            <a:xfrm>
              <a:off x="5431367" y="1871663"/>
              <a:ext cx="376238"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7957" name="Line 63">
              <a:extLst>
                <a:ext uri="{FF2B5EF4-FFF2-40B4-BE49-F238E27FC236}">
                  <a16:creationId xmlns:a16="http://schemas.microsoft.com/office/drawing/2014/main" id="{7A1B4B12-4B8A-E792-A38B-90C740E6E2B5}"/>
                </a:ext>
              </a:extLst>
            </p:cNvPr>
            <p:cNvSpPr>
              <a:spLocks noChangeShapeType="1"/>
            </p:cNvSpPr>
            <p:nvPr/>
          </p:nvSpPr>
          <p:spPr bwMode="auto">
            <a:xfrm>
              <a:off x="5422900" y="1871663"/>
              <a:ext cx="0" cy="341312"/>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7958" name="Line 64">
              <a:extLst>
                <a:ext uri="{FF2B5EF4-FFF2-40B4-BE49-F238E27FC236}">
                  <a16:creationId xmlns:a16="http://schemas.microsoft.com/office/drawing/2014/main" id="{663C137D-2850-B47D-7052-2D5C38C99585}"/>
                </a:ext>
              </a:extLst>
            </p:cNvPr>
            <p:cNvSpPr>
              <a:spLocks noChangeShapeType="1"/>
            </p:cNvSpPr>
            <p:nvPr/>
          </p:nvSpPr>
          <p:spPr bwMode="auto">
            <a:xfrm>
              <a:off x="5435600" y="2208213"/>
              <a:ext cx="141288"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77959" name="Group 65">
              <a:extLst>
                <a:ext uri="{FF2B5EF4-FFF2-40B4-BE49-F238E27FC236}">
                  <a16:creationId xmlns:a16="http://schemas.microsoft.com/office/drawing/2014/main" id="{ACF1B379-8108-1812-11B6-3DA0C707167A}"/>
                </a:ext>
              </a:extLst>
            </p:cNvPr>
            <p:cNvGrpSpPr>
              <a:grpSpLocks/>
            </p:cNvGrpSpPr>
            <p:nvPr/>
          </p:nvGrpSpPr>
          <p:grpSpPr bwMode="auto">
            <a:xfrm>
              <a:off x="6418263" y="1368425"/>
              <a:ext cx="371475" cy="374650"/>
              <a:chOff x="1410" y="2644"/>
              <a:chExt cx="636" cy="601"/>
            </a:xfrm>
          </p:grpSpPr>
          <p:sp>
            <p:nvSpPr>
              <p:cNvPr id="77982" name="AutoShape 66">
                <a:extLst>
                  <a:ext uri="{FF2B5EF4-FFF2-40B4-BE49-F238E27FC236}">
                    <a16:creationId xmlns:a16="http://schemas.microsoft.com/office/drawing/2014/main" id="{9C2EEBD9-74DB-A0EA-A837-8A4CF22183DA}"/>
                  </a:ext>
                </a:extLst>
              </p:cNvPr>
              <p:cNvSpPr>
                <a:spLocks noChangeArrowheads="1"/>
              </p:cNvSpPr>
              <p:nvPr/>
            </p:nvSpPr>
            <p:spPr bwMode="auto">
              <a:xfrm flipH="1">
                <a:off x="1410" y="2644"/>
                <a:ext cx="540" cy="601"/>
              </a:xfrm>
              <a:prstGeom prst="moon">
                <a:avLst>
                  <a:gd name="adj" fmla="val 84819"/>
                </a:avLst>
              </a:prstGeom>
              <a:solidFill>
                <a:schemeClr val="accent1"/>
              </a:solidFill>
              <a:ln w="22225">
                <a:solidFill>
                  <a:srgbClr val="000000"/>
                </a:solidFill>
                <a:miter lim="800000"/>
                <a:headEnd/>
                <a:tailEnd/>
              </a:ln>
            </p:spPr>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77983" name="AutoShape 67">
                <a:extLst>
                  <a:ext uri="{FF2B5EF4-FFF2-40B4-BE49-F238E27FC236}">
                    <a16:creationId xmlns:a16="http://schemas.microsoft.com/office/drawing/2014/main" id="{7A099778-A69D-F1E6-DD35-D072E9415A54}"/>
                  </a:ext>
                </a:extLst>
              </p:cNvPr>
              <p:cNvSpPr>
                <a:spLocks noChangeArrowheads="1"/>
              </p:cNvSpPr>
              <p:nvPr/>
            </p:nvSpPr>
            <p:spPr bwMode="auto">
              <a:xfrm flipH="1">
                <a:off x="1506" y="2653"/>
                <a:ext cx="540" cy="578"/>
              </a:xfrm>
              <a:prstGeom prst="moon">
                <a:avLst>
                  <a:gd name="adj" fmla="val 84819"/>
                </a:avLst>
              </a:prstGeom>
              <a:solidFill>
                <a:schemeClr val="accent1"/>
              </a:solidFill>
              <a:ln w="22225">
                <a:solidFill>
                  <a:srgbClr val="000000"/>
                </a:solidFill>
                <a:miter lim="800000"/>
                <a:headEnd/>
                <a:tailEnd/>
              </a:ln>
            </p:spPr>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grpSp>
        <p:sp>
          <p:nvSpPr>
            <p:cNvPr id="77960" name="Line 68">
              <a:extLst>
                <a:ext uri="{FF2B5EF4-FFF2-40B4-BE49-F238E27FC236}">
                  <a16:creationId xmlns:a16="http://schemas.microsoft.com/office/drawing/2014/main" id="{58403C31-F751-E7D6-554A-F1FE51EA9C27}"/>
                </a:ext>
              </a:extLst>
            </p:cNvPr>
            <p:cNvSpPr>
              <a:spLocks noChangeShapeType="1"/>
            </p:cNvSpPr>
            <p:nvPr/>
          </p:nvSpPr>
          <p:spPr bwMode="auto">
            <a:xfrm>
              <a:off x="6157913" y="2208213"/>
              <a:ext cx="141287"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7961" name="Line 69">
              <a:extLst>
                <a:ext uri="{FF2B5EF4-FFF2-40B4-BE49-F238E27FC236}">
                  <a16:creationId xmlns:a16="http://schemas.microsoft.com/office/drawing/2014/main" id="{711ADFD5-523B-9577-32CF-D02EE4E1A2B9}"/>
                </a:ext>
              </a:extLst>
            </p:cNvPr>
            <p:cNvSpPr>
              <a:spLocks noChangeShapeType="1"/>
            </p:cNvSpPr>
            <p:nvPr/>
          </p:nvSpPr>
          <p:spPr bwMode="auto">
            <a:xfrm flipV="1">
              <a:off x="6311900" y="1631950"/>
              <a:ext cx="0" cy="576263"/>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7962" name="Line 70">
              <a:extLst>
                <a:ext uri="{FF2B5EF4-FFF2-40B4-BE49-F238E27FC236}">
                  <a16:creationId xmlns:a16="http://schemas.microsoft.com/office/drawing/2014/main" id="{18C0CD03-EC97-C6FA-E562-8F65A3F5BD4E}"/>
                </a:ext>
              </a:extLst>
            </p:cNvPr>
            <p:cNvSpPr>
              <a:spLocks noChangeShapeType="1"/>
            </p:cNvSpPr>
            <p:nvPr/>
          </p:nvSpPr>
          <p:spPr bwMode="auto">
            <a:xfrm>
              <a:off x="6311900" y="1631950"/>
              <a:ext cx="141288"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7963" name="Line 71">
              <a:extLst>
                <a:ext uri="{FF2B5EF4-FFF2-40B4-BE49-F238E27FC236}">
                  <a16:creationId xmlns:a16="http://schemas.microsoft.com/office/drawing/2014/main" id="{A4A97DCF-D08B-290A-B206-656DE45235D0}"/>
                </a:ext>
              </a:extLst>
            </p:cNvPr>
            <p:cNvSpPr>
              <a:spLocks noChangeShapeType="1"/>
            </p:cNvSpPr>
            <p:nvPr/>
          </p:nvSpPr>
          <p:spPr bwMode="auto">
            <a:xfrm>
              <a:off x="6773863" y="1524000"/>
              <a:ext cx="15240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7964" name="Line 72">
              <a:extLst>
                <a:ext uri="{FF2B5EF4-FFF2-40B4-BE49-F238E27FC236}">
                  <a16:creationId xmlns:a16="http://schemas.microsoft.com/office/drawing/2014/main" id="{66B0DFA7-C63C-0AC9-FAF4-B6D1153CC019}"/>
                </a:ext>
              </a:extLst>
            </p:cNvPr>
            <p:cNvSpPr>
              <a:spLocks noChangeShapeType="1"/>
            </p:cNvSpPr>
            <p:nvPr/>
          </p:nvSpPr>
          <p:spPr bwMode="auto">
            <a:xfrm>
              <a:off x="6938963" y="1524000"/>
              <a:ext cx="0" cy="33655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7965" name="Line 73">
              <a:extLst>
                <a:ext uri="{FF2B5EF4-FFF2-40B4-BE49-F238E27FC236}">
                  <a16:creationId xmlns:a16="http://schemas.microsoft.com/office/drawing/2014/main" id="{26D18609-9558-022B-63D9-EF4C24FDE219}"/>
                </a:ext>
              </a:extLst>
            </p:cNvPr>
            <p:cNvSpPr>
              <a:spLocks noChangeShapeType="1"/>
            </p:cNvSpPr>
            <p:nvPr/>
          </p:nvSpPr>
          <p:spPr bwMode="auto">
            <a:xfrm>
              <a:off x="6548438" y="1871663"/>
              <a:ext cx="376237"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7966" name="Line 74">
              <a:extLst>
                <a:ext uri="{FF2B5EF4-FFF2-40B4-BE49-F238E27FC236}">
                  <a16:creationId xmlns:a16="http://schemas.microsoft.com/office/drawing/2014/main" id="{9F321676-2CD8-0461-A428-81998C79E215}"/>
                </a:ext>
              </a:extLst>
            </p:cNvPr>
            <p:cNvSpPr>
              <a:spLocks noChangeShapeType="1"/>
            </p:cNvSpPr>
            <p:nvPr/>
          </p:nvSpPr>
          <p:spPr bwMode="auto">
            <a:xfrm>
              <a:off x="6548438" y="1871663"/>
              <a:ext cx="0" cy="341312"/>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7967" name="Line 75">
              <a:extLst>
                <a:ext uri="{FF2B5EF4-FFF2-40B4-BE49-F238E27FC236}">
                  <a16:creationId xmlns:a16="http://schemas.microsoft.com/office/drawing/2014/main" id="{BA448BC1-B529-046B-6C6E-18154C5D2D9D}"/>
                </a:ext>
              </a:extLst>
            </p:cNvPr>
            <p:cNvSpPr>
              <a:spLocks noChangeShapeType="1"/>
            </p:cNvSpPr>
            <p:nvPr/>
          </p:nvSpPr>
          <p:spPr bwMode="auto">
            <a:xfrm>
              <a:off x="6559550" y="2208213"/>
              <a:ext cx="142875"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7968" name="Line 76">
              <a:extLst>
                <a:ext uri="{FF2B5EF4-FFF2-40B4-BE49-F238E27FC236}">
                  <a16:creationId xmlns:a16="http://schemas.microsoft.com/office/drawing/2014/main" id="{B6965EEB-80A0-1847-C697-179D03B8084C}"/>
                </a:ext>
              </a:extLst>
            </p:cNvPr>
            <p:cNvSpPr>
              <a:spLocks noChangeShapeType="1"/>
            </p:cNvSpPr>
            <p:nvPr/>
          </p:nvSpPr>
          <p:spPr bwMode="auto">
            <a:xfrm>
              <a:off x="7270750" y="2195513"/>
              <a:ext cx="24130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7969" name="Line 77">
              <a:extLst>
                <a:ext uri="{FF2B5EF4-FFF2-40B4-BE49-F238E27FC236}">
                  <a16:creationId xmlns:a16="http://schemas.microsoft.com/office/drawing/2014/main" id="{CF36A2E2-8411-CF92-A835-A1E3BCD5939A}"/>
                </a:ext>
              </a:extLst>
            </p:cNvPr>
            <p:cNvSpPr>
              <a:spLocks noChangeShapeType="1"/>
            </p:cNvSpPr>
            <p:nvPr/>
          </p:nvSpPr>
          <p:spPr bwMode="auto">
            <a:xfrm>
              <a:off x="8064500" y="2208213"/>
              <a:ext cx="160338"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7970" name="Line 78">
              <a:extLst>
                <a:ext uri="{FF2B5EF4-FFF2-40B4-BE49-F238E27FC236}">
                  <a16:creationId xmlns:a16="http://schemas.microsoft.com/office/drawing/2014/main" id="{C4E85F8B-AC08-8440-3932-6778A6096ADD}"/>
                </a:ext>
              </a:extLst>
            </p:cNvPr>
            <p:cNvSpPr>
              <a:spLocks noChangeShapeType="1"/>
            </p:cNvSpPr>
            <p:nvPr/>
          </p:nvSpPr>
          <p:spPr bwMode="auto">
            <a:xfrm>
              <a:off x="735013" y="1236663"/>
              <a:ext cx="748665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7971" name="Line 79">
              <a:extLst>
                <a:ext uri="{FF2B5EF4-FFF2-40B4-BE49-F238E27FC236}">
                  <a16:creationId xmlns:a16="http://schemas.microsoft.com/office/drawing/2014/main" id="{6EE3C483-1998-8001-5E91-333F214C1C47}"/>
                </a:ext>
              </a:extLst>
            </p:cNvPr>
            <p:cNvSpPr>
              <a:spLocks noChangeShapeType="1"/>
            </p:cNvSpPr>
            <p:nvPr/>
          </p:nvSpPr>
          <p:spPr bwMode="auto">
            <a:xfrm>
              <a:off x="8229600" y="1236663"/>
              <a:ext cx="0" cy="960437"/>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7972" name="Line 80">
              <a:extLst>
                <a:ext uri="{FF2B5EF4-FFF2-40B4-BE49-F238E27FC236}">
                  <a16:creationId xmlns:a16="http://schemas.microsoft.com/office/drawing/2014/main" id="{19BE8EAB-4B93-6BD8-E548-40AA1B706C09}"/>
                </a:ext>
              </a:extLst>
            </p:cNvPr>
            <p:cNvSpPr>
              <a:spLocks noChangeShapeType="1"/>
            </p:cNvSpPr>
            <p:nvPr/>
          </p:nvSpPr>
          <p:spPr bwMode="auto">
            <a:xfrm>
              <a:off x="735013" y="2233613"/>
              <a:ext cx="18415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7973" name="Line 81">
              <a:extLst>
                <a:ext uri="{FF2B5EF4-FFF2-40B4-BE49-F238E27FC236}">
                  <a16:creationId xmlns:a16="http://schemas.microsoft.com/office/drawing/2014/main" id="{14D8153C-6A3E-C69A-6472-0A639A6DE036}"/>
                </a:ext>
              </a:extLst>
            </p:cNvPr>
            <p:cNvSpPr>
              <a:spLocks noChangeShapeType="1"/>
            </p:cNvSpPr>
            <p:nvPr/>
          </p:nvSpPr>
          <p:spPr bwMode="auto">
            <a:xfrm>
              <a:off x="735013" y="1223963"/>
              <a:ext cx="0" cy="100965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7974" name="Line 82">
              <a:extLst>
                <a:ext uri="{FF2B5EF4-FFF2-40B4-BE49-F238E27FC236}">
                  <a16:creationId xmlns:a16="http://schemas.microsoft.com/office/drawing/2014/main" id="{CD85B6F2-1394-50B7-A1FC-06C77F00EEE8}"/>
                </a:ext>
              </a:extLst>
            </p:cNvPr>
            <p:cNvSpPr>
              <a:spLocks noChangeShapeType="1"/>
            </p:cNvSpPr>
            <p:nvPr/>
          </p:nvSpPr>
          <p:spPr bwMode="auto">
            <a:xfrm>
              <a:off x="4073525" y="1236663"/>
              <a:ext cx="0" cy="244475"/>
            </a:xfrm>
            <a:prstGeom prst="line">
              <a:avLst/>
            </a:prstGeom>
            <a:noFill/>
            <a:ln w="22225">
              <a:solidFill>
                <a:srgbClr val="000000"/>
              </a:solidFill>
              <a:round/>
              <a:headEnd type="oval" w="sm" len="sm"/>
              <a:tailEnd/>
            </a:ln>
            <a:extLst>
              <a:ext uri="{909E8E84-426E-40DD-AFC4-6F175D3DCCD1}">
                <a14:hiddenFill xmlns:a14="http://schemas.microsoft.com/office/drawing/2010/main">
                  <a:noFill/>
                </a14:hiddenFill>
              </a:ext>
            </a:extLst>
          </p:spPr>
          <p:txBody>
            <a:bodyPr/>
            <a:lstStyle/>
            <a:p>
              <a:endParaRPr lang="en-US"/>
            </a:p>
          </p:txBody>
        </p:sp>
        <p:sp>
          <p:nvSpPr>
            <p:cNvPr id="77975" name="Line 83">
              <a:extLst>
                <a:ext uri="{FF2B5EF4-FFF2-40B4-BE49-F238E27FC236}">
                  <a16:creationId xmlns:a16="http://schemas.microsoft.com/office/drawing/2014/main" id="{64290FAC-BD4B-EF6B-B9CC-9DAC69584B5D}"/>
                </a:ext>
              </a:extLst>
            </p:cNvPr>
            <p:cNvSpPr>
              <a:spLocks noChangeShapeType="1"/>
            </p:cNvSpPr>
            <p:nvPr/>
          </p:nvSpPr>
          <p:spPr bwMode="auto">
            <a:xfrm>
              <a:off x="4073525" y="1489075"/>
              <a:ext cx="142875"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7976" name="Line 84">
              <a:extLst>
                <a:ext uri="{FF2B5EF4-FFF2-40B4-BE49-F238E27FC236}">
                  <a16:creationId xmlns:a16="http://schemas.microsoft.com/office/drawing/2014/main" id="{E626C41B-CC19-8FFC-436B-ACE7D12E4D97}"/>
                </a:ext>
              </a:extLst>
            </p:cNvPr>
            <p:cNvSpPr>
              <a:spLocks noChangeShapeType="1"/>
            </p:cNvSpPr>
            <p:nvPr/>
          </p:nvSpPr>
          <p:spPr bwMode="auto">
            <a:xfrm>
              <a:off x="5186363" y="1236663"/>
              <a:ext cx="0" cy="244475"/>
            </a:xfrm>
            <a:prstGeom prst="line">
              <a:avLst/>
            </a:prstGeom>
            <a:noFill/>
            <a:ln w="22225">
              <a:solidFill>
                <a:srgbClr val="000000"/>
              </a:solidFill>
              <a:round/>
              <a:headEnd type="oval" w="sm" len="sm"/>
              <a:tailEnd/>
            </a:ln>
            <a:extLst>
              <a:ext uri="{909E8E84-426E-40DD-AFC4-6F175D3DCCD1}">
                <a14:hiddenFill xmlns:a14="http://schemas.microsoft.com/office/drawing/2010/main">
                  <a:noFill/>
                </a14:hiddenFill>
              </a:ext>
            </a:extLst>
          </p:spPr>
          <p:txBody>
            <a:bodyPr/>
            <a:lstStyle/>
            <a:p>
              <a:endParaRPr lang="en-US"/>
            </a:p>
          </p:txBody>
        </p:sp>
        <p:sp>
          <p:nvSpPr>
            <p:cNvPr id="77977" name="Line 85">
              <a:extLst>
                <a:ext uri="{FF2B5EF4-FFF2-40B4-BE49-F238E27FC236}">
                  <a16:creationId xmlns:a16="http://schemas.microsoft.com/office/drawing/2014/main" id="{4F359703-6D2F-80D3-6690-BE8D5202E169}"/>
                </a:ext>
              </a:extLst>
            </p:cNvPr>
            <p:cNvSpPr>
              <a:spLocks noChangeShapeType="1"/>
            </p:cNvSpPr>
            <p:nvPr/>
          </p:nvSpPr>
          <p:spPr bwMode="auto">
            <a:xfrm>
              <a:off x="5186363" y="1489075"/>
              <a:ext cx="142875"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7978" name="Line 86">
              <a:extLst>
                <a:ext uri="{FF2B5EF4-FFF2-40B4-BE49-F238E27FC236}">
                  <a16:creationId xmlns:a16="http://schemas.microsoft.com/office/drawing/2014/main" id="{B0D57B71-A067-7771-1840-212002337402}"/>
                </a:ext>
              </a:extLst>
            </p:cNvPr>
            <p:cNvSpPr>
              <a:spLocks noChangeShapeType="1"/>
            </p:cNvSpPr>
            <p:nvPr/>
          </p:nvSpPr>
          <p:spPr bwMode="auto">
            <a:xfrm>
              <a:off x="6311900" y="1236663"/>
              <a:ext cx="0" cy="244475"/>
            </a:xfrm>
            <a:prstGeom prst="line">
              <a:avLst/>
            </a:prstGeom>
            <a:noFill/>
            <a:ln w="22225">
              <a:solidFill>
                <a:srgbClr val="000000"/>
              </a:solidFill>
              <a:round/>
              <a:headEnd type="oval" w="sm" len="sm"/>
              <a:tailEnd/>
            </a:ln>
            <a:extLst>
              <a:ext uri="{909E8E84-426E-40DD-AFC4-6F175D3DCCD1}">
                <a14:hiddenFill xmlns:a14="http://schemas.microsoft.com/office/drawing/2010/main">
                  <a:noFill/>
                </a14:hiddenFill>
              </a:ext>
            </a:extLst>
          </p:spPr>
          <p:txBody>
            <a:bodyPr/>
            <a:lstStyle/>
            <a:p>
              <a:endParaRPr lang="en-US"/>
            </a:p>
          </p:txBody>
        </p:sp>
        <p:sp>
          <p:nvSpPr>
            <p:cNvPr id="77979" name="Line 87">
              <a:extLst>
                <a:ext uri="{FF2B5EF4-FFF2-40B4-BE49-F238E27FC236}">
                  <a16:creationId xmlns:a16="http://schemas.microsoft.com/office/drawing/2014/main" id="{ABC96858-ADAF-F0AF-AB20-31DA74A4F682}"/>
                </a:ext>
              </a:extLst>
            </p:cNvPr>
            <p:cNvSpPr>
              <a:spLocks noChangeShapeType="1"/>
            </p:cNvSpPr>
            <p:nvPr/>
          </p:nvSpPr>
          <p:spPr bwMode="auto">
            <a:xfrm>
              <a:off x="6311900" y="1489075"/>
              <a:ext cx="141288"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7980" name="Text Box 154">
              <a:extLst>
                <a:ext uri="{FF2B5EF4-FFF2-40B4-BE49-F238E27FC236}">
                  <a16:creationId xmlns:a16="http://schemas.microsoft.com/office/drawing/2014/main" id="{4857D9A5-DCA1-2734-FA13-3590199E3940}"/>
                </a:ext>
              </a:extLst>
            </p:cNvPr>
            <p:cNvSpPr txBox="1">
              <a:spLocks noChangeArrowheads="1"/>
            </p:cNvSpPr>
            <p:nvPr/>
          </p:nvSpPr>
          <p:spPr bwMode="auto">
            <a:xfrm>
              <a:off x="457200" y="3157538"/>
              <a:ext cx="17526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a:sym typeface="Symbol" panose="05050102010706020507" pitchFamily="18" charset="2"/>
                </a:rPr>
                <a:t>Galois LFSR</a:t>
              </a:r>
              <a:endParaRPr lang="ru-RU" altLang="en-US" sz="1600">
                <a:sym typeface="Symbol" panose="05050102010706020507" pitchFamily="18" charset="2"/>
              </a:endParaRPr>
            </a:p>
          </p:txBody>
        </p:sp>
        <p:sp>
          <p:nvSpPr>
            <p:cNvPr id="77981" name="Text Box 155">
              <a:extLst>
                <a:ext uri="{FF2B5EF4-FFF2-40B4-BE49-F238E27FC236}">
                  <a16:creationId xmlns:a16="http://schemas.microsoft.com/office/drawing/2014/main" id="{54CC4B36-7252-67B0-9136-92684641B60D}"/>
                </a:ext>
              </a:extLst>
            </p:cNvPr>
            <p:cNvSpPr txBox="1">
              <a:spLocks noChangeArrowheads="1"/>
            </p:cNvSpPr>
            <p:nvPr/>
          </p:nvSpPr>
          <p:spPr bwMode="auto">
            <a:xfrm>
              <a:off x="2590800" y="3109913"/>
              <a:ext cx="61722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r>
                <a:rPr lang="en-US" altLang="en-US" sz="2000"/>
                <a:t>d(x) = 1 + </a:t>
              </a:r>
              <a:r>
                <a:rPr lang="en-US" altLang="en-US" sz="2000">
                  <a:sym typeface="Symbol" panose="05050102010706020507" pitchFamily="18" charset="2"/>
                </a:rPr>
                <a:t>x</a:t>
              </a:r>
              <a:r>
                <a:rPr lang="en-US" altLang="en-US" sz="2000" baseline="30000">
                  <a:sym typeface="Symbol" panose="05050102010706020507" pitchFamily="18" charset="2"/>
                </a:rPr>
                <a:t>4 </a:t>
              </a:r>
              <a:r>
                <a:rPr lang="en-US" altLang="en-US" sz="2000">
                  <a:sym typeface="Symbol" panose="05050102010706020507" pitchFamily="18" charset="2"/>
                </a:rPr>
                <a:t>+ x</a:t>
              </a:r>
              <a:r>
                <a:rPr lang="en-US" altLang="en-US" sz="2000" baseline="30000">
                  <a:sym typeface="Symbol" panose="05050102010706020507" pitchFamily="18" charset="2"/>
                </a:rPr>
                <a:t>5</a:t>
              </a:r>
              <a:r>
                <a:rPr lang="en-US" altLang="en-US" sz="2000">
                  <a:sym typeface="Symbol" panose="05050102010706020507" pitchFamily="18" charset="2"/>
                </a:rPr>
                <a:t> + x</a:t>
              </a:r>
              <a:r>
                <a:rPr lang="en-US" altLang="en-US" sz="2000" baseline="30000">
                  <a:sym typeface="Symbol" panose="05050102010706020507" pitchFamily="18" charset="2"/>
                </a:rPr>
                <a:t>6</a:t>
              </a:r>
              <a:r>
                <a:rPr lang="en-US" altLang="en-US" sz="2000">
                  <a:sym typeface="Symbol" panose="05050102010706020507" pitchFamily="18" charset="2"/>
                </a:rPr>
                <a:t> + x</a:t>
              </a:r>
              <a:r>
                <a:rPr lang="en-US" altLang="en-US" sz="2000" baseline="30000">
                  <a:sym typeface="Symbol" panose="05050102010706020507" pitchFamily="18" charset="2"/>
                </a:rPr>
                <a:t>8</a:t>
              </a:r>
              <a:r>
                <a:rPr lang="en-US" altLang="en-US" sz="2000">
                  <a:sym typeface="Symbol" panose="05050102010706020507" pitchFamily="18" charset="2"/>
                </a:rPr>
                <a:t>. The number of states 255</a:t>
              </a:r>
              <a:endParaRPr lang="ru-RU" altLang="en-US" sz="2000">
                <a:sym typeface="Symbol" panose="05050102010706020507" pitchFamily="18" charset="2"/>
              </a:endParaRPr>
            </a:p>
          </p:txBody>
        </p:sp>
      </p:grpSp>
      <p:sp>
        <p:nvSpPr>
          <p:cNvPr id="77828" name="Text Box 157">
            <a:extLst>
              <a:ext uri="{FF2B5EF4-FFF2-40B4-BE49-F238E27FC236}">
                <a16:creationId xmlns:a16="http://schemas.microsoft.com/office/drawing/2014/main" id="{E1470A79-EA5C-F381-6758-E0A49A9570D1}"/>
              </a:ext>
            </a:extLst>
          </p:cNvPr>
          <p:cNvSpPr txBox="1">
            <a:spLocks noChangeArrowheads="1"/>
          </p:cNvSpPr>
          <p:nvPr/>
        </p:nvSpPr>
        <p:spPr bwMode="auto">
          <a:xfrm>
            <a:off x="1905000" y="5486401"/>
            <a:ext cx="2133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Fibonacci LFSR </a:t>
            </a:r>
            <a:endParaRPr lang="ru-RU" altLang="en-US" sz="2000"/>
          </a:p>
        </p:txBody>
      </p:sp>
      <p:sp>
        <p:nvSpPr>
          <p:cNvPr id="77829" name="Text Box 158">
            <a:extLst>
              <a:ext uri="{FF2B5EF4-FFF2-40B4-BE49-F238E27FC236}">
                <a16:creationId xmlns:a16="http://schemas.microsoft.com/office/drawing/2014/main" id="{1014A582-CA6B-FEB7-0372-F111DD17B56F}"/>
              </a:ext>
            </a:extLst>
          </p:cNvPr>
          <p:cNvSpPr txBox="1">
            <a:spLocks noChangeArrowheads="1"/>
          </p:cNvSpPr>
          <p:nvPr/>
        </p:nvSpPr>
        <p:spPr bwMode="auto">
          <a:xfrm>
            <a:off x="4572000" y="5791201"/>
            <a:ext cx="5867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endParaRPr lang="ru-RU" altLang="en-US"/>
          </a:p>
        </p:txBody>
      </p:sp>
      <p:grpSp>
        <p:nvGrpSpPr>
          <p:cNvPr id="77830" name="Группа 2">
            <a:extLst>
              <a:ext uri="{FF2B5EF4-FFF2-40B4-BE49-F238E27FC236}">
                <a16:creationId xmlns:a16="http://schemas.microsoft.com/office/drawing/2014/main" id="{75256C36-EEA6-5D0E-48B5-647F47BD6353}"/>
              </a:ext>
            </a:extLst>
          </p:cNvPr>
          <p:cNvGrpSpPr>
            <a:grpSpLocks/>
          </p:cNvGrpSpPr>
          <p:nvPr/>
        </p:nvGrpSpPr>
        <p:grpSpPr bwMode="auto">
          <a:xfrm>
            <a:off x="1981200" y="3536950"/>
            <a:ext cx="7924800" cy="2330450"/>
            <a:chOff x="457200" y="3781425"/>
            <a:chExt cx="7924800" cy="2330450"/>
          </a:xfrm>
        </p:grpSpPr>
        <p:sp>
          <p:nvSpPr>
            <p:cNvPr id="77839" name="Rectangle 89">
              <a:extLst>
                <a:ext uri="{FF2B5EF4-FFF2-40B4-BE49-F238E27FC236}">
                  <a16:creationId xmlns:a16="http://schemas.microsoft.com/office/drawing/2014/main" id="{52600D1E-1B09-2E96-6E15-EF7B28F12A2C}"/>
                </a:ext>
              </a:extLst>
            </p:cNvPr>
            <p:cNvSpPr>
              <a:spLocks noChangeArrowheads="1"/>
            </p:cNvSpPr>
            <p:nvPr/>
          </p:nvSpPr>
          <p:spPr bwMode="auto">
            <a:xfrm>
              <a:off x="2168525" y="4549775"/>
              <a:ext cx="550863" cy="754063"/>
            </a:xfrm>
            <a:prstGeom prst="rect">
              <a:avLst/>
            </a:prstGeom>
            <a:solidFill>
              <a:schemeClr val="accent1"/>
            </a:solidFill>
            <a:ln w="22225">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77840" name="Rectangle 90">
              <a:extLst>
                <a:ext uri="{FF2B5EF4-FFF2-40B4-BE49-F238E27FC236}">
                  <a16:creationId xmlns:a16="http://schemas.microsoft.com/office/drawing/2014/main" id="{5757F1B8-D470-CADF-EAE1-89D2C1499A28}"/>
                </a:ext>
              </a:extLst>
            </p:cNvPr>
            <p:cNvSpPr>
              <a:spLocks noChangeArrowheads="1"/>
            </p:cNvSpPr>
            <p:nvPr/>
          </p:nvSpPr>
          <p:spPr bwMode="auto">
            <a:xfrm>
              <a:off x="3109913" y="4554538"/>
              <a:ext cx="552450" cy="754062"/>
            </a:xfrm>
            <a:prstGeom prst="rect">
              <a:avLst/>
            </a:prstGeom>
            <a:solidFill>
              <a:schemeClr val="accent1"/>
            </a:solidFill>
            <a:ln w="22225">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77841" name="Rectangle 91">
              <a:extLst>
                <a:ext uri="{FF2B5EF4-FFF2-40B4-BE49-F238E27FC236}">
                  <a16:creationId xmlns:a16="http://schemas.microsoft.com/office/drawing/2014/main" id="{603A5869-542E-EF3E-EA4B-F195CFF3E310}"/>
                </a:ext>
              </a:extLst>
            </p:cNvPr>
            <p:cNvSpPr>
              <a:spLocks noChangeArrowheads="1"/>
            </p:cNvSpPr>
            <p:nvPr/>
          </p:nvSpPr>
          <p:spPr bwMode="auto">
            <a:xfrm>
              <a:off x="4029075" y="4548188"/>
              <a:ext cx="552450" cy="752475"/>
            </a:xfrm>
            <a:prstGeom prst="rect">
              <a:avLst/>
            </a:prstGeom>
            <a:solidFill>
              <a:schemeClr val="accent1"/>
            </a:solidFill>
            <a:ln w="22225">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77842" name="Rectangle 92">
              <a:extLst>
                <a:ext uri="{FF2B5EF4-FFF2-40B4-BE49-F238E27FC236}">
                  <a16:creationId xmlns:a16="http://schemas.microsoft.com/office/drawing/2014/main" id="{29084394-DD24-2916-3289-B6BF11C3DE68}"/>
                </a:ext>
              </a:extLst>
            </p:cNvPr>
            <p:cNvSpPr>
              <a:spLocks noChangeArrowheads="1"/>
            </p:cNvSpPr>
            <p:nvPr/>
          </p:nvSpPr>
          <p:spPr bwMode="auto">
            <a:xfrm>
              <a:off x="4937125" y="4552950"/>
              <a:ext cx="550863" cy="752475"/>
            </a:xfrm>
            <a:prstGeom prst="rect">
              <a:avLst/>
            </a:prstGeom>
            <a:solidFill>
              <a:schemeClr val="accent1"/>
            </a:solidFill>
            <a:ln w="22225">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77843" name="Rectangle 93">
              <a:extLst>
                <a:ext uri="{FF2B5EF4-FFF2-40B4-BE49-F238E27FC236}">
                  <a16:creationId xmlns:a16="http://schemas.microsoft.com/office/drawing/2014/main" id="{64EE7622-F6AC-AD3C-4928-810EF6AD9E3B}"/>
                </a:ext>
              </a:extLst>
            </p:cNvPr>
            <p:cNvSpPr>
              <a:spLocks noChangeArrowheads="1"/>
            </p:cNvSpPr>
            <p:nvPr/>
          </p:nvSpPr>
          <p:spPr bwMode="auto">
            <a:xfrm>
              <a:off x="5843588" y="4557713"/>
              <a:ext cx="550862" cy="752475"/>
            </a:xfrm>
            <a:prstGeom prst="rect">
              <a:avLst/>
            </a:prstGeom>
            <a:solidFill>
              <a:schemeClr val="accent1"/>
            </a:solidFill>
            <a:ln w="22225">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solidFill>
                  <a:schemeClr val="bg1"/>
                </a:solidFill>
              </a:endParaRPr>
            </a:p>
          </p:txBody>
        </p:sp>
        <p:sp>
          <p:nvSpPr>
            <p:cNvPr id="77844" name="Rectangle 94">
              <a:extLst>
                <a:ext uri="{FF2B5EF4-FFF2-40B4-BE49-F238E27FC236}">
                  <a16:creationId xmlns:a16="http://schemas.microsoft.com/office/drawing/2014/main" id="{933952E6-C785-FACE-BC4C-DC20C73C4681}"/>
                </a:ext>
              </a:extLst>
            </p:cNvPr>
            <p:cNvSpPr>
              <a:spLocks noChangeArrowheads="1"/>
            </p:cNvSpPr>
            <p:nvPr/>
          </p:nvSpPr>
          <p:spPr bwMode="auto">
            <a:xfrm>
              <a:off x="6754813" y="4557713"/>
              <a:ext cx="552450" cy="752475"/>
            </a:xfrm>
            <a:prstGeom prst="rect">
              <a:avLst/>
            </a:prstGeom>
            <a:solidFill>
              <a:schemeClr val="accent1"/>
            </a:solidFill>
            <a:ln w="22225">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77845" name="Rectangle 95">
              <a:extLst>
                <a:ext uri="{FF2B5EF4-FFF2-40B4-BE49-F238E27FC236}">
                  <a16:creationId xmlns:a16="http://schemas.microsoft.com/office/drawing/2014/main" id="{E2BE6D1E-8ADE-1E7A-B608-9CB4B03D2B7B}"/>
                </a:ext>
              </a:extLst>
            </p:cNvPr>
            <p:cNvSpPr>
              <a:spLocks noChangeArrowheads="1"/>
            </p:cNvSpPr>
            <p:nvPr/>
          </p:nvSpPr>
          <p:spPr bwMode="auto">
            <a:xfrm>
              <a:off x="7650163" y="4549775"/>
              <a:ext cx="552450" cy="754063"/>
            </a:xfrm>
            <a:prstGeom prst="rect">
              <a:avLst/>
            </a:prstGeom>
            <a:solidFill>
              <a:schemeClr val="accent1"/>
            </a:solidFill>
            <a:ln w="22225">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77846" name="Rectangle 96">
              <a:extLst>
                <a:ext uri="{FF2B5EF4-FFF2-40B4-BE49-F238E27FC236}">
                  <a16:creationId xmlns:a16="http://schemas.microsoft.com/office/drawing/2014/main" id="{2E69FF0F-9907-4460-0E66-DBBE2D408CCB}"/>
                </a:ext>
              </a:extLst>
            </p:cNvPr>
            <p:cNvSpPr>
              <a:spLocks noChangeArrowheads="1"/>
            </p:cNvSpPr>
            <p:nvPr/>
          </p:nvSpPr>
          <p:spPr bwMode="auto">
            <a:xfrm>
              <a:off x="1239838" y="4554538"/>
              <a:ext cx="552450" cy="754062"/>
            </a:xfrm>
            <a:prstGeom prst="rect">
              <a:avLst/>
            </a:prstGeom>
            <a:solidFill>
              <a:schemeClr val="accent1"/>
            </a:solidFill>
            <a:ln w="22225">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77847" name="Freeform 97">
              <a:extLst>
                <a:ext uri="{FF2B5EF4-FFF2-40B4-BE49-F238E27FC236}">
                  <a16:creationId xmlns:a16="http://schemas.microsoft.com/office/drawing/2014/main" id="{66AE10E6-5402-83C2-52B7-07823761EDD4}"/>
                </a:ext>
              </a:extLst>
            </p:cNvPr>
            <p:cNvSpPr>
              <a:spLocks/>
            </p:cNvSpPr>
            <p:nvPr/>
          </p:nvSpPr>
          <p:spPr bwMode="auto">
            <a:xfrm rot="-5400000">
              <a:off x="1445419" y="5163344"/>
              <a:ext cx="138113" cy="136525"/>
            </a:xfrm>
            <a:custGeom>
              <a:avLst/>
              <a:gdLst>
                <a:gd name="T0" fmla="*/ 0 w 129"/>
                <a:gd name="T1" fmla="*/ 2147483646 h 133"/>
                <a:gd name="T2" fmla="*/ 2147483646 w 129"/>
                <a:gd name="T3" fmla="*/ 2147483646 h 133"/>
                <a:gd name="T4" fmla="*/ 0 w 129"/>
                <a:gd name="T5" fmla="*/ 0 h 133"/>
                <a:gd name="T6" fmla="*/ 0 60000 65536"/>
                <a:gd name="T7" fmla="*/ 0 60000 65536"/>
                <a:gd name="T8" fmla="*/ 0 60000 65536"/>
                <a:gd name="T9" fmla="*/ 0 w 129"/>
                <a:gd name="T10" fmla="*/ 0 h 133"/>
                <a:gd name="T11" fmla="*/ 129 w 129"/>
                <a:gd name="T12" fmla="*/ 133 h 133"/>
              </a:gdLst>
              <a:ahLst/>
              <a:cxnLst>
                <a:cxn ang="T6">
                  <a:pos x="T0" y="T1"/>
                </a:cxn>
                <a:cxn ang="T7">
                  <a:pos x="T2" y="T3"/>
                </a:cxn>
                <a:cxn ang="T8">
                  <a:pos x="T4" y="T5"/>
                </a:cxn>
              </a:cxnLst>
              <a:rect l="T9" t="T10" r="T11" b="T12"/>
              <a:pathLst>
                <a:path w="129" h="133">
                  <a:moveTo>
                    <a:pt x="0" y="133"/>
                  </a:moveTo>
                  <a:lnTo>
                    <a:pt x="129" y="66"/>
                  </a:lnTo>
                  <a:lnTo>
                    <a:pt x="0" y="0"/>
                  </a:lnTo>
                </a:path>
              </a:pathLst>
            </a:custGeom>
            <a:noFill/>
            <a:ln w="2222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7848" name="Freeform 98">
              <a:extLst>
                <a:ext uri="{FF2B5EF4-FFF2-40B4-BE49-F238E27FC236}">
                  <a16:creationId xmlns:a16="http://schemas.microsoft.com/office/drawing/2014/main" id="{979C5D66-5257-0E1A-1D82-0A0899A8C7C7}"/>
                </a:ext>
              </a:extLst>
            </p:cNvPr>
            <p:cNvSpPr>
              <a:spLocks/>
            </p:cNvSpPr>
            <p:nvPr/>
          </p:nvSpPr>
          <p:spPr bwMode="auto">
            <a:xfrm rot="-5400000">
              <a:off x="2363788" y="5156200"/>
              <a:ext cx="139700" cy="136525"/>
            </a:xfrm>
            <a:custGeom>
              <a:avLst/>
              <a:gdLst>
                <a:gd name="T0" fmla="*/ 0 w 129"/>
                <a:gd name="T1" fmla="*/ 2147483646 h 133"/>
                <a:gd name="T2" fmla="*/ 2147483646 w 129"/>
                <a:gd name="T3" fmla="*/ 2147483646 h 133"/>
                <a:gd name="T4" fmla="*/ 0 w 129"/>
                <a:gd name="T5" fmla="*/ 0 h 133"/>
                <a:gd name="T6" fmla="*/ 0 60000 65536"/>
                <a:gd name="T7" fmla="*/ 0 60000 65536"/>
                <a:gd name="T8" fmla="*/ 0 60000 65536"/>
                <a:gd name="T9" fmla="*/ 0 w 129"/>
                <a:gd name="T10" fmla="*/ 0 h 133"/>
                <a:gd name="T11" fmla="*/ 129 w 129"/>
                <a:gd name="T12" fmla="*/ 133 h 133"/>
              </a:gdLst>
              <a:ahLst/>
              <a:cxnLst>
                <a:cxn ang="T6">
                  <a:pos x="T0" y="T1"/>
                </a:cxn>
                <a:cxn ang="T7">
                  <a:pos x="T2" y="T3"/>
                </a:cxn>
                <a:cxn ang="T8">
                  <a:pos x="T4" y="T5"/>
                </a:cxn>
              </a:cxnLst>
              <a:rect l="T9" t="T10" r="T11" b="T12"/>
              <a:pathLst>
                <a:path w="129" h="133">
                  <a:moveTo>
                    <a:pt x="0" y="133"/>
                  </a:moveTo>
                  <a:lnTo>
                    <a:pt x="129" y="66"/>
                  </a:lnTo>
                  <a:lnTo>
                    <a:pt x="0" y="0"/>
                  </a:lnTo>
                </a:path>
              </a:pathLst>
            </a:custGeom>
            <a:noFill/>
            <a:ln w="2222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7849" name="Freeform 99">
              <a:extLst>
                <a:ext uri="{FF2B5EF4-FFF2-40B4-BE49-F238E27FC236}">
                  <a16:creationId xmlns:a16="http://schemas.microsoft.com/office/drawing/2014/main" id="{92920D01-7685-5781-3094-A151667F5916}"/>
                </a:ext>
              </a:extLst>
            </p:cNvPr>
            <p:cNvSpPr>
              <a:spLocks/>
            </p:cNvSpPr>
            <p:nvPr/>
          </p:nvSpPr>
          <p:spPr bwMode="auto">
            <a:xfrm rot="-5400000">
              <a:off x="3305176" y="5160962"/>
              <a:ext cx="139700" cy="136525"/>
            </a:xfrm>
            <a:custGeom>
              <a:avLst/>
              <a:gdLst>
                <a:gd name="T0" fmla="*/ 0 w 129"/>
                <a:gd name="T1" fmla="*/ 2147483646 h 133"/>
                <a:gd name="T2" fmla="*/ 2147483646 w 129"/>
                <a:gd name="T3" fmla="*/ 2147483646 h 133"/>
                <a:gd name="T4" fmla="*/ 0 w 129"/>
                <a:gd name="T5" fmla="*/ 0 h 133"/>
                <a:gd name="T6" fmla="*/ 0 60000 65536"/>
                <a:gd name="T7" fmla="*/ 0 60000 65536"/>
                <a:gd name="T8" fmla="*/ 0 60000 65536"/>
                <a:gd name="T9" fmla="*/ 0 w 129"/>
                <a:gd name="T10" fmla="*/ 0 h 133"/>
                <a:gd name="T11" fmla="*/ 129 w 129"/>
                <a:gd name="T12" fmla="*/ 133 h 133"/>
              </a:gdLst>
              <a:ahLst/>
              <a:cxnLst>
                <a:cxn ang="T6">
                  <a:pos x="T0" y="T1"/>
                </a:cxn>
                <a:cxn ang="T7">
                  <a:pos x="T2" y="T3"/>
                </a:cxn>
                <a:cxn ang="T8">
                  <a:pos x="T4" y="T5"/>
                </a:cxn>
              </a:cxnLst>
              <a:rect l="T9" t="T10" r="T11" b="T12"/>
              <a:pathLst>
                <a:path w="129" h="133">
                  <a:moveTo>
                    <a:pt x="0" y="133"/>
                  </a:moveTo>
                  <a:lnTo>
                    <a:pt x="129" y="66"/>
                  </a:lnTo>
                  <a:lnTo>
                    <a:pt x="0" y="0"/>
                  </a:lnTo>
                </a:path>
              </a:pathLst>
            </a:custGeom>
            <a:noFill/>
            <a:ln w="2222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7850" name="Freeform 100">
              <a:extLst>
                <a:ext uri="{FF2B5EF4-FFF2-40B4-BE49-F238E27FC236}">
                  <a16:creationId xmlns:a16="http://schemas.microsoft.com/office/drawing/2014/main" id="{43BE5C54-8772-7FC8-11F7-7EB523980E8F}"/>
                </a:ext>
              </a:extLst>
            </p:cNvPr>
            <p:cNvSpPr>
              <a:spLocks/>
            </p:cNvSpPr>
            <p:nvPr/>
          </p:nvSpPr>
          <p:spPr bwMode="auto">
            <a:xfrm rot="-5400000">
              <a:off x="4237831" y="5153819"/>
              <a:ext cx="138113" cy="136525"/>
            </a:xfrm>
            <a:custGeom>
              <a:avLst/>
              <a:gdLst>
                <a:gd name="T0" fmla="*/ 0 w 129"/>
                <a:gd name="T1" fmla="*/ 2147483646 h 133"/>
                <a:gd name="T2" fmla="*/ 2147483646 w 129"/>
                <a:gd name="T3" fmla="*/ 2147483646 h 133"/>
                <a:gd name="T4" fmla="*/ 0 w 129"/>
                <a:gd name="T5" fmla="*/ 0 h 133"/>
                <a:gd name="T6" fmla="*/ 0 60000 65536"/>
                <a:gd name="T7" fmla="*/ 0 60000 65536"/>
                <a:gd name="T8" fmla="*/ 0 60000 65536"/>
                <a:gd name="T9" fmla="*/ 0 w 129"/>
                <a:gd name="T10" fmla="*/ 0 h 133"/>
                <a:gd name="T11" fmla="*/ 129 w 129"/>
                <a:gd name="T12" fmla="*/ 133 h 133"/>
              </a:gdLst>
              <a:ahLst/>
              <a:cxnLst>
                <a:cxn ang="T6">
                  <a:pos x="T0" y="T1"/>
                </a:cxn>
                <a:cxn ang="T7">
                  <a:pos x="T2" y="T3"/>
                </a:cxn>
                <a:cxn ang="T8">
                  <a:pos x="T4" y="T5"/>
                </a:cxn>
              </a:cxnLst>
              <a:rect l="T9" t="T10" r="T11" b="T12"/>
              <a:pathLst>
                <a:path w="129" h="133">
                  <a:moveTo>
                    <a:pt x="0" y="133"/>
                  </a:moveTo>
                  <a:lnTo>
                    <a:pt x="129" y="66"/>
                  </a:lnTo>
                  <a:lnTo>
                    <a:pt x="0" y="0"/>
                  </a:lnTo>
                </a:path>
              </a:pathLst>
            </a:custGeom>
            <a:noFill/>
            <a:ln w="2222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7851" name="Freeform 101">
              <a:extLst>
                <a:ext uri="{FF2B5EF4-FFF2-40B4-BE49-F238E27FC236}">
                  <a16:creationId xmlns:a16="http://schemas.microsoft.com/office/drawing/2014/main" id="{A72E7EE5-F2C1-49E3-8BB4-17D09D84C396}"/>
                </a:ext>
              </a:extLst>
            </p:cNvPr>
            <p:cNvSpPr>
              <a:spLocks/>
            </p:cNvSpPr>
            <p:nvPr/>
          </p:nvSpPr>
          <p:spPr bwMode="auto">
            <a:xfrm rot="-5400000">
              <a:off x="5144295" y="5158581"/>
              <a:ext cx="138112" cy="136525"/>
            </a:xfrm>
            <a:custGeom>
              <a:avLst/>
              <a:gdLst>
                <a:gd name="T0" fmla="*/ 0 w 129"/>
                <a:gd name="T1" fmla="*/ 2147483646 h 133"/>
                <a:gd name="T2" fmla="*/ 2147483646 w 129"/>
                <a:gd name="T3" fmla="*/ 2147483646 h 133"/>
                <a:gd name="T4" fmla="*/ 0 w 129"/>
                <a:gd name="T5" fmla="*/ 0 h 133"/>
                <a:gd name="T6" fmla="*/ 0 60000 65536"/>
                <a:gd name="T7" fmla="*/ 0 60000 65536"/>
                <a:gd name="T8" fmla="*/ 0 60000 65536"/>
                <a:gd name="T9" fmla="*/ 0 w 129"/>
                <a:gd name="T10" fmla="*/ 0 h 133"/>
                <a:gd name="T11" fmla="*/ 129 w 129"/>
                <a:gd name="T12" fmla="*/ 133 h 133"/>
              </a:gdLst>
              <a:ahLst/>
              <a:cxnLst>
                <a:cxn ang="T6">
                  <a:pos x="T0" y="T1"/>
                </a:cxn>
                <a:cxn ang="T7">
                  <a:pos x="T2" y="T3"/>
                </a:cxn>
                <a:cxn ang="T8">
                  <a:pos x="T4" y="T5"/>
                </a:cxn>
              </a:cxnLst>
              <a:rect l="T9" t="T10" r="T11" b="T12"/>
              <a:pathLst>
                <a:path w="129" h="133">
                  <a:moveTo>
                    <a:pt x="0" y="133"/>
                  </a:moveTo>
                  <a:lnTo>
                    <a:pt x="129" y="66"/>
                  </a:lnTo>
                  <a:lnTo>
                    <a:pt x="0" y="0"/>
                  </a:lnTo>
                </a:path>
              </a:pathLst>
            </a:custGeom>
            <a:noFill/>
            <a:ln w="2222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7852" name="Freeform 102">
              <a:extLst>
                <a:ext uri="{FF2B5EF4-FFF2-40B4-BE49-F238E27FC236}">
                  <a16:creationId xmlns:a16="http://schemas.microsoft.com/office/drawing/2014/main" id="{D4882FEC-29BD-71F9-679B-F72368F67885}"/>
                </a:ext>
              </a:extLst>
            </p:cNvPr>
            <p:cNvSpPr>
              <a:spLocks/>
            </p:cNvSpPr>
            <p:nvPr/>
          </p:nvSpPr>
          <p:spPr bwMode="auto">
            <a:xfrm rot="-5400000">
              <a:off x="6026944" y="5163344"/>
              <a:ext cx="138113" cy="136525"/>
            </a:xfrm>
            <a:custGeom>
              <a:avLst/>
              <a:gdLst>
                <a:gd name="T0" fmla="*/ 0 w 129"/>
                <a:gd name="T1" fmla="*/ 2147483646 h 133"/>
                <a:gd name="T2" fmla="*/ 2147483646 w 129"/>
                <a:gd name="T3" fmla="*/ 2147483646 h 133"/>
                <a:gd name="T4" fmla="*/ 0 w 129"/>
                <a:gd name="T5" fmla="*/ 0 h 133"/>
                <a:gd name="T6" fmla="*/ 0 60000 65536"/>
                <a:gd name="T7" fmla="*/ 0 60000 65536"/>
                <a:gd name="T8" fmla="*/ 0 60000 65536"/>
                <a:gd name="T9" fmla="*/ 0 w 129"/>
                <a:gd name="T10" fmla="*/ 0 h 133"/>
                <a:gd name="T11" fmla="*/ 129 w 129"/>
                <a:gd name="T12" fmla="*/ 133 h 133"/>
              </a:gdLst>
              <a:ahLst/>
              <a:cxnLst>
                <a:cxn ang="T6">
                  <a:pos x="T0" y="T1"/>
                </a:cxn>
                <a:cxn ang="T7">
                  <a:pos x="T2" y="T3"/>
                </a:cxn>
                <a:cxn ang="T8">
                  <a:pos x="T4" y="T5"/>
                </a:cxn>
              </a:cxnLst>
              <a:rect l="T9" t="T10" r="T11" b="T12"/>
              <a:pathLst>
                <a:path w="129" h="133">
                  <a:moveTo>
                    <a:pt x="0" y="133"/>
                  </a:moveTo>
                  <a:lnTo>
                    <a:pt x="129" y="66"/>
                  </a:lnTo>
                  <a:lnTo>
                    <a:pt x="0" y="0"/>
                  </a:lnTo>
                </a:path>
              </a:pathLst>
            </a:custGeom>
            <a:noFill/>
            <a:ln w="2222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7853" name="Freeform 103">
              <a:extLst>
                <a:ext uri="{FF2B5EF4-FFF2-40B4-BE49-F238E27FC236}">
                  <a16:creationId xmlns:a16="http://schemas.microsoft.com/office/drawing/2014/main" id="{65A970AC-1968-CF90-2E97-6D4384C763DB}"/>
                </a:ext>
              </a:extLst>
            </p:cNvPr>
            <p:cNvSpPr>
              <a:spLocks/>
            </p:cNvSpPr>
            <p:nvPr/>
          </p:nvSpPr>
          <p:spPr bwMode="auto">
            <a:xfrm rot="-5400000">
              <a:off x="6958013" y="5167313"/>
              <a:ext cx="138112" cy="138112"/>
            </a:xfrm>
            <a:custGeom>
              <a:avLst/>
              <a:gdLst>
                <a:gd name="T0" fmla="*/ 0 w 129"/>
                <a:gd name="T1" fmla="*/ 2147483646 h 133"/>
                <a:gd name="T2" fmla="*/ 2147483646 w 129"/>
                <a:gd name="T3" fmla="*/ 2147483646 h 133"/>
                <a:gd name="T4" fmla="*/ 0 w 129"/>
                <a:gd name="T5" fmla="*/ 0 h 133"/>
                <a:gd name="T6" fmla="*/ 0 60000 65536"/>
                <a:gd name="T7" fmla="*/ 0 60000 65536"/>
                <a:gd name="T8" fmla="*/ 0 60000 65536"/>
                <a:gd name="T9" fmla="*/ 0 w 129"/>
                <a:gd name="T10" fmla="*/ 0 h 133"/>
                <a:gd name="T11" fmla="*/ 129 w 129"/>
                <a:gd name="T12" fmla="*/ 133 h 133"/>
              </a:gdLst>
              <a:ahLst/>
              <a:cxnLst>
                <a:cxn ang="T6">
                  <a:pos x="T0" y="T1"/>
                </a:cxn>
                <a:cxn ang="T7">
                  <a:pos x="T2" y="T3"/>
                </a:cxn>
                <a:cxn ang="T8">
                  <a:pos x="T4" y="T5"/>
                </a:cxn>
              </a:cxnLst>
              <a:rect l="T9" t="T10" r="T11" b="T12"/>
              <a:pathLst>
                <a:path w="129" h="133">
                  <a:moveTo>
                    <a:pt x="0" y="133"/>
                  </a:moveTo>
                  <a:lnTo>
                    <a:pt x="129" y="66"/>
                  </a:lnTo>
                  <a:lnTo>
                    <a:pt x="0" y="0"/>
                  </a:lnTo>
                </a:path>
              </a:pathLst>
            </a:custGeom>
            <a:noFill/>
            <a:ln w="2222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7854" name="Freeform 104">
              <a:extLst>
                <a:ext uri="{FF2B5EF4-FFF2-40B4-BE49-F238E27FC236}">
                  <a16:creationId xmlns:a16="http://schemas.microsoft.com/office/drawing/2014/main" id="{E81B724F-81F3-4579-B2D4-9202FDF1AC5D}"/>
                </a:ext>
              </a:extLst>
            </p:cNvPr>
            <p:cNvSpPr>
              <a:spLocks/>
            </p:cNvSpPr>
            <p:nvPr/>
          </p:nvSpPr>
          <p:spPr bwMode="auto">
            <a:xfrm rot="-5400000">
              <a:off x="7851776" y="5160962"/>
              <a:ext cx="139700" cy="136525"/>
            </a:xfrm>
            <a:custGeom>
              <a:avLst/>
              <a:gdLst>
                <a:gd name="T0" fmla="*/ 0 w 129"/>
                <a:gd name="T1" fmla="*/ 2147483646 h 133"/>
                <a:gd name="T2" fmla="*/ 2147483646 w 129"/>
                <a:gd name="T3" fmla="*/ 2147483646 h 133"/>
                <a:gd name="T4" fmla="*/ 0 w 129"/>
                <a:gd name="T5" fmla="*/ 0 h 133"/>
                <a:gd name="T6" fmla="*/ 0 60000 65536"/>
                <a:gd name="T7" fmla="*/ 0 60000 65536"/>
                <a:gd name="T8" fmla="*/ 0 60000 65536"/>
                <a:gd name="T9" fmla="*/ 0 w 129"/>
                <a:gd name="T10" fmla="*/ 0 h 133"/>
                <a:gd name="T11" fmla="*/ 129 w 129"/>
                <a:gd name="T12" fmla="*/ 133 h 133"/>
              </a:gdLst>
              <a:ahLst/>
              <a:cxnLst>
                <a:cxn ang="T6">
                  <a:pos x="T0" y="T1"/>
                </a:cxn>
                <a:cxn ang="T7">
                  <a:pos x="T2" y="T3"/>
                </a:cxn>
                <a:cxn ang="T8">
                  <a:pos x="T4" y="T5"/>
                </a:cxn>
              </a:cxnLst>
              <a:rect l="T9" t="T10" r="T11" b="T12"/>
              <a:pathLst>
                <a:path w="129" h="133">
                  <a:moveTo>
                    <a:pt x="0" y="133"/>
                  </a:moveTo>
                  <a:lnTo>
                    <a:pt x="129" y="66"/>
                  </a:lnTo>
                  <a:lnTo>
                    <a:pt x="0" y="0"/>
                  </a:lnTo>
                </a:path>
              </a:pathLst>
            </a:custGeom>
            <a:noFill/>
            <a:ln w="2222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7855" name="Line 105">
              <a:extLst>
                <a:ext uri="{FF2B5EF4-FFF2-40B4-BE49-F238E27FC236}">
                  <a16:creationId xmlns:a16="http://schemas.microsoft.com/office/drawing/2014/main" id="{6AF78499-8141-ED2B-E3B9-3303657C7BEF}"/>
                </a:ext>
              </a:extLst>
            </p:cNvPr>
            <p:cNvSpPr>
              <a:spLocks noChangeShapeType="1"/>
            </p:cNvSpPr>
            <p:nvPr/>
          </p:nvSpPr>
          <p:spPr bwMode="auto">
            <a:xfrm>
              <a:off x="927100" y="5597525"/>
              <a:ext cx="701675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7856" name="Line 106">
              <a:extLst>
                <a:ext uri="{FF2B5EF4-FFF2-40B4-BE49-F238E27FC236}">
                  <a16:creationId xmlns:a16="http://schemas.microsoft.com/office/drawing/2014/main" id="{0D3F4FD7-EFBE-22E7-6F6B-165B14968825}"/>
                </a:ext>
              </a:extLst>
            </p:cNvPr>
            <p:cNvSpPr>
              <a:spLocks noChangeShapeType="1"/>
            </p:cNvSpPr>
            <p:nvPr/>
          </p:nvSpPr>
          <p:spPr bwMode="auto">
            <a:xfrm flipV="1">
              <a:off x="7934325" y="5307013"/>
              <a:ext cx="0" cy="287337"/>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7857" name="Line 107">
              <a:extLst>
                <a:ext uri="{FF2B5EF4-FFF2-40B4-BE49-F238E27FC236}">
                  <a16:creationId xmlns:a16="http://schemas.microsoft.com/office/drawing/2014/main" id="{90490F58-B58B-241B-E575-253409920972}"/>
                </a:ext>
              </a:extLst>
            </p:cNvPr>
            <p:cNvSpPr>
              <a:spLocks noChangeShapeType="1"/>
            </p:cNvSpPr>
            <p:nvPr/>
          </p:nvSpPr>
          <p:spPr bwMode="auto">
            <a:xfrm flipV="1">
              <a:off x="7018338" y="5299075"/>
              <a:ext cx="0" cy="288925"/>
            </a:xfrm>
            <a:prstGeom prst="line">
              <a:avLst/>
            </a:prstGeom>
            <a:noFill/>
            <a:ln w="22225">
              <a:solidFill>
                <a:srgbClr val="000000"/>
              </a:solidFill>
              <a:round/>
              <a:headEnd type="oval" w="sm" len="sm"/>
              <a:tailEnd/>
            </a:ln>
            <a:extLst>
              <a:ext uri="{909E8E84-426E-40DD-AFC4-6F175D3DCCD1}">
                <a14:hiddenFill xmlns:a14="http://schemas.microsoft.com/office/drawing/2010/main">
                  <a:noFill/>
                </a14:hiddenFill>
              </a:ext>
            </a:extLst>
          </p:spPr>
          <p:txBody>
            <a:bodyPr/>
            <a:lstStyle/>
            <a:p>
              <a:endParaRPr lang="en-US"/>
            </a:p>
          </p:txBody>
        </p:sp>
        <p:sp>
          <p:nvSpPr>
            <p:cNvPr id="77858" name="Line 108">
              <a:extLst>
                <a:ext uri="{FF2B5EF4-FFF2-40B4-BE49-F238E27FC236}">
                  <a16:creationId xmlns:a16="http://schemas.microsoft.com/office/drawing/2014/main" id="{BE0E1C29-E53C-57B0-848F-F7131D16FBBA}"/>
                </a:ext>
              </a:extLst>
            </p:cNvPr>
            <p:cNvSpPr>
              <a:spLocks noChangeShapeType="1"/>
            </p:cNvSpPr>
            <p:nvPr/>
          </p:nvSpPr>
          <p:spPr bwMode="auto">
            <a:xfrm flipV="1">
              <a:off x="6100763" y="5303838"/>
              <a:ext cx="0" cy="288925"/>
            </a:xfrm>
            <a:prstGeom prst="line">
              <a:avLst/>
            </a:prstGeom>
            <a:noFill/>
            <a:ln w="22225">
              <a:solidFill>
                <a:srgbClr val="000000"/>
              </a:solidFill>
              <a:round/>
              <a:headEnd type="oval" w="sm" len="sm"/>
              <a:tailEnd/>
            </a:ln>
            <a:extLst>
              <a:ext uri="{909E8E84-426E-40DD-AFC4-6F175D3DCCD1}">
                <a14:hiddenFill xmlns:a14="http://schemas.microsoft.com/office/drawing/2010/main">
                  <a:noFill/>
                </a14:hiddenFill>
              </a:ext>
            </a:extLst>
          </p:spPr>
          <p:txBody>
            <a:bodyPr/>
            <a:lstStyle/>
            <a:p>
              <a:endParaRPr lang="en-US"/>
            </a:p>
          </p:txBody>
        </p:sp>
        <p:sp>
          <p:nvSpPr>
            <p:cNvPr id="77859" name="Line 109">
              <a:extLst>
                <a:ext uri="{FF2B5EF4-FFF2-40B4-BE49-F238E27FC236}">
                  <a16:creationId xmlns:a16="http://schemas.microsoft.com/office/drawing/2014/main" id="{ADC9780F-F604-593C-9C0D-F8CA7EF29FB5}"/>
                </a:ext>
              </a:extLst>
            </p:cNvPr>
            <p:cNvSpPr>
              <a:spLocks noChangeShapeType="1"/>
            </p:cNvSpPr>
            <p:nvPr/>
          </p:nvSpPr>
          <p:spPr bwMode="auto">
            <a:xfrm flipV="1">
              <a:off x="5208588" y="5308600"/>
              <a:ext cx="0" cy="288925"/>
            </a:xfrm>
            <a:prstGeom prst="line">
              <a:avLst/>
            </a:prstGeom>
            <a:noFill/>
            <a:ln w="22225">
              <a:solidFill>
                <a:srgbClr val="000000"/>
              </a:solidFill>
              <a:round/>
              <a:headEnd type="oval" w="sm" len="sm"/>
              <a:tailEnd/>
            </a:ln>
            <a:extLst>
              <a:ext uri="{909E8E84-426E-40DD-AFC4-6F175D3DCCD1}">
                <a14:hiddenFill xmlns:a14="http://schemas.microsoft.com/office/drawing/2010/main">
                  <a:noFill/>
                </a14:hiddenFill>
              </a:ext>
            </a:extLst>
          </p:spPr>
          <p:txBody>
            <a:bodyPr/>
            <a:lstStyle/>
            <a:p>
              <a:endParaRPr lang="en-US"/>
            </a:p>
          </p:txBody>
        </p:sp>
        <p:sp>
          <p:nvSpPr>
            <p:cNvPr id="77860" name="Line 110">
              <a:extLst>
                <a:ext uri="{FF2B5EF4-FFF2-40B4-BE49-F238E27FC236}">
                  <a16:creationId xmlns:a16="http://schemas.microsoft.com/office/drawing/2014/main" id="{7F6593B3-AE7B-AC52-63AB-98699C9358F0}"/>
                </a:ext>
              </a:extLst>
            </p:cNvPr>
            <p:cNvSpPr>
              <a:spLocks noChangeShapeType="1"/>
            </p:cNvSpPr>
            <p:nvPr/>
          </p:nvSpPr>
          <p:spPr bwMode="auto">
            <a:xfrm flipV="1">
              <a:off x="4303713" y="5302250"/>
              <a:ext cx="0" cy="287338"/>
            </a:xfrm>
            <a:prstGeom prst="line">
              <a:avLst/>
            </a:prstGeom>
            <a:noFill/>
            <a:ln w="22225">
              <a:solidFill>
                <a:srgbClr val="000000"/>
              </a:solidFill>
              <a:round/>
              <a:headEnd type="oval" w="sm" len="sm"/>
              <a:tailEnd/>
            </a:ln>
            <a:extLst>
              <a:ext uri="{909E8E84-426E-40DD-AFC4-6F175D3DCCD1}">
                <a14:hiddenFill xmlns:a14="http://schemas.microsoft.com/office/drawing/2010/main">
                  <a:noFill/>
                </a14:hiddenFill>
              </a:ext>
            </a:extLst>
          </p:spPr>
          <p:txBody>
            <a:bodyPr/>
            <a:lstStyle/>
            <a:p>
              <a:endParaRPr lang="en-US"/>
            </a:p>
          </p:txBody>
        </p:sp>
        <p:sp>
          <p:nvSpPr>
            <p:cNvPr id="77861" name="Line 111">
              <a:extLst>
                <a:ext uri="{FF2B5EF4-FFF2-40B4-BE49-F238E27FC236}">
                  <a16:creationId xmlns:a16="http://schemas.microsoft.com/office/drawing/2014/main" id="{64DCF851-6469-AD35-D7BD-E4BFA6217E17}"/>
                </a:ext>
              </a:extLst>
            </p:cNvPr>
            <p:cNvSpPr>
              <a:spLocks noChangeShapeType="1"/>
            </p:cNvSpPr>
            <p:nvPr/>
          </p:nvSpPr>
          <p:spPr bwMode="auto">
            <a:xfrm flipV="1">
              <a:off x="3376613" y="5307013"/>
              <a:ext cx="0" cy="287337"/>
            </a:xfrm>
            <a:prstGeom prst="line">
              <a:avLst/>
            </a:prstGeom>
            <a:noFill/>
            <a:ln w="22225">
              <a:solidFill>
                <a:srgbClr val="000000"/>
              </a:solidFill>
              <a:round/>
              <a:headEnd type="oval" w="sm" len="sm"/>
              <a:tailEnd/>
            </a:ln>
            <a:extLst>
              <a:ext uri="{909E8E84-426E-40DD-AFC4-6F175D3DCCD1}">
                <a14:hiddenFill xmlns:a14="http://schemas.microsoft.com/office/drawing/2010/main">
                  <a:noFill/>
                </a14:hiddenFill>
              </a:ext>
            </a:extLst>
          </p:spPr>
          <p:txBody>
            <a:bodyPr/>
            <a:lstStyle/>
            <a:p>
              <a:endParaRPr lang="en-US"/>
            </a:p>
          </p:txBody>
        </p:sp>
        <p:sp>
          <p:nvSpPr>
            <p:cNvPr id="77862" name="Line 112">
              <a:extLst>
                <a:ext uri="{FF2B5EF4-FFF2-40B4-BE49-F238E27FC236}">
                  <a16:creationId xmlns:a16="http://schemas.microsoft.com/office/drawing/2014/main" id="{96E83608-F6C5-B3F6-2115-F0974771667E}"/>
                </a:ext>
              </a:extLst>
            </p:cNvPr>
            <p:cNvSpPr>
              <a:spLocks noChangeShapeType="1"/>
            </p:cNvSpPr>
            <p:nvPr/>
          </p:nvSpPr>
          <p:spPr bwMode="auto">
            <a:xfrm flipV="1">
              <a:off x="2424113" y="5299075"/>
              <a:ext cx="0" cy="288925"/>
            </a:xfrm>
            <a:prstGeom prst="line">
              <a:avLst/>
            </a:prstGeom>
            <a:noFill/>
            <a:ln w="22225">
              <a:solidFill>
                <a:srgbClr val="000000"/>
              </a:solidFill>
              <a:round/>
              <a:headEnd type="oval" w="sm" len="sm"/>
              <a:tailEnd/>
            </a:ln>
            <a:extLst>
              <a:ext uri="{909E8E84-426E-40DD-AFC4-6F175D3DCCD1}">
                <a14:hiddenFill xmlns:a14="http://schemas.microsoft.com/office/drawing/2010/main">
                  <a:noFill/>
                </a14:hiddenFill>
              </a:ext>
            </a:extLst>
          </p:spPr>
          <p:txBody>
            <a:bodyPr/>
            <a:lstStyle/>
            <a:p>
              <a:endParaRPr lang="en-US"/>
            </a:p>
          </p:txBody>
        </p:sp>
        <p:sp>
          <p:nvSpPr>
            <p:cNvPr id="77863" name="Line 113">
              <a:extLst>
                <a:ext uri="{FF2B5EF4-FFF2-40B4-BE49-F238E27FC236}">
                  <a16:creationId xmlns:a16="http://schemas.microsoft.com/office/drawing/2014/main" id="{03286607-2495-044C-9197-B5F9ACAF2A33}"/>
                </a:ext>
              </a:extLst>
            </p:cNvPr>
            <p:cNvSpPr>
              <a:spLocks noChangeShapeType="1"/>
            </p:cNvSpPr>
            <p:nvPr/>
          </p:nvSpPr>
          <p:spPr bwMode="auto">
            <a:xfrm flipV="1">
              <a:off x="1508125" y="5303838"/>
              <a:ext cx="0" cy="288925"/>
            </a:xfrm>
            <a:prstGeom prst="line">
              <a:avLst/>
            </a:prstGeom>
            <a:noFill/>
            <a:ln w="22225">
              <a:solidFill>
                <a:srgbClr val="000000"/>
              </a:solidFill>
              <a:round/>
              <a:headEnd type="oval" w="sm" len="sm"/>
              <a:tailEnd/>
            </a:ln>
            <a:extLst>
              <a:ext uri="{909E8E84-426E-40DD-AFC4-6F175D3DCCD1}">
                <a14:hiddenFill xmlns:a14="http://schemas.microsoft.com/office/drawing/2010/main">
                  <a:noFill/>
                </a14:hiddenFill>
              </a:ext>
            </a:extLst>
          </p:spPr>
          <p:txBody>
            <a:bodyPr/>
            <a:lstStyle/>
            <a:p>
              <a:endParaRPr lang="en-US"/>
            </a:p>
          </p:txBody>
        </p:sp>
        <p:sp>
          <p:nvSpPr>
            <p:cNvPr id="77864" name="Text Box 114">
              <a:extLst>
                <a:ext uri="{FF2B5EF4-FFF2-40B4-BE49-F238E27FC236}">
                  <a16:creationId xmlns:a16="http://schemas.microsoft.com/office/drawing/2014/main" id="{CB87C282-78D0-B05D-AAB3-CEDA6B0CFE78}"/>
                </a:ext>
              </a:extLst>
            </p:cNvPr>
            <p:cNvSpPr txBox="1">
              <a:spLocks noChangeArrowheads="1"/>
            </p:cNvSpPr>
            <p:nvPr/>
          </p:nvSpPr>
          <p:spPr bwMode="auto">
            <a:xfrm>
              <a:off x="457200" y="5330825"/>
              <a:ext cx="78740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t>CLK</a:t>
              </a:r>
              <a:endParaRPr lang="ru-RU" altLang="en-US" sz="1600"/>
            </a:p>
          </p:txBody>
        </p:sp>
        <p:sp>
          <p:nvSpPr>
            <p:cNvPr id="77865" name="Text Box 115">
              <a:extLst>
                <a:ext uri="{FF2B5EF4-FFF2-40B4-BE49-F238E27FC236}">
                  <a16:creationId xmlns:a16="http://schemas.microsoft.com/office/drawing/2014/main" id="{C442612D-F610-69D6-0142-7361338024E2}"/>
                </a:ext>
              </a:extLst>
            </p:cNvPr>
            <p:cNvSpPr txBox="1">
              <a:spLocks noChangeArrowheads="1"/>
            </p:cNvSpPr>
            <p:nvPr/>
          </p:nvSpPr>
          <p:spPr bwMode="auto">
            <a:xfrm>
              <a:off x="1249363" y="4638675"/>
              <a:ext cx="36195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dirty="0">
                  <a:solidFill>
                    <a:schemeClr val="bg1"/>
                  </a:solidFill>
                </a:rPr>
                <a:t>D</a:t>
              </a:r>
              <a:endParaRPr lang="ru-RU" altLang="en-US" sz="1600" dirty="0">
                <a:solidFill>
                  <a:schemeClr val="bg1"/>
                </a:solidFill>
              </a:endParaRPr>
            </a:p>
          </p:txBody>
        </p:sp>
        <p:sp>
          <p:nvSpPr>
            <p:cNvPr id="77866" name="Text Box 116">
              <a:extLst>
                <a:ext uri="{FF2B5EF4-FFF2-40B4-BE49-F238E27FC236}">
                  <a16:creationId xmlns:a16="http://schemas.microsoft.com/office/drawing/2014/main" id="{D735810C-3A09-4CF1-B73F-D7ACA298B1DB}"/>
                </a:ext>
              </a:extLst>
            </p:cNvPr>
            <p:cNvSpPr txBox="1">
              <a:spLocks noChangeArrowheads="1"/>
            </p:cNvSpPr>
            <p:nvPr/>
          </p:nvSpPr>
          <p:spPr bwMode="auto">
            <a:xfrm>
              <a:off x="2155825" y="4643438"/>
              <a:ext cx="36195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solidFill>
                    <a:schemeClr val="bg1"/>
                  </a:solidFill>
                </a:rPr>
                <a:t>D</a:t>
              </a:r>
              <a:endParaRPr lang="ru-RU" altLang="en-US" sz="1600">
                <a:solidFill>
                  <a:schemeClr val="bg1"/>
                </a:solidFill>
              </a:endParaRPr>
            </a:p>
          </p:txBody>
        </p:sp>
        <p:sp>
          <p:nvSpPr>
            <p:cNvPr id="77867" name="Text Box 117">
              <a:extLst>
                <a:ext uri="{FF2B5EF4-FFF2-40B4-BE49-F238E27FC236}">
                  <a16:creationId xmlns:a16="http://schemas.microsoft.com/office/drawing/2014/main" id="{0E91D21E-D2F9-8314-6946-78248C518C95}"/>
                </a:ext>
              </a:extLst>
            </p:cNvPr>
            <p:cNvSpPr txBox="1">
              <a:spLocks noChangeArrowheads="1"/>
            </p:cNvSpPr>
            <p:nvPr/>
          </p:nvSpPr>
          <p:spPr bwMode="auto">
            <a:xfrm>
              <a:off x="3098800" y="4637088"/>
              <a:ext cx="36195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solidFill>
                    <a:schemeClr val="bg1"/>
                  </a:solidFill>
                </a:rPr>
                <a:t>D</a:t>
              </a:r>
              <a:endParaRPr lang="ru-RU" altLang="en-US" sz="1600">
                <a:solidFill>
                  <a:schemeClr val="bg1"/>
                </a:solidFill>
              </a:endParaRPr>
            </a:p>
          </p:txBody>
        </p:sp>
        <p:sp>
          <p:nvSpPr>
            <p:cNvPr id="77868" name="Text Box 118">
              <a:extLst>
                <a:ext uri="{FF2B5EF4-FFF2-40B4-BE49-F238E27FC236}">
                  <a16:creationId xmlns:a16="http://schemas.microsoft.com/office/drawing/2014/main" id="{3815685B-EF99-F3F0-125E-3301FA387BDE}"/>
                </a:ext>
              </a:extLst>
            </p:cNvPr>
            <p:cNvSpPr txBox="1">
              <a:spLocks noChangeArrowheads="1"/>
            </p:cNvSpPr>
            <p:nvPr/>
          </p:nvSpPr>
          <p:spPr bwMode="auto">
            <a:xfrm>
              <a:off x="4029075" y="4641850"/>
              <a:ext cx="36195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solidFill>
                    <a:schemeClr val="bg1"/>
                  </a:solidFill>
                </a:rPr>
                <a:t>D</a:t>
              </a:r>
              <a:endParaRPr lang="ru-RU" altLang="en-US" sz="1600">
                <a:solidFill>
                  <a:schemeClr val="bg1"/>
                </a:solidFill>
              </a:endParaRPr>
            </a:p>
          </p:txBody>
        </p:sp>
        <p:sp>
          <p:nvSpPr>
            <p:cNvPr id="77869" name="Text Box 119">
              <a:extLst>
                <a:ext uri="{FF2B5EF4-FFF2-40B4-BE49-F238E27FC236}">
                  <a16:creationId xmlns:a16="http://schemas.microsoft.com/office/drawing/2014/main" id="{5C67CE61-4F4C-25A3-9009-EDE3DDEA32FE}"/>
                </a:ext>
              </a:extLst>
            </p:cNvPr>
            <p:cNvSpPr txBox="1">
              <a:spLocks noChangeArrowheads="1"/>
            </p:cNvSpPr>
            <p:nvPr/>
          </p:nvSpPr>
          <p:spPr bwMode="auto">
            <a:xfrm>
              <a:off x="4924425" y="4633913"/>
              <a:ext cx="36195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solidFill>
                    <a:schemeClr val="bg1"/>
                  </a:solidFill>
                </a:rPr>
                <a:t>D</a:t>
              </a:r>
              <a:endParaRPr lang="ru-RU" altLang="en-US" sz="1600">
                <a:solidFill>
                  <a:schemeClr val="bg1"/>
                </a:solidFill>
              </a:endParaRPr>
            </a:p>
          </p:txBody>
        </p:sp>
        <p:sp>
          <p:nvSpPr>
            <p:cNvPr id="77870" name="Text Box 120">
              <a:extLst>
                <a:ext uri="{FF2B5EF4-FFF2-40B4-BE49-F238E27FC236}">
                  <a16:creationId xmlns:a16="http://schemas.microsoft.com/office/drawing/2014/main" id="{D79A235E-3F5F-FB75-D6EE-7A9B8B8D639D}"/>
                </a:ext>
              </a:extLst>
            </p:cNvPr>
            <p:cNvSpPr txBox="1">
              <a:spLocks noChangeArrowheads="1"/>
            </p:cNvSpPr>
            <p:nvPr/>
          </p:nvSpPr>
          <p:spPr bwMode="auto">
            <a:xfrm>
              <a:off x="5795963" y="4627563"/>
              <a:ext cx="36195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dirty="0">
                  <a:solidFill>
                    <a:schemeClr val="bg1"/>
                  </a:solidFill>
                </a:rPr>
                <a:t>D</a:t>
              </a:r>
              <a:endParaRPr lang="ru-RU" altLang="en-US" sz="1600" dirty="0">
                <a:solidFill>
                  <a:schemeClr val="bg1"/>
                </a:solidFill>
              </a:endParaRPr>
            </a:p>
          </p:txBody>
        </p:sp>
        <p:sp>
          <p:nvSpPr>
            <p:cNvPr id="77871" name="Text Box 121">
              <a:extLst>
                <a:ext uri="{FF2B5EF4-FFF2-40B4-BE49-F238E27FC236}">
                  <a16:creationId xmlns:a16="http://schemas.microsoft.com/office/drawing/2014/main" id="{448CB504-AF32-33C1-DDC6-79CC77366A43}"/>
                </a:ext>
              </a:extLst>
            </p:cNvPr>
            <p:cNvSpPr txBox="1">
              <a:spLocks noChangeArrowheads="1"/>
            </p:cNvSpPr>
            <p:nvPr/>
          </p:nvSpPr>
          <p:spPr bwMode="auto">
            <a:xfrm>
              <a:off x="6715125" y="4632325"/>
              <a:ext cx="36195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solidFill>
                    <a:schemeClr val="bg1"/>
                  </a:solidFill>
                </a:rPr>
                <a:t>D</a:t>
              </a:r>
              <a:endParaRPr lang="ru-RU" altLang="en-US" sz="1600">
                <a:solidFill>
                  <a:schemeClr val="bg1"/>
                </a:solidFill>
              </a:endParaRPr>
            </a:p>
          </p:txBody>
        </p:sp>
        <p:sp>
          <p:nvSpPr>
            <p:cNvPr id="77872" name="Text Box 122">
              <a:extLst>
                <a:ext uri="{FF2B5EF4-FFF2-40B4-BE49-F238E27FC236}">
                  <a16:creationId xmlns:a16="http://schemas.microsoft.com/office/drawing/2014/main" id="{08F90127-BEDE-0F15-6BEC-E213EA7B0E30}"/>
                </a:ext>
              </a:extLst>
            </p:cNvPr>
            <p:cNvSpPr txBox="1">
              <a:spLocks noChangeArrowheads="1"/>
            </p:cNvSpPr>
            <p:nvPr/>
          </p:nvSpPr>
          <p:spPr bwMode="auto">
            <a:xfrm>
              <a:off x="7634288" y="4613275"/>
              <a:ext cx="36195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solidFill>
                    <a:schemeClr val="bg1"/>
                  </a:solidFill>
                </a:rPr>
                <a:t>D</a:t>
              </a:r>
              <a:endParaRPr lang="ru-RU" altLang="en-US" sz="1600">
                <a:solidFill>
                  <a:schemeClr val="bg1"/>
                </a:solidFill>
              </a:endParaRPr>
            </a:p>
          </p:txBody>
        </p:sp>
        <p:sp>
          <p:nvSpPr>
            <p:cNvPr id="77873" name="Line 123">
              <a:extLst>
                <a:ext uri="{FF2B5EF4-FFF2-40B4-BE49-F238E27FC236}">
                  <a16:creationId xmlns:a16="http://schemas.microsoft.com/office/drawing/2014/main" id="{333F388A-AA14-1356-B33C-AF5C9B2E5411}"/>
                </a:ext>
              </a:extLst>
            </p:cNvPr>
            <p:cNvSpPr>
              <a:spLocks noChangeShapeType="1"/>
            </p:cNvSpPr>
            <p:nvPr/>
          </p:nvSpPr>
          <p:spPr bwMode="auto">
            <a:xfrm>
              <a:off x="1812925" y="4802188"/>
              <a:ext cx="331788"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7874" name="Line 124">
              <a:extLst>
                <a:ext uri="{FF2B5EF4-FFF2-40B4-BE49-F238E27FC236}">
                  <a16:creationId xmlns:a16="http://schemas.microsoft.com/office/drawing/2014/main" id="{3F59F1CE-4DCF-67CF-E5BE-2EB8D737E675}"/>
                </a:ext>
              </a:extLst>
            </p:cNvPr>
            <p:cNvSpPr>
              <a:spLocks noChangeShapeType="1"/>
            </p:cNvSpPr>
            <p:nvPr/>
          </p:nvSpPr>
          <p:spPr bwMode="auto">
            <a:xfrm>
              <a:off x="2733675" y="4783138"/>
              <a:ext cx="376238"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7875" name="Line 125">
              <a:extLst>
                <a:ext uri="{FF2B5EF4-FFF2-40B4-BE49-F238E27FC236}">
                  <a16:creationId xmlns:a16="http://schemas.microsoft.com/office/drawing/2014/main" id="{8095BCC8-972A-AD5C-C12E-762F6DD4E8DD}"/>
                </a:ext>
              </a:extLst>
            </p:cNvPr>
            <p:cNvSpPr>
              <a:spLocks noChangeShapeType="1"/>
            </p:cNvSpPr>
            <p:nvPr/>
          </p:nvSpPr>
          <p:spPr bwMode="auto">
            <a:xfrm>
              <a:off x="3671888" y="4776788"/>
              <a:ext cx="331787"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77876" name="Group 126">
              <a:extLst>
                <a:ext uri="{FF2B5EF4-FFF2-40B4-BE49-F238E27FC236}">
                  <a16:creationId xmlns:a16="http://schemas.microsoft.com/office/drawing/2014/main" id="{825AA61F-B408-F9BA-CDDE-9D43C5DFCB95}"/>
                </a:ext>
              </a:extLst>
            </p:cNvPr>
            <p:cNvGrpSpPr>
              <a:grpSpLocks/>
            </p:cNvGrpSpPr>
            <p:nvPr/>
          </p:nvGrpSpPr>
          <p:grpSpPr bwMode="auto">
            <a:xfrm>
              <a:off x="4051300" y="3781425"/>
              <a:ext cx="369888" cy="377825"/>
              <a:chOff x="7672" y="14989"/>
              <a:chExt cx="470" cy="472"/>
            </a:xfrm>
          </p:grpSpPr>
          <p:sp>
            <p:nvSpPr>
              <p:cNvPr id="77902" name="AutoShape 127">
                <a:extLst>
                  <a:ext uri="{FF2B5EF4-FFF2-40B4-BE49-F238E27FC236}">
                    <a16:creationId xmlns:a16="http://schemas.microsoft.com/office/drawing/2014/main" id="{FBD6C4BF-5517-D2EB-B49E-355466F7F960}"/>
                  </a:ext>
                </a:extLst>
              </p:cNvPr>
              <p:cNvSpPr>
                <a:spLocks noChangeArrowheads="1"/>
              </p:cNvSpPr>
              <p:nvPr/>
            </p:nvSpPr>
            <p:spPr bwMode="auto">
              <a:xfrm rot="10800000" flipH="1">
                <a:off x="7742" y="14989"/>
                <a:ext cx="400" cy="470"/>
              </a:xfrm>
              <a:prstGeom prst="moon">
                <a:avLst>
                  <a:gd name="adj" fmla="val 84819"/>
                </a:avLst>
              </a:prstGeom>
              <a:solidFill>
                <a:schemeClr val="accent1"/>
              </a:solidFill>
              <a:ln w="22225">
                <a:solidFill>
                  <a:srgbClr val="000000"/>
                </a:solidFill>
                <a:miter lim="800000"/>
                <a:headEnd/>
                <a:tailEnd/>
              </a:ln>
            </p:spPr>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77903" name="AutoShape 128">
                <a:extLst>
                  <a:ext uri="{FF2B5EF4-FFF2-40B4-BE49-F238E27FC236}">
                    <a16:creationId xmlns:a16="http://schemas.microsoft.com/office/drawing/2014/main" id="{0AD12D87-F6A7-54F2-E0F1-C92A0F921709}"/>
                  </a:ext>
                </a:extLst>
              </p:cNvPr>
              <p:cNvSpPr>
                <a:spLocks noChangeArrowheads="1"/>
              </p:cNvSpPr>
              <p:nvPr/>
            </p:nvSpPr>
            <p:spPr bwMode="auto">
              <a:xfrm rot="10800000" flipH="1">
                <a:off x="7672" y="15009"/>
                <a:ext cx="400" cy="452"/>
              </a:xfrm>
              <a:prstGeom prst="moon">
                <a:avLst>
                  <a:gd name="adj" fmla="val 84819"/>
                </a:avLst>
              </a:prstGeom>
              <a:solidFill>
                <a:schemeClr val="accent1"/>
              </a:solidFill>
              <a:ln w="22225">
                <a:solidFill>
                  <a:srgbClr val="000000"/>
                </a:solidFill>
                <a:miter lim="800000"/>
                <a:headEnd/>
                <a:tailEnd/>
              </a:ln>
            </p:spPr>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grpSp>
        <p:sp>
          <p:nvSpPr>
            <p:cNvPr id="77877" name="Line 129">
              <a:extLst>
                <a:ext uri="{FF2B5EF4-FFF2-40B4-BE49-F238E27FC236}">
                  <a16:creationId xmlns:a16="http://schemas.microsoft.com/office/drawing/2014/main" id="{AE9C28A1-0833-B3E7-5CFD-B3ECF3E00582}"/>
                </a:ext>
              </a:extLst>
            </p:cNvPr>
            <p:cNvSpPr>
              <a:spLocks noChangeShapeType="1"/>
            </p:cNvSpPr>
            <p:nvPr/>
          </p:nvSpPr>
          <p:spPr bwMode="auto">
            <a:xfrm>
              <a:off x="7308850" y="4752975"/>
              <a:ext cx="331788"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7878" name="Line 130">
              <a:extLst>
                <a:ext uri="{FF2B5EF4-FFF2-40B4-BE49-F238E27FC236}">
                  <a16:creationId xmlns:a16="http://schemas.microsoft.com/office/drawing/2014/main" id="{67FAA652-A152-EAA6-AC1D-B9F199210E39}"/>
                </a:ext>
              </a:extLst>
            </p:cNvPr>
            <p:cNvSpPr>
              <a:spLocks noChangeShapeType="1"/>
            </p:cNvSpPr>
            <p:nvPr/>
          </p:nvSpPr>
          <p:spPr bwMode="auto">
            <a:xfrm>
              <a:off x="8207375" y="4765675"/>
              <a:ext cx="174625"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7879" name="Line 131">
              <a:extLst>
                <a:ext uri="{FF2B5EF4-FFF2-40B4-BE49-F238E27FC236}">
                  <a16:creationId xmlns:a16="http://schemas.microsoft.com/office/drawing/2014/main" id="{EF9233C1-8E93-E124-D72C-8136D7F5849D}"/>
                </a:ext>
              </a:extLst>
            </p:cNvPr>
            <p:cNvSpPr>
              <a:spLocks noChangeShapeType="1"/>
            </p:cNvSpPr>
            <p:nvPr/>
          </p:nvSpPr>
          <p:spPr bwMode="auto">
            <a:xfrm>
              <a:off x="4383088" y="3914775"/>
              <a:ext cx="3986212"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7880" name="Line 132">
              <a:extLst>
                <a:ext uri="{FF2B5EF4-FFF2-40B4-BE49-F238E27FC236}">
                  <a16:creationId xmlns:a16="http://schemas.microsoft.com/office/drawing/2014/main" id="{C69506DE-FFEE-D0F3-2BDC-B46313786771}"/>
                </a:ext>
              </a:extLst>
            </p:cNvPr>
            <p:cNvSpPr>
              <a:spLocks noChangeShapeType="1"/>
            </p:cNvSpPr>
            <p:nvPr/>
          </p:nvSpPr>
          <p:spPr bwMode="auto">
            <a:xfrm>
              <a:off x="8382000" y="3916363"/>
              <a:ext cx="0" cy="833437"/>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7881" name="Line 133">
              <a:extLst>
                <a:ext uri="{FF2B5EF4-FFF2-40B4-BE49-F238E27FC236}">
                  <a16:creationId xmlns:a16="http://schemas.microsoft.com/office/drawing/2014/main" id="{A02CA37D-943A-8233-B899-B1F55EDCE8F6}"/>
                </a:ext>
              </a:extLst>
            </p:cNvPr>
            <p:cNvSpPr>
              <a:spLocks noChangeShapeType="1"/>
            </p:cNvSpPr>
            <p:nvPr/>
          </p:nvSpPr>
          <p:spPr bwMode="auto">
            <a:xfrm>
              <a:off x="985838" y="4791075"/>
              <a:ext cx="250825"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7882" name="Line 134">
              <a:extLst>
                <a:ext uri="{FF2B5EF4-FFF2-40B4-BE49-F238E27FC236}">
                  <a16:creationId xmlns:a16="http://schemas.microsoft.com/office/drawing/2014/main" id="{8FCECD14-EE55-CC36-239F-80136711A1A3}"/>
                </a:ext>
              </a:extLst>
            </p:cNvPr>
            <p:cNvSpPr>
              <a:spLocks noChangeShapeType="1"/>
            </p:cNvSpPr>
            <p:nvPr/>
          </p:nvSpPr>
          <p:spPr bwMode="auto">
            <a:xfrm>
              <a:off x="971550" y="4094163"/>
              <a:ext cx="0" cy="690562"/>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7883" name="Line 135">
              <a:extLst>
                <a:ext uri="{FF2B5EF4-FFF2-40B4-BE49-F238E27FC236}">
                  <a16:creationId xmlns:a16="http://schemas.microsoft.com/office/drawing/2014/main" id="{2F153E16-FD74-78C2-E67F-3ADC3F4CA8EF}"/>
                </a:ext>
              </a:extLst>
            </p:cNvPr>
            <p:cNvSpPr>
              <a:spLocks noChangeShapeType="1"/>
            </p:cNvSpPr>
            <p:nvPr/>
          </p:nvSpPr>
          <p:spPr bwMode="auto">
            <a:xfrm>
              <a:off x="6403975" y="4757738"/>
              <a:ext cx="331788"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7884" name="Line 136">
              <a:extLst>
                <a:ext uri="{FF2B5EF4-FFF2-40B4-BE49-F238E27FC236}">
                  <a16:creationId xmlns:a16="http://schemas.microsoft.com/office/drawing/2014/main" id="{5B6AC952-3148-CF1A-8A57-02827F82304C}"/>
                </a:ext>
              </a:extLst>
            </p:cNvPr>
            <p:cNvSpPr>
              <a:spLocks noChangeShapeType="1"/>
            </p:cNvSpPr>
            <p:nvPr/>
          </p:nvSpPr>
          <p:spPr bwMode="auto">
            <a:xfrm>
              <a:off x="5500688" y="4776788"/>
              <a:ext cx="33020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chemeClr val="bg1"/>
                </a:solidFill>
              </a:endParaRPr>
            </a:p>
          </p:txBody>
        </p:sp>
        <p:sp>
          <p:nvSpPr>
            <p:cNvPr id="77885" name="Line 137">
              <a:extLst>
                <a:ext uri="{FF2B5EF4-FFF2-40B4-BE49-F238E27FC236}">
                  <a16:creationId xmlns:a16="http://schemas.microsoft.com/office/drawing/2014/main" id="{BA026B86-6F5B-9124-7FDD-04E22C7FEE02}"/>
                </a:ext>
              </a:extLst>
            </p:cNvPr>
            <p:cNvSpPr>
              <a:spLocks noChangeShapeType="1"/>
            </p:cNvSpPr>
            <p:nvPr/>
          </p:nvSpPr>
          <p:spPr bwMode="auto">
            <a:xfrm>
              <a:off x="4595813" y="4767263"/>
              <a:ext cx="331787"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7886" name="Line 138">
              <a:extLst>
                <a:ext uri="{FF2B5EF4-FFF2-40B4-BE49-F238E27FC236}">
                  <a16:creationId xmlns:a16="http://schemas.microsoft.com/office/drawing/2014/main" id="{48EBF5CF-78DC-DC12-2075-3B87E3909DE5}"/>
                </a:ext>
              </a:extLst>
            </p:cNvPr>
            <p:cNvSpPr>
              <a:spLocks noChangeShapeType="1"/>
            </p:cNvSpPr>
            <p:nvPr/>
          </p:nvSpPr>
          <p:spPr bwMode="auto">
            <a:xfrm>
              <a:off x="4760913" y="4068763"/>
              <a:ext cx="0" cy="698500"/>
            </a:xfrm>
            <a:prstGeom prst="line">
              <a:avLst/>
            </a:prstGeom>
            <a:noFill/>
            <a:ln w="22225">
              <a:solidFill>
                <a:srgbClr val="000000"/>
              </a:solidFill>
              <a:round/>
              <a:headEnd type="none" w="sm" len="sm"/>
              <a:tailEnd type="oval" w="sm" len="sm"/>
            </a:ln>
            <a:extLst>
              <a:ext uri="{909E8E84-426E-40DD-AFC4-6F175D3DCCD1}">
                <a14:hiddenFill xmlns:a14="http://schemas.microsoft.com/office/drawing/2010/main">
                  <a:noFill/>
                </a14:hiddenFill>
              </a:ext>
            </a:extLst>
          </p:spPr>
          <p:txBody>
            <a:bodyPr/>
            <a:lstStyle/>
            <a:p>
              <a:endParaRPr lang="en-US"/>
            </a:p>
          </p:txBody>
        </p:sp>
        <p:sp>
          <p:nvSpPr>
            <p:cNvPr id="77887" name="Line 139">
              <a:extLst>
                <a:ext uri="{FF2B5EF4-FFF2-40B4-BE49-F238E27FC236}">
                  <a16:creationId xmlns:a16="http://schemas.microsoft.com/office/drawing/2014/main" id="{3F42D7FA-B5A4-B20F-7F91-F80518F6DB95}"/>
                </a:ext>
              </a:extLst>
            </p:cNvPr>
            <p:cNvSpPr>
              <a:spLocks noChangeShapeType="1"/>
            </p:cNvSpPr>
            <p:nvPr/>
          </p:nvSpPr>
          <p:spPr bwMode="auto">
            <a:xfrm>
              <a:off x="4395788" y="4068763"/>
              <a:ext cx="354012"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77888" name="Group 140">
              <a:extLst>
                <a:ext uri="{FF2B5EF4-FFF2-40B4-BE49-F238E27FC236}">
                  <a16:creationId xmlns:a16="http://schemas.microsoft.com/office/drawing/2014/main" id="{17FC893E-14D6-1305-0977-1A52C186097C}"/>
                </a:ext>
              </a:extLst>
            </p:cNvPr>
            <p:cNvGrpSpPr>
              <a:grpSpLocks/>
            </p:cNvGrpSpPr>
            <p:nvPr/>
          </p:nvGrpSpPr>
          <p:grpSpPr bwMode="auto">
            <a:xfrm>
              <a:off x="3092450" y="3854450"/>
              <a:ext cx="369888" cy="376238"/>
              <a:chOff x="7672" y="14989"/>
              <a:chExt cx="470" cy="472"/>
            </a:xfrm>
          </p:grpSpPr>
          <p:sp>
            <p:nvSpPr>
              <p:cNvPr id="77900" name="AutoShape 141">
                <a:extLst>
                  <a:ext uri="{FF2B5EF4-FFF2-40B4-BE49-F238E27FC236}">
                    <a16:creationId xmlns:a16="http://schemas.microsoft.com/office/drawing/2014/main" id="{6A2B0227-1BD7-302C-9EB0-B33A08E16D79}"/>
                  </a:ext>
                </a:extLst>
              </p:cNvPr>
              <p:cNvSpPr>
                <a:spLocks noChangeArrowheads="1"/>
              </p:cNvSpPr>
              <p:nvPr/>
            </p:nvSpPr>
            <p:spPr bwMode="auto">
              <a:xfrm rot="10800000" flipH="1">
                <a:off x="7742" y="14989"/>
                <a:ext cx="400" cy="470"/>
              </a:xfrm>
              <a:prstGeom prst="moon">
                <a:avLst>
                  <a:gd name="adj" fmla="val 84819"/>
                </a:avLst>
              </a:prstGeom>
              <a:solidFill>
                <a:schemeClr val="accent1"/>
              </a:solidFill>
              <a:ln w="22225">
                <a:solidFill>
                  <a:srgbClr val="000000"/>
                </a:solidFill>
                <a:miter lim="800000"/>
                <a:headEnd/>
                <a:tailEnd/>
              </a:ln>
            </p:spPr>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77901" name="AutoShape 142">
                <a:extLst>
                  <a:ext uri="{FF2B5EF4-FFF2-40B4-BE49-F238E27FC236}">
                    <a16:creationId xmlns:a16="http://schemas.microsoft.com/office/drawing/2014/main" id="{2408856C-1FBE-3717-F5D1-1859562F96A4}"/>
                  </a:ext>
                </a:extLst>
              </p:cNvPr>
              <p:cNvSpPr>
                <a:spLocks noChangeArrowheads="1"/>
              </p:cNvSpPr>
              <p:nvPr/>
            </p:nvSpPr>
            <p:spPr bwMode="auto">
              <a:xfrm rot="10800000" flipH="1">
                <a:off x="7672" y="15009"/>
                <a:ext cx="400" cy="452"/>
              </a:xfrm>
              <a:prstGeom prst="moon">
                <a:avLst>
                  <a:gd name="adj" fmla="val 84819"/>
                </a:avLst>
              </a:prstGeom>
              <a:solidFill>
                <a:schemeClr val="accent1"/>
              </a:solidFill>
              <a:ln w="22225">
                <a:solidFill>
                  <a:srgbClr val="000000"/>
                </a:solidFill>
                <a:miter lim="800000"/>
                <a:headEnd/>
                <a:tailEnd/>
              </a:ln>
            </p:spPr>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grpSp>
        <p:grpSp>
          <p:nvGrpSpPr>
            <p:cNvPr id="77889" name="Group 143">
              <a:extLst>
                <a:ext uri="{FF2B5EF4-FFF2-40B4-BE49-F238E27FC236}">
                  <a16:creationId xmlns:a16="http://schemas.microsoft.com/office/drawing/2014/main" id="{9CD0CA35-5EA5-62B1-E23F-B2EB42471A01}"/>
                </a:ext>
              </a:extLst>
            </p:cNvPr>
            <p:cNvGrpSpPr>
              <a:grpSpLocks/>
            </p:cNvGrpSpPr>
            <p:nvPr/>
          </p:nvGrpSpPr>
          <p:grpSpPr bwMode="auto">
            <a:xfrm>
              <a:off x="2132013" y="3914775"/>
              <a:ext cx="371475" cy="376238"/>
              <a:chOff x="7672" y="14989"/>
              <a:chExt cx="470" cy="472"/>
            </a:xfrm>
          </p:grpSpPr>
          <p:sp>
            <p:nvSpPr>
              <p:cNvPr id="77898" name="AutoShape 144">
                <a:extLst>
                  <a:ext uri="{FF2B5EF4-FFF2-40B4-BE49-F238E27FC236}">
                    <a16:creationId xmlns:a16="http://schemas.microsoft.com/office/drawing/2014/main" id="{0828F15E-7F0B-6331-8EA5-1CBA32F15BED}"/>
                  </a:ext>
                </a:extLst>
              </p:cNvPr>
              <p:cNvSpPr>
                <a:spLocks noChangeArrowheads="1"/>
              </p:cNvSpPr>
              <p:nvPr/>
            </p:nvSpPr>
            <p:spPr bwMode="auto">
              <a:xfrm rot="10800000" flipH="1">
                <a:off x="7742" y="14989"/>
                <a:ext cx="400" cy="470"/>
              </a:xfrm>
              <a:prstGeom prst="moon">
                <a:avLst>
                  <a:gd name="adj" fmla="val 84819"/>
                </a:avLst>
              </a:prstGeom>
              <a:solidFill>
                <a:schemeClr val="accent1"/>
              </a:solidFill>
              <a:ln w="22225">
                <a:solidFill>
                  <a:srgbClr val="000000"/>
                </a:solidFill>
                <a:miter lim="800000"/>
                <a:headEnd/>
                <a:tailEnd/>
              </a:ln>
            </p:spPr>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77899" name="AutoShape 145">
                <a:extLst>
                  <a:ext uri="{FF2B5EF4-FFF2-40B4-BE49-F238E27FC236}">
                    <a16:creationId xmlns:a16="http://schemas.microsoft.com/office/drawing/2014/main" id="{E3583809-80E8-A2B2-DBA0-EF9D5E16A901}"/>
                  </a:ext>
                </a:extLst>
              </p:cNvPr>
              <p:cNvSpPr>
                <a:spLocks noChangeArrowheads="1"/>
              </p:cNvSpPr>
              <p:nvPr/>
            </p:nvSpPr>
            <p:spPr bwMode="auto">
              <a:xfrm rot="10800000" flipH="1">
                <a:off x="7672" y="15009"/>
                <a:ext cx="400" cy="452"/>
              </a:xfrm>
              <a:prstGeom prst="moon">
                <a:avLst>
                  <a:gd name="adj" fmla="val 84819"/>
                </a:avLst>
              </a:prstGeom>
              <a:solidFill>
                <a:schemeClr val="accent1"/>
              </a:solidFill>
              <a:ln w="22225">
                <a:solidFill>
                  <a:srgbClr val="000000"/>
                </a:solidFill>
                <a:miter lim="800000"/>
                <a:headEnd/>
                <a:tailEnd/>
              </a:ln>
            </p:spPr>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grpSp>
        <p:sp>
          <p:nvSpPr>
            <p:cNvPr id="77890" name="Line 146">
              <a:extLst>
                <a:ext uri="{FF2B5EF4-FFF2-40B4-BE49-F238E27FC236}">
                  <a16:creationId xmlns:a16="http://schemas.microsoft.com/office/drawing/2014/main" id="{9FD954C9-63BA-F6C0-D022-FB3951003A79}"/>
                </a:ext>
              </a:extLst>
            </p:cNvPr>
            <p:cNvSpPr>
              <a:spLocks noChangeShapeType="1"/>
            </p:cNvSpPr>
            <p:nvPr/>
          </p:nvSpPr>
          <p:spPr bwMode="auto">
            <a:xfrm flipH="1">
              <a:off x="3422650" y="3960813"/>
              <a:ext cx="62230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7891" name="Line 147">
              <a:extLst>
                <a:ext uri="{FF2B5EF4-FFF2-40B4-BE49-F238E27FC236}">
                  <a16:creationId xmlns:a16="http://schemas.microsoft.com/office/drawing/2014/main" id="{DA266276-5684-F3BE-4F34-CDE59BFABD4A}"/>
                </a:ext>
              </a:extLst>
            </p:cNvPr>
            <p:cNvSpPr>
              <a:spLocks noChangeShapeType="1"/>
            </p:cNvSpPr>
            <p:nvPr/>
          </p:nvSpPr>
          <p:spPr bwMode="auto">
            <a:xfrm>
              <a:off x="3836988" y="4127500"/>
              <a:ext cx="0" cy="642938"/>
            </a:xfrm>
            <a:prstGeom prst="line">
              <a:avLst/>
            </a:prstGeom>
            <a:noFill/>
            <a:ln w="22225">
              <a:solidFill>
                <a:srgbClr val="000000"/>
              </a:solidFill>
              <a:round/>
              <a:headEnd type="none" w="sm" len="sm"/>
              <a:tailEnd type="oval" w="sm" len="sm"/>
            </a:ln>
            <a:extLst>
              <a:ext uri="{909E8E84-426E-40DD-AFC4-6F175D3DCCD1}">
                <a14:hiddenFill xmlns:a14="http://schemas.microsoft.com/office/drawing/2010/main">
                  <a:noFill/>
                </a14:hiddenFill>
              </a:ext>
            </a:extLst>
          </p:spPr>
          <p:txBody>
            <a:bodyPr/>
            <a:lstStyle/>
            <a:p>
              <a:endParaRPr lang="en-US"/>
            </a:p>
          </p:txBody>
        </p:sp>
        <p:sp>
          <p:nvSpPr>
            <p:cNvPr id="77892" name="Line 148">
              <a:extLst>
                <a:ext uri="{FF2B5EF4-FFF2-40B4-BE49-F238E27FC236}">
                  <a16:creationId xmlns:a16="http://schemas.microsoft.com/office/drawing/2014/main" id="{9CEBBC10-3961-A83F-1907-DFE5BC29998B}"/>
                </a:ext>
              </a:extLst>
            </p:cNvPr>
            <p:cNvSpPr>
              <a:spLocks noChangeShapeType="1"/>
            </p:cNvSpPr>
            <p:nvPr/>
          </p:nvSpPr>
          <p:spPr bwMode="auto">
            <a:xfrm>
              <a:off x="3422650" y="4117975"/>
              <a:ext cx="403225"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7893" name="Line 149">
              <a:extLst>
                <a:ext uri="{FF2B5EF4-FFF2-40B4-BE49-F238E27FC236}">
                  <a16:creationId xmlns:a16="http://schemas.microsoft.com/office/drawing/2014/main" id="{1AF1DA47-8923-BFFA-8F0D-EC3431F876C9}"/>
                </a:ext>
              </a:extLst>
            </p:cNvPr>
            <p:cNvSpPr>
              <a:spLocks noChangeShapeType="1"/>
            </p:cNvSpPr>
            <p:nvPr/>
          </p:nvSpPr>
          <p:spPr bwMode="auto">
            <a:xfrm flipH="1">
              <a:off x="2476500" y="4033838"/>
              <a:ext cx="62230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7894" name="Line 150">
              <a:extLst>
                <a:ext uri="{FF2B5EF4-FFF2-40B4-BE49-F238E27FC236}">
                  <a16:creationId xmlns:a16="http://schemas.microsoft.com/office/drawing/2014/main" id="{CC23BD65-6954-3292-6C44-DCE0803967DE}"/>
                </a:ext>
              </a:extLst>
            </p:cNvPr>
            <p:cNvSpPr>
              <a:spLocks noChangeShapeType="1"/>
            </p:cNvSpPr>
            <p:nvPr/>
          </p:nvSpPr>
          <p:spPr bwMode="auto">
            <a:xfrm>
              <a:off x="2925763" y="4213225"/>
              <a:ext cx="0" cy="554038"/>
            </a:xfrm>
            <a:prstGeom prst="line">
              <a:avLst/>
            </a:prstGeom>
            <a:noFill/>
            <a:ln w="22225">
              <a:solidFill>
                <a:srgbClr val="000000"/>
              </a:solidFill>
              <a:round/>
              <a:headEnd type="none" w="sm" len="sm"/>
              <a:tailEnd type="oval" w="sm" len="sm"/>
            </a:ln>
            <a:extLst>
              <a:ext uri="{909E8E84-426E-40DD-AFC4-6F175D3DCCD1}">
                <a14:hiddenFill xmlns:a14="http://schemas.microsoft.com/office/drawing/2010/main">
                  <a:noFill/>
                </a14:hiddenFill>
              </a:ext>
            </a:extLst>
          </p:spPr>
          <p:txBody>
            <a:bodyPr/>
            <a:lstStyle/>
            <a:p>
              <a:endParaRPr lang="en-US"/>
            </a:p>
          </p:txBody>
        </p:sp>
        <p:sp>
          <p:nvSpPr>
            <p:cNvPr id="77895" name="Line 151">
              <a:extLst>
                <a:ext uri="{FF2B5EF4-FFF2-40B4-BE49-F238E27FC236}">
                  <a16:creationId xmlns:a16="http://schemas.microsoft.com/office/drawing/2014/main" id="{0E085F68-9D3E-2F0E-80C8-04A8DC4CB8E7}"/>
                </a:ext>
              </a:extLst>
            </p:cNvPr>
            <p:cNvSpPr>
              <a:spLocks noChangeShapeType="1"/>
            </p:cNvSpPr>
            <p:nvPr/>
          </p:nvSpPr>
          <p:spPr bwMode="auto">
            <a:xfrm>
              <a:off x="2476500" y="4202113"/>
              <a:ext cx="447675"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7896" name="Line 152">
              <a:extLst>
                <a:ext uri="{FF2B5EF4-FFF2-40B4-BE49-F238E27FC236}">
                  <a16:creationId xmlns:a16="http://schemas.microsoft.com/office/drawing/2014/main" id="{5584A383-B6ED-20FE-2F61-2034F8EF3583}"/>
                </a:ext>
              </a:extLst>
            </p:cNvPr>
            <p:cNvSpPr>
              <a:spLocks noChangeShapeType="1"/>
            </p:cNvSpPr>
            <p:nvPr/>
          </p:nvSpPr>
          <p:spPr bwMode="auto">
            <a:xfrm>
              <a:off x="984250" y="4094163"/>
              <a:ext cx="113665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7897" name="Text Box 159">
              <a:extLst>
                <a:ext uri="{FF2B5EF4-FFF2-40B4-BE49-F238E27FC236}">
                  <a16:creationId xmlns:a16="http://schemas.microsoft.com/office/drawing/2014/main" id="{6627BB19-BE2E-A21D-F78E-82520292959A}"/>
                </a:ext>
              </a:extLst>
            </p:cNvPr>
            <p:cNvSpPr txBox="1">
              <a:spLocks noChangeArrowheads="1"/>
            </p:cNvSpPr>
            <p:nvPr/>
          </p:nvSpPr>
          <p:spPr bwMode="auto">
            <a:xfrm>
              <a:off x="3276600" y="5715000"/>
              <a:ext cx="51054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Galois LFSR</a:t>
              </a:r>
              <a:r>
                <a:rPr lang="ru-RU" altLang="en-US" sz="2000"/>
                <a:t> </a:t>
              </a:r>
              <a:r>
                <a:rPr lang="en-US" altLang="en-US" sz="2000"/>
                <a:t>is faster than Fibonacci</a:t>
              </a:r>
              <a:endParaRPr lang="ru-RU" altLang="en-US" sz="2000"/>
            </a:p>
          </p:txBody>
        </p:sp>
      </p:grpSp>
      <p:sp>
        <p:nvSpPr>
          <p:cNvPr id="77831" name="TextBox 1">
            <a:extLst>
              <a:ext uri="{FF2B5EF4-FFF2-40B4-BE49-F238E27FC236}">
                <a16:creationId xmlns:a16="http://schemas.microsoft.com/office/drawing/2014/main" id="{CD08411C-C16C-CD41-F5E7-3BDD0BA8074C}"/>
              </a:ext>
            </a:extLst>
          </p:cNvPr>
          <p:cNvSpPr txBox="1">
            <a:spLocks noChangeArrowheads="1"/>
          </p:cNvSpPr>
          <p:nvPr/>
        </p:nvSpPr>
        <p:spPr bwMode="auto">
          <a:xfrm>
            <a:off x="2509838" y="1625600"/>
            <a:ext cx="5143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b="1">
                <a:sym typeface="Symbol" panose="05050102010706020507" pitchFamily="18" charset="2"/>
              </a:rPr>
              <a:t></a:t>
            </a:r>
            <a:r>
              <a:rPr lang="en-US" altLang="en-US" b="1" baseline="30000">
                <a:sym typeface="Symbol" panose="05050102010706020507" pitchFamily="18" charset="2"/>
              </a:rPr>
              <a:t>0</a:t>
            </a:r>
            <a:endParaRPr lang="en-US" altLang="en-US" b="1"/>
          </a:p>
        </p:txBody>
      </p:sp>
      <p:sp>
        <p:nvSpPr>
          <p:cNvPr id="77832" name="TextBox 156">
            <a:extLst>
              <a:ext uri="{FF2B5EF4-FFF2-40B4-BE49-F238E27FC236}">
                <a16:creationId xmlns:a16="http://schemas.microsoft.com/office/drawing/2014/main" id="{EFE962C7-9204-8A22-EB24-87A2BCC60314}"/>
              </a:ext>
            </a:extLst>
          </p:cNvPr>
          <p:cNvSpPr txBox="1">
            <a:spLocks noChangeArrowheads="1"/>
          </p:cNvSpPr>
          <p:nvPr/>
        </p:nvSpPr>
        <p:spPr bwMode="auto">
          <a:xfrm>
            <a:off x="3311525" y="1609725"/>
            <a:ext cx="5143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b="1">
                <a:sym typeface="Symbol" panose="05050102010706020507" pitchFamily="18" charset="2"/>
              </a:rPr>
              <a:t></a:t>
            </a:r>
            <a:r>
              <a:rPr lang="en-US" altLang="en-US" b="1" baseline="30000">
                <a:sym typeface="Symbol" panose="05050102010706020507" pitchFamily="18" charset="2"/>
              </a:rPr>
              <a:t>1</a:t>
            </a:r>
            <a:endParaRPr lang="en-US" altLang="en-US" b="1"/>
          </a:p>
        </p:txBody>
      </p:sp>
      <p:sp>
        <p:nvSpPr>
          <p:cNvPr id="77833" name="TextBox 157">
            <a:extLst>
              <a:ext uri="{FF2B5EF4-FFF2-40B4-BE49-F238E27FC236}">
                <a16:creationId xmlns:a16="http://schemas.microsoft.com/office/drawing/2014/main" id="{762D1BBC-6C3B-A8C7-366E-2F3B66AA62B7}"/>
              </a:ext>
            </a:extLst>
          </p:cNvPr>
          <p:cNvSpPr txBox="1">
            <a:spLocks noChangeArrowheads="1"/>
          </p:cNvSpPr>
          <p:nvPr/>
        </p:nvSpPr>
        <p:spPr bwMode="auto">
          <a:xfrm>
            <a:off x="4103688" y="1620839"/>
            <a:ext cx="51276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b="1">
                <a:sym typeface="Symbol" panose="05050102010706020507" pitchFamily="18" charset="2"/>
              </a:rPr>
              <a:t></a:t>
            </a:r>
            <a:r>
              <a:rPr lang="en-US" altLang="en-US" b="1" baseline="30000">
                <a:sym typeface="Symbol" panose="05050102010706020507" pitchFamily="18" charset="2"/>
              </a:rPr>
              <a:t>2</a:t>
            </a:r>
            <a:endParaRPr lang="en-US" altLang="en-US" b="1"/>
          </a:p>
        </p:txBody>
      </p:sp>
      <p:sp>
        <p:nvSpPr>
          <p:cNvPr id="77834" name="TextBox 158">
            <a:extLst>
              <a:ext uri="{FF2B5EF4-FFF2-40B4-BE49-F238E27FC236}">
                <a16:creationId xmlns:a16="http://schemas.microsoft.com/office/drawing/2014/main" id="{618DC0CD-E368-8F1F-EAE8-C63DCAB1A1F5}"/>
              </a:ext>
            </a:extLst>
          </p:cNvPr>
          <p:cNvSpPr txBox="1">
            <a:spLocks noChangeArrowheads="1"/>
          </p:cNvSpPr>
          <p:nvPr/>
        </p:nvSpPr>
        <p:spPr bwMode="auto">
          <a:xfrm>
            <a:off x="4938713" y="1636714"/>
            <a:ext cx="5143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b="1">
                <a:sym typeface="Symbol" panose="05050102010706020507" pitchFamily="18" charset="2"/>
              </a:rPr>
              <a:t></a:t>
            </a:r>
            <a:r>
              <a:rPr lang="en-US" altLang="en-US" b="1" baseline="30000">
                <a:sym typeface="Symbol" panose="05050102010706020507" pitchFamily="18" charset="2"/>
              </a:rPr>
              <a:t>3</a:t>
            </a:r>
            <a:endParaRPr lang="en-US" altLang="en-US" b="1"/>
          </a:p>
        </p:txBody>
      </p:sp>
      <p:sp>
        <p:nvSpPr>
          <p:cNvPr id="77835" name="TextBox 159">
            <a:extLst>
              <a:ext uri="{FF2B5EF4-FFF2-40B4-BE49-F238E27FC236}">
                <a16:creationId xmlns:a16="http://schemas.microsoft.com/office/drawing/2014/main" id="{9FCA846A-5D36-6208-ECE6-AEACBE71EADB}"/>
              </a:ext>
            </a:extLst>
          </p:cNvPr>
          <p:cNvSpPr txBox="1">
            <a:spLocks noChangeArrowheads="1"/>
          </p:cNvSpPr>
          <p:nvPr/>
        </p:nvSpPr>
        <p:spPr bwMode="auto">
          <a:xfrm>
            <a:off x="6184900" y="1673225"/>
            <a:ext cx="5143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b="1">
                <a:sym typeface="Symbol" panose="05050102010706020507" pitchFamily="18" charset="2"/>
              </a:rPr>
              <a:t></a:t>
            </a:r>
            <a:r>
              <a:rPr lang="en-US" altLang="en-US" b="1" baseline="30000">
                <a:sym typeface="Symbol" panose="05050102010706020507" pitchFamily="18" charset="2"/>
              </a:rPr>
              <a:t>4</a:t>
            </a:r>
            <a:endParaRPr lang="en-US" altLang="en-US" b="1"/>
          </a:p>
        </p:txBody>
      </p:sp>
      <p:sp>
        <p:nvSpPr>
          <p:cNvPr id="77836" name="TextBox 160">
            <a:extLst>
              <a:ext uri="{FF2B5EF4-FFF2-40B4-BE49-F238E27FC236}">
                <a16:creationId xmlns:a16="http://schemas.microsoft.com/office/drawing/2014/main" id="{4828781F-4A75-7021-F7ED-F3A10EE4C231}"/>
              </a:ext>
            </a:extLst>
          </p:cNvPr>
          <p:cNvSpPr txBox="1">
            <a:spLocks noChangeArrowheads="1"/>
          </p:cNvSpPr>
          <p:nvPr/>
        </p:nvSpPr>
        <p:spPr bwMode="auto">
          <a:xfrm>
            <a:off x="7294563" y="1657350"/>
            <a:ext cx="5143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b="1">
                <a:sym typeface="Symbol" panose="05050102010706020507" pitchFamily="18" charset="2"/>
              </a:rPr>
              <a:t></a:t>
            </a:r>
            <a:r>
              <a:rPr lang="en-US" altLang="en-US" b="1" baseline="30000">
                <a:sym typeface="Symbol" panose="05050102010706020507" pitchFamily="18" charset="2"/>
              </a:rPr>
              <a:t>5</a:t>
            </a:r>
            <a:endParaRPr lang="en-US" altLang="en-US" b="1"/>
          </a:p>
        </p:txBody>
      </p:sp>
      <p:sp>
        <p:nvSpPr>
          <p:cNvPr id="77837" name="TextBox 161">
            <a:extLst>
              <a:ext uri="{FF2B5EF4-FFF2-40B4-BE49-F238E27FC236}">
                <a16:creationId xmlns:a16="http://schemas.microsoft.com/office/drawing/2014/main" id="{C5645A79-8E22-E2BD-0FAF-0F7554960EB1}"/>
              </a:ext>
            </a:extLst>
          </p:cNvPr>
          <p:cNvSpPr txBox="1">
            <a:spLocks noChangeArrowheads="1"/>
          </p:cNvSpPr>
          <p:nvPr/>
        </p:nvSpPr>
        <p:spPr bwMode="auto">
          <a:xfrm>
            <a:off x="8374063" y="1676400"/>
            <a:ext cx="5143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b="1">
                <a:sym typeface="Symbol" panose="05050102010706020507" pitchFamily="18" charset="2"/>
              </a:rPr>
              <a:t></a:t>
            </a:r>
            <a:r>
              <a:rPr lang="en-US" altLang="en-US" b="1" baseline="30000">
                <a:sym typeface="Symbol" panose="05050102010706020507" pitchFamily="18" charset="2"/>
              </a:rPr>
              <a:t>6</a:t>
            </a:r>
            <a:endParaRPr lang="en-US" altLang="en-US" b="1"/>
          </a:p>
        </p:txBody>
      </p:sp>
      <p:sp>
        <p:nvSpPr>
          <p:cNvPr id="77838" name="TextBox 162">
            <a:extLst>
              <a:ext uri="{FF2B5EF4-FFF2-40B4-BE49-F238E27FC236}">
                <a16:creationId xmlns:a16="http://schemas.microsoft.com/office/drawing/2014/main" id="{EC833923-0F07-A3F3-48E0-E201E320BDA4}"/>
              </a:ext>
            </a:extLst>
          </p:cNvPr>
          <p:cNvSpPr txBox="1">
            <a:spLocks noChangeArrowheads="1"/>
          </p:cNvSpPr>
          <p:nvPr/>
        </p:nvSpPr>
        <p:spPr bwMode="auto">
          <a:xfrm>
            <a:off x="9074150" y="1685925"/>
            <a:ext cx="5143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b="1">
                <a:sym typeface="Symbol" panose="05050102010706020507" pitchFamily="18" charset="2"/>
              </a:rPr>
              <a:t></a:t>
            </a:r>
            <a:r>
              <a:rPr lang="en-US" altLang="en-US" b="1" baseline="30000">
                <a:sym typeface="Symbol" panose="05050102010706020507" pitchFamily="18" charset="2"/>
              </a:rPr>
              <a:t>7</a:t>
            </a:r>
            <a:endParaRPr lang="en-US" altLang="en-US" b="1"/>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3">
            <a:extLst>
              <a:ext uri="{FF2B5EF4-FFF2-40B4-BE49-F238E27FC236}">
                <a16:creationId xmlns:a16="http://schemas.microsoft.com/office/drawing/2014/main" id="{060F813E-803D-7519-A6A2-FC699008FB79}"/>
              </a:ext>
            </a:extLst>
          </p:cNvPr>
          <p:cNvSpPr>
            <a:spLocks noGrp="1" noChangeArrowheads="1"/>
          </p:cNvSpPr>
          <p:nvPr>
            <p:ph type="title"/>
          </p:nvPr>
        </p:nvSpPr>
        <p:spPr/>
        <p:txBody>
          <a:bodyPr/>
          <a:lstStyle/>
          <a:p>
            <a:r>
              <a:rPr lang="en-US" altLang="en-US"/>
              <a:t>LFSR in Verilog </a:t>
            </a:r>
            <a:endParaRPr lang="ru-RU" altLang="en-US"/>
          </a:p>
        </p:txBody>
      </p:sp>
      <p:sp>
        <p:nvSpPr>
          <p:cNvPr id="3" name="Text Placeholder 2">
            <a:extLst>
              <a:ext uri="{FF2B5EF4-FFF2-40B4-BE49-F238E27FC236}">
                <a16:creationId xmlns:a16="http://schemas.microsoft.com/office/drawing/2014/main" id="{7C7C08FA-98B5-2193-692D-A27D0D2121D3}"/>
              </a:ext>
            </a:extLst>
          </p:cNvPr>
          <p:cNvSpPr>
            <a:spLocks noGrp="1"/>
          </p:cNvSpPr>
          <p:nvPr>
            <p:ph type="body" sz="quarter" idx="10"/>
          </p:nvPr>
        </p:nvSpPr>
        <p:spPr/>
        <p:txBody>
          <a:bodyPr/>
          <a:lstStyle/>
          <a:p>
            <a:pPr eaLnBrk="1" hangingPunct="1"/>
            <a:r>
              <a:rPr lang="ru-RU" altLang="en-US" sz="1800" dirty="0">
                <a:solidFill>
                  <a:srgbClr val="0000FF"/>
                </a:solidFill>
              </a:rPr>
              <a:t>module</a:t>
            </a:r>
            <a:r>
              <a:rPr lang="ru-RU" altLang="en-US" sz="1800" dirty="0"/>
              <a:t> Fibonacci_LFSR(clk,  </a:t>
            </a:r>
            <a:r>
              <a:rPr lang="en-US" altLang="en-US" sz="1800" dirty="0"/>
              <a:t>load</a:t>
            </a:r>
            <a:r>
              <a:rPr lang="ru-RU" altLang="en-US" sz="1800" dirty="0"/>
              <a:t>, en, q, </a:t>
            </a:r>
            <a:r>
              <a:rPr lang="en-US" altLang="en-US" sz="1800" dirty="0"/>
              <a:t>data</a:t>
            </a:r>
            <a:r>
              <a:rPr lang="ru-RU" altLang="en-US" sz="1800" dirty="0"/>
              <a:t>);</a:t>
            </a:r>
          </a:p>
          <a:p>
            <a:pPr eaLnBrk="1" hangingPunct="1"/>
            <a:r>
              <a:rPr lang="ru-RU" altLang="en-US" sz="1800" dirty="0"/>
              <a:t>	</a:t>
            </a:r>
            <a:r>
              <a:rPr lang="ru-RU" altLang="en-US" sz="1800" dirty="0">
                <a:solidFill>
                  <a:srgbClr val="0000FF"/>
                </a:solidFill>
              </a:rPr>
              <a:t>input</a:t>
            </a:r>
            <a:r>
              <a:rPr lang="ru-RU" altLang="en-US" sz="1800" dirty="0"/>
              <a:t> clk, </a:t>
            </a:r>
            <a:r>
              <a:rPr lang="en-US" altLang="en-US" sz="1800" dirty="0"/>
              <a:t>load</a:t>
            </a:r>
            <a:r>
              <a:rPr lang="ru-RU" altLang="en-US" sz="1800" dirty="0"/>
              <a:t>, en;</a:t>
            </a:r>
          </a:p>
          <a:p>
            <a:pPr eaLnBrk="1" hangingPunct="1"/>
            <a:r>
              <a:rPr lang="ru-RU" altLang="en-US" sz="1800" dirty="0"/>
              <a:t>	</a:t>
            </a:r>
            <a:r>
              <a:rPr lang="ru-RU" altLang="en-US" sz="1800" dirty="0">
                <a:solidFill>
                  <a:srgbClr val="0000FF"/>
                </a:solidFill>
              </a:rPr>
              <a:t>input</a:t>
            </a:r>
            <a:r>
              <a:rPr lang="ru-RU" altLang="en-US" sz="1800" dirty="0"/>
              <a:t> [7:0] </a:t>
            </a:r>
            <a:r>
              <a:rPr lang="en-US" altLang="en-US" sz="1800" dirty="0"/>
              <a:t>data</a:t>
            </a:r>
            <a:r>
              <a:rPr lang="ru-RU" altLang="en-US" sz="1800" dirty="0"/>
              <a:t>;</a:t>
            </a:r>
          </a:p>
          <a:p>
            <a:pPr eaLnBrk="1" hangingPunct="1"/>
            <a:r>
              <a:rPr lang="ru-RU" altLang="en-US" sz="1800" dirty="0"/>
              <a:t>	</a:t>
            </a:r>
            <a:r>
              <a:rPr lang="en-US" altLang="en-US" sz="1800" dirty="0">
                <a:solidFill>
                  <a:srgbClr val="0000FF"/>
                </a:solidFill>
              </a:rPr>
              <a:t>output</a:t>
            </a:r>
            <a:r>
              <a:rPr lang="en-US" altLang="en-US" sz="1800" dirty="0"/>
              <a:t>  reg [7:0] q;</a:t>
            </a:r>
          </a:p>
          <a:p>
            <a:pPr eaLnBrk="1" hangingPunct="1"/>
            <a:r>
              <a:rPr lang="en-US" altLang="en-US" sz="1800" dirty="0"/>
              <a:t>	</a:t>
            </a:r>
            <a:r>
              <a:rPr lang="en-US" altLang="en-US" sz="1800" dirty="0">
                <a:solidFill>
                  <a:srgbClr val="0000FF"/>
                </a:solidFill>
              </a:rPr>
              <a:t>always</a:t>
            </a:r>
            <a:r>
              <a:rPr lang="en-US" altLang="en-US" sz="1800" dirty="0"/>
              <a:t> @(posedge </a:t>
            </a:r>
            <a:r>
              <a:rPr lang="en-US" altLang="en-US" sz="1800" dirty="0" err="1"/>
              <a:t>clk</a:t>
            </a:r>
            <a:r>
              <a:rPr lang="en-US" altLang="en-US" sz="1800" dirty="0"/>
              <a:t> or </a:t>
            </a:r>
            <a:r>
              <a:rPr lang="en-US" altLang="en-US" sz="1800" dirty="0" err="1"/>
              <a:t>posedge</a:t>
            </a:r>
            <a:r>
              <a:rPr lang="en-US" altLang="en-US" sz="1800" dirty="0"/>
              <a:t> load)</a:t>
            </a:r>
          </a:p>
          <a:p>
            <a:pPr eaLnBrk="1" hangingPunct="1"/>
            <a:r>
              <a:rPr lang="en-US" altLang="en-US" sz="1800" dirty="0"/>
              <a:t>	</a:t>
            </a:r>
            <a:r>
              <a:rPr lang="en-US" altLang="en-US" sz="1800" dirty="0">
                <a:solidFill>
                  <a:srgbClr val="0000FF"/>
                </a:solidFill>
              </a:rPr>
              <a:t>begin</a:t>
            </a:r>
            <a:r>
              <a:rPr lang="en-US" altLang="en-US" sz="1800" dirty="0"/>
              <a:t> </a:t>
            </a:r>
          </a:p>
          <a:p>
            <a:pPr eaLnBrk="1" hangingPunct="1"/>
            <a:r>
              <a:rPr lang="en-US" altLang="en-US" sz="1800" dirty="0"/>
              <a:t>	</a:t>
            </a:r>
            <a:r>
              <a:rPr lang="en-US" altLang="en-US" sz="1800" dirty="0">
                <a:solidFill>
                  <a:srgbClr val="0000FF"/>
                </a:solidFill>
              </a:rPr>
              <a:t>if</a:t>
            </a:r>
            <a:r>
              <a:rPr lang="en-US" altLang="en-US" sz="1800" dirty="0"/>
              <a:t> (load)  q&lt;=data; //can be anything except zero</a:t>
            </a:r>
          </a:p>
          <a:p>
            <a:pPr eaLnBrk="1" hangingPunct="1"/>
            <a:r>
              <a:rPr lang="en-US" altLang="en-US" sz="1800" dirty="0"/>
              <a:t>	</a:t>
            </a:r>
            <a:r>
              <a:rPr lang="da-DK" altLang="en-US" sz="1800" dirty="0">
                <a:solidFill>
                  <a:srgbClr val="0000FF"/>
                </a:solidFill>
              </a:rPr>
              <a:t>else</a:t>
            </a:r>
            <a:r>
              <a:rPr lang="da-DK" altLang="en-US" sz="1800" dirty="0"/>
              <a:t> if (en) </a:t>
            </a:r>
          </a:p>
          <a:p>
            <a:pPr eaLnBrk="1" hangingPunct="1"/>
            <a:r>
              <a:rPr lang="da-DK" altLang="en-US" sz="1800" dirty="0"/>
              <a:t>	q&lt;={q[4]^q[3]^q[2]^q[0], q[7:1]};</a:t>
            </a:r>
          </a:p>
          <a:p>
            <a:pPr eaLnBrk="1" hangingPunct="1"/>
            <a:r>
              <a:rPr lang="da-DK" altLang="en-US" sz="1800" dirty="0"/>
              <a:t>	</a:t>
            </a:r>
            <a:r>
              <a:rPr lang="da-DK" altLang="en-US" sz="1800" dirty="0">
                <a:solidFill>
                  <a:srgbClr val="0000FF"/>
                </a:solidFill>
              </a:rPr>
              <a:t>end</a:t>
            </a:r>
          </a:p>
          <a:p>
            <a:pPr eaLnBrk="1" hangingPunct="1"/>
            <a:r>
              <a:rPr lang="da-DK" altLang="en-US" sz="1800" dirty="0"/>
              <a:t>	</a:t>
            </a:r>
            <a:r>
              <a:rPr lang="da-DK" altLang="en-US" sz="1800" dirty="0">
                <a:solidFill>
                  <a:srgbClr val="0000FF"/>
                </a:solidFill>
              </a:rPr>
              <a:t>endmodule</a:t>
            </a:r>
            <a:r>
              <a:rPr lang="da-DK" altLang="en-US" sz="1800" dirty="0"/>
              <a:t>	</a:t>
            </a:r>
            <a:endParaRPr lang="ru-RU" altLang="en-US" sz="1800" dirty="0"/>
          </a:p>
          <a:p>
            <a:endParaRPr lang="en-US" sz="18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3">
            <a:extLst>
              <a:ext uri="{FF2B5EF4-FFF2-40B4-BE49-F238E27FC236}">
                <a16:creationId xmlns:a16="http://schemas.microsoft.com/office/drawing/2014/main" id="{0ABB0FD3-7618-72C1-FA3F-A5C1B321FE0D}"/>
              </a:ext>
            </a:extLst>
          </p:cNvPr>
          <p:cNvSpPr>
            <a:spLocks noGrp="1" noChangeArrowheads="1"/>
          </p:cNvSpPr>
          <p:nvPr>
            <p:ph type="title"/>
          </p:nvPr>
        </p:nvSpPr>
        <p:spPr/>
        <p:txBody>
          <a:bodyPr/>
          <a:lstStyle/>
          <a:p>
            <a:r>
              <a:rPr lang="en-US" altLang="en-US"/>
              <a:t>LFSR in Verilog (2)</a:t>
            </a:r>
            <a:endParaRPr lang="ru-RU" altLang="en-US"/>
          </a:p>
        </p:txBody>
      </p:sp>
      <p:sp>
        <p:nvSpPr>
          <p:cNvPr id="3" name="Text Placeholder 2">
            <a:extLst>
              <a:ext uri="{FF2B5EF4-FFF2-40B4-BE49-F238E27FC236}">
                <a16:creationId xmlns:a16="http://schemas.microsoft.com/office/drawing/2014/main" id="{78924487-9033-3F64-BE02-4335F20ED03F}"/>
              </a:ext>
            </a:extLst>
          </p:cNvPr>
          <p:cNvSpPr>
            <a:spLocks noGrp="1"/>
          </p:cNvSpPr>
          <p:nvPr>
            <p:ph type="body" sz="quarter" idx="10"/>
          </p:nvPr>
        </p:nvSpPr>
        <p:spPr/>
        <p:txBody>
          <a:bodyPr/>
          <a:lstStyle/>
          <a:p>
            <a:pPr eaLnBrk="1" hangingPunct="1"/>
            <a:r>
              <a:rPr lang="fr-FR" altLang="en-US" sz="1800" dirty="0">
                <a:solidFill>
                  <a:srgbClr val="0000FF"/>
                </a:solidFill>
              </a:rPr>
              <a:t>module</a:t>
            </a:r>
            <a:r>
              <a:rPr lang="fr-FR" altLang="en-US" sz="1800" dirty="0"/>
              <a:t> </a:t>
            </a:r>
            <a:r>
              <a:rPr lang="fr-FR" altLang="en-US" sz="1800" dirty="0" err="1"/>
              <a:t>Galois_LFSR</a:t>
            </a:r>
            <a:r>
              <a:rPr lang="fr-FR" altLang="en-US" sz="1800" dirty="0"/>
              <a:t>(</a:t>
            </a:r>
            <a:r>
              <a:rPr lang="fr-FR" altLang="en-US" sz="1800" dirty="0" err="1"/>
              <a:t>clk</a:t>
            </a:r>
            <a:r>
              <a:rPr lang="fr-FR" altLang="en-US" sz="1800" dirty="0"/>
              <a:t>,  </a:t>
            </a:r>
            <a:r>
              <a:rPr lang="fr-FR" altLang="en-US" sz="1800" dirty="0" err="1"/>
              <a:t>load</a:t>
            </a:r>
            <a:r>
              <a:rPr lang="fr-FR" altLang="en-US" sz="1800" dirty="0"/>
              <a:t>, en, q, data);</a:t>
            </a:r>
          </a:p>
          <a:p>
            <a:pPr eaLnBrk="1" hangingPunct="1"/>
            <a:r>
              <a:rPr lang="fr-FR" altLang="en-US" sz="1800" dirty="0"/>
              <a:t>	</a:t>
            </a:r>
            <a:r>
              <a:rPr lang="en-US" altLang="en-US" sz="1800" dirty="0">
                <a:solidFill>
                  <a:srgbClr val="0000FF"/>
                </a:solidFill>
              </a:rPr>
              <a:t>input</a:t>
            </a:r>
            <a:r>
              <a:rPr lang="en-US" altLang="en-US" sz="1800" dirty="0"/>
              <a:t> </a:t>
            </a:r>
            <a:r>
              <a:rPr lang="en-US" altLang="en-US" sz="1800" dirty="0" err="1"/>
              <a:t>clk</a:t>
            </a:r>
            <a:r>
              <a:rPr lang="en-US" altLang="en-US" sz="1800" dirty="0"/>
              <a:t>, load, </a:t>
            </a:r>
            <a:r>
              <a:rPr lang="en-US" altLang="en-US" sz="1800" dirty="0" err="1"/>
              <a:t>en</a:t>
            </a:r>
            <a:r>
              <a:rPr lang="en-US" altLang="en-US" sz="1800" dirty="0"/>
              <a:t>;</a:t>
            </a:r>
          </a:p>
          <a:p>
            <a:pPr eaLnBrk="1" hangingPunct="1"/>
            <a:r>
              <a:rPr lang="en-US" altLang="en-US" sz="1800" dirty="0"/>
              <a:t>	</a:t>
            </a:r>
            <a:r>
              <a:rPr lang="en-US" altLang="en-US" sz="1800" dirty="0">
                <a:solidFill>
                  <a:srgbClr val="0000FF"/>
                </a:solidFill>
              </a:rPr>
              <a:t>input</a:t>
            </a:r>
            <a:r>
              <a:rPr lang="en-US" altLang="en-US" sz="1800" dirty="0"/>
              <a:t> [0:7] data;</a:t>
            </a:r>
          </a:p>
          <a:p>
            <a:pPr eaLnBrk="1" hangingPunct="1"/>
            <a:r>
              <a:rPr lang="en-US" altLang="en-US" sz="1800" dirty="0"/>
              <a:t>	</a:t>
            </a:r>
            <a:r>
              <a:rPr lang="en-US" altLang="en-US" sz="1800" dirty="0">
                <a:solidFill>
                  <a:srgbClr val="0000FF"/>
                </a:solidFill>
              </a:rPr>
              <a:t>output</a:t>
            </a:r>
            <a:r>
              <a:rPr lang="en-US" altLang="en-US" sz="1800" dirty="0"/>
              <a:t> reg [0:7] q;</a:t>
            </a:r>
          </a:p>
          <a:p>
            <a:pPr eaLnBrk="1" hangingPunct="1"/>
            <a:r>
              <a:rPr lang="en-US" altLang="en-US" sz="1800" dirty="0"/>
              <a:t>	</a:t>
            </a:r>
            <a:r>
              <a:rPr lang="en-US" altLang="en-US" sz="1800" dirty="0">
                <a:solidFill>
                  <a:srgbClr val="0000FF"/>
                </a:solidFill>
              </a:rPr>
              <a:t>always</a:t>
            </a:r>
            <a:r>
              <a:rPr lang="en-US" altLang="en-US" sz="1800" dirty="0"/>
              <a:t> @(posedge </a:t>
            </a:r>
            <a:r>
              <a:rPr lang="en-US" altLang="en-US" sz="1800" dirty="0" err="1"/>
              <a:t>clk</a:t>
            </a:r>
            <a:r>
              <a:rPr lang="en-US" altLang="en-US" sz="1800" dirty="0"/>
              <a:t> or </a:t>
            </a:r>
            <a:r>
              <a:rPr lang="en-US" altLang="en-US" sz="1800" dirty="0" err="1"/>
              <a:t>posedge</a:t>
            </a:r>
            <a:r>
              <a:rPr lang="en-US" altLang="en-US" sz="1800" dirty="0"/>
              <a:t> load)</a:t>
            </a:r>
          </a:p>
          <a:p>
            <a:pPr eaLnBrk="1" hangingPunct="1"/>
            <a:r>
              <a:rPr lang="en-US" altLang="en-US" sz="1800" dirty="0"/>
              <a:t>	</a:t>
            </a:r>
            <a:r>
              <a:rPr lang="en-US" altLang="en-US" sz="1800" dirty="0">
                <a:solidFill>
                  <a:srgbClr val="0000FF"/>
                </a:solidFill>
              </a:rPr>
              <a:t>begin</a:t>
            </a:r>
            <a:r>
              <a:rPr lang="en-US" altLang="en-US" sz="1800" dirty="0"/>
              <a:t> </a:t>
            </a:r>
          </a:p>
          <a:p>
            <a:pPr eaLnBrk="1" hangingPunct="1"/>
            <a:r>
              <a:rPr lang="en-US" altLang="en-US" sz="1800" dirty="0"/>
              <a:t>	</a:t>
            </a:r>
            <a:r>
              <a:rPr lang="en-US" altLang="en-US" sz="1800" dirty="0">
                <a:solidFill>
                  <a:srgbClr val="0000FF"/>
                </a:solidFill>
              </a:rPr>
              <a:t>if</a:t>
            </a:r>
            <a:r>
              <a:rPr lang="en-US" altLang="en-US" sz="1800" dirty="0"/>
              <a:t> (load)  q&lt;=data; //can be anything except zero</a:t>
            </a:r>
          </a:p>
          <a:p>
            <a:pPr eaLnBrk="1" hangingPunct="1"/>
            <a:r>
              <a:rPr lang="en-US" altLang="en-US" sz="1800" dirty="0"/>
              <a:t>	</a:t>
            </a:r>
            <a:r>
              <a:rPr lang="en-US" altLang="en-US" sz="1800" dirty="0">
                <a:solidFill>
                  <a:srgbClr val="0000FF"/>
                </a:solidFill>
              </a:rPr>
              <a:t>else</a:t>
            </a:r>
            <a:r>
              <a:rPr lang="en-US" altLang="en-US" sz="1800" dirty="0"/>
              <a:t> if (</a:t>
            </a:r>
            <a:r>
              <a:rPr lang="en-US" altLang="en-US" sz="1800" dirty="0" err="1"/>
              <a:t>en</a:t>
            </a:r>
            <a:r>
              <a:rPr lang="en-US" altLang="en-US" sz="1800" dirty="0"/>
              <a:t>) </a:t>
            </a:r>
          </a:p>
          <a:p>
            <a:pPr eaLnBrk="1" hangingPunct="1"/>
            <a:r>
              <a:rPr lang="en-US" altLang="en-US" sz="1800" dirty="0"/>
              <a:t>	q&lt;={q[7],q[0:4], q[7]^q[4],q[7]^q[5],q[6]};</a:t>
            </a:r>
          </a:p>
          <a:p>
            <a:pPr eaLnBrk="1" hangingPunct="1"/>
            <a:r>
              <a:rPr lang="en-US" altLang="en-US" sz="1800" dirty="0"/>
              <a:t>	</a:t>
            </a:r>
            <a:r>
              <a:rPr lang="en-US" altLang="en-US" sz="1800" dirty="0">
                <a:solidFill>
                  <a:srgbClr val="0000FF"/>
                </a:solidFill>
              </a:rPr>
              <a:t>end</a:t>
            </a:r>
          </a:p>
          <a:p>
            <a:pPr eaLnBrk="1" hangingPunct="1"/>
            <a:r>
              <a:rPr lang="en-US" altLang="en-US" sz="1800" dirty="0"/>
              <a:t>	</a:t>
            </a:r>
            <a:r>
              <a:rPr lang="en-US" altLang="en-US" sz="1800" dirty="0" err="1">
                <a:solidFill>
                  <a:srgbClr val="0000FF"/>
                </a:solidFill>
              </a:rPr>
              <a:t>endmodule</a:t>
            </a:r>
            <a:endParaRPr lang="ru-RU" altLang="en-US" sz="1800" dirty="0">
              <a:solidFill>
                <a:srgbClr val="0000FF"/>
              </a:solidFill>
            </a:endParaRPr>
          </a:p>
          <a:p>
            <a:r>
              <a:rPr lang="en-US" altLang="en-US" sz="1800" dirty="0"/>
              <a:t>d(x) = 1 </a:t>
            </a:r>
            <a:r>
              <a:rPr lang="en-US" altLang="en-US" sz="1800" baseline="30000" dirty="0">
                <a:sym typeface="Symbol" panose="05050102010706020507" pitchFamily="18" charset="2"/>
              </a:rPr>
              <a:t> </a:t>
            </a:r>
            <a:r>
              <a:rPr lang="en-US" altLang="en-US" sz="1800" dirty="0">
                <a:sym typeface="Symbol" panose="05050102010706020507" pitchFamily="18" charset="2"/>
              </a:rPr>
              <a:t>+ x</a:t>
            </a:r>
            <a:r>
              <a:rPr lang="en-US" altLang="en-US" sz="1800" baseline="30000" dirty="0">
                <a:sym typeface="Symbol" panose="05050102010706020507" pitchFamily="18" charset="2"/>
              </a:rPr>
              <a:t>5</a:t>
            </a:r>
            <a:r>
              <a:rPr lang="en-US" altLang="en-US" sz="1800" dirty="0">
                <a:sym typeface="Symbol" panose="05050102010706020507" pitchFamily="18" charset="2"/>
              </a:rPr>
              <a:t> + x</a:t>
            </a:r>
            <a:r>
              <a:rPr lang="en-US" altLang="en-US" sz="1800" baseline="30000" dirty="0">
                <a:sym typeface="Symbol" panose="05050102010706020507" pitchFamily="18" charset="2"/>
              </a:rPr>
              <a:t>6</a:t>
            </a:r>
            <a:r>
              <a:rPr lang="en-US" altLang="en-US" sz="1800" dirty="0">
                <a:sym typeface="Symbol" panose="05050102010706020507" pitchFamily="18" charset="2"/>
              </a:rPr>
              <a:t> + x</a:t>
            </a:r>
            <a:r>
              <a:rPr lang="en-US" altLang="en-US" sz="1800" baseline="30000" dirty="0">
                <a:sym typeface="Symbol" panose="05050102010706020507" pitchFamily="18" charset="2"/>
              </a:rPr>
              <a:t>8.</a:t>
            </a:r>
            <a:r>
              <a:rPr lang="en-US" altLang="en-US" sz="1800" dirty="0">
                <a:sym typeface="Symbol" panose="05050102010706020507" pitchFamily="18" charset="2"/>
              </a:rPr>
              <a:t>The number of states 255</a:t>
            </a:r>
            <a:endParaRPr lang="ru-RU" altLang="en-US" sz="1800" dirty="0">
              <a:sym typeface="Symbol" panose="05050102010706020507" pitchFamily="18" charset="2"/>
            </a:endParaRPr>
          </a:p>
          <a:p>
            <a:endParaRPr lang="en-US" sz="18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3">
            <a:extLst>
              <a:ext uri="{FF2B5EF4-FFF2-40B4-BE49-F238E27FC236}">
                <a16:creationId xmlns:a16="http://schemas.microsoft.com/office/drawing/2014/main" id="{79B665B1-C175-5A40-AC3E-76E2655334E7}"/>
              </a:ext>
            </a:extLst>
          </p:cNvPr>
          <p:cNvSpPr>
            <a:spLocks noGrp="1" noChangeArrowheads="1"/>
          </p:cNvSpPr>
          <p:nvPr>
            <p:ph type="title"/>
          </p:nvPr>
        </p:nvSpPr>
        <p:spPr/>
        <p:txBody>
          <a:bodyPr/>
          <a:lstStyle/>
          <a:p>
            <a:r>
              <a:rPr lang="en-US" altLang="en-US"/>
              <a:t>LFSR in Verilog (3)</a:t>
            </a:r>
            <a:endParaRPr lang="ru-RU" altLang="en-US"/>
          </a:p>
        </p:txBody>
      </p:sp>
      <p:sp>
        <p:nvSpPr>
          <p:cNvPr id="3" name="Text Placeholder 2">
            <a:extLst>
              <a:ext uri="{FF2B5EF4-FFF2-40B4-BE49-F238E27FC236}">
                <a16:creationId xmlns:a16="http://schemas.microsoft.com/office/drawing/2014/main" id="{2BF71E67-7A3C-44EA-1C62-7A93D9ACEEB0}"/>
              </a:ext>
            </a:extLst>
          </p:cNvPr>
          <p:cNvSpPr>
            <a:spLocks noGrp="1"/>
          </p:cNvSpPr>
          <p:nvPr>
            <p:ph type="body" sz="quarter" idx="10"/>
          </p:nvPr>
        </p:nvSpPr>
        <p:spPr/>
        <p:txBody>
          <a:bodyPr/>
          <a:lstStyle/>
          <a:p>
            <a:pPr eaLnBrk="1" hangingPunct="1"/>
            <a:r>
              <a:rPr lang="fr-FR" altLang="en-US" sz="1800" dirty="0">
                <a:solidFill>
                  <a:srgbClr val="0000FF"/>
                </a:solidFill>
              </a:rPr>
              <a:t>module</a:t>
            </a:r>
            <a:r>
              <a:rPr lang="fr-FR" altLang="en-US" sz="1800" dirty="0"/>
              <a:t> </a:t>
            </a:r>
            <a:r>
              <a:rPr lang="fr-FR" altLang="en-US" sz="1800" dirty="0" err="1"/>
              <a:t>Galois_LFSR</a:t>
            </a:r>
            <a:r>
              <a:rPr lang="fr-FR" altLang="en-US" sz="1800" dirty="0"/>
              <a:t>(</a:t>
            </a:r>
            <a:r>
              <a:rPr lang="fr-FR" altLang="en-US" sz="1800" dirty="0" err="1"/>
              <a:t>clk</a:t>
            </a:r>
            <a:r>
              <a:rPr lang="fr-FR" altLang="en-US" sz="1800" dirty="0"/>
              <a:t>,  </a:t>
            </a:r>
            <a:r>
              <a:rPr lang="fr-FR" altLang="en-US" sz="1800" dirty="0" err="1"/>
              <a:t>load</a:t>
            </a:r>
            <a:r>
              <a:rPr lang="fr-FR" altLang="en-US" sz="1800" dirty="0"/>
              <a:t>, en, q, data);</a:t>
            </a:r>
          </a:p>
          <a:p>
            <a:pPr eaLnBrk="1" hangingPunct="1"/>
            <a:r>
              <a:rPr lang="fr-FR" altLang="en-US" sz="1800" dirty="0"/>
              <a:t>	</a:t>
            </a:r>
            <a:r>
              <a:rPr lang="en-US" altLang="en-US" sz="1800" dirty="0">
                <a:solidFill>
                  <a:srgbClr val="0000FF"/>
                </a:solidFill>
              </a:rPr>
              <a:t>input</a:t>
            </a:r>
            <a:r>
              <a:rPr lang="en-US" altLang="en-US" sz="1800" dirty="0"/>
              <a:t> </a:t>
            </a:r>
            <a:r>
              <a:rPr lang="en-US" altLang="en-US" sz="1800" dirty="0" err="1"/>
              <a:t>clk</a:t>
            </a:r>
            <a:r>
              <a:rPr lang="en-US" altLang="en-US" sz="1800" dirty="0"/>
              <a:t>, load, </a:t>
            </a:r>
            <a:r>
              <a:rPr lang="en-US" altLang="en-US" sz="1800" dirty="0" err="1"/>
              <a:t>en</a:t>
            </a:r>
            <a:r>
              <a:rPr lang="en-US" altLang="en-US" sz="1800" dirty="0"/>
              <a:t>;</a:t>
            </a:r>
          </a:p>
          <a:p>
            <a:pPr eaLnBrk="1" hangingPunct="1"/>
            <a:r>
              <a:rPr lang="en-US" altLang="en-US" sz="1800" dirty="0"/>
              <a:t>	</a:t>
            </a:r>
            <a:r>
              <a:rPr lang="en-US" altLang="en-US" sz="1800" dirty="0">
                <a:solidFill>
                  <a:srgbClr val="0000FF"/>
                </a:solidFill>
              </a:rPr>
              <a:t>input</a:t>
            </a:r>
            <a:r>
              <a:rPr lang="en-US" altLang="en-US" sz="1800" dirty="0"/>
              <a:t> [0:7] data;</a:t>
            </a:r>
          </a:p>
          <a:p>
            <a:pPr eaLnBrk="1" hangingPunct="1"/>
            <a:r>
              <a:rPr lang="en-US" altLang="en-US" sz="1800" dirty="0"/>
              <a:t>	</a:t>
            </a:r>
            <a:r>
              <a:rPr lang="en-US" altLang="en-US" sz="1800" dirty="0">
                <a:solidFill>
                  <a:srgbClr val="0000FF"/>
                </a:solidFill>
              </a:rPr>
              <a:t>output</a:t>
            </a:r>
            <a:r>
              <a:rPr lang="en-US" altLang="en-US" sz="1800" dirty="0"/>
              <a:t> reg [0:7] q;</a:t>
            </a:r>
          </a:p>
          <a:p>
            <a:pPr eaLnBrk="1" hangingPunct="1"/>
            <a:r>
              <a:rPr lang="en-US" altLang="en-US" sz="1800" dirty="0"/>
              <a:t>	</a:t>
            </a:r>
            <a:r>
              <a:rPr lang="en-US" altLang="en-US" sz="1800" dirty="0">
                <a:solidFill>
                  <a:srgbClr val="0000FF"/>
                </a:solidFill>
              </a:rPr>
              <a:t>always</a:t>
            </a:r>
            <a:r>
              <a:rPr lang="en-US" altLang="en-US" sz="1800" dirty="0"/>
              <a:t> @(posedge </a:t>
            </a:r>
            <a:r>
              <a:rPr lang="en-US" altLang="en-US" sz="1800" dirty="0" err="1"/>
              <a:t>clk</a:t>
            </a:r>
            <a:r>
              <a:rPr lang="en-US" altLang="en-US" sz="1800" dirty="0"/>
              <a:t> or </a:t>
            </a:r>
            <a:r>
              <a:rPr lang="en-US" altLang="en-US" sz="1800" dirty="0" err="1"/>
              <a:t>posedge</a:t>
            </a:r>
            <a:r>
              <a:rPr lang="en-US" altLang="en-US" sz="1800" dirty="0"/>
              <a:t> load)</a:t>
            </a:r>
          </a:p>
          <a:p>
            <a:pPr eaLnBrk="1" hangingPunct="1"/>
            <a:r>
              <a:rPr lang="en-US" altLang="en-US" sz="1800" dirty="0"/>
              <a:t>	</a:t>
            </a:r>
            <a:r>
              <a:rPr lang="en-US" altLang="en-US" sz="1800" dirty="0">
                <a:solidFill>
                  <a:srgbClr val="0000FF"/>
                </a:solidFill>
              </a:rPr>
              <a:t>begin</a:t>
            </a:r>
            <a:r>
              <a:rPr lang="en-US" altLang="en-US" sz="1800" dirty="0"/>
              <a:t> </a:t>
            </a:r>
          </a:p>
          <a:p>
            <a:pPr eaLnBrk="1" hangingPunct="1"/>
            <a:r>
              <a:rPr lang="en-US" altLang="en-US" sz="1800" dirty="0"/>
              <a:t>	</a:t>
            </a:r>
            <a:r>
              <a:rPr lang="en-US" altLang="en-US" sz="1800" dirty="0">
                <a:solidFill>
                  <a:srgbClr val="0000FF"/>
                </a:solidFill>
              </a:rPr>
              <a:t>if</a:t>
            </a:r>
            <a:r>
              <a:rPr lang="en-US" altLang="en-US" sz="1800" dirty="0"/>
              <a:t> (load)  q&lt;=data; //can be anything except zero</a:t>
            </a:r>
          </a:p>
          <a:p>
            <a:pPr eaLnBrk="1" hangingPunct="1"/>
            <a:r>
              <a:rPr lang="en-US" altLang="en-US" sz="1800" dirty="0"/>
              <a:t>	</a:t>
            </a:r>
            <a:r>
              <a:rPr lang="en-US" altLang="en-US" sz="1800" dirty="0">
                <a:solidFill>
                  <a:srgbClr val="0000FF"/>
                </a:solidFill>
              </a:rPr>
              <a:t>else</a:t>
            </a:r>
            <a:r>
              <a:rPr lang="en-US" altLang="en-US" sz="1800" dirty="0"/>
              <a:t> if (</a:t>
            </a:r>
            <a:r>
              <a:rPr lang="en-US" altLang="en-US" sz="1800" dirty="0" err="1"/>
              <a:t>en</a:t>
            </a:r>
            <a:r>
              <a:rPr lang="en-US" altLang="en-US" sz="1800" dirty="0"/>
              <a:t>) </a:t>
            </a:r>
          </a:p>
          <a:p>
            <a:pPr eaLnBrk="1" hangingPunct="1"/>
            <a:r>
              <a:rPr lang="en-US" altLang="en-US" sz="1800" dirty="0"/>
              <a:t>	q&lt;={q[7],q[0:2], q[7]^q[3],q[7]^q[4],q[7]^q[5],q[6]};</a:t>
            </a:r>
          </a:p>
          <a:p>
            <a:pPr eaLnBrk="1" hangingPunct="1"/>
            <a:r>
              <a:rPr lang="en-US" altLang="en-US" sz="1800" dirty="0"/>
              <a:t>	</a:t>
            </a:r>
            <a:r>
              <a:rPr lang="en-US" altLang="en-US" sz="1800" dirty="0">
                <a:solidFill>
                  <a:srgbClr val="0000FF"/>
                </a:solidFill>
              </a:rPr>
              <a:t>end</a:t>
            </a:r>
          </a:p>
          <a:p>
            <a:pPr eaLnBrk="1" hangingPunct="1"/>
            <a:r>
              <a:rPr lang="en-US" altLang="en-US" sz="1800" dirty="0"/>
              <a:t>	</a:t>
            </a:r>
            <a:r>
              <a:rPr lang="en-US" altLang="en-US" sz="1800" dirty="0" err="1">
                <a:solidFill>
                  <a:srgbClr val="0000FF"/>
                </a:solidFill>
              </a:rPr>
              <a:t>endmodule</a:t>
            </a:r>
            <a:endParaRPr lang="ru-RU" altLang="en-US" sz="1800" dirty="0">
              <a:solidFill>
                <a:srgbClr val="0000FF"/>
              </a:solidFill>
            </a:endParaRPr>
          </a:p>
          <a:p>
            <a:r>
              <a:rPr lang="en-US" altLang="en-US" sz="1800" dirty="0"/>
              <a:t>d(x) = 1 </a:t>
            </a:r>
            <a:r>
              <a:rPr lang="en-US" altLang="en-US" sz="1800" baseline="30000" dirty="0">
                <a:sym typeface="Symbol" panose="05050102010706020507" pitchFamily="18" charset="2"/>
              </a:rPr>
              <a:t> </a:t>
            </a:r>
            <a:r>
              <a:rPr lang="en-US" altLang="en-US" sz="1800" dirty="0">
                <a:sym typeface="Symbol" panose="05050102010706020507" pitchFamily="18" charset="2"/>
              </a:rPr>
              <a:t>+ x</a:t>
            </a:r>
            <a:r>
              <a:rPr lang="en-US" altLang="en-US" sz="1800" baseline="30000" dirty="0">
                <a:sym typeface="Symbol" panose="05050102010706020507" pitchFamily="18" charset="2"/>
              </a:rPr>
              <a:t>5</a:t>
            </a:r>
            <a:r>
              <a:rPr lang="en-US" altLang="en-US" sz="1800" dirty="0">
                <a:sym typeface="Symbol" panose="05050102010706020507" pitchFamily="18" charset="2"/>
              </a:rPr>
              <a:t> + x</a:t>
            </a:r>
            <a:r>
              <a:rPr lang="en-US" altLang="en-US" sz="1800" baseline="30000" dirty="0">
                <a:sym typeface="Symbol" panose="05050102010706020507" pitchFamily="18" charset="2"/>
              </a:rPr>
              <a:t>6</a:t>
            </a:r>
            <a:r>
              <a:rPr lang="en-US" altLang="en-US" sz="1800" dirty="0">
                <a:sym typeface="Symbol" panose="05050102010706020507" pitchFamily="18" charset="2"/>
              </a:rPr>
              <a:t> + x</a:t>
            </a:r>
            <a:r>
              <a:rPr lang="en-US" altLang="en-US" sz="1800" baseline="30000" dirty="0">
                <a:sym typeface="Symbol" panose="05050102010706020507" pitchFamily="18" charset="2"/>
              </a:rPr>
              <a:t>8.</a:t>
            </a:r>
            <a:r>
              <a:rPr lang="en-US" altLang="en-US" sz="1800" dirty="0">
                <a:sym typeface="Symbol" panose="05050102010706020507" pitchFamily="18" charset="2"/>
              </a:rPr>
              <a:t>The number of states 255</a:t>
            </a:r>
            <a:endParaRPr lang="ru-RU" altLang="en-US" sz="1800" dirty="0">
              <a:sym typeface="Symbol" panose="05050102010706020507" pitchFamily="18" charset="2"/>
            </a:endParaRPr>
          </a:p>
          <a:p>
            <a:endParaRPr lang="en-US" sz="18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a:extLst>
              <a:ext uri="{FF2B5EF4-FFF2-40B4-BE49-F238E27FC236}">
                <a16:creationId xmlns:a16="http://schemas.microsoft.com/office/drawing/2014/main" id="{34FADB8C-DE17-79EB-260F-93781A2209D1}"/>
              </a:ext>
            </a:extLst>
          </p:cNvPr>
          <p:cNvSpPr>
            <a:spLocks noGrp="1" noChangeArrowheads="1"/>
          </p:cNvSpPr>
          <p:nvPr>
            <p:ph type="title"/>
          </p:nvPr>
        </p:nvSpPr>
        <p:spPr/>
        <p:txBody>
          <a:bodyPr/>
          <a:lstStyle/>
          <a:p>
            <a:r>
              <a:rPr lang="en-US" altLang="en-US"/>
              <a:t>Fibonacci LFSR with Synchronous Load</a:t>
            </a:r>
            <a:endParaRPr lang="ru-RU" altLang="en-US"/>
          </a:p>
        </p:txBody>
      </p:sp>
      <p:grpSp>
        <p:nvGrpSpPr>
          <p:cNvPr id="81923" name="Группа 1">
            <a:extLst>
              <a:ext uri="{FF2B5EF4-FFF2-40B4-BE49-F238E27FC236}">
                <a16:creationId xmlns:a16="http://schemas.microsoft.com/office/drawing/2014/main" id="{B4F89FD0-5CF6-253C-B03F-9F1882DF24F3}"/>
              </a:ext>
            </a:extLst>
          </p:cNvPr>
          <p:cNvGrpSpPr>
            <a:grpSpLocks/>
          </p:cNvGrpSpPr>
          <p:nvPr/>
        </p:nvGrpSpPr>
        <p:grpSpPr bwMode="auto">
          <a:xfrm>
            <a:off x="1690688" y="1568450"/>
            <a:ext cx="8839200" cy="4071938"/>
            <a:chOff x="228600" y="1814513"/>
            <a:chExt cx="8839200" cy="4071997"/>
          </a:xfrm>
        </p:grpSpPr>
        <p:sp>
          <p:nvSpPr>
            <p:cNvPr id="81924" name="Line 65">
              <a:extLst>
                <a:ext uri="{FF2B5EF4-FFF2-40B4-BE49-F238E27FC236}">
                  <a16:creationId xmlns:a16="http://schemas.microsoft.com/office/drawing/2014/main" id="{C341EB90-06FA-D25A-C479-B2CE04964F81}"/>
                </a:ext>
              </a:extLst>
            </p:cNvPr>
            <p:cNvSpPr>
              <a:spLocks noChangeShapeType="1"/>
            </p:cNvSpPr>
            <p:nvPr/>
          </p:nvSpPr>
          <p:spPr bwMode="auto">
            <a:xfrm>
              <a:off x="1009650" y="3278188"/>
              <a:ext cx="328612"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4" name="Group 33">
              <a:extLst>
                <a:ext uri="{FF2B5EF4-FFF2-40B4-BE49-F238E27FC236}">
                  <a16:creationId xmlns:a16="http://schemas.microsoft.com/office/drawing/2014/main" id="{AF803C9D-8E6A-4906-B773-367C721F35E4}"/>
                </a:ext>
              </a:extLst>
            </p:cNvPr>
            <p:cNvGrpSpPr>
              <a:grpSpLocks/>
            </p:cNvGrpSpPr>
            <p:nvPr/>
          </p:nvGrpSpPr>
          <p:grpSpPr bwMode="auto">
            <a:xfrm rot="10800000">
              <a:off x="4733925" y="5072063"/>
              <a:ext cx="490538" cy="449262"/>
              <a:chOff x="2256" y="1056"/>
              <a:chExt cx="309" cy="283"/>
            </a:xfrm>
            <a:solidFill>
              <a:schemeClr val="accent1"/>
            </a:solidFill>
          </p:grpSpPr>
          <p:sp>
            <p:nvSpPr>
              <p:cNvPr id="55366" name="AutoShape 89">
                <a:extLst>
                  <a:ext uri="{FF2B5EF4-FFF2-40B4-BE49-F238E27FC236}">
                    <a16:creationId xmlns:a16="http://schemas.microsoft.com/office/drawing/2014/main" id="{E5B7ACA8-C864-40AC-8E2E-86397B29C589}"/>
                  </a:ext>
                </a:extLst>
              </p:cNvPr>
              <p:cNvSpPr>
                <a:spLocks noChangeArrowheads="1"/>
              </p:cNvSpPr>
              <p:nvPr/>
            </p:nvSpPr>
            <p:spPr bwMode="auto">
              <a:xfrm flipH="1">
                <a:off x="2256" y="1056"/>
                <a:ext cx="308" cy="283"/>
              </a:xfrm>
              <a:prstGeom prst="moon">
                <a:avLst>
                  <a:gd name="adj" fmla="val 84819"/>
                </a:avLst>
              </a:prstGeom>
              <a:grpFill/>
              <a:ln w="22225">
                <a:solidFill>
                  <a:schemeClr val="tx1"/>
                </a:solidFill>
                <a:miter lim="800000"/>
                <a:headEnd/>
                <a:tailEnd/>
              </a:ln>
            </p:spPr>
            <p:txBody>
              <a:bodyPr rot="10800000" wrap="none" anchor="ctr"/>
              <a:lstStyle/>
              <a:p>
                <a:pPr algn="ctr" eaLnBrk="1" hangingPunct="1">
                  <a:defRPr/>
                </a:pPr>
                <a:endParaRPr lang="ru-RU"/>
              </a:p>
            </p:txBody>
          </p:sp>
          <p:sp>
            <p:nvSpPr>
              <p:cNvPr id="55365" name="AutoShape 88">
                <a:extLst>
                  <a:ext uri="{FF2B5EF4-FFF2-40B4-BE49-F238E27FC236}">
                    <a16:creationId xmlns:a16="http://schemas.microsoft.com/office/drawing/2014/main" id="{7FD2C361-0460-4FD5-9698-88A288428619}"/>
                  </a:ext>
                </a:extLst>
              </p:cNvPr>
              <p:cNvSpPr>
                <a:spLocks noChangeArrowheads="1"/>
              </p:cNvSpPr>
              <p:nvPr/>
            </p:nvSpPr>
            <p:spPr bwMode="auto">
              <a:xfrm flipH="1">
                <a:off x="2313" y="1056"/>
                <a:ext cx="252" cy="283"/>
              </a:xfrm>
              <a:prstGeom prst="moon">
                <a:avLst>
                  <a:gd name="adj" fmla="val 84819"/>
                </a:avLst>
              </a:prstGeom>
              <a:grpFill/>
              <a:ln w="12700">
                <a:solidFill>
                  <a:schemeClr val="tx1"/>
                </a:solidFill>
                <a:miter lim="800000"/>
                <a:headEnd/>
                <a:tailEnd/>
              </a:ln>
            </p:spPr>
            <p:txBody>
              <a:bodyPr rot="10800000" wrap="none" anchor="ctr"/>
              <a:lstStyle/>
              <a:p>
                <a:pPr algn="ctr" eaLnBrk="1" hangingPunct="1">
                  <a:defRPr/>
                </a:pPr>
                <a:endParaRPr lang="ru-RU"/>
              </a:p>
            </p:txBody>
          </p:sp>
        </p:grpSp>
        <p:sp>
          <p:nvSpPr>
            <p:cNvPr id="2" name="AutoShape 36">
              <a:extLst>
                <a:ext uri="{FF2B5EF4-FFF2-40B4-BE49-F238E27FC236}">
                  <a16:creationId xmlns:a16="http://schemas.microsoft.com/office/drawing/2014/main" id="{2D77C5DE-7963-411A-A794-CB0F5FC57097}"/>
                </a:ext>
              </a:extLst>
            </p:cNvPr>
            <p:cNvSpPr>
              <a:spLocks noChangeArrowheads="1"/>
            </p:cNvSpPr>
            <p:nvPr/>
          </p:nvSpPr>
          <p:spPr bwMode="auto">
            <a:xfrm rot="16200000">
              <a:off x="1055683" y="3297262"/>
              <a:ext cx="723910" cy="301625"/>
            </a:xfrm>
            <a:custGeom>
              <a:avLst/>
              <a:gdLst>
                <a:gd name="T0" fmla="*/ 633412 w 21600"/>
                <a:gd name="T1" fmla="*/ 150813 h 21600"/>
                <a:gd name="T2" fmla="*/ 361950 w 21600"/>
                <a:gd name="T3" fmla="*/ 301625 h 21600"/>
                <a:gd name="T4" fmla="*/ 90487 w 21600"/>
                <a:gd name="T5" fmla="*/ 150813 h 21600"/>
                <a:gd name="T6" fmla="*/ 36195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chemeClr val="accent1">
                <a:lumMod val="20000"/>
                <a:lumOff val="80000"/>
              </a:schemeClr>
            </a:solidFill>
            <a:ln w="19050">
              <a:solidFill>
                <a:schemeClr val="tx1"/>
              </a:solidFill>
              <a:miter lim="800000"/>
              <a:headEnd/>
              <a:tailEnd/>
            </a:ln>
            <a:effectLst/>
          </p:spPr>
          <p:txBody>
            <a:bodyPr wrap="none" anchor="ctr"/>
            <a:lstStyle/>
            <a:p>
              <a:pPr eaLnBrk="1" hangingPunct="1">
                <a:defRPr/>
              </a:pPr>
              <a:endParaRPr lang="ru-RU"/>
            </a:p>
          </p:txBody>
        </p:sp>
        <p:sp>
          <p:nvSpPr>
            <p:cNvPr id="81927" name="Text Box 4">
              <a:extLst>
                <a:ext uri="{FF2B5EF4-FFF2-40B4-BE49-F238E27FC236}">
                  <a16:creationId xmlns:a16="http://schemas.microsoft.com/office/drawing/2014/main" id="{959351D6-63FB-C80C-7ADB-0E216C77BECA}"/>
                </a:ext>
              </a:extLst>
            </p:cNvPr>
            <p:cNvSpPr txBox="1">
              <a:spLocks noChangeArrowheads="1"/>
            </p:cNvSpPr>
            <p:nvPr/>
          </p:nvSpPr>
          <p:spPr bwMode="auto">
            <a:xfrm>
              <a:off x="8382000" y="2867025"/>
              <a:ext cx="685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sym typeface="Symbol" panose="05050102010706020507" pitchFamily="18" charset="2"/>
                </a:rPr>
                <a:t>q0</a:t>
              </a:r>
              <a:endParaRPr lang="ru-RU" altLang="en-US" sz="2000"/>
            </a:p>
          </p:txBody>
        </p:sp>
        <p:sp>
          <p:nvSpPr>
            <p:cNvPr id="81928" name="Text Box 5">
              <a:extLst>
                <a:ext uri="{FF2B5EF4-FFF2-40B4-BE49-F238E27FC236}">
                  <a16:creationId xmlns:a16="http://schemas.microsoft.com/office/drawing/2014/main" id="{7B6587CC-DCB4-B6C1-F461-EDFF3CCDE2CD}"/>
                </a:ext>
              </a:extLst>
            </p:cNvPr>
            <p:cNvSpPr txBox="1">
              <a:spLocks noChangeArrowheads="1"/>
            </p:cNvSpPr>
            <p:nvPr/>
          </p:nvSpPr>
          <p:spPr bwMode="auto">
            <a:xfrm>
              <a:off x="285750" y="4214813"/>
              <a:ext cx="685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spcBef>
                  <a:spcPct val="50000"/>
                </a:spcBef>
              </a:pPr>
              <a:r>
                <a:rPr lang="en-US" altLang="en-US" sz="2000">
                  <a:sym typeface="Symbol" panose="05050102010706020507" pitchFamily="18" charset="2"/>
                </a:rPr>
                <a:t>Clk</a:t>
              </a:r>
              <a:endParaRPr lang="ru-RU" altLang="en-US" sz="2000">
                <a:sym typeface="Symbol" panose="05050102010706020507" pitchFamily="18" charset="2"/>
              </a:endParaRPr>
            </a:p>
          </p:txBody>
        </p:sp>
        <p:sp>
          <p:nvSpPr>
            <p:cNvPr id="81929" name="Line 6">
              <a:extLst>
                <a:ext uri="{FF2B5EF4-FFF2-40B4-BE49-F238E27FC236}">
                  <a16:creationId xmlns:a16="http://schemas.microsoft.com/office/drawing/2014/main" id="{B6E19D67-F463-5ED6-50F0-687F958C87E0}"/>
                </a:ext>
              </a:extLst>
            </p:cNvPr>
            <p:cNvSpPr>
              <a:spLocks noChangeShapeType="1"/>
            </p:cNvSpPr>
            <p:nvPr/>
          </p:nvSpPr>
          <p:spPr bwMode="auto">
            <a:xfrm>
              <a:off x="1576388" y="3460750"/>
              <a:ext cx="366712"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1930" name="Text Box 7">
              <a:extLst>
                <a:ext uri="{FF2B5EF4-FFF2-40B4-BE49-F238E27FC236}">
                  <a16:creationId xmlns:a16="http://schemas.microsoft.com/office/drawing/2014/main" id="{4904C6AD-1B2D-FD6C-BD92-7C31CBDA2245}"/>
                </a:ext>
              </a:extLst>
            </p:cNvPr>
            <p:cNvSpPr txBox="1">
              <a:spLocks noChangeArrowheads="1"/>
            </p:cNvSpPr>
            <p:nvPr/>
          </p:nvSpPr>
          <p:spPr bwMode="auto">
            <a:xfrm>
              <a:off x="1946275" y="3233738"/>
              <a:ext cx="765175" cy="1135062"/>
            </a:xfrm>
            <a:prstGeom prst="rect">
              <a:avLst/>
            </a:prstGeom>
            <a:solidFill>
              <a:schemeClr val="accent1"/>
            </a:solidFill>
            <a:ln w="25400">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dirty="0">
                  <a:solidFill>
                    <a:schemeClr val="bg1"/>
                  </a:solidFill>
                </a:rPr>
                <a:t>D</a:t>
              </a:r>
            </a:p>
            <a:p>
              <a:pPr eaLnBrk="1" hangingPunct="1"/>
              <a:endParaRPr lang="en-US" altLang="en-US" dirty="0">
                <a:solidFill>
                  <a:schemeClr val="bg1"/>
                </a:solidFill>
              </a:endParaRPr>
            </a:p>
            <a:p>
              <a:pPr eaLnBrk="1" hangingPunct="1"/>
              <a:r>
                <a:rPr lang="en-US" altLang="en-US" dirty="0">
                  <a:solidFill>
                    <a:schemeClr val="bg1"/>
                  </a:solidFill>
                </a:rPr>
                <a:t> C</a:t>
              </a:r>
            </a:p>
          </p:txBody>
        </p:sp>
        <p:sp>
          <p:nvSpPr>
            <p:cNvPr id="81931" name="Line 8">
              <a:extLst>
                <a:ext uri="{FF2B5EF4-FFF2-40B4-BE49-F238E27FC236}">
                  <a16:creationId xmlns:a16="http://schemas.microsoft.com/office/drawing/2014/main" id="{897903FA-3A12-570F-652C-159A9036D129}"/>
                </a:ext>
              </a:extLst>
            </p:cNvPr>
            <p:cNvSpPr>
              <a:spLocks noChangeShapeType="1"/>
            </p:cNvSpPr>
            <p:nvPr/>
          </p:nvSpPr>
          <p:spPr bwMode="auto">
            <a:xfrm flipV="1">
              <a:off x="3573463" y="3440113"/>
              <a:ext cx="338137"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1932" name="Text Box 9">
              <a:extLst>
                <a:ext uri="{FF2B5EF4-FFF2-40B4-BE49-F238E27FC236}">
                  <a16:creationId xmlns:a16="http://schemas.microsoft.com/office/drawing/2014/main" id="{F3BB629D-3B68-9DEA-4C67-EF12B4D7A4CB}"/>
                </a:ext>
              </a:extLst>
            </p:cNvPr>
            <p:cNvSpPr txBox="1">
              <a:spLocks noChangeArrowheads="1"/>
            </p:cNvSpPr>
            <p:nvPr/>
          </p:nvSpPr>
          <p:spPr bwMode="auto">
            <a:xfrm>
              <a:off x="3933825" y="3213100"/>
              <a:ext cx="763588" cy="1135063"/>
            </a:xfrm>
            <a:prstGeom prst="rect">
              <a:avLst/>
            </a:prstGeom>
            <a:solidFill>
              <a:schemeClr val="accent1"/>
            </a:solidFill>
            <a:ln w="25400">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dirty="0">
                  <a:solidFill>
                    <a:schemeClr val="bg1"/>
                  </a:solidFill>
                </a:rPr>
                <a:t>D</a:t>
              </a:r>
            </a:p>
            <a:p>
              <a:pPr eaLnBrk="1" hangingPunct="1"/>
              <a:endParaRPr lang="en-US" altLang="en-US" dirty="0">
                <a:solidFill>
                  <a:schemeClr val="bg1"/>
                </a:solidFill>
              </a:endParaRPr>
            </a:p>
            <a:p>
              <a:pPr eaLnBrk="1" hangingPunct="1"/>
              <a:r>
                <a:rPr lang="en-US" altLang="en-US" dirty="0">
                  <a:solidFill>
                    <a:schemeClr val="bg1"/>
                  </a:solidFill>
                </a:rPr>
                <a:t> C</a:t>
              </a:r>
            </a:p>
          </p:txBody>
        </p:sp>
        <p:sp>
          <p:nvSpPr>
            <p:cNvPr id="81933" name="Line 10">
              <a:extLst>
                <a:ext uri="{FF2B5EF4-FFF2-40B4-BE49-F238E27FC236}">
                  <a16:creationId xmlns:a16="http://schemas.microsoft.com/office/drawing/2014/main" id="{7EE08B69-8AF9-DE3A-1C46-4A923288A4BC}"/>
                </a:ext>
              </a:extLst>
            </p:cNvPr>
            <p:cNvSpPr>
              <a:spLocks noChangeShapeType="1"/>
            </p:cNvSpPr>
            <p:nvPr/>
          </p:nvSpPr>
          <p:spPr bwMode="auto">
            <a:xfrm flipV="1">
              <a:off x="5595938" y="3436938"/>
              <a:ext cx="277812"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1934" name="Text Box 11">
              <a:extLst>
                <a:ext uri="{FF2B5EF4-FFF2-40B4-BE49-F238E27FC236}">
                  <a16:creationId xmlns:a16="http://schemas.microsoft.com/office/drawing/2014/main" id="{7AEEC745-BD63-0CD8-830F-D58883C9DB43}"/>
                </a:ext>
              </a:extLst>
            </p:cNvPr>
            <p:cNvSpPr txBox="1">
              <a:spLocks noChangeArrowheads="1"/>
            </p:cNvSpPr>
            <p:nvPr/>
          </p:nvSpPr>
          <p:spPr bwMode="auto">
            <a:xfrm>
              <a:off x="5892800" y="3211513"/>
              <a:ext cx="763588" cy="1135062"/>
            </a:xfrm>
            <a:prstGeom prst="rect">
              <a:avLst/>
            </a:prstGeom>
            <a:solidFill>
              <a:schemeClr val="accent1"/>
            </a:solidFill>
            <a:ln w="25400">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dirty="0">
                  <a:solidFill>
                    <a:schemeClr val="bg1"/>
                  </a:solidFill>
                </a:rPr>
                <a:t>D</a:t>
              </a:r>
            </a:p>
            <a:p>
              <a:pPr eaLnBrk="1" hangingPunct="1"/>
              <a:endParaRPr lang="en-US" altLang="en-US" dirty="0">
                <a:solidFill>
                  <a:schemeClr val="bg1"/>
                </a:solidFill>
              </a:endParaRPr>
            </a:p>
            <a:p>
              <a:pPr eaLnBrk="1" hangingPunct="1"/>
              <a:r>
                <a:rPr lang="en-US" altLang="en-US" dirty="0">
                  <a:solidFill>
                    <a:schemeClr val="bg1"/>
                  </a:solidFill>
                </a:rPr>
                <a:t> C</a:t>
              </a:r>
            </a:p>
          </p:txBody>
        </p:sp>
        <p:sp>
          <p:nvSpPr>
            <p:cNvPr id="81935" name="Line 12">
              <a:extLst>
                <a:ext uri="{FF2B5EF4-FFF2-40B4-BE49-F238E27FC236}">
                  <a16:creationId xmlns:a16="http://schemas.microsoft.com/office/drawing/2014/main" id="{C52F8ECE-F007-20DA-E1A0-98474FC88430}"/>
                </a:ext>
              </a:extLst>
            </p:cNvPr>
            <p:cNvSpPr>
              <a:spLocks noChangeShapeType="1"/>
            </p:cNvSpPr>
            <p:nvPr/>
          </p:nvSpPr>
          <p:spPr bwMode="auto">
            <a:xfrm flipV="1">
              <a:off x="6657975" y="3602038"/>
              <a:ext cx="64452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1936" name="Line 13">
              <a:extLst>
                <a:ext uri="{FF2B5EF4-FFF2-40B4-BE49-F238E27FC236}">
                  <a16:creationId xmlns:a16="http://schemas.microsoft.com/office/drawing/2014/main" id="{D96FC428-D2BA-DA67-3938-6C7B8988B88F}"/>
                </a:ext>
              </a:extLst>
            </p:cNvPr>
            <p:cNvSpPr>
              <a:spLocks noChangeShapeType="1"/>
            </p:cNvSpPr>
            <p:nvPr/>
          </p:nvSpPr>
          <p:spPr bwMode="auto">
            <a:xfrm flipV="1">
              <a:off x="6867525" y="3600450"/>
              <a:ext cx="14288" cy="1601788"/>
            </a:xfrm>
            <a:prstGeom prst="line">
              <a:avLst/>
            </a:prstGeom>
            <a:noFill/>
            <a:ln w="25400">
              <a:solidFill>
                <a:srgbClr val="000000"/>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81937" name="Line 14">
              <a:extLst>
                <a:ext uri="{FF2B5EF4-FFF2-40B4-BE49-F238E27FC236}">
                  <a16:creationId xmlns:a16="http://schemas.microsoft.com/office/drawing/2014/main" id="{795FF06F-722C-D70A-135C-5FD6EA5EB5F5}"/>
                </a:ext>
              </a:extLst>
            </p:cNvPr>
            <p:cNvSpPr>
              <a:spLocks noChangeShapeType="1"/>
            </p:cNvSpPr>
            <p:nvPr/>
          </p:nvSpPr>
          <p:spPr bwMode="auto">
            <a:xfrm flipH="1">
              <a:off x="542925" y="4586288"/>
              <a:ext cx="720566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1938" name="Line 15">
              <a:extLst>
                <a:ext uri="{FF2B5EF4-FFF2-40B4-BE49-F238E27FC236}">
                  <a16:creationId xmlns:a16="http://schemas.microsoft.com/office/drawing/2014/main" id="{4A5ECA1C-8083-3128-57B0-4FB4E90F940A}"/>
                </a:ext>
              </a:extLst>
            </p:cNvPr>
            <p:cNvSpPr>
              <a:spLocks noChangeShapeType="1"/>
            </p:cNvSpPr>
            <p:nvPr/>
          </p:nvSpPr>
          <p:spPr bwMode="auto">
            <a:xfrm flipH="1">
              <a:off x="1681163" y="4008438"/>
              <a:ext cx="255587"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1939" name="Line 16">
              <a:extLst>
                <a:ext uri="{FF2B5EF4-FFF2-40B4-BE49-F238E27FC236}">
                  <a16:creationId xmlns:a16="http://schemas.microsoft.com/office/drawing/2014/main" id="{73F6B47A-83D7-DAB4-380E-87496A72CA4D}"/>
                </a:ext>
              </a:extLst>
            </p:cNvPr>
            <p:cNvSpPr>
              <a:spLocks noChangeShapeType="1"/>
            </p:cNvSpPr>
            <p:nvPr/>
          </p:nvSpPr>
          <p:spPr bwMode="auto">
            <a:xfrm>
              <a:off x="1681163" y="4008438"/>
              <a:ext cx="0" cy="568325"/>
            </a:xfrm>
            <a:prstGeom prst="line">
              <a:avLst/>
            </a:prstGeom>
            <a:noFill/>
            <a:ln w="25400">
              <a:solidFill>
                <a:srgbClr val="000000"/>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81940" name="Line 17">
              <a:extLst>
                <a:ext uri="{FF2B5EF4-FFF2-40B4-BE49-F238E27FC236}">
                  <a16:creationId xmlns:a16="http://schemas.microsoft.com/office/drawing/2014/main" id="{11AF3302-1803-617D-8B82-4E0B0E134F6F}"/>
                </a:ext>
              </a:extLst>
            </p:cNvPr>
            <p:cNvSpPr>
              <a:spLocks noChangeShapeType="1"/>
            </p:cNvSpPr>
            <p:nvPr/>
          </p:nvSpPr>
          <p:spPr bwMode="auto">
            <a:xfrm flipH="1">
              <a:off x="3679825" y="4002088"/>
              <a:ext cx="255588"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1941" name="Line 18">
              <a:extLst>
                <a:ext uri="{FF2B5EF4-FFF2-40B4-BE49-F238E27FC236}">
                  <a16:creationId xmlns:a16="http://schemas.microsoft.com/office/drawing/2014/main" id="{AD2A3183-2025-0EC9-91DC-867220147267}"/>
                </a:ext>
              </a:extLst>
            </p:cNvPr>
            <p:cNvSpPr>
              <a:spLocks noChangeShapeType="1"/>
            </p:cNvSpPr>
            <p:nvPr/>
          </p:nvSpPr>
          <p:spPr bwMode="auto">
            <a:xfrm>
              <a:off x="3679825" y="4002088"/>
              <a:ext cx="0" cy="568325"/>
            </a:xfrm>
            <a:prstGeom prst="line">
              <a:avLst/>
            </a:prstGeom>
            <a:noFill/>
            <a:ln w="25400">
              <a:solidFill>
                <a:srgbClr val="000000"/>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81942" name="Line 19">
              <a:extLst>
                <a:ext uri="{FF2B5EF4-FFF2-40B4-BE49-F238E27FC236}">
                  <a16:creationId xmlns:a16="http://schemas.microsoft.com/office/drawing/2014/main" id="{FCCF0181-8CF0-5638-7570-669BC64F6C81}"/>
                </a:ext>
              </a:extLst>
            </p:cNvPr>
            <p:cNvSpPr>
              <a:spLocks noChangeShapeType="1"/>
            </p:cNvSpPr>
            <p:nvPr/>
          </p:nvSpPr>
          <p:spPr bwMode="auto">
            <a:xfrm flipV="1">
              <a:off x="5645150" y="4016375"/>
              <a:ext cx="0" cy="566738"/>
            </a:xfrm>
            <a:prstGeom prst="line">
              <a:avLst/>
            </a:prstGeom>
            <a:noFill/>
            <a:ln w="25400">
              <a:solidFill>
                <a:srgbClr val="000000"/>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81943" name="Line 20">
              <a:extLst>
                <a:ext uri="{FF2B5EF4-FFF2-40B4-BE49-F238E27FC236}">
                  <a16:creationId xmlns:a16="http://schemas.microsoft.com/office/drawing/2014/main" id="{937D0B6B-09AF-BEDA-03E6-1AE124CF4AA8}"/>
                </a:ext>
              </a:extLst>
            </p:cNvPr>
            <p:cNvSpPr>
              <a:spLocks noChangeShapeType="1"/>
            </p:cNvSpPr>
            <p:nvPr/>
          </p:nvSpPr>
          <p:spPr bwMode="auto">
            <a:xfrm>
              <a:off x="5645150" y="4016375"/>
              <a:ext cx="255588" cy="0"/>
            </a:xfrm>
            <a:prstGeom prst="line">
              <a:avLst/>
            </a:prstGeom>
            <a:noFill/>
            <a:ln w="25400">
              <a:solidFill>
                <a:srgbClr val="000000"/>
              </a:solidFill>
              <a:round/>
              <a:headEnd type="none" w="sm" len="med"/>
              <a:tailEnd type="none" w="sm" len="sm"/>
            </a:ln>
            <a:extLst>
              <a:ext uri="{909E8E84-426E-40DD-AFC4-6F175D3DCCD1}">
                <a14:hiddenFill xmlns:a14="http://schemas.microsoft.com/office/drawing/2010/main">
                  <a:noFill/>
                </a14:hiddenFill>
              </a:ext>
            </a:extLst>
          </p:spPr>
          <p:txBody>
            <a:bodyPr/>
            <a:lstStyle/>
            <a:p>
              <a:endParaRPr lang="en-US"/>
            </a:p>
          </p:txBody>
        </p:sp>
        <p:sp>
          <p:nvSpPr>
            <p:cNvPr id="81944" name="Freeform 21">
              <a:extLst>
                <a:ext uri="{FF2B5EF4-FFF2-40B4-BE49-F238E27FC236}">
                  <a16:creationId xmlns:a16="http://schemas.microsoft.com/office/drawing/2014/main" id="{63752B4E-FA34-C083-9838-635543D99B2E}"/>
                </a:ext>
              </a:extLst>
            </p:cNvPr>
            <p:cNvSpPr>
              <a:spLocks/>
            </p:cNvSpPr>
            <p:nvPr/>
          </p:nvSpPr>
          <p:spPr bwMode="auto">
            <a:xfrm>
              <a:off x="5905500" y="3948113"/>
              <a:ext cx="96838" cy="139700"/>
            </a:xfrm>
            <a:custGeom>
              <a:avLst/>
              <a:gdLst>
                <a:gd name="T0" fmla="*/ 0 w 129"/>
                <a:gd name="T1" fmla="*/ 2147483646 h 133"/>
                <a:gd name="T2" fmla="*/ 2147483646 w 129"/>
                <a:gd name="T3" fmla="*/ 2147483646 h 133"/>
                <a:gd name="T4" fmla="*/ 0 w 129"/>
                <a:gd name="T5" fmla="*/ 0 h 133"/>
                <a:gd name="T6" fmla="*/ 0 60000 65536"/>
                <a:gd name="T7" fmla="*/ 0 60000 65536"/>
                <a:gd name="T8" fmla="*/ 0 60000 65536"/>
                <a:gd name="T9" fmla="*/ 0 w 129"/>
                <a:gd name="T10" fmla="*/ 0 h 133"/>
                <a:gd name="T11" fmla="*/ 129 w 129"/>
                <a:gd name="T12" fmla="*/ 133 h 133"/>
              </a:gdLst>
              <a:ahLst/>
              <a:cxnLst>
                <a:cxn ang="T6">
                  <a:pos x="T0" y="T1"/>
                </a:cxn>
                <a:cxn ang="T7">
                  <a:pos x="T2" y="T3"/>
                </a:cxn>
                <a:cxn ang="T8">
                  <a:pos x="T4" y="T5"/>
                </a:cxn>
              </a:cxnLst>
              <a:rect l="T9" t="T10" r="T11" b="T12"/>
              <a:pathLst>
                <a:path w="129" h="133">
                  <a:moveTo>
                    <a:pt x="0" y="133"/>
                  </a:moveTo>
                  <a:lnTo>
                    <a:pt x="129" y="66"/>
                  </a:lnTo>
                  <a:lnTo>
                    <a:pt x="0" y="0"/>
                  </a:lnTo>
                </a:path>
              </a:pathLst>
            </a:custGeom>
            <a:noFill/>
            <a:ln w="25400" cap="flat">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1945" name="Freeform 22">
              <a:extLst>
                <a:ext uri="{FF2B5EF4-FFF2-40B4-BE49-F238E27FC236}">
                  <a16:creationId xmlns:a16="http://schemas.microsoft.com/office/drawing/2014/main" id="{DC2281F3-65FE-D982-50B0-D4A6B03CC3C3}"/>
                </a:ext>
              </a:extLst>
            </p:cNvPr>
            <p:cNvSpPr>
              <a:spLocks/>
            </p:cNvSpPr>
            <p:nvPr/>
          </p:nvSpPr>
          <p:spPr bwMode="auto">
            <a:xfrm>
              <a:off x="3944938" y="3935413"/>
              <a:ext cx="96837" cy="139700"/>
            </a:xfrm>
            <a:custGeom>
              <a:avLst/>
              <a:gdLst>
                <a:gd name="T0" fmla="*/ 0 w 129"/>
                <a:gd name="T1" fmla="*/ 2147483646 h 133"/>
                <a:gd name="T2" fmla="*/ 2147483646 w 129"/>
                <a:gd name="T3" fmla="*/ 2147483646 h 133"/>
                <a:gd name="T4" fmla="*/ 0 w 129"/>
                <a:gd name="T5" fmla="*/ 0 h 133"/>
                <a:gd name="T6" fmla="*/ 0 60000 65536"/>
                <a:gd name="T7" fmla="*/ 0 60000 65536"/>
                <a:gd name="T8" fmla="*/ 0 60000 65536"/>
                <a:gd name="T9" fmla="*/ 0 w 129"/>
                <a:gd name="T10" fmla="*/ 0 h 133"/>
                <a:gd name="T11" fmla="*/ 129 w 129"/>
                <a:gd name="T12" fmla="*/ 133 h 133"/>
              </a:gdLst>
              <a:ahLst/>
              <a:cxnLst>
                <a:cxn ang="T6">
                  <a:pos x="T0" y="T1"/>
                </a:cxn>
                <a:cxn ang="T7">
                  <a:pos x="T2" y="T3"/>
                </a:cxn>
                <a:cxn ang="T8">
                  <a:pos x="T4" y="T5"/>
                </a:cxn>
              </a:cxnLst>
              <a:rect l="T9" t="T10" r="T11" b="T12"/>
              <a:pathLst>
                <a:path w="129" h="133">
                  <a:moveTo>
                    <a:pt x="0" y="133"/>
                  </a:moveTo>
                  <a:lnTo>
                    <a:pt x="129" y="66"/>
                  </a:lnTo>
                  <a:lnTo>
                    <a:pt x="0" y="0"/>
                  </a:lnTo>
                </a:path>
              </a:pathLst>
            </a:custGeom>
            <a:noFill/>
            <a:ln w="25400" cap="flat">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1946" name="Freeform 23">
              <a:extLst>
                <a:ext uri="{FF2B5EF4-FFF2-40B4-BE49-F238E27FC236}">
                  <a16:creationId xmlns:a16="http://schemas.microsoft.com/office/drawing/2014/main" id="{1558BFC1-98ED-CC90-2766-3C72C4473761}"/>
                </a:ext>
              </a:extLst>
            </p:cNvPr>
            <p:cNvSpPr>
              <a:spLocks/>
            </p:cNvSpPr>
            <p:nvPr/>
          </p:nvSpPr>
          <p:spPr bwMode="auto">
            <a:xfrm>
              <a:off x="1957388" y="3935413"/>
              <a:ext cx="96837" cy="139700"/>
            </a:xfrm>
            <a:custGeom>
              <a:avLst/>
              <a:gdLst>
                <a:gd name="T0" fmla="*/ 0 w 129"/>
                <a:gd name="T1" fmla="*/ 2147483646 h 133"/>
                <a:gd name="T2" fmla="*/ 2147483646 w 129"/>
                <a:gd name="T3" fmla="*/ 2147483646 h 133"/>
                <a:gd name="T4" fmla="*/ 0 w 129"/>
                <a:gd name="T5" fmla="*/ 0 h 133"/>
                <a:gd name="T6" fmla="*/ 0 60000 65536"/>
                <a:gd name="T7" fmla="*/ 0 60000 65536"/>
                <a:gd name="T8" fmla="*/ 0 60000 65536"/>
                <a:gd name="T9" fmla="*/ 0 w 129"/>
                <a:gd name="T10" fmla="*/ 0 h 133"/>
                <a:gd name="T11" fmla="*/ 129 w 129"/>
                <a:gd name="T12" fmla="*/ 133 h 133"/>
              </a:gdLst>
              <a:ahLst/>
              <a:cxnLst>
                <a:cxn ang="T6">
                  <a:pos x="T0" y="T1"/>
                </a:cxn>
                <a:cxn ang="T7">
                  <a:pos x="T2" y="T3"/>
                </a:cxn>
                <a:cxn ang="T8">
                  <a:pos x="T4" y="T5"/>
                </a:cxn>
              </a:cxnLst>
              <a:rect l="T9" t="T10" r="T11" b="T12"/>
              <a:pathLst>
                <a:path w="129" h="133">
                  <a:moveTo>
                    <a:pt x="0" y="133"/>
                  </a:moveTo>
                  <a:lnTo>
                    <a:pt x="129" y="66"/>
                  </a:lnTo>
                  <a:lnTo>
                    <a:pt x="0" y="0"/>
                  </a:lnTo>
                </a:path>
              </a:pathLst>
            </a:custGeom>
            <a:noFill/>
            <a:ln w="25400" cap="flat">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1947" name="Text Box 24">
              <a:extLst>
                <a:ext uri="{FF2B5EF4-FFF2-40B4-BE49-F238E27FC236}">
                  <a16:creationId xmlns:a16="http://schemas.microsoft.com/office/drawing/2014/main" id="{67A55B6C-DB30-7A93-9570-671834C7AEB4}"/>
                </a:ext>
              </a:extLst>
            </p:cNvPr>
            <p:cNvSpPr txBox="1">
              <a:spLocks noChangeArrowheads="1"/>
            </p:cNvSpPr>
            <p:nvPr/>
          </p:nvSpPr>
          <p:spPr bwMode="auto">
            <a:xfrm>
              <a:off x="6629400" y="3167063"/>
              <a:ext cx="685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sym typeface="Symbol" panose="05050102010706020507" pitchFamily="18" charset="2"/>
                </a:rPr>
                <a:t>q</a:t>
              </a:r>
              <a:r>
                <a:rPr lang="en-US" altLang="en-US" sz="2000"/>
                <a:t>1</a:t>
              </a:r>
              <a:endParaRPr lang="ru-RU" altLang="en-US" sz="2000"/>
            </a:p>
          </p:txBody>
        </p:sp>
        <p:grpSp>
          <p:nvGrpSpPr>
            <p:cNvPr id="81948" name="Group 25">
              <a:extLst>
                <a:ext uri="{FF2B5EF4-FFF2-40B4-BE49-F238E27FC236}">
                  <a16:creationId xmlns:a16="http://schemas.microsoft.com/office/drawing/2014/main" id="{CC0F6B67-BADF-301B-6FD1-4B4AFD184C37}"/>
                </a:ext>
              </a:extLst>
            </p:cNvPr>
            <p:cNvGrpSpPr>
              <a:grpSpLocks/>
            </p:cNvGrpSpPr>
            <p:nvPr/>
          </p:nvGrpSpPr>
          <p:grpSpPr bwMode="auto">
            <a:xfrm>
              <a:off x="7989888" y="3236913"/>
              <a:ext cx="760412" cy="1133475"/>
              <a:chOff x="986" y="2694"/>
              <a:chExt cx="479" cy="714"/>
            </a:xfrm>
          </p:grpSpPr>
          <p:sp>
            <p:nvSpPr>
              <p:cNvPr id="81990" name="Text Box 26">
                <a:extLst>
                  <a:ext uri="{FF2B5EF4-FFF2-40B4-BE49-F238E27FC236}">
                    <a16:creationId xmlns:a16="http://schemas.microsoft.com/office/drawing/2014/main" id="{66CFC6AF-9537-0FFE-383B-CE265F59C7B0}"/>
                  </a:ext>
                </a:extLst>
              </p:cNvPr>
              <p:cNvSpPr txBox="1">
                <a:spLocks noChangeArrowheads="1"/>
              </p:cNvSpPr>
              <p:nvPr/>
            </p:nvSpPr>
            <p:spPr bwMode="auto">
              <a:xfrm>
                <a:off x="986" y="2694"/>
                <a:ext cx="479" cy="714"/>
              </a:xfrm>
              <a:prstGeom prst="rect">
                <a:avLst/>
              </a:prstGeom>
              <a:solidFill>
                <a:schemeClr val="accent1"/>
              </a:solidFill>
              <a:ln w="25400">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dirty="0">
                    <a:solidFill>
                      <a:schemeClr val="bg1"/>
                    </a:solidFill>
                  </a:rPr>
                  <a:t>D</a:t>
                </a:r>
              </a:p>
              <a:p>
                <a:pPr eaLnBrk="1" hangingPunct="1"/>
                <a:endParaRPr lang="en-US" altLang="en-US" dirty="0">
                  <a:solidFill>
                    <a:schemeClr val="bg1"/>
                  </a:solidFill>
                </a:endParaRPr>
              </a:p>
              <a:p>
                <a:pPr eaLnBrk="1" hangingPunct="1"/>
                <a:r>
                  <a:rPr lang="en-US" altLang="en-US" dirty="0">
                    <a:solidFill>
                      <a:schemeClr val="bg1"/>
                    </a:solidFill>
                  </a:rPr>
                  <a:t> C</a:t>
                </a:r>
              </a:p>
            </p:txBody>
          </p:sp>
          <p:sp>
            <p:nvSpPr>
              <p:cNvPr id="81991" name="Freeform 27">
                <a:extLst>
                  <a:ext uri="{FF2B5EF4-FFF2-40B4-BE49-F238E27FC236}">
                    <a16:creationId xmlns:a16="http://schemas.microsoft.com/office/drawing/2014/main" id="{576EFC11-6101-2A57-4F4F-276B889A917F}"/>
                  </a:ext>
                </a:extLst>
              </p:cNvPr>
              <p:cNvSpPr>
                <a:spLocks/>
              </p:cNvSpPr>
              <p:nvPr/>
            </p:nvSpPr>
            <p:spPr bwMode="auto">
              <a:xfrm>
                <a:off x="989" y="3128"/>
                <a:ext cx="61" cy="88"/>
              </a:xfrm>
              <a:custGeom>
                <a:avLst/>
                <a:gdLst>
                  <a:gd name="T0" fmla="*/ 0 w 129"/>
                  <a:gd name="T1" fmla="*/ 5 h 133"/>
                  <a:gd name="T2" fmla="*/ 0 w 129"/>
                  <a:gd name="T3" fmla="*/ 3 h 133"/>
                  <a:gd name="T4" fmla="*/ 0 w 129"/>
                  <a:gd name="T5" fmla="*/ 0 h 133"/>
                  <a:gd name="T6" fmla="*/ 0 60000 65536"/>
                  <a:gd name="T7" fmla="*/ 0 60000 65536"/>
                  <a:gd name="T8" fmla="*/ 0 60000 65536"/>
                  <a:gd name="T9" fmla="*/ 0 w 129"/>
                  <a:gd name="T10" fmla="*/ 0 h 133"/>
                  <a:gd name="T11" fmla="*/ 129 w 129"/>
                  <a:gd name="T12" fmla="*/ 133 h 133"/>
                </a:gdLst>
                <a:ahLst/>
                <a:cxnLst>
                  <a:cxn ang="T6">
                    <a:pos x="T0" y="T1"/>
                  </a:cxn>
                  <a:cxn ang="T7">
                    <a:pos x="T2" y="T3"/>
                  </a:cxn>
                  <a:cxn ang="T8">
                    <a:pos x="T4" y="T5"/>
                  </a:cxn>
                </a:cxnLst>
                <a:rect l="T9" t="T10" r="T11" b="T12"/>
                <a:pathLst>
                  <a:path w="129" h="133">
                    <a:moveTo>
                      <a:pt x="0" y="133"/>
                    </a:moveTo>
                    <a:lnTo>
                      <a:pt x="129" y="66"/>
                    </a:lnTo>
                    <a:lnTo>
                      <a:pt x="0" y="0"/>
                    </a:lnTo>
                  </a:path>
                </a:pathLst>
              </a:custGeom>
              <a:solidFill>
                <a:schemeClr val="accent1"/>
              </a:solidFill>
              <a:ln w="25400" cap="flat">
                <a:solidFill>
                  <a:schemeClr val="tx1"/>
                </a:solidFill>
                <a:prstDash val="solid"/>
                <a:miter lim="800000"/>
                <a:headEnd/>
                <a:tailEnd/>
              </a:ln>
            </p:spPr>
            <p:txBody>
              <a:bodyPr/>
              <a:lstStyle/>
              <a:p>
                <a:endParaRPr lang="en-US"/>
              </a:p>
            </p:txBody>
          </p:sp>
        </p:grpSp>
        <p:sp>
          <p:nvSpPr>
            <p:cNvPr id="81949" name="Line 28">
              <a:extLst>
                <a:ext uri="{FF2B5EF4-FFF2-40B4-BE49-F238E27FC236}">
                  <a16:creationId xmlns:a16="http://schemas.microsoft.com/office/drawing/2014/main" id="{79827B5B-8056-1DCF-278B-65D09D085FDA}"/>
                </a:ext>
              </a:extLst>
            </p:cNvPr>
            <p:cNvSpPr>
              <a:spLocks noChangeShapeType="1"/>
            </p:cNvSpPr>
            <p:nvPr/>
          </p:nvSpPr>
          <p:spPr bwMode="auto">
            <a:xfrm flipH="1">
              <a:off x="7748588" y="3986213"/>
              <a:ext cx="255587"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1950" name="Line 29">
              <a:extLst>
                <a:ext uri="{FF2B5EF4-FFF2-40B4-BE49-F238E27FC236}">
                  <a16:creationId xmlns:a16="http://schemas.microsoft.com/office/drawing/2014/main" id="{5E38F5BF-0C65-2E46-2283-7B4CC048D32F}"/>
                </a:ext>
              </a:extLst>
            </p:cNvPr>
            <p:cNvSpPr>
              <a:spLocks noChangeShapeType="1"/>
            </p:cNvSpPr>
            <p:nvPr/>
          </p:nvSpPr>
          <p:spPr bwMode="auto">
            <a:xfrm>
              <a:off x="7748588" y="3986213"/>
              <a:ext cx="0" cy="604837"/>
            </a:xfrm>
            <a:prstGeom prst="line">
              <a:avLst/>
            </a:prstGeom>
            <a:noFill/>
            <a:ln w="25400">
              <a:solidFill>
                <a:srgbClr val="000000"/>
              </a:solidFill>
              <a:round/>
              <a:headEnd/>
              <a:tailEnd type="none" w="sm" len="sm"/>
            </a:ln>
            <a:extLst>
              <a:ext uri="{909E8E84-426E-40DD-AFC4-6F175D3DCCD1}">
                <a14:hiddenFill xmlns:a14="http://schemas.microsoft.com/office/drawing/2010/main">
                  <a:noFill/>
                </a14:hiddenFill>
              </a:ext>
            </a:extLst>
          </p:spPr>
          <p:txBody>
            <a:bodyPr/>
            <a:lstStyle/>
            <a:p>
              <a:endParaRPr lang="en-US"/>
            </a:p>
          </p:txBody>
        </p:sp>
        <p:sp>
          <p:nvSpPr>
            <p:cNvPr id="81951" name="Line 30">
              <a:extLst>
                <a:ext uri="{FF2B5EF4-FFF2-40B4-BE49-F238E27FC236}">
                  <a16:creationId xmlns:a16="http://schemas.microsoft.com/office/drawing/2014/main" id="{A50099F7-6D57-DD06-AB25-8D9A7FC948DE}"/>
                </a:ext>
              </a:extLst>
            </p:cNvPr>
            <p:cNvSpPr>
              <a:spLocks noChangeShapeType="1"/>
            </p:cNvSpPr>
            <p:nvPr/>
          </p:nvSpPr>
          <p:spPr bwMode="auto">
            <a:xfrm flipV="1">
              <a:off x="8747125" y="3427413"/>
              <a:ext cx="25876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1952" name="Line 31">
              <a:extLst>
                <a:ext uri="{FF2B5EF4-FFF2-40B4-BE49-F238E27FC236}">
                  <a16:creationId xmlns:a16="http://schemas.microsoft.com/office/drawing/2014/main" id="{58250851-2CD5-301C-9F51-D6041DC33CA7}"/>
                </a:ext>
              </a:extLst>
            </p:cNvPr>
            <p:cNvSpPr>
              <a:spLocks noChangeShapeType="1"/>
            </p:cNvSpPr>
            <p:nvPr/>
          </p:nvSpPr>
          <p:spPr bwMode="auto">
            <a:xfrm>
              <a:off x="9010650" y="3424238"/>
              <a:ext cx="0" cy="195738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1953" name="Text Box 32">
              <a:extLst>
                <a:ext uri="{FF2B5EF4-FFF2-40B4-BE49-F238E27FC236}">
                  <a16:creationId xmlns:a16="http://schemas.microsoft.com/office/drawing/2014/main" id="{10456861-0074-DDC3-6FF7-E0F266383477}"/>
                </a:ext>
              </a:extLst>
            </p:cNvPr>
            <p:cNvSpPr txBox="1">
              <a:spLocks noChangeArrowheads="1"/>
            </p:cNvSpPr>
            <p:nvPr/>
          </p:nvSpPr>
          <p:spPr bwMode="auto">
            <a:xfrm>
              <a:off x="2681288" y="3195638"/>
              <a:ext cx="685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sym typeface="Symbol" panose="05050102010706020507" pitchFamily="18" charset="2"/>
                </a:rPr>
                <a:t>q3</a:t>
              </a:r>
              <a:endParaRPr lang="ru-RU" altLang="en-US" sz="2000"/>
            </a:p>
          </p:txBody>
        </p:sp>
        <p:sp>
          <p:nvSpPr>
            <p:cNvPr id="5" name="AutoShape 37">
              <a:extLst>
                <a:ext uri="{FF2B5EF4-FFF2-40B4-BE49-F238E27FC236}">
                  <a16:creationId xmlns:a16="http://schemas.microsoft.com/office/drawing/2014/main" id="{447B3B87-52C2-48D7-B283-04DA2BA350F5}"/>
                </a:ext>
              </a:extLst>
            </p:cNvPr>
            <p:cNvSpPr>
              <a:spLocks noChangeArrowheads="1"/>
            </p:cNvSpPr>
            <p:nvPr/>
          </p:nvSpPr>
          <p:spPr bwMode="auto">
            <a:xfrm rot="16200000">
              <a:off x="7104058" y="3292499"/>
              <a:ext cx="723910" cy="301625"/>
            </a:xfrm>
            <a:custGeom>
              <a:avLst/>
              <a:gdLst>
                <a:gd name="T0" fmla="*/ 633412 w 21600"/>
                <a:gd name="T1" fmla="*/ 150813 h 21600"/>
                <a:gd name="T2" fmla="*/ 361950 w 21600"/>
                <a:gd name="T3" fmla="*/ 301625 h 21600"/>
                <a:gd name="T4" fmla="*/ 90487 w 21600"/>
                <a:gd name="T5" fmla="*/ 150813 h 21600"/>
                <a:gd name="T6" fmla="*/ 36195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chemeClr val="accent1">
                <a:lumMod val="20000"/>
                <a:lumOff val="80000"/>
              </a:schemeClr>
            </a:solidFill>
            <a:ln w="19050">
              <a:solidFill>
                <a:schemeClr val="tx1"/>
              </a:solidFill>
              <a:miter lim="800000"/>
              <a:headEnd/>
              <a:tailEnd/>
            </a:ln>
            <a:effectLst/>
          </p:spPr>
          <p:txBody>
            <a:bodyPr wrap="none" anchor="ctr"/>
            <a:lstStyle/>
            <a:p>
              <a:pPr eaLnBrk="1" hangingPunct="1">
                <a:defRPr/>
              </a:pPr>
              <a:endParaRPr lang="ru-RU"/>
            </a:p>
          </p:txBody>
        </p:sp>
        <p:sp>
          <p:nvSpPr>
            <p:cNvPr id="81955" name="Line 38">
              <a:extLst>
                <a:ext uri="{FF2B5EF4-FFF2-40B4-BE49-F238E27FC236}">
                  <a16:creationId xmlns:a16="http://schemas.microsoft.com/office/drawing/2014/main" id="{6217AA26-7379-DD57-37B2-1D4D5A185038}"/>
                </a:ext>
              </a:extLst>
            </p:cNvPr>
            <p:cNvSpPr>
              <a:spLocks noChangeShapeType="1"/>
            </p:cNvSpPr>
            <p:nvPr/>
          </p:nvSpPr>
          <p:spPr bwMode="auto">
            <a:xfrm flipV="1">
              <a:off x="7629525" y="3457575"/>
              <a:ext cx="34925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1956" name="Line 39">
              <a:extLst>
                <a:ext uri="{FF2B5EF4-FFF2-40B4-BE49-F238E27FC236}">
                  <a16:creationId xmlns:a16="http://schemas.microsoft.com/office/drawing/2014/main" id="{E6C9B75C-0A5E-7A16-AAC8-BED0B90B9FCA}"/>
                </a:ext>
              </a:extLst>
            </p:cNvPr>
            <p:cNvSpPr>
              <a:spLocks noChangeShapeType="1"/>
            </p:cNvSpPr>
            <p:nvPr/>
          </p:nvSpPr>
          <p:spPr bwMode="auto">
            <a:xfrm>
              <a:off x="2705100" y="3567113"/>
              <a:ext cx="6096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1957" name="Line 40">
              <a:extLst>
                <a:ext uri="{FF2B5EF4-FFF2-40B4-BE49-F238E27FC236}">
                  <a16:creationId xmlns:a16="http://schemas.microsoft.com/office/drawing/2014/main" id="{6BDF2519-F857-1E2B-2C40-65CFBB53F593}"/>
                </a:ext>
              </a:extLst>
            </p:cNvPr>
            <p:cNvSpPr>
              <a:spLocks noChangeShapeType="1"/>
            </p:cNvSpPr>
            <p:nvPr/>
          </p:nvSpPr>
          <p:spPr bwMode="auto">
            <a:xfrm>
              <a:off x="4686300" y="3614738"/>
              <a:ext cx="5715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1958" name="Line 41">
              <a:extLst>
                <a:ext uri="{FF2B5EF4-FFF2-40B4-BE49-F238E27FC236}">
                  <a16:creationId xmlns:a16="http://schemas.microsoft.com/office/drawing/2014/main" id="{F688ED08-233F-E5CF-A21E-465702010046}"/>
                </a:ext>
              </a:extLst>
            </p:cNvPr>
            <p:cNvSpPr>
              <a:spLocks noChangeShapeType="1"/>
            </p:cNvSpPr>
            <p:nvPr/>
          </p:nvSpPr>
          <p:spPr bwMode="auto">
            <a:xfrm>
              <a:off x="5186363" y="5200650"/>
              <a:ext cx="1681162"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1959" name="Line 42">
              <a:extLst>
                <a:ext uri="{FF2B5EF4-FFF2-40B4-BE49-F238E27FC236}">
                  <a16:creationId xmlns:a16="http://schemas.microsoft.com/office/drawing/2014/main" id="{C55873F7-8B54-CE22-7AB6-5BA0D9E387A9}"/>
                </a:ext>
              </a:extLst>
            </p:cNvPr>
            <p:cNvSpPr>
              <a:spLocks noChangeShapeType="1"/>
            </p:cNvSpPr>
            <p:nvPr/>
          </p:nvSpPr>
          <p:spPr bwMode="auto">
            <a:xfrm flipH="1">
              <a:off x="5162550" y="5395913"/>
              <a:ext cx="385445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1960" name="Line 43">
              <a:extLst>
                <a:ext uri="{FF2B5EF4-FFF2-40B4-BE49-F238E27FC236}">
                  <a16:creationId xmlns:a16="http://schemas.microsoft.com/office/drawing/2014/main" id="{7D3944D6-9F48-9C79-6726-3E0F9E96BB25}"/>
                </a:ext>
              </a:extLst>
            </p:cNvPr>
            <p:cNvSpPr>
              <a:spLocks noChangeShapeType="1"/>
            </p:cNvSpPr>
            <p:nvPr/>
          </p:nvSpPr>
          <p:spPr bwMode="auto">
            <a:xfrm flipH="1">
              <a:off x="542925" y="5319713"/>
              <a:ext cx="4191000" cy="0"/>
            </a:xfrm>
            <a:prstGeom prst="line">
              <a:avLst/>
            </a:prstGeom>
            <a:noFill/>
            <a:ln w="222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81961" name="Text Box 44">
              <a:extLst>
                <a:ext uri="{FF2B5EF4-FFF2-40B4-BE49-F238E27FC236}">
                  <a16:creationId xmlns:a16="http://schemas.microsoft.com/office/drawing/2014/main" id="{155B9122-9422-579B-64EC-9C46B4860B40}"/>
                </a:ext>
              </a:extLst>
            </p:cNvPr>
            <p:cNvSpPr txBox="1">
              <a:spLocks noChangeArrowheads="1"/>
            </p:cNvSpPr>
            <p:nvPr/>
          </p:nvSpPr>
          <p:spPr bwMode="auto">
            <a:xfrm>
              <a:off x="1214438" y="3114675"/>
              <a:ext cx="23336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a:sym typeface="Symbol" panose="05050102010706020507" pitchFamily="18" charset="2"/>
                </a:rPr>
                <a:t>1</a:t>
              </a:r>
              <a:endParaRPr lang="ru-RU" altLang="en-US" sz="1600"/>
            </a:p>
          </p:txBody>
        </p:sp>
        <p:sp>
          <p:nvSpPr>
            <p:cNvPr id="81962" name="Text Box 45">
              <a:extLst>
                <a:ext uri="{FF2B5EF4-FFF2-40B4-BE49-F238E27FC236}">
                  <a16:creationId xmlns:a16="http://schemas.microsoft.com/office/drawing/2014/main" id="{08FC0400-FA9A-BACF-E9B9-0B8D55478C6D}"/>
                </a:ext>
              </a:extLst>
            </p:cNvPr>
            <p:cNvSpPr txBox="1">
              <a:spLocks noChangeArrowheads="1"/>
            </p:cNvSpPr>
            <p:nvPr/>
          </p:nvSpPr>
          <p:spPr bwMode="auto">
            <a:xfrm>
              <a:off x="1228725" y="3381375"/>
              <a:ext cx="2190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a:sym typeface="Symbol" panose="05050102010706020507" pitchFamily="18" charset="2"/>
                </a:rPr>
                <a:t>0</a:t>
              </a:r>
              <a:endParaRPr lang="ru-RU" altLang="en-US" sz="1600"/>
            </a:p>
          </p:txBody>
        </p:sp>
        <p:sp>
          <p:nvSpPr>
            <p:cNvPr id="6" name="AutoShape 46">
              <a:extLst>
                <a:ext uri="{FF2B5EF4-FFF2-40B4-BE49-F238E27FC236}">
                  <a16:creationId xmlns:a16="http://schemas.microsoft.com/office/drawing/2014/main" id="{34FFB626-F392-4FEC-91B5-D2D47AFB6C80}"/>
                </a:ext>
              </a:extLst>
            </p:cNvPr>
            <p:cNvSpPr>
              <a:spLocks noChangeArrowheads="1"/>
            </p:cNvSpPr>
            <p:nvPr/>
          </p:nvSpPr>
          <p:spPr bwMode="auto">
            <a:xfrm rot="16200000">
              <a:off x="3065458" y="3278211"/>
              <a:ext cx="723910" cy="301625"/>
            </a:xfrm>
            <a:custGeom>
              <a:avLst/>
              <a:gdLst>
                <a:gd name="T0" fmla="*/ 633412 w 21600"/>
                <a:gd name="T1" fmla="*/ 150813 h 21600"/>
                <a:gd name="T2" fmla="*/ 361950 w 21600"/>
                <a:gd name="T3" fmla="*/ 301625 h 21600"/>
                <a:gd name="T4" fmla="*/ 90487 w 21600"/>
                <a:gd name="T5" fmla="*/ 150813 h 21600"/>
                <a:gd name="T6" fmla="*/ 36195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chemeClr val="accent1">
                <a:lumMod val="20000"/>
                <a:lumOff val="80000"/>
              </a:schemeClr>
            </a:solidFill>
            <a:ln w="19050">
              <a:solidFill>
                <a:schemeClr val="tx1"/>
              </a:solidFill>
              <a:miter lim="800000"/>
              <a:headEnd/>
              <a:tailEnd/>
            </a:ln>
            <a:effectLst/>
          </p:spPr>
          <p:txBody>
            <a:bodyPr wrap="none" anchor="ctr"/>
            <a:lstStyle/>
            <a:p>
              <a:pPr eaLnBrk="1" hangingPunct="1">
                <a:defRPr/>
              </a:pPr>
              <a:endParaRPr lang="ru-RU"/>
            </a:p>
          </p:txBody>
        </p:sp>
        <p:sp>
          <p:nvSpPr>
            <p:cNvPr id="81964" name="Text Box 47">
              <a:extLst>
                <a:ext uri="{FF2B5EF4-FFF2-40B4-BE49-F238E27FC236}">
                  <a16:creationId xmlns:a16="http://schemas.microsoft.com/office/drawing/2014/main" id="{478FF1CE-67D3-B5CF-2828-F0D3CBC7397A}"/>
                </a:ext>
              </a:extLst>
            </p:cNvPr>
            <p:cNvSpPr txBox="1">
              <a:spLocks noChangeArrowheads="1"/>
            </p:cNvSpPr>
            <p:nvPr/>
          </p:nvSpPr>
          <p:spPr bwMode="auto">
            <a:xfrm>
              <a:off x="3224213" y="3095625"/>
              <a:ext cx="3048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a:sym typeface="Symbol" panose="05050102010706020507" pitchFamily="18" charset="2"/>
                </a:rPr>
                <a:t>1</a:t>
              </a:r>
              <a:endParaRPr lang="ru-RU" altLang="en-US" sz="1600"/>
            </a:p>
          </p:txBody>
        </p:sp>
        <p:sp>
          <p:nvSpPr>
            <p:cNvPr id="81965" name="Text Box 48">
              <a:extLst>
                <a:ext uri="{FF2B5EF4-FFF2-40B4-BE49-F238E27FC236}">
                  <a16:creationId xmlns:a16="http://schemas.microsoft.com/office/drawing/2014/main" id="{7BAEDF64-1112-9D86-FA6E-D3675A817F3B}"/>
                </a:ext>
              </a:extLst>
            </p:cNvPr>
            <p:cNvSpPr txBox="1">
              <a:spLocks noChangeArrowheads="1"/>
            </p:cNvSpPr>
            <p:nvPr/>
          </p:nvSpPr>
          <p:spPr bwMode="auto">
            <a:xfrm>
              <a:off x="3219450" y="3395663"/>
              <a:ext cx="3048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a:sym typeface="Symbol" panose="05050102010706020507" pitchFamily="18" charset="2"/>
                </a:rPr>
                <a:t>0</a:t>
              </a:r>
              <a:endParaRPr lang="ru-RU" altLang="en-US" sz="1600"/>
            </a:p>
          </p:txBody>
        </p:sp>
        <p:sp>
          <p:nvSpPr>
            <p:cNvPr id="7" name="AutoShape 49">
              <a:extLst>
                <a:ext uri="{FF2B5EF4-FFF2-40B4-BE49-F238E27FC236}">
                  <a16:creationId xmlns:a16="http://schemas.microsoft.com/office/drawing/2014/main" id="{97F9FA4C-0916-450C-9961-2746391DC83F}"/>
                </a:ext>
              </a:extLst>
            </p:cNvPr>
            <p:cNvSpPr>
              <a:spLocks noChangeArrowheads="1"/>
            </p:cNvSpPr>
            <p:nvPr/>
          </p:nvSpPr>
          <p:spPr bwMode="auto">
            <a:xfrm rot="16200000">
              <a:off x="5065708" y="3321074"/>
              <a:ext cx="723910" cy="301625"/>
            </a:xfrm>
            <a:custGeom>
              <a:avLst/>
              <a:gdLst>
                <a:gd name="T0" fmla="*/ 633412 w 21600"/>
                <a:gd name="T1" fmla="*/ 150813 h 21600"/>
                <a:gd name="T2" fmla="*/ 361950 w 21600"/>
                <a:gd name="T3" fmla="*/ 301625 h 21600"/>
                <a:gd name="T4" fmla="*/ 90487 w 21600"/>
                <a:gd name="T5" fmla="*/ 150813 h 21600"/>
                <a:gd name="T6" fmla="*/ 36195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chemeClr val="accent1">
                <a:lumMod val="20000"/>
                <a:lumOff val="80000"/>
              </a:schemeClr>
            </a:solidFill>
            <a:ln w="19050">
              <a:solidFill>
                <a:schemeClr val="tx1"/>
              </a:solidFill>
              <a:miter lim="800000"/>
              <a:headEnd/>
              <a:tailEnd/>
            </a:ln>
            <a:effectLst/>
          </p:spPr>
          <p:txBody>
            <a:bodyPr wrap="none" anchor="ctr"/>
            <a:lstStyle/>
            <a:p>
              <a:pPr eaLnBrk="1" hangingPunct="1">
                <a:defRPr/>
              </a:pPr>
              <a:endParaRPr lang="ru-RU"/>
            </a:p>
          </p:txBody>
        </p:sp>
        <p:sp>
          <p:nvSpPr>
            <p:cNvPr id="81967" name="Text Box 50">
              <a:extLst>
                <a:ext uri="{FF2B5EF4-FFF2-40B4-BE49-F238E27FC236}">
                  <a16:creationId xmlns:a16="http://schemas.microsoft.com/office/drawing/2014/main" id="{C75A45A5-7B7A-A98A-EF93-0EF8B1F725A8}"/>
                </a:ext>
              </a:extLst>
            </p:cNvPr>
            <p:cNvSpPr txBox="1">
              <a:spLocks noChangeArrowheads="1"/>
            </p:cNvSpPr>
            <p:nvPr/>
          </p:nvSpPr>
          <p:spPr bwMode="auto">
            <a:xfrm>
              <a:off x="5210175" y="3109913"/>
              <a:ext cx="3048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a:sym typeface="Symbol" panose="05050102010706020507" pitchFamily="18" charset="2"/>
                </a:rPr>
                <a:t>1</a:t>
              </a:r>
              <a:endParaRPr lang="ru-RU" altLang="en-US" sz="1600"/>
            </a:p>
          </p:txBody>
        </p:sp>
        <p:sp>
          <p:nvSpPr>
            <p:cNvPr id="81968" name="Text Box 51">
              <a:extLst>
                <a:ext uri="{FF2B5EF4-FFF2-40B4-BE49-F238E27FC236}">
                  <a16:creationId xmlns:a16="http://schemas.microsoft.com/office/drawing/2014/main" id="{C0AC4592-A461-1768-8329-0478D19EA98B}"/>
                </a:ext>
              </a:extLst>
            </p:cNvPr>
            <p:cNvSpPr txBox="1">
              <a:spLocks noChangeArrowheads="1"/>
            </p:cNvSpPr>
            <p:nvPr/>
          </p:nvSpPr>
          <p:spPr bwMode="auto">
            <a:xfrm>
              <a:off x="5219700" y="3414713"/>
              <a:ext cx="3048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a:sym typeface="Symbol" panose="05050102010706020507" pitchFamily="18" charset="2"/>
                </a:rPr>
                <a:t>0</a:t>
              </a:r>
              <a:endParaRPr lang="ru-RU" altLang="en-US" sz="1600"/>
            </a:p>
          </p:txBody>
        </p:sp>
        <p:sp>
          <p:nvSpPr>
            <p:cNvPr id="81969" name="Text Box 52">
              <a:extLst>
                <a:ext uri="{FF2B5EF4-FFF2-40B4-BE49-F238E27FC236}">
                  <a16:creationId xmlns:a16="http://schemas.microsoft.com/office/drawing/2014/main" id="{B92E7A4C-32DD-BC0E-2CED-04298C7A281B}"/>
                </a:ext>
              </a:extLst>
            </p:cNvPr>
            <p:cNvSpPr txBox="1">
              <a:spLocks noChangeArrowheads="1"/>
            </p:cNvSpPr>
            <p:nvPr/>
          </p:nvSpPr>
          <p:spPr bwMode="auto">
            <a:xfrm>
              <a:off x="7248525" y="3095625"/>
              <a:ext cx="3048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a:sym typeface="Symbol" panose="05050102010706020507" pitchFamily="18" charset="2"/>
                </a:rPr>
                <a:t>1</a:t>
              </a:r>
              <a:endParaRPr lang="ru-RU" altLang="en-US" sz="1600"/>
            </a:p>
          </p:txBody>
        </p:sp>
        <p:sp>
          <p:nvSpPr>
            <p:cNvPr id="81970" name="Text Box 53">
              <a:extLst>
                <a:ext uri="{FF2B5EF4-FFF2-40B4-BE49-F238E27FC236}">
                  <a16:creationId xmlns:a16="http://schemas.microsoft.com/office/drawing/2014/main" id="{4146F6AA-963D-3F16-9CE8-75B4B9015979}"/>
                </a:ext>
              </a:extLst>
            </p:cNvPr>
            <p:cNvSpPr txBox="1">
              <a:spLocks noChangeArrowheads="1"/>
            </p:cNvSpPr>
            <p:nvPr/>
          </p:nvSpPr>
          <p:spPr bwMode="auto">
            <a:xfrm>
              <a:off x="7262813" y="3395663"/>
              <a:ext cx="3048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a:sym typeface="Symbol" panose="05050102010706020507" pitchFamily="18" charset="2"/>
                </a:rPr>
                <a:t>0</a:t>
              </a:r>
              <a:endParaRPr lang="ru-RU" altLang="en-US" sz="1600"/>
            </a:p>
          </p:txBody>
        </p:sp>
        <p:sp>
          <p:nvSpPr>
            <p:cNvPr id="81971" name="Line 54">
              <a:extLst>
                <a:ext uri="{FF2B5EF4-FFF2-40B4-BE49-F238E27FC236}">
                  <a16:creationId xmlns:a16="http://schemas.microsoft.com/office/drawing/2014/main" id="{D55DACC1-0B32-5641-B69B-830EFA88EA27}"/>
                </a:ext>
              </a:extLst>
            </p:cNvPr>
            <p:cNvSpPr>
              <a:spLocks noChangeShapeType="1"/>
            </p:cNvSpPr>
            <p:nvPr/>
          </p:nvSpPr>
          <p:spPr bwMode="auto">
            <a:xfrm flipV="1">
              <a:off x="1423988" y="2924174"/>
              <a:ext cx="0" cy="256036"/>
            </a:xfrm>
            <a:prstGeom prst="line">
              <a:avLst/>
            </a:prstGeom>
            <a:noFill/>
            <a:ln w="9525">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81972" name="Line 55">
              <a:extLst>
                <a:ext uri="{FF2B5EF4-FFF2-40B4-BE49-F238E27FC236}">
                  <a16:creationId xmlns:a16="http://schemas.microsoft.com/office/drawing/2014/main" id="{EBADF091-3361-6920-0930-C5D5460AD6BB}"/>
                </a:ext>
              </a:extLst>
            </p:cNvPr>
            <p:cNvSpPr>
              <a:spLocks noChangeShapeType="1"/>
            </p:cNvSpPr>
            <p:nvPr/>
          </p:nvSpPr>
          <p:spPr bwMode="auto">
            <a:xfrm flipV="1">
              <a:off x="3427413" y="2918933"/>
              <a:ext cx="0" cy="228600"/>
            </a:xfrm>
            <a:prstGeom prst="line">
              <a:avLst/>
            </a:prstGeom>
            <a:noFill/>
            <a:ln w="9525">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81973" name="Line 56">
              <a:extLst>
                <a:ext uri="{FF2B5EF4-FFF2-40B4-BE49-F238E27FC236}">
                  <a16:creationId xmlns:a16="http://schemas.microsoft.com/office/drawing/2014/main" id="{A55A20F3-56E6-F88B-E4FC-CDFD8F54ABDD}"/>
                </a:ext>
              </a:extLst>
            </p:cNvPr>
            <p:cNvSpPr>
              <a:spLocks noChangeShapeType="1"/>
            </p:cNvSpPr>
            <p:nvPr/>
          </p:nvSpPr>
          <p:spPr bwMode="auto">
            <a:xfrm flipV="1">
              <a:off x="5445125" y="2917346"/>
              <a:ext cx="0" cy="301625"/>
            </a:xfrm>
            <a:prstGeom prst="line">
              <a:avLst/>
            </a:prstGeom>
            <a:noFill/>
            <a:ln w="9525">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81974" name="Line 57">
              <a:extLst>
                <a:ext uri="{FF2B5EF4-FFF2-40B4-BE49-F238E27FC236}">
                  <a16:creationId xmlns:a16="http://schemas.microsoft.com/office/drawing/2014/main" id="{8D2FB104-2823-9DAC-9342-8A09F684F8CE}"/>
                </a:ext>
              </a:extLst>
            </p:cNvPr>
            <p:cNvSpPr>
              <a:spLocks noChangeShapeType="1"/>
            </p:cNvSpPr>
            <p:nvPr/>
          </p:nvSpPr>
          <p:spPr bwMode="auto">
            <a:xfrm flipV="1">
              <a:off x="7477125" y="2905125"/>
              <a:ext cx="0" cy="2667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1975" name="Line 58">
              <a:extLst>
                <a:ext uri="{FF2B5EF4-FFF2-40B4-BE49-F238E27FC236}">
                  <a16:creationId xmlns:a16="http://schemas.microsoft.com/office/drawing/2014/main" id="{3D2512D8-E402-5055-763B-45CBF0203E27}"/>
                </a:ext>
              </a:extLst>
            </p:cNvPr>
            <p:cNvSpPr>
              <a:spLocks noChangeShapeType="1"/>
            </p:cNvSpPr>
            <p:nvPr/>
          </p:nvSpPr>
          <p:spPr bwMode="auto">
            <a:xfrm flipV="1">
              <a:off x="695325" y="2920521"/>
              <a:ext cx="67818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1976" name="Line 59">
              <a:extLst>
                <a:ext uri="{FF2B5EF4-FFF2-40B4-BE49-F238E27FC236}">
                  <a16:creationId xmlns:a16="http://schemas.microsoft.com/office/drawing/2014/main" id="{215EA271-1C27-23F2-E5E7-DA5FDF677530}"/>
                </a:ext>
              </a:extLst>
            </p:cNvPr>
            <p:cNvSpPr>
              <a:spLocks noChangeShapeType="1"/>
            </p:cNvSpPr>
            <p:nvPr/>
          </p:nvSpPr>
          <p:spPr bwMode="auto">
            <a:xfrm>
              <a:off x="7086600" y="3262313"/>
              <a:ext cx="223838"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1977" name="Line 60">
              <a:extLst>
                <a:ext uri="{FF2B5EF4-FFF2-40B4-BE49-F238E27FC236}">
                  <a16:creationId xmlns:a16="http://schemas.microsoft.com/office/drawing/2014/main" id="{B89BAAD8-71F7-7197-7A10-99663237479D}"/>
                </a:ext>
              </a:extLst>
            </p:cNvPr>
            <p:cNvSpPr>
              <a:spLocks noChangeShapeType="1"/>
            </p:cNvSpPr>
            <p:nvPr/>
          </p:nvSpPr>
          <p:spPr bwMode="auto">
            <a:xfrm flipV="1">
              <a:off x="7096125" y="2271713"/>
              <a:ext cx="0" cy="99060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1978" name="Line 61">
              <a:extLst>
                <a:ext uri="{FF2B5EF4-FFF2-40B4-BE49-F238E27FC236}">
                  <a16:creationId xmlns:a16="http://schemas.microsoft.com/office/drawing/2014/main" id="{632BAD29-BCC7-6095-C3FD-7B4A1F145B6F}"/>
                </a:ext>
              </a:extLst>
            </p:cNvPr>
            <p:cNvSpPr>
              <a:spLocks noChangeShapeType="1"/>
            </p:cNvSpPr>
            <p:nvPr/>
          </p:nvSpPr>
          <p:spPr bwMode="auto">
            <a:xfrm>
              <a:off x="5056188" y="3292475"/>
              <a:ext cx="223837"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1979" name="Line 62">
              <a:extLst>
                <a:ext uri="{FF2B5EF4-FFF2-40B4-BE49-F238E27FC236}">
                  <a16:creationId xmlns:a16="http://schemas.microsoft.com/office/drawing/2014/main" id="{4D85B7D6-0CF3-AF74-7328-2802B05C764D}"/>
                </a:ext>
              </a:extLst>
            </p:cNvPr>
            <p:cNvSpPr>
              <a:spLocks noChangeShapeType="1"/>
            </p:cNvSpPr>
            <p:nvPr/>
          </p:nvSpPr>
          <p:spPr bwMode="auto">
            <a:xfrm flipV="1">
              <a:off x="5065713" y="2301875"/>
              <a:ext cx="0" cy="99060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1980" name="Line 63">
              <a:extLst>
                <a:ext uri="{FF2B5EF4-FFF2-40B4-BE49-F238E27FC236}">
                  <a16:creationId xmlns:a16="http://schemas.microsoft.com/office/drawing/2014/main" id="{B398D92F-CA56-B090-8F27-5BC93F23E5BA}"/>
                </a:ext>
              </a:extLst>
            </p:cNvPr>
            <p:cNvSpPr>
              <a:spLocks noChangeShapeType="1"/>
            </p:cNvSpPr>
            <p:nvPr/>
          </p:nvSpPr>
          <p:spPr bwMode="auto">
            <a:xfrm>
              <a:off x="3040063" y="3278188"/>
              <a:ext cx="223837"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1981" name="Line 64">
              <a:extLst>
                <a:ext uri="{FF2B5EF4-FFF2-40B4-BE49-F238E27FC236}">
                  <a16:creationId xmlns:a16="http://schemas.microsoft.com/office/drawing/2014/main" id="{B92C6C18-D91C-2919-85C7-8002BB2D1DD8}"/>
                </a:ext>
              </a:extLst>
            </p:cNvPr>
            <p:cNvSpPr>
              <a:spLocks noChangeShapeType="1"/>
            </p:cNvSpPr>
            <p:nvPr/>
          </p:nvSpPr>
          <p:spPr bwMode="auto">
            <a:xfrm flipV="1">
              <a:off x="3049588" y="2287588"/>
              <a:ext cx="0" cy="99060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1982" name="Line 66">
              <a:extLst>
                <a:ext uri="{FF2B5EF4-FFF2-40B4-BE49-F238E27FC236}">
                  <a16:creationId xmlns:a16="http://schemas.microsoft.com/office/drawing/2014/main" id="{8BE32E9B-D9F6-9174-7B00-9029DB3205E0}"/>
                </a:ext>
              </a:extLst>
            </p:cNvPr>
            <p:cNvSpPr>
              <a:spLocks noChangeShapeType="1"/>
            </p:cNvSpPr>
            <p:nvPr/>
          </p:nvSpPr>
          <p:spPr bwMode="auto">
            <a:xfrm flipV="1">
              <a:off x="1019175" y="2287588"/>
              <a:ext cx="0" cy="99060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1983" name="Line 67">
              <a:extLst>
                <a:ext uri="{FF2B5EF4-FFF2-40B4-BE49-F238E27FC236}">
                  <a16:creationId xmlns:a16="http://schemas.microsoft.com/office/drawing/2014/main" id="{25F1BD8A-D6D5-0E5D-F0A8-D8C41BCF92DE}"/>
                </a:ext>
              </a:extLst>
            </p:cNvPr>
            <p:cNvSpPr>
              <a:spLocks noChangeShapeType="1"/>
            </p:cNvSpPr>
            <p:nvPr/>
          </p:nvSpPr>
          <p:spPr bwMode="auto">
            <a:xfrm flipV="1">
              <a:off x="1009650" y="3562350"/>
              <a:ext cx="0" cy="1755775"/>
            </a:xfrm>
            <a:prstGeom prst="line">
              <a:avLst/>
            </a:prstGeom>
            <a:noFill/>
            <a:ln w="22225">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81984" name="Line 68">
              <a:extLst>
                <a:ext uri="{FF2B5EF4-FFF2-40B4-BE49-F238E27FC236}">
                  <a16:creationId xmlns:a16="http://schemas.microsoft.com/office/drawing/2014/main" id="{AA92881F-CE35-1D4D-4F0A-61A5ED8FCA41}"/>
                </a:ext>
              </a:extLst>
            </p:cNvPr>
            <p:cNvSpPr>
              <a:spLocks noChangeShapeType="1"/>
            </p:cNvSpPr>
            <p:nvPr/>
          </p:nvSpPr>
          <p:spPr bwMode="auto">
            <a:xfrm>
              <a:off x="1000125" y="3567113"/>
              <a:ext cx="269875"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1985" name="Text Box 69">
              <a:extLst>
                <a:ext uri="{FF2B5EF4-FFF2-40B4-BE49-F238E27FC236}">
                  <a16:creationId xmlns:a16="http://schemas.microsoft.com/office/drawing/2014/main" id="{F32B4D75-F158-F2FD-873A-9C3C3E94864B}"/>
                </a:ext>
              </a:extLst>
            </p:cNvPr>
            <p:cNvSpPr txBox="1">
              <a:spLocks noChangeArrowheads="1"/>
            </p:cNvSpPr>
            <p:nvPr/>
          </p:nvSpPr>
          <p:spPr bwMode="auto">
            <a:xfrm>
              <a:off x="4652963" y="3186113"/>
              <a:ext cx="685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sym typeface="Symbol" panose="05050102010706020507" pitchFamily="18" charset="2"/>
                </a:rPr>
                <a:t>q</a:t>
              </a:r>
              <a:r>
                <a:rPr lang="en-US" altLang="en-US" sz="2000"/>
                <a:t>2</a:t>
              </a:r>
              <a:endParaRPr lang="ru-RU" altLang="en-US" sz="2000"/>
            </a:p>
          </p:txBody>
        </p:sp>
        <p:sp>
          <p:nvSpPr>
            <p:cNvPr id="81986" name="Line 70">
              <a:extLst>
                <a:ext uri="{FF2B5EF4-FFF2-40B4-BE49-F238E27FC236}">
                  <a16:creationId xmlns:a16="http://schemas.microsoft.com/office/drawing/2014/main" id="{D5C77EDA-67E4-85B0-2904-9CB396C144D9}"/>
                </a:ext>
              </a:extLst>
            </p:cNvPr>
            <p:cNvSpPr>
              <a:spLocks noChangeShapeType="1"/>
            </p:cNvSpPr>
            <p:nvPr/>
          </p:nvSpPr>
          <p:spPr bwMode="auto">
            <a:xfrm>
              <a:off x="738188" y="2286000"/>
              <a:ext cx="6351587"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1987" name="Text Box 71">
              <a:extLst>
                <a:ext uri="{FF2B5EF4-FFF2-40B4-BE49-F238E27FC236}">
                  <a16:creationId xmlns:a16="http://schemas.microsoft.com/office/drawing/2014/main" id="{C66B192E-EBC6-8AF5-CE26-E24F75EE6EC7}"/>
                </a:ext>
              </a:extLst>
            </p:cNvPr>
            <p:cNvSpPr txBox="1">
              <a:spLocks noChangeArrowheads="1"/>
            </p:cNvSpPr>
            <p:nvPr/>
          </p:nvSpPr>
          <p:spPr bwMode="auto">
            <a:xfrm>
              <a:off x="466725" y="1814513"/>
              <a:ext cx="15144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spcBef>
                  <a:spcPct val="50000"/>
                </a:spcBef>
              </a:pPr>
              <a:r>
                <a:rPr lang="en-US" altLang="en-US" sz="2000">
                  <a:sym typeface="Symbol" panose="05050102010706020507" pitchFamily="18" charset="2"/>
                </a:rPr>
                <a:t>Data (4bit)</a:t>
              </a:r>
              <a:endParaRPr lang="ru-RU" altLang="en-US" sz="2000">
                <a:sym typeface="Symbol" panose="05050102010706020507" pitchFamily="18" charset="2"/>
              </a:endParaRPr>
            </a:p>
          </p:txBody>
        </p:sp>
        <p:sp>
          <p:nvSpPr>
            <p:cNvPr id="81988" name="Text Box 72">
              <a:extLst>
                <a:ext uri="{FF2B5EF4-FFF2-40B4-BE49-F238E27FC236}">
                  <a16:creationId xmlns:a16="http://schemas.microsoft.com/office/drawing/2014/main" id="{780D9136-D8D0-0065-1C4D-20C0F233DC84}"/>
                </a:ext>
              </a:extLst>
            </p:cNvPr>
            <p:cNvSpPr txBox="1">
              <a:spLocks noChangeArrowheads="1"/>
            </p:cNvSpPr>
            <p:nvPr/>
          </p:nvSpPr>
          <p:spPr bwMode="auto">
            <a:xfrm>
              <a:off x="228600" y="5486400"/>
              <a:ext cx="9906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spcBef>
                  <a:spcPct val="50000"/>
                </a:spcBef>
              </a:pPr>
              <a:r>
                <a:rPr lang="en-US" altLang="en-US" sz="2000">
                  <a:sym typeface="Symbol" panose="05050102010706020507" pitchFamily="18" charset="2"/>
                </a:rPr>
                <a:t>Output</a:t>
              </a:r>
              <a:endParaRPr lang="ru-RU" altLang="en-US" sz="2000">
                <a:sym typeface="Symbol" panose="05050102010706020507" pitchFamily="18" charset="2"/>
              </a:endParaRPr>
            </a:p>
          </p:txBody>
        </p:sp>
        <p:sp>
          <p:nvSpPr>
            <p:cNvPr id="81989" name="Text Box 73">
              <a:extLst>
                <a:ext uri="{FF2B5EF4-FFF2-40B4-BE49-F238E27FC236}">
                  <a16:creationId xmlns:a16="http://schemas.microsoft.com/office/drawing/2014/main" id="{F5D710C7-A1B6-B535-E7E4-EB7E6D00050C}"/>
                </a:ext>
              </a:extLst>
            </p:cNvPr>
            <p:cNvSpPr txBox="1">
              <a:spLocks noChangeArrowheads="1"/>
            </p:cNvSpPr>
            <p:nvPr/>
          </p:nvSpPr>
          <p:spPr bwMode="auto">
            <a:xfrm>
              <a:off x="228600" y="2547938"/>
              <a:ext cx="990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spcBef>
                  <a:spcPct val="50000"/>
                </a:spcBef>
              </a:pPr>
              <a:r>
                <a:rPr lang="en-US" altLang="en-US" sz="2000">
                  <a:sym typeface="Symbol" panose="05050102010706020507" pitchFamily="18" charset="2"/>
                </a:rPr>
                <a:t>Load</a:t>
              </a:r>
              <a:endParaRPr lang="ru-RU" altLang="en-US" sz="2000">
                <a:sym typeface="Symbol" panose="05050102010706020507" pitchFamily="18" charset="2"/>
              </a:endParaRPr>
            </a:p>
          </p:txBody>
        </p:sp>
      </p:gr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3258039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SYNOPSYS:STMTNUMBER" val="1"/>
  <p:tag name="SYNOPSYS:CONSTMT" val="1"/>
</p:tagLst>
</file>

<file path=ppt/tags/tag2.xml><?xml version="1.0" encoding="utf-8"?>
<p:tagLst xmlns:a="http://schemas.openxmlformats.org/drawingml/2006/main" xmlns:r="http://schemas.openxmlformats.org/officeDocument/2006/relationships" xmlns:p="http://schemas.openxmlformats.org/presentationml/2006/main">
  <p:tag name="SYNOPSYS-SHAPE" val="Y"/>
</p:tagLst>
</file>

<file path=ppt/tags/tag3.xml><?xml version="1.0" encoding="utf-8"?>
<p:tagLst xmlns:a="http://schemas.openxmlformats.org/drawingml/2006/main" xmlns:r="http://schemas.openxmlformats.org/officeDocument/2006/relationships" xmlns:p="http://schemas.openxmlformats.org/presentationml/2006/main">
  <p:tag name="SYNOPSYS-SHAPE" val="Y"/>
</p:tagLst>
</file>

<file path=ppt/tags/tag4.xml><?xml version="1.0" encoding="utf-8"?>
<p:tagLst xmlns:a="http://schemas.openxmlformats.org/drawingml/2006/main" xmlns:r="http://schemas.openxmlformats.org/officeDocument/2006/relationships" xmlns:p="http://schemas.openxmlformats.org/presentationml/2006/main">
  <p:tag name="SYNOPSYS-TEMPLATE-001" val="9/10/2018 5:47:52 PM"/>
  <p:tag name="SYNOPSYS-SHAPE" val="Y"/>
</p:tagLst>
</file>

<file path=ppt/tags/tag5.xml><?xml version="1.0" encoding="utf-8"?>
<p:tagLst xmlns:a="http://schemas.openxmlformats.org/drawingml/2006/main" xmlns:r="http://schemas.openxmlformats.org/officeDocument/2006/relationships" xmlns:p="http://schemas.openxmlformats.org/presentationml/2006/main">
  <p:tag name="SYNOPSYS-SHAPE" val="Y"/>
</p:tagLst>
</file>

<file path=ppt/tags/tag6.xml><?xml version="1.0" encoding="utf-8"?>
<p:tagLst xmlns:a="http://schemas.openxmlformats.org/drawingml/2006/main" xmlns:r="http://schemas.openxmlformats.org/officeDocument/2006/relationships" xmlns:p="http://schemas.openxmlformats.org/presentationml/2006/main">
  <p:tag name="SYNOPSYS:CONSTMT" val="TagValue"/>
  <p:tag name="SYNOPSYS-SHAPE" val="Y"/>
</p:tagLst>
</file>

<file path=ppt/tags/tag7.xml><?xml version="1.0" encoding="utf-8"?>
<p:tagLst xmlns:a="http://schemas.openxmlformats.org/drawingml/2006/main" xmlns:r="http://schemas.openxmlformats.org/officeDocument/2006/relationships" xmlns:p="http://schemas.openxmlformats.org/presentationml/2006/main">
  <p:tag name="SYNOPSYS:CONSTMT" val="TagValue"/>
  <p:tag name="SYNOPSYS-SHAPE" val="Y"/>
</p:tagLst>
</file>

<file path=ppt/tags/tag8.xml><?xml version="1.0" encoding="utf-8"?>
<p:tagLst xmlns:a="http://schemas.openxmlformats.org/drawingml/2006/main" xmlns:r="http://schemas.openxmlformats.org/officeDocument/2006/relationships" xmlns:p="http://schemas.openxmlformats.org/presentationml/2006/main">
  <p:tag name="SYNOPSYS-SHAPE" val="Y"/>
</p:tagLst>
</file>

<file path=ppt/tags/tag9.xml><?xml version="1.0" encoding="utf-8"?>
<p:tagLst xmlns:a="http://schemas.openxmlformats.org/drawingml/2006/main" xmlns:r="http://schemas.openxmlformats.org/officeDocument/2006/relationships" xmlns:p="http://schemas.openxmlformats.org/presentationml/2006/main">
  <p:tag name="SYNOPSYS-SHAPE" val="Y"/>
</p:tagLst>
</file>

<file path=ppt/tags/tag10.xml><?xml version="1.0" encoding="utf-8"?>
<p:tagLst xmlns:a="http://schemas.openxmlformats.org/drawingml/2006/main" xmlns:r="http://schemas.openxmlformats.org/officeDocument/2006/relationships" xmlns:p="http://schemas.openxmlformats.org/presentationml/2006/main">
  <p:tag name="SYNOPSYS-SHAPE" val="Y"/>
</p:tagLst>
</file>

<file path=ppt/tags/tag11.xml><?xml version="1.0" encoding="utf-8"?>
<p:tagLst xmlns:a="http://schemas.openxmlformats.org/drawingml/2006/main" xmlns:r="http://schemas.openxmlformats.org/officeDocument/2006/relationships" xmlns:p="http://schemas.openxmlformats.org/presentationml/2006/main">
  <p:tag name="SYNOPSYS-SHAPE" val="Y"/>
</p:tagLst>
</file>

<file path=ppt/tags/tag12.xml><?xml version="1.0" encoding="utf-8"?>
<p:tagLst xmlns:a="http://schemas.openxmlformats.org/drawingml/2006/main" xmlns:r="http://schemas.openxmlformats.org/officeDocument/2006/relationships" xmlns:p="http://schemas.openxmlformats.org/presentationml/2006/main">
  <p:tag name="SYNOPSYS-SHAPE" val="Y"/>
</p:tagLst>
</file>

<file path=ppt/tags/tag13.xml><?xml version="1.0" encoding="utf-8"?>
<p:tagLst xmlns:a="http://schemas.openxmlformats.org/drawingml/2006/main" xmlns:r="http://schemas.openxmlformats.org/officeDocument/2006/relationships" xmlns:p="http://schemas.openxmlformats.org/presentationml/2006/main">
  <p:tag name="SYNOPSYS-SHAPE" val="Y"/>
</p:tagLst>
</file>

<file path=ppt/tags/tag14.xml><?xml version="1.0" encoding="utf-8"?>
<p:tagLst xmlns:a="http://schemas.openxmlformats.org/drawingml/2006/main" xmlns:r="http://schemas.openxmlformats.org/officeDocument/2006/relationships" xmlns:p="http://schemas.openxmlformats.org/presentationml/2006/main">
  <p:tag name="SYNOPSYS-SHAPE" val="Y"/>
</p:tagLst>
</file>

<file path=ppt/tags/tag15.xml><?xml version="1.0" encoding="utf-8"?>
<p:tagLst xmlns:a="http://schemas.openxmlformats.org/drawingml/2006/main" xmlns:r="http://schemas.openxmlformats.org/officeDocument/2006/relationships" xmlns:p="http://schemas.openxmlformats.org/presentationml/2006/main">
  <p:tag name="SYNOPSYS-SHAPE" val="Y"/>
</p:tagLst>
</file>

<file path=ppt/tags/tag16.xml><?xml version="1.0" encoding="utf-8"?>
<p:tagLst xmlns:a="http://schemas.openxmlformats.org/drawingml/2006/main" xmlns:r="http://schemas.openxmlformats.org/officeDocument/2006/relationships" xmlns:p="http://schemas.openxmlformats.org/presentationml/2006/main">
  <p:tag name="SYNOPSYS-SHAPE" val="Y"/>
</p:tagLst>
</file>

<file path=ppt/tags/tag17.xml><?xml version="1.0" encoding="utf-8"?>
<p:tagLst xmlns:a="http://schemas.openxmlformats.org/drawingml/2006/main" xmlns:r="http://schemas.openxmlformats.org/officeDocument/2006/relationships" xmlns:p="http://schemas.openxmlformats.org/presentationml/2006/main">
  <p:tag name="SYNOPSYS:CONSTMT" val="TagValue"/>
  <p:tag name="SYNOPSYS-SHAPE" val="Y"/>
</p:tagLst>
</file>

<file path=ppt/tags/tag18.xml><?xml version="1.0" encoding="utf-8"?>
<p:tagLst xmlns:a="http://schemas.openxmlformats.org/drawingml/2006/main" xmlns:r="http://schemas.openxmlformats.org/officeDocument/2006/relationships" xmlns:p="http://schemas.openxmlformats.org/presentationml/2006/main">
  <p:tag name="SYNOPSYS-SHAPE" val="Y"/>
</p:tagLst>
</file>

<file path=ppt/tags/tag19.xml><?xml version="1.0" encoding="utf-8"?>
<p:tagLst xmlns:a="http://schemas.openxmlformats.org/drawingml/2006/main" xmlns:r="http://schemas.openxmlformats.org/officeDocument/2006/relationships" xmlns:p="http://schemas.openxmlformats.org/presentationml/2006/main">
  <p:tag name="SYNOPSYS-SHAPE" val="Y"/>
</p:tagLst>
</file>

<file path=ppt/tags/tag20.xml><?xml version="1.0" encoding="utf-8"?>
<p:tagLst xmlns:a="http://schemas.openxmlformats.org/drawingml/2006/main" xmlns:r="http://schemas.openxmlformats.org/officeDocument/2006/relationships" xmlns:p="http://schemas.openxmlformats.org/presentationml/2006/main">
  <p:tag name="SYNOPSYS-SHAPE" val="Y"/>
</p:tagLst>
</file>

<file path=ppt/tags/tag21.xml><?xml version="1.0" encoding="utf-8"?>
<p:tagLst xmlns:a="http://schemas.openxmlformats.org/drawingml/2006/main" xmlns:r="http://schemas.openxmlformats.org/officeDocument/2006/relationships" xmlns:p="http://schemas.openxmlformats.org/presentationml/2006/main">
  <p:tag name="SYNOPSYS-SHAPE" val="Y"/>
</p:tagLst>
</file>

<file path=ppt/tags/tag22.xml><?xml version="1.0" encoding="utf-8"?>
<p:tagLst xmlns:a="http://schemas.openxmlformats.org/drawingml/2006/main" xmlns:r="http://schemas.openxmlformats.org/officeDocument/2006/relationships" xmlns:p="http://schemas.openxmlformats.org/presentationml/2006/main">
  <p:tag name="SYNOPSYS-SHAPE" val="Y"/>
</p:tagLst>
</file>

<file path=ppt/tags/tag23.xml><?xml version="1.0" encoding="utf-8"?>
<p:tagLst xmlns:a="http://schemas.openxmlformats.org/drawingml/2006/main" xmlns:r="http://schemas.openxmlformats.org/officeDocument/2006/relationships" xmlns:p="http://schemas.openxmlformats.org/presentationml/2006/main">
  <p:tag name="SYNOPSYS-SHAPE" val="Y"/>
</p:tagLst>
</file>

<file path=ppt/tags/tag24.xml><?xml version="1.0" encoding="utf-8"?>
<p:tagLst xmlns:a="http://schemas.openxmlformats.org/drawingml/2006/main" xmlns:r="http://schemas.openxmlformats.org/officeDocument/2006/relationships" xmlns:p="http://schemas.openxmlformats.org/presentationml/2006/main">
  <p:tag name="SYNOPSYS-SHAPE" val="Y"/>
</p:tagLst>
</file>

<file path=ppt/tags/tag25.xml><?xml version="1.0" encoding="utf-8"?>
<p:tagLst xmlns:a="http://schemas.openxmlformats.org/drawingml/2006/main" xmlns:r="http://schemas.openxmlformats.org/officeDocument/2006/relationships" xmlns:p="http://schemas.openxmlformats.org/presentationml/2006/main">
  <p:tag name="SYNOPSYS-SHAPE" val="Y"/>
</p:tagLst>
</file>

<file path=ppt/tags/tag26.xml><?xml version="1.0" encoding="utf-8"?>
<p:tagLst xmlns:a="http://schemas.openxmlformats.org/drawingml/2006/main" xmlns:r="http://schemas.openxmlformats.org/officeDocument/2006/relationships" xmlns:p="http://schemas.openxmlformats.org/presentationml/2006/main">
  <p:tag name="SYNOPSYS-SHAPE" val="Y"/>
</p:tagLst>
</file>

<file path=ppt/tags/tag27.xml><?xml version="1.0" encoding="utf-8"?>
<p:tagLst xmlns:a="http://schemas.openxmlformats.org/drawingml/2006/main" xmlns:r="http://schemas.openxmlformats.org/officeDocument/2006/relationships" xmlns:p="http://schemas.openxmlformats.org/presentationml/2006/main">
  <p:tag name="SYNOPSYS-SHAPE" val="Y"/>
</p:tagLst>
</file>

<file path=ppt/tags/tag28.xml><?xml version="1.0" encoding="utf-8"?>
<p:tagLst xmlns:a="http://schemas.openxmlformats.org/drawingml/2006/main" xmlns:r="http://schemas.openxmlformats.org/officeDocument/2006/relationships" xmlns:p="http://schemas.openxmlformats.org/presentationml/2006/main">
  <p:tag name="SYNOPSYS-SHAPE" val="Y"/>
</p:tagLst>
</file>

<file path=ppt/tags/tag29.xml><?xml version="1.0" encoding="utf-8"?>
<p:tagLst xmlns:a="http://schemas.openxmlformats.org/drawingml/2006/main" xmlns:r="http://schemas.openxmlformats.org/officeDocument/2006/relationships" xmlns:p="http://schemas.openxmlformats.org/presentationml/2006/main">
  <p:tag name="SYNOPSYS-SHAPE" val="Y"/>
</p:tagLst>
</file>

<file path=ppt/tags/tag30.xml><?xml version="1.0" encoding="utf-8"?>
<p:tagLst xmlns:a="http://schemas.openxmlformats.org/drawingml/2006/main" xmlns:r="http://schemas.openxmlformats.org/officeDocument/2006/relationships" xmlns:p="http://schemas.openxmlformats.org/presentationml/2006/main">
  <p:tag name="SYNOPSYS-SHAPE" val="Y"/>
</p:tagLst>
</file>

<file path=ppt/tags/tag31.xml><?xml version="1.0" encoding="utf-8"?>
<p:tagLst xmlns:a="http://schemas.openxmlformats.org/drawingml/2006/main" xmlns:r="http://schemas.openxmlformats.org/officeDocument/2006/relationships" xmlns:p="http://schemas.openxmlformats.org/presentationml/2006/main">
  <p:tag name="SYNOPSYS-SHAPE" val="Y"/>
</p:tagLst>
</file>

<file path=ppt/tags/tag32.xml><?xml version="1.0" encoding="utf-8"?>
<p:tagLst xmlns:a="http://schemas.openxmlformats.org/drawingml/2006/main" xmlns:r="http://schemas.openxmlformats.org/officeDocument/2006/relationships" xmlns:p="http://schemas.openxmlformats.org/presentationml/2006/main">
  <p:tag name="SYNOPSYS-SHAPE" val="Y"/>
</p:tagLst>
</file>

<file path=ppt/tags/tag33.xml><?xml version="1.0" encoding="utf-8"?>
<p:tagLst xmlns:a="http://schemas.openxmlformats.org/drawingml/2006/main" xmlns:r="http://schemas.openxmlformats.org/officeDocument/2006/relationships" xmlns:p="http://schemas.openxmlformats.org/presentationml/2006/main">
  <p:tag name="SYNOPSYS-SHAPE" val="Y"/>
</p:tagLst>
</file>

<file path=ppt/tags/tag34.xml><?xml version="1.0" encoding="utf-8"?>
<p:tagLst xmlns:a="http://schemas.openxmlformats.org/drawingml/2006/main" xmlns:r="http://schemas.openxmlformats.org/officeDocument/2006/relationships" xmlns:p="http://schemas.openxmlformats.org/presentationml/2006/main">
  <p:tag name="SYNOPSYS-SHAPE" val="Y"/>
</p:tagLst>
</file>

<file path=ppt/tags/tag35.xml><?xml version="1.0" encoding="utf-8"?>
<p:tagLst xmlns:a="http://schemas.openxmlformats.org/drawingml/2006/main" xmlns:r="http://schemas.openxmlformats.org/officeDocument/2006/relationships" xmlns:p="http://schemas.openxmlformats.org/presentationml/2006/main">
  <p:tag name="SYNOPSYS-SHAPE" val="Y"/>
</p:tagLst>
</file>

<file path=ppt/tags/tag36.xml><?xml version="1.0" encoding="utf-8"?>
<p:tagLst xmlns:a="http://schemas.openxmlformats.org/drawingml/2006/main" xmlns:r="http://schemas.openxmlformats.org/officeDocument/2006/relationships" xmlns:p="http://schemas.openxmlformats.org/presentationml/2006/main">
  <p:tag name="SYNOPSYS-SHAPE" val="Y"/>
</p:tagLst>
</file>

<file path=ppt/tags/tag37.xml><?xml version="1.0" encoding="utf-8"?>
<p:tagLst xmlns:a="http://schemas.openxmlformats.org/drawingml/2006/main" xmlns:r="http://schemas.openxmlformats.org/officeDocument/2006/relationships" xmlns:p="http://schemas.openxmlformats.org/presentationml/2006/main">
  <p:tag name="SYNOPSYS-SHAPE" val="Y"/>
</p:tagLst>
</file>

<file path=ppt/tags/tag38.xml><?xml version="1.0" encoding="utf-8"?>
<p:tagLst xmlns:a="http://schemas.openxmlformats.org/drawingml/2006/main" xmlns:r="http://schemas.openxmlformats.org/officeDocument/2006/relationships" xmlns:p="http://schemas.openxmlformats.org/presentationml/2006/main">
  <p:tag name="SYNOPSYS:CONSTMT" val="TagValue"/>
  <p:tag name="SYNOPSYS-SHAPE" val="Y"/>
</p:tagLst>
</file>

<file path=ppt/tags/tag39.xml><?xml version="1.0" encoding="utf-8"?>
<p:tagLst xmlns:a="http://schemas.openxmlformats.org/drawingml/2006/main" xmlns:r="http://schemas.openxmlformats.org/officeDocument/2006/relationships" xmlns:p="http://schemas.openxmlformats.org/presentationml/2006/main">
  <p:tag name="SYNOPSYS-SHAPE" val="Y"/>
</p:tagLst>
</file>

<file path=ppt/tags/tag40.xml><?xml version="1.0" encoding="utf-8"?>
<p:tagLst xmlns:a="http://schemas.openxmlformats.org/drawingml/2006/main" xmlns:r="http://schemas.openxmlformats.org/officeDocument/2006/relationships" xmlns:p="http://schemas.openxmlformats.org/presentationml/2006/main">
  <p:tag name="SYNOPSYS-SHAPE" val="Y"/>
</p:tagLst>
</file>

<file path=ppt/tags/tag41.xml><?xml version="1.0" encoding="utf-8"?>
<p:tagLst xmlns:a="http://schemas.openxmlformats.org/drawingml/2006/main" xmlns:r="http://schemas.openxmlformats.org/officeDocument/2006/relationships" xmlns:p="http://schemas.openxmlformats.org/presentationml/2006/main">
  <p:tag name="SYNOPSYS-SHAPE" val="Y"/>
</p:tagLst>
</file>

<file path=ppt/tags/tag42.xml><?xml version="1.0" encoding="utf-8"?>
<p:tagLst xmlns:a="http://schemas.openxmlformats.org/drawingml/2006/main" xmlns:r="http://schemas.openxmlformats.org/officeDocument/2006/relationships" xmlns:p="http://schemas.openxmlformats.org/presentationml/2006/main">
  <p:tag name="SYNOPSYS-SHAPE" val="Y"/>
</p:tagLst>
</file>

<file path=ppt/tags/tag43.xml><?xml version="1.0" encoding="utf-8"?>
<p:tagLst xmlns:a="http://schemas.openxmlformats.org/drawingml/2006/main" xmlns:r="http://schemas.openxmlformats.org/officeDocument/2006/relationships" xmlns:p="http://schemas.openxmlformats.org/presentationml/2006/main">
  <p:tag name="SYNOPSYS-SHAPE" val="Y"/>
</p:tagLst>
</file>

<file path=ppt/tags/tag44.xml><?xml version="1.0" encoding="utf-8"?>
<p:tagLst xmlns:a="http://schemas.openxmlformats.org/drawingml/2006/main" xmlns:r="http://schemas.openxmlformats.org/officeDocument/2006/relationships" xmlns:p="http://schemas.openxmlformats.org/presentationml/2006/main">
  <p:tag name="SYNOPSYS-SHAPE" val="Y"/>
</p:tagLst>
</file>

<file path=ppt/tags/tag45.xml><?xml version="1.0" encoding="utf-8"?>
<p:tagLst xmlns:a="http://schemas.openxmlformats.org/drawingml/2006/main" xmlns:r="http://schemas.openxmlformats.org/officeDocument/2006/relationships" xmlns:p="http://schemas.openxmlformats.org/presentationml/2006/main">
  <p:tag name="SYNOPSYS-SHAPE" val="Y"/>
</p:tagLst>
</file>

<file path=ppt/tags/tag46.xml><?xml version="1.0" encoding="utf-8"?>
<p:tagLst xmlns:a="http://schemas.openxmlformats.org/drawingml/2006/main" xmlns:r="http://schemas.openxmlformats.org/officeDocument/2006/relationships" xmlns:p="http://schemas.openxmlformats.org/presentationml/2006/main">
  <p:tag name="SYNOPSYS-SHAPE" val="Y"/>
</p:tagLst>
</file>

<file path=ppt/tags/tag47.xml><?xml version="1.0" encoding="utf-8"?>
<p:tagLst xmlns:a="http://schemas.openxmlformats.org/drawingml/2006/main" xmlns:r="http://schemas.openxmlformats.org/officeDocument/2006/relationships" xmlns:p="http://schemas.openxmlformats.org/presentationml/2006/main">
  <p:tag name="SYNOPSYS-SHAPE" val="Y"/>
</p:tagLst>
</file>

<file path=ppt/tags/tag48.xml><?xml version="1.0" encoding="utf-8"?>
<p:tagLst xmlns:a="http://schemas.openxmlformats.org/drawingml/2006/main" xmlns:r="http://schemas.openxmlformats.org/officeDocument/2006/relationships" xmlns:p="http://schemas.openxmlformats.org/presentationml/2006/main">
  <p:tag name="SYNOPSYS-SHAPE" val="Y"/>
</p:tagLst>
</file>

<file path=ppt/tags/tag49.xml><?xml version="1.0" encoding="utf-8"?>
<p:tagLst xmlns:a="http://schemas.openxmlformats.org/drawingml/2006/main" xmlns:r="http://schemas.openxmlformats.org/officeDocument/2006/relationships" xmlns:p="http://schemas.openxmlformats.org/presentationml/2006/main">
  <p:tag name="SYNOPSYS-SHAPE" val="Y"/>
</p:tagLst>
</file>

<file path=ppt/tags/tag50.xml><?xml version="1.0" encoding="utf-8"?>
<p:tagLst xmlns:a="http://schemas.openxmlformats.org/drawingml/2006/main" xmlns:r="http://schemas.openxmlformats.org/officeDocument/2006/relationships" xmlns:p="http://schemas.openxmlformats.org/presentationml/2006/main">
  <p:tag name="SYNOPSYS-SHAPE" val="Y"/>
</p:tagLst>
</file>

<file path=ppt/tags/tag51.xml><?xml version="1.0" encoding="utf-8"?>
<p:tagLst xmlns:a="http://schemas.openxmlformats.org/drawingml/2006/main" xmlns:r="http://schemas.openxmlformats.org/officeDocument/2006/relationships" xmlns:p="http://schemas.openxmlformats.org/presentationml/2006/main">
  <p:tag name="SYNOPSYS-SHAPE" val="Y"/>
</p:tagLst>
</file>

<file path=ppt/tags/tag52.xml><?xml version="1.0" encoding="utf-8"?>
<p:tagLst xmlns:a="http://schemas.openxmlformats.org/drawingml/2006/main" xmlns:r="http://schemas.openxmlformats.org/officeDocument/2006/relationships" xmlns:p="http://schemas.openxmlformats.org/presentationml/2006/main">
  <p:tag name="SYNOPSYS-SHAPE" val="Y"/>
</p:tagLst>
</file>

<file path=ppt/tags/tag53.xml><?xml version="1.0" encoding="utf-8"?>
<p:tagLst xmlns:a="http://schemas.openxmlformats.org/drawingml/2006/main" xmlns:r="http://schemas.openxmlformats.org/officeDocument/2006/relationships" xmlns:p="http://schemas.openxmlformats.org/presentationml/2006/main">
  <p:tag name="SYNOPSYS:CONSTMT" val="TagValue"/>
  <p:tag name="SYNOPSYS-SHAPE" val="Y"/>
</p:tagLst>
</file>

<file path=ppt/tags/tag54.xml><?xml version="1.0" encoding="utf-8"?>
<p:tagLst xmlns:a="http://schemas.openxmlformats.org/drawingml/2006/main" xmlns:r="http://schemas.openxmlformats.org/officeDocument/2006/relationships" xmlns:p="http://schemas.openxmlformats.org/presentationml/2006/main">
  <p:tag name="SYNOPSYS-SHAPE" val="Y"/>
</p:tagLst>
</file>

<file path=ppt/tags/tag55.xml><?xml version="1.0" encoding="utf-8"?>
<p:tagLst xmlns:a="http://schemas.openxmlformats.org/drawingml/2006/main" xmlns:r="http://schemas.openxmlformats.org/officeDocument/2006/relationships" xmlns:p="http://schemas.openxmlformats.org/presentationml/2006/main">
  <p:tag name="SYNOPSYS-SHAPE" val="Y"/>
</p:tagLst>
</file>

<file path=ppt/tags/tag56.xml><?xml version="1.0" encoding="utf-8"?>
<p:tagLst xmlns:a="http://schemas.openxmlformats.org/drawingml/2006/main" xmlns:r="http://schemas.openxmlformats.org/officeDocument/2006/relationships" xmlns:p="http://schemas.openxmlformats.org/presentationml/2006/main">
  <p:tag name="SYNOPSYS-SHAPE" val="Y"/>
</p:tagLst>
</file>

<file path=ppt/tags/tag57.xml><?xml version="1.0" encoding="utf-8"?>
<p:tagLst xmlns:a="http://schemas.openxmlformats.org/drawingml/2006/main" xmlns:r="http://schemas.openxmlformats.org/officeDocument/2006/relationships" xmlns:p="http://schemas.openxmlformats.org/presentationml/2006/main">
  <p:tag name="SYNOPSYS-SHAPE" val="Y"/>
</p:tagLst>
</file>

<file path=ppt/tags/tag58.xml><?xml version="1.0" encoding="utf-8"?>
<p:tagLst xmlns:a="http://schemas.openxmlformats.org/drawingml/2006/main" xmlns:r="http://schemas.openxmlformats.org/officeDocument/2006/relationships" xmlns:p="http://schemas.openxmlformats.org/presentationml/2006/main">
  <p:tag name="SYNOPSYS-SHAPE" val="Y"/>
</p:tagLst>
</file>

<file path=ppt/tags/tag59.xml><?xml version="1.0" encoding="utf-8"?>
<p:tagLst xmlns:a="http://schemas.openxmlformats.org/drawingml/2006/main" xmlns:r="http://schemas.openxmlformats.org/officeDocument/2006/relationships" xmlns:p="http://schemas.openxmlformats.org/presentationml/2006/main">
  <p:tag name="SYNOPSYS:CONSTMT" val="TagValue"/>
  <p:tag name="SYNOPSYS-SHAPE" val="Y"/>
</p:tagLst>
</file>

<file path=ppt/theme/theme1.xml><?xml version="1.0" encoding="utf-8"?>
<a:theme xmlns:a="http://schemas.openxmlformats.org/drawingml/2006/main" name="2_Synopsys_2019">
  <a:themeElements>
    <a:clrScheme name="Synopsys">
      <a:dk1>
        <a:sysClr val="windowText" lastClr="000000"/>
      </a:dk1>
      <a:lt1>
        <a:sysClr val="window" lastClr="FFFFFF"/>
      </a:lt1>
      <a:dk2>
        <a:srgbClr val="000000"/>
      </a:dk2>
      <a:lt2>
        <a:srgbClr val="FFFFFF"/>
      </a:lt2>
      <a:accent1>
        <a:srgbClr val="4F2683"/>
      </a:accent1>
      <a:accent2>
        <a:srgbClr val="F69008"/>
      </a:accent2>
      <a:accent3>
        <a:srgbClr val="46AA42"/>
      </a:accent3>
      <a:accent4>
        <a:srgbClr val="F50505"/>
      </a:accent4>
      <a:accent5>
        <a:srgbClr val="B4B2B0"/>
      </a:accent5>
      <a:accent6>
        <a:srgbClr val="00638A"/>
      </a:accent6>
      <a:hlink>
        <a:srgbClr val="0000FF"/>
      </a:hlink>
      <a:folHlink>
        <a:srgbClr val="80008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t"/>
      <a:lstStyle>
        <a:defPPr algn="l">
          <a:defRPr sz="1800"/>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gn="l">
          <a:defRPr sz="2000"/>
        </a:defPPr>
      </a:lstStyle>
    </a:txDef>
  </a:objectDefaults>
  <a:extraClrSchemeLst/>
  <a:custClrLst>
    <a:custClr name="Light Purple">
      <a:srgbClr val="8446AD"/>
    </a:custClr>
    <a:custClr name="Midnight Blue">
      <a:srgbClr val="244289"/>
    </a:custClr>
    <a:custClr name="Teal">
      <a:srgbClr val="00AAB8"/>
    </a:custClr>
    <a:custClr name="Yellow">
      <a:srgbClr val="FFB718"/>
    </a:custClr>
    <a:custClr name="Aquamarine">
      <a:srgbClr val="00E6BA"/>
    </a:custClr>
    <a:custClr name="Red">
      <a:srgbClr val="F50505"/>
    </a:custClr>
    <a:custClr name="Light Red">
      <a:srgbClr val="F9A08B"/>
    </a:custClr>
    <a:custClr name="Yellow">
      <a:srgbClr val="FAF020"/>
    </a:custClr>
    <a:custClr name="Light Green">
      <a:srgbClr val="BFE973"/>
    </a:custClr>
    <a:custClr name="Green">
      <a:srgbClr val="47C73D"/>
    </a:custClr>
  </a:custClrLst>
  <a:extLst>
    <a:ext uri="{05A4C25C-085E-4340-85A3-A5531E510DB2}">
      <thm15:themeFamily xmlns:thm15="http://schemas.microsoft.com/office/thememl/2012/main" name="Presentation1" id="{46C17DE6-006F-4567-BE63-62228A6CCE2A}" vid="{73649181-4B6E-471C-A753-F50E138648EC}"/>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Synopsys">
      <a:dk1>
        <a:sysClr val="windowText" lastClr="000000"/>
      </a:dk1>
      <a:lt1>
        <a:sysClr val="window" lastClr="FFFFFF"/>
      </a:lt1>
      <a:dk2>
        <a:srgbClr val="000000"/>
      </a:dk2>
      <a:lt2>
        <a:srgbClr val="FFFFFF"/>
      </a:lt2>
      <a:accent1>
        <a:srgbClr val="4F2683"/>
      </a:accent1>
      <a:accent2>
        <a:srgbClr val="F69008"/>
      </a:accent2>
      <a:accent3>
        <a:srgbClr val="46AA42"/>
      </a:accent3>
      <a:accent4>
        <a:srgbClr val="F50505"/>
      </a:accent4>
      <a:accent5>
        <a:srgbClr val="B4B2B0"/>
      </a:accent5>
      <a:accent6>
        <a:srgbClr val="00638A"/>
      </a:accent6>
      <a:hlink>
        <a:srgbClr val="0000FF"/>
      </a:hlink>
      <a:folHlink>
        <a:srgbClr val="80008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t"/>
      <a:lstStyle>
        <a:defPPr algn="l">
          <a:defRPr sz="1800"/>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gn="l">
          <a:defRPr sz="2000"/>
        </a:defPPr>
      </a:lstStyle>
    </a:txDef>
  </a:objectDefaults>
  <a:extraClrSchemeLst/>
  <a:custClrLst>
    <a:custClr name="Light Purple">
      <a:srgbClr val="8446AD"/>
    </a:custClr>
    <a:custClr name="Midnight Blue">
      <a:srgbClr val="244289"/>
    </a:custClr>
    <a:custClr name="Teal">
      <a:srgbClr val="00AAB8"/>
    </a:custClr>
    <a:custClr name="Yellow">
      <a:srgbClr val="FFB718"/>
    </a:custClr>
    <a:custClr name="Aquamarine">
      <a:srgbClr val="00E6BA"/>
    </a:custClr>
    <a:custClr name="Red">
      <a:srgbClr val="F50505"/>
    </a:custClr>
    <a:custClr name="Light Red">
      <a:srgbClr val="F9A08B"/>
    </a:custClr>
    <a:custClr name="Yellow">
      <a:srgbClr val="FAF020"/>
    </a:custClr>
    <a:custClr name="Light Green">
      <a:srgbClr val="BFE973"/>
    </a:custClr>
    <a:custClr name="Green">
      <a:srgbClr val="47C73D"/>
    </a:custClr>
  </a:custClr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Synopsys">
      <a:dk1>
        <a:sysClr val="windowText" lastClr="000000"/>
      </a:dk1>
      <a:lt1>
        <a:sysClr val="window" lastClr="FFFFFF"/>
      </a:lt1>
      <a:dk2>
        <a:srgbClr val="000000"/>
      </a:dk2>
      <a:lt2>
        <a:srgbClr val="FFFFFF"/>
      </a:lt2>
      <a:accent1>
        <a:srgbClr val="4F2683"/>
      </a:accent1>
      <a:accent2>
        <a:srgbClr val="F69008"/>
      </a:accent2>
      <a:accent3>
        <a:srgbClr val="46AA42"/>
      </a:accent3>
      <a:accent4>
        <a:srgbClr val="F50505"/>
      </a:accent4>
      <a:accent5>
        <a:srgbClr val="B4B2B0"/>
      </a:accent5>
      <a:accent6>
        <a:srgbClr val="00638A"/>
      </a:accent6>
      <a:hlink>
        <a:srgbClr val="0000FF"/>
      </a:hlink>
      <a:folHlink>
        <a:srgbClr val="80008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t"/>
      <a:lstStyle>
        <a:defPPr algn="l">
          <a:defRPr sz="1800"/>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gn="l">
          <a:defRPr sz="2000"/>
        </a:defPPr>
      </a:lstStyle>
    </a:txDef>
  </a:objectDefaults>
  <a:extraClrSchemeLst/>
  <a:custClrLst>
    <a:custClr name="Light Purple">
      <a:srgbClr val="8446AD"/>
    </a:custClr>
    <a:custClr name="Midnight Blue">
      <a:srgbClr val="244289"/>
    </a:custClr>
    <a:custClr name="Teal">
      <a:srgbClr val="00AAB8"/>
    </a:custClr>
    <a:custClr name="Yellow">
      <a:srgbClr val="FFB718"/>
    </a:custClr>
    <a:custClr name="Aquamarine">
      <a:srgbClr val="00E6BA"/>
    </a:custClr>
    <a:custClr name="Red">
      <a:srgbClr val="F50505"/>
    </a:custClr>
    <a:custClr name="Light Red">
      <a:srgbClr val="F9A08B"/>
    </a:custClr>
    <a:custClr name="Yellow">
      <a:srgbClr val="FAF020"/>
    </a:custClr>
    <a:custClr name="Light Green">
      <a:srgbClr val="BFE973"/>
    </a:custClr>
    <a:custClr name="Green">
      <a:srgbClr val="47C73D"/>
    </a:custClr>
  </a:custClr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F98D47170EF3FA4EB3A4AC90251FDBB6" ma:contentTypeVersion="14" ma:contentTypeDescription="Create a new document." ma:contentTypeScope="" ma:versionID="8420c87bf64ff4dfc04fd3ce2101f073">
  <xsd:schema xmlns:xsd="http://www.w3.org/2001/XMLSchema" xmlns:xs="http://www.w3.org/2001/XMLSchema" xmlns:p="http://schemas.microsoft.com/office/2006/metadata/properties" xmlns:ns3="c4e338ac-e2c9-4a09-90bc-aa78cddd6f1f" xmlns:ns4="9d6f540b-f5ab-4529-997d-b1c359473666" targetNamespace="http://schemas.microsoft.com/office/2006/metadata/properties" ma:root="true" ma:fieldsID="9fb6f1b73bc330e6855601ecd1a486a5" ns3:_="" ns4:_="">
    <xsd:import namespace="c4e338ac-e2c9-4a09-90bc-aa78cddd6f1f"/>
    <xsd:import namespace="9d6f540b-f5ab-4529-997d-b1c359473666"/>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DateTaken" minOccurs="0"/>
                <xsd:element ref="ns3:MediaLengthInSeconds" minOccurs="0"/>
                <xsd:element ref="ns3:MediaServiceAutoKeyPoints" minOccurs="0"/>
                <xsd:element ref="ns3:MediaServiceKeyPoints" minOccurs="0"/>
                <xsd:element ref="ns3:MediaServiceAutoTags" minOccurs="0"/>
                <xsd:element ref="ns3:MediaServiceOCR" minOccurs="0"/>
                <xsd:element ref="ns3:MediaServiceGenerationTime" minOccurs="0"/>
                <xsd:element ref="ns3:MediaServiceEventHashCode" minOccurs="0"/>
                <xsd:element ref="ns3: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4e338ac-e2c9-4a09-90bc-aa78cddd6f1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LengthInSeconds" ma:index="14" nillable="true" ma:displayName="Length (seconds)" ma:internalName="MediaLengthInSeconds" ma:readOnly="true">
      <xsd:simpleType>
        <xsd:restriction base="dms:Unknown"/>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AutoTags" ma:index="17" nillable="true" ma:displayName="Tags" ma:internalName="MediaServiceAutoTags"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Location" ma:index="21"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d6f540b-f5ab-4529-997d-b1c359473666"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B2DC2BB-B596-4C3A-A9DC-0B51540F8820}">
  <ds:schemaRefs>
    <ds:schemaRef ds:uri="9d6f540b-f5ab-4529-997d-b1c359473666"/>
    <ds:schemaRef ds:uri="c4e338ac-e2c9-4a09-90bc-aa78cddd6f1f"/>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911BE162-346D-48E0-9B29-CB08309D4C2E}">
  <ds:schemaRefs>
    <ds:schemaRef ds:uri="9d6f540b-f5ab-4529-997d-b1c359473666"/>
    <ds:schemaRef ds:uri="c4e338ac-e2c9-4a09-90bc-aa78cddd6f1f"/>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6B5A6964-B842-4343-98F0-22A6DEF09411}">
  <ds:schemaRefs>
    <ds:schemaRef ds:uri="http://schemas.microsoft.com/sharepoint/v3/contenttype/forms"/>
  </ds:schemaRefs>
</ds:datastoreItem>
</file>

<file path=docMetadata/LabelInfo.xml><?xml version="1.0" encoding="utf-8"?>
<clbl:labelList xmlns:clbl="http://schemas.microsoft.com/office/2020/mipLabelMetadata">
  <clbl:label id="{c33c9f88-1eb7-4099-9700-16013fd9e8aa}" enabled="0" method="" siteId="{c33c9f88-1eb7-4099-9700-16013fd9e8aa}" removed="1"/>
</clbl:labelList>
</file>

<file path=docProps/app.xml><?xml version="1.0" encoding="utf-8"?>
<Properties xmlns="http://schemas.openxmlformats.org/officeDocument/2006/extended-properties" xmlns:vt="http://schemas.openxmlformats.org/officeDocument/2006/docPropsVTypes">
  <Template/>
  <TotalTime>554</TotalTime>
  <Words>6265</Words>
  <Application>Microsoft Office PowerPoint</Application>
  <PresentationFormat>Widescreen</PresentationFormat>
  <Paragraphs>1838</Paragraphs>
  <Slides>73</Slides>
  <Notes>2</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73</vt:i4>
      </vt:variant>
    </vt:vector>
  </HeadingPairs>
  <TitlesOfParts>
    <vt:vector size="84" baseType="lpstr">
      <vt:lpstr>.Lucida Grande UI Regular</vt:lpstr>
      <vt:lpstr>Arial</vt:lpstr>
      <vt:lpstr>Calibri</vt:lpstr>
      <vt:lpstr>Calibri Light</vt:lpstr>
      <vt:lpstr>Myriad Roman</vt:lpstr>
      <vt:lpstr>Symbol</vt:lpstr>
      <vt:lpstr>System Font Regular</vt:lpstr>
      <vt:lpstr>Times New Roman</vt:lpstr>
      <vt:lpstr>Wingdings</vt:lpstr>
      <vt:lpstr>2_Synopsys_2019</vt:lpstr>
      <vt:lpstr>Custom Design</vt:lpstr>
      <vt:lpstr>Logic Design</vt:lpstr>
      <vt:lpstr>Course Overview</vt:lpstr>
      <vt:lpstr>Basic Sequential Circuits of Synchronous FSM</vt:lpstr>
      <vt:lpstr>Registers</vt:lpstr>
      <vt:lpstr>Verilog Description for a Positive-Edge Triggered D Flip-flops</vt:lpstr>
      <vt:lpstr>Edge-Triggered Register with Active-Low  Clock-Enable Input</vt:lpstr>
      <vt:lpstr>Verilog Description of Register with Active-low Clock-Enable Input</vt:lpstr>
      <vt:lpstr>16-bit Register with Clock-Enable and Output-Enable</vt:lpstr>
      <vt:lpstr>Description for 16-bit Register with Clock-Enable and Output-Enable</vt:lpstr>
      <vt:lpstr>8-bit Latch (IC 74x373)</vt:lpstr>
      <vt:lpstr>Verilog Module for 8-bit Latch</vt:lpstr>
      <vt:lpstr>Counters </vt:lpstr>
      <vt:lpstr>Asynchronous Counters</vt:lpstr>
      <vt:lpstr>Asynchronous Counters </vt:lpstr>
      <vt:lpstr>Asynchronous Modulo 8 Up-Down Counter </vt:lpstr>
      <vt:lpstr>N-bit Binary Counter based on Adder</vt:lpstr>
      <vt:lpstr>Parallel Up Counter Design</vt:lpstr>
      <vt:lpstr>Parallel Up Counter Design (2)</vt:lpstr>
      <vt:lpstr>Parallel Counter Design (3)</vt:lpstr>
      <vt:lpstr>Timing Diagram of Counter</vt:lpstr>
      <vt:lpstr>Parallel Down Counter Design </vt:lpstr>
      <vt:lpstr>Parallel Down Counter Design (2)</vt:lpstr>
      <vt:lpstr>Down Counter Module 8 </vt:lpstr>
      <vt:lpstr>4-Bit Counter with Parallel Carry and Count Enable</vt:lpstr>
      <vt:lpstr>Counter Description by Verilog (Behavioral)</vt:lpstr>
      <vt:lpstr>Counter with Asynchronous Load</vt:lpstr>
      <vt:lpstr>Counter with Asynchronous Load  in Verilog</vt:lpstr>
      <vt:lpstr>IC 74x193</vt:lpstr>
      <vt:lpstr>IC 74x193 (2)</vt:lpstr>
      <vt:lpstr>Decoding  Binary  Counter  States</vt:lpstr>
      <vt:lpstr>A Modulo-8 Binary Counter and Decoder with Glitch-Free Outputs</vt:lpstr>
      <vt:lpstr>Shift Registers</vt:lpstr>
      <vt:lpstr>Shift Left Register</vt:lpstr>
      <vt:lpstr>Shift Left and Shift Right Register</vt:lpstr>
      <vt:lpstr>4-bit Universal Shift Register (74x194) </vt:lpstr>
      <vt:lpstr>Verilog Description</vt:lpstr>
      <vt:lpstr>Shift  Operations</vt:lpstr>
      <vt:lpstr>Shift  Operations (2)</vt:lpstr>
      <vt:lpstr>Logical Shift</vt:lpstr>
      <vt:lpstr>Arithmetical Shift to the Right</vt:lpstr>
      <vt:lpstr>Cyclical Shift</vt:lpstr>
      <vt:lpstr>Combinational Shifters </vt:lpstr>
      <vt:lpstr>Barrel Shifter</vt:lpstr>
      <vt:lpstr>Barrel Shifter (2)</vt:lpstr>
      <vt:lpstr>Combinational Shift</vt:lpstr>
      <vt:lpstr>Combinational Shift</vt:lpstr>
      <vt:lpstr>Combinational Shift</vt:lpstr>
      <vt:lpstr>Counters Based on Shift Registers (Ring Counter)</vt:lpstr>
      <vt:lpstr>Johnson’s Counter</vt:lpstr>
      <vt:lpstr>State Decoding of Johnson’s Counter</vt:lpstr>
      <vt:lpstr>Johnson’s Counter with State Decoding</vt:lpstr>
      <vt:lpstr>Polynomial Counters</vt:lpstr>
      <vt:lpstr>Primitive  Polynomials</vt:lpstr>
      <vt:lpstr>Example 2</vt:lpstr>
      <vt:lpstr>Galois  Finite Fields</vt:lpstr>
      <vt:lpstr>Galois LFSR</vt:lpstr>
      <vt:lpstr>LFSR with Polynomial d(x)=1+x2+x4</vt:lpstr>
      <vt:lpstr>Fibonacci LFSR (n=4)</vt:lpstr>
      <vt:lpstr>Circuit of Polynomial Counter (Galois LFSR)</vt:lpstr>
      <vt:lpstr>Sequence of States of Polynomial Counter</vt:lpstr>
      <vt:lpstr>Circuit of Polynomial Counter (Galois LFSR)</vt:lpstr>
      <vt:lpstr>Sequence of States of Polynomial Counter</vt:lpstr>
      <vt:lpstr>LFSR</vt:lpstr>
      <vt:lpstr>Fibonacci LFSR (n=5)</vt:lpstr>
      <vt:lpstr>Feedback Primitive Polynomials</vt:lpstr>
      <vt:lpstr>Feedback Primitive Polynomials</vt:lpstr>
      <vt:lpstr>Fibonacci LFSR</vt:lpstr>
      <vt:lpstr>8-bit LFSRs</vt:lpstr>
      <vt:lpstr>LFSR in Verilog </vt:lpstr>
      <vt:lpstr>LFSR in Verilog (2)</vt:lpstr>
      <vt:lpstr>LFSR in Verilog (3)</vt:lpstr>
      <vt:lpstr>Fibonacci LFSR with Synchronous Load</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CES Template Unit 1</dc:title>
  <dc:creator>abgaryan@synopsys.com</dc:creator>
  <cp:lastModifiedBy>Margarit Meroyan</cp:lastModifiedBy>
  <cp:revision>3</cp:revision>
  <dcterms:created xsi:type="dcterms:W3CDTF">2020-07-20T16:18:49Z</dcterms:created>
  <dcterms:modified xsi:type="dcterms:W3CDTF">2023-12-27T09:55:51Z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0x010100F98D47170EF3FA4EB3A4AC90251FDBB6</vt:lpwstr>
  </property>
</Properties>
</file>
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85"/>
  </p:notesMasterIdLst>
  <p:handoutMasterIdLst>
    <p:handoutMasterId r:id="rId86"/>
  </p:handoutMasterIdLst>
  <p:sldIdLst>
    <p:sldId id="4743" r:id="rId6"/>
    <p:sldId id="537" r:id="rId7"/>
    <p:sldId id="536" r:id="rId8"/>
    <p:sldId id="555" r:id="rId9"/>
    <p:sldId id="631" r:id="rId10"/>
    <p:sldId id="556" r:id="rId11"/>
    <p:sldId id="557" r:id="rId12"/>
    <p:sldId id="558" r:id="rId13"/>
    <p:sldId id="560" r:id="rId14"/>
    <p:sldId id="561" r:id="rId15"/>
    <p:sldId id="562" r:id="rId16"/>
    <p:sldId id="565" r:id="rId17"/>
    <p:sldId id="566" r:id="rId18"/>
    <p:sldId id="567" r:id="rId19"/>
    <p:sldId id="600" r:id="rId20"/>
    <p:sldId id="568" r:id="rId21"/>
    <p:sldId id="616" r:id="rId22"/>
    <p:sldId id="609" r:id="rId23"/>
    <p:sldId id="610" r:id="rId24"/>
    <p:sldId id="4744" r:id="rId25"/>
    <p:sldId id="612" r:id="rId26"/>
    <p:sldId id="613" r:id="rId27"/>
    <p:sldId id="614" r:id="rId28"/>
    <p:sldId id="569" r:id="rId29"/>
    <p:sldId id="570" r:id="rId30"/>
    <p:sldId id="572" r:id="rId31"/>
    <p:sldId id="633" r:id="rId32"/>
    <p:sldId id="636" r:id="rId33"/>
    <p:sldId id="626" r:id="rId34"/>
    <p:sldId id="634" r:id="rId35"/>
    <p:sldId id="632" r:id="rId36"/>
    <p:sldId id="573" r:id="rId37"/>
    <p:sldId id="574" r:id="rId38"/>
    <p:sldId id="576" r:id="rId39"/>
    <p:sldId id="578" r:id="rId40"/>
    <p:sldId id="579" r:id="rId41"/>
    <p:sldId id="637" r:id="rId42"/>
    <p:sldId id="581" r:id="rId43"/>
    <p:sldId id="639" r:id="rId44"/>
    <p:sldId id="582" r:id="rId45"/>
    <p:sldId id="583" r:id="rId46"/>
    <p:sldId id="587" r:id="rId47"/>
    <p:sldId id="605" r:id="rId48"/>
    <p:sldId id="624" r:id="rId49"/>
    <p:sldId id="627" r:id="rId50"/>
    <p:sldId id="628" r:id="rId51"/>
    <p:sldId id="629" r:id="rId52"/>
    <p:sldId id="635" r:id="rId53"/>
    <p:sldId id="623" r:id="rId54"/>
    <p:sldId id="586" r:id="rId55"/>
    <p:sldId id="588" r:id="rId56"/>
    <p:sldId id="589" r:id="rId57"/>
    <p:sldId id="590" r:id="rId58"/>
    <p:sldId id="591" r:id="rId59"/>
    <p:sldId id="592" r:id="rId60"/>
    <p:sldId id="608" r:id="rId61"/>
    <p:sldId id="593" r:id="rId62"/>
    <p:sldId id="594" r:id="rId63"/>
    <p:sldId id="596" r:id="rId64"/>
    <p:sldId id="597" r:id="rId65"/>
    <p:sldId id="598" r:id="rId66"/>
    <p:sldId id="599" r:id="rId67"/>
    <p:sldId id="538" r:id="rId68"/>
    <p:sldId id="625" r:id="rId69"/>
    <p:sldId id="622" r:id="rId70"/>
    <p:sldId id="630" r:id="rId71"/>
    <p:sldId id="550" r:id="rId72"/>
    <p:sldId id="606" r:id="rId73"/>
    <p:sldId id="607" r:id="rId74"/>
    <p:sldId id="539" r:id="rId75"/>
    <p:sldId id="540" r:id="rId76"/>
    <p:sldId id="615" r:id="rId77"/>
    <p:sldId id="541" r:id="rId78"/>
    <p:sldId id="542" r:id="rId79"/>
    <p:sldId id="621" r:id="rId80"/>
    <p:sldId id="617" r:id="rId81"/>
    <p:sldId id="618" r:id="rId82"/>
    <p:sldId id="619" r:id="rId83"/>
    <p:sldId id="4790" r:id="rId84"/>
  </p:sldIdLst>
  <p:sldSz cx="12192000" cy="6858000"/>
  <p:notesSz cx="7315200" cy="9601200"/>
  <p:custDataLst>
    <p:tags r:id="rId8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555"/>
            <p14:sldId id="631"/>
            <p14:sldId id="556"/>
            <p14:sldId id="557"/>
            <p14:sldId id="558"/>
            <p14:sldId id="560"/>
            <p14:sldId id="561"/>
            <p14:sldId id="562"/>
            <p14:sldId id="565"/>
            <p14:sldId id="566"/>
            <p14:sldId id="567"/>
            <p14:sldId id="600"/>
            <p14:sldId id="568"/>
            <p14:sldId id="616"/>
            <p14:sldId id="609"/>
            <p14:sldId id="610"/>
            <p14:sldId id="4744"/>
            <p14:sldId id="612"/>
            <p14:sldId id="613"/>
            <p14:sldId id="614"/>
            <p14:sldId id="569"/>
            <p14:sldId id="570"/>
            <p14:sldId id="572"/>
            <p14:sldId id="633"/>
            <p14:sldId id="636"/>
            <p14:sldId id="626"/>
            <p14:sldId id="634"/>
            <p14:sldId id="632"/>
            <p14:sldId id="573"/>
            <p14:sldId id="574"/>
            <p14:sldId id="576"/>
            <p14:sldId id="578"/>
            <p14:sldId id="579"/>
            <p14:sldId id="637"/>
            <p14:sldId id="581"/>
            <p14:sldId id="639"/>
            <p14:sldId id="582"/>
            <p14:sldId id="583"/>
            <p14:sldId id="587"/>
            <p14:sldId id="605"/>
            <p14:sldId id="624"/>
            <p14:sldId id="627"/>
            <p14:sldId id="628"/>
            <p14:sldId id="629"/>
            <p14:sldId id="635"/>
            <p14:sldId id="623"/>
            <p14:sldId id="586"/>
            <p14:sldId id="588"/>
            <p14:sldId id="589"/>
            <p14:sldId id="590"/>
            <p14:sldId id="591"/>
            <p14:sldId id="592"/>
            <p14:sldId id="608"/>
            <p14:sldId id="593"/>
            <p14:sldId id="594"/>
            <p14:sldId id="596"/>
            <p14:sldId id="597"/>
            <p14:sldId id="598"/>
            <p14:sldId id="599"/>
            <p14:sldId id="538"/>
            <p14:sldId id="625"/>
            <p14:sldId id="622"/>
            <p14:sldId id="630"/>
            <p14:sldId id="550"/>
            <p14:sldId id="606"/>
            <p14:sldId id="607"/>
            <p14:sldId id="539"/>
            <p14:sldId id="540"/>
            <p14:sldId id="615"/>
            <p14:sldId id="541"/>
            <p14:sldId id="542"/>
            <p14:sldId id="621"/>
            <p14:sldId id="617"/>
            <p14:sldId id="618"/>
            <p14:sldId id="619"/>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C31A21-3E7D-43B0-B94A-B4A2FF8B6B88}" v="9" dt="2023-12-27T09:32:04.4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slide" Target="slides/slide79.xml"/><Relationship Id="rId89"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tags" Target="tags/tag1.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notesMaster" Target="notesMasters/notesMaster1.xml"/><Relationship Id="rId93"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handoutMaster" Target="handoutMasters/handoutMaster1.xml"/><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C0C31A21-3E7D-43B0-B94A-B4A2FF8B6B88}"/>
    <pc:docChg chg="undo redo custSel addSld delSld modSld modSection">
      <pc:chgData name="Margarit Meroyan" userId="630a6349-7c61-463e-804c-816773a1019c" providerId="ADAL" clId="{C0C31A21-3E7D-43B0-B94A-B4A2FF8B6B88}" dt="2023-12-27T09:32:04.415" v="44"/>
      <pc:docMkLst>
        <pc:docMk/>
      </pc:docMkLst>
      <pc:sldChg chg="delSp mod">
        <pc:chgData name="Margarit Meroyan" userId="630a6349-7c61-463e-804c-816773a1019c" providerId="ADAL" clId="{C0C31A21-3E7D-43B0-B94A-B4A2FF8B6B88}" dt="2023-12-27T09:24:47.976" v="0" actId="478"/>
        <pc:sldMkLst>
          <pc:docMk/>
          <pc:sldMk cId="0" sldId="536"/>
        </pc:sldMkLst>
        <pc:spChg chg="del">
          <ac:chgData name="Margarit Meroyan" userId="630a6349-7c61-463e-804c-816773a1019c" providerId="ADAL" clId="{C0C31A21-3E7D-43B0-B94A-B4A2FF8B6B88}" dt="2023-12-27T09:24:47.976" v="0" actId="478"/>
          <ac:spMkLst>
            <pc:docMk/>
            <pc:sldMk cId="0" sldId="536"/>
            <ac:spMk id="2" creationId="{C308CF19-6630-C492-B724-302243C015A0}"/>
          </ac:spMkLst>
        </pc:spChg>
      </pc:sldChg>
      <pc:sldChg chg="modSp mod">
        <pc:chgData name="Margarit Meroyan" userId="630a6349-7c61-463e-804c-816773a1019c" providerId="ADAL" clId="{C0C31A21-3E7D-43B0-B94A-B4A2FF8B6B88}" dt="2023-12-27T09:25:28.755" v="11" actId="207"/>
        <pc:sldMkLst>
          <pc:docMk/>
          <pc:sldMk cId="0" sldId="555"/>
        </pc:sldMkLst>
        <pc:spChg chg="mod">
          <ac:chgData name="Margarit Meroyan" userId="630a6349-7c61-463e-804c-816773a1019c" providerId="ADAL" clId="{C0C31A21-3E7D-43B0-B94A-B4A2FF8B6B88}" dt="2023-12-27T09:24:57.274" v="3" actId="1076"/>
          <ac:spMkLst>
            <pc:docMk/>
            <pc:sldMk cId="0" sldId="555"/>
            <ac:spMk id="2" creationId="{5179274F-50F0-9E37-2E87-32AF9EDEF507}"/>
          </ac:spMkLst>
        </pc:spChg>
        <pc:spChg chg="mod">
          <ac:chgData name="Margarit Meroyan" userId="630a6349-7c61-463e-804c-816773a1019c" providerId="ADAL" clId="{C0C31A21-3E7D-43B0-B94A-B4A2FF8B6B88}" dt="2023-12-27T09:24:57.274" v="3" actId="1076"/>
          <ac:spMkLst>
            <pc:docMk/>
            <pc:sldMk cId="0" sldId="555"/>
            <ac:spMk id="3" creationId="{C114A979-0224-202B-0D9B-AD68BF9009F5}"/>
          </ac:spMkLst>
        </pc:spChg>
        <pc:spChg chg="mod">
          <ac:chgData name="Margarit Meroyan" userId="630a6349-7c61-463e-804c-816773a1019c" providerId="ADAL" clId="{C0C31A21-3E7D-43B0-B94A-B4A2FF8B6B88}" dt="2023-12-27T09:24:57.274" v="3" actId="1076"/>
          <ac:spMkLst>
            <pc:docMk/>
            <pc:sldMk cId="0" sldId="555"/>
            <ac:spMk id="4" creationId="{27455A42-024C-D5C1-5FFB-EB3FF8D630A8}"/>
          </ac:spMkLst>
        </pc:spChg>
        <pc:spChg chg="mod">
          <ac:chgData name="Margarit Meroyan" userId="630a6349-7c61-463e-804c-816773a1019c" providerId="ADAL" clId="{C0C31A21-3E7D-43B0-B94A-B4A2FF8B6B88}" dt="2023-12-27T09:24:57.274" v="3" actId="1076"/>
          <ac:spMkLst>
            <pc:docMk/>
            <pc:sldMk cId="0" sldId="555"/>
            <ac:spMk id="5" creationId="{F5D518D4-B5F4-EE33-32BB-072FEE0958DB}"/>
          </ac:spMkLst>
        </pc:spChg>
        <pc:spChg chg="mod">
          <ac:chgData name="Margarit Meroyan" userId="630a6349-7c61-463e-804c-816773a1019c" providerId="ADAL" clId="{C0C31A21-3E7D-43B0-B94A-B4A2FF8B6B88}" dt="2023-12-27T09:24:57.274" v="3" actId="1076"/>
          <ac:spMkLst>
            <pc:docMk/>
            <pc:sldMk cId="0" sldId="555"/>
            <ac:spMk id="6" creationId="{72D507B6-0076-6A2E-7F0E-86101FF7D2FB}"/>
          </ac:spMkLst>
        </pc:spChg>
        <pc:spChg chg="mod">
          <ac:chgData name="Margarit Meroyan" userId="630a6349-7c61-463e-804c-816773a1019c" providerId="ADAL" clId="{C0C31A21-3E7D-43B0-B94A-B4A2FF8B6B88}" dt="2023-12-27T09:24:57.274" v="3" actId="1076"/>
          <ac:spMkLst>
            <pc:docMk/>
            <pc:sldMk cId="0" sldId="555"/>
            <ac:spMk id="7" creationId="{F46196CB-06F6-307F-96B4-13B4E4403230}"/>
          </ac:spMkLst>
        </pc:spChg>
        <pc:spChg chg="mod">
          <ac:chgData name="Margarit Meroyan" userId="630a6349-7c61-463e-804c-816773a1019c" providerId="ADAL" clId="{C0C31A21-3E7D-43B0-B94A-B4A2FF8B6B88}" dt="2023-12-27T09:24:57.274" v="3" actId="1076"/>
          <ac:spMkLst>
            <pc:docMk/>
            <pc:sldMk cId="0" sldId="555"/>
            <ac:spMk id="8" creationId="{0D2DED0E-11CB-FA5A-452A-65726BA07149}"/>
          </ac:spMkLst>
        </pc:spChg>
        <pc:spChg chg="mod">
          <ac:chgData name="Margarit Meroyan" userId="630a6349-7c61-463e-804c-816773a1019c" providerId="ADAL" clId="{C0C31A21-3E7D-43B0-B94A-B4A2FF8B6B88}" dt="2023-12-27T09:24:57.274" v="3" actId="1076"/>
          <ac:spMkLst>
            <pc:docMk/>
            <pc:sldMk cId="0" sldId="555"/>
            <ac:spMk id="9" creationId="{4C153AEE-3AD4-0164-A39A-C1D81BC9434E}"/>
          </ac:spMkLst>
        </pc:spChg>
        <pc:spChg chg="mod">
          <ac:chgData name="Margarit Meroyan" userId="630a6349-7c61-463e-804c-816773a1019c" providerId="ADAL" clId="{C0C31A21-3E7D-43B0-B94A-B4A2FF8B6B88}" dt="2023-12-27T09:24:57.274" v="3" actId="1076"/>
          <ac:spMkLst>
            <pc:docMk/>
            <pc:sldMk cId="0" sldId="555"/>
            <ac:spMk id="10" creationId="{DDE012BF-285E-E4B6-BCA4-F925F7F32A84}"/>
          </ac:spMkLst>
        </pc:spChg>
        <pc:spChg chg="mod">
          <ac:chgData name="Margarit Meroyan" userId="630a6349-7c61-463e-804c-816773a1019c" providerId="ADAL" clId="{C0C31A21-3E7D-43B0-B94A-B4A2FF8B6B88}" dt="2023-12-27T09:25:00.634" v="4" actId="207"/>
          <ac:spMkLst>
            <pc:docMk/>
            <pc:sldMk cId="0" sldId="555"/>
            <ac:spMk id="12314" creationId="{511EB892-A243-725C-B736-BF18EFD4C9AD}"/>
          </ac:spMkLst>
        </pc:spChg>
        <pc:grpChg chg="mod">
          <ac:chgData name="Margarit Meroyan" userId="630a6349-7c61-463e-804c-816773a1019c" providerId="ADAL" clId="{C0C31A21-3E7D-43B0-B94A-B4A2FF8B6B88}" dt="2023-12-27T09:24:57.274" v="3" actId="1076"/>
          <ac:grpSpMkLst>
            <pc:docMk/>
            <pc:sldMk cId="0" sldId="555"/>
            <ac:grpSpMk id="12291" creationId="{E04F373E-4C1D-180B-647B-6376A082A36C}"/>
          </ac:grpSpMkLst>
        </pc:grpChg>
        <pc:graphicFrameChg chg="modGraphic">
          <ac:chgData name="Margarit Meroyan" userId="630a6349-7c61-463e-804c-816773a1019c" providerId="ADAL" clId="{C0C31A21-3E7D-43B0-B94A-B4A2FF8B6B88}" dt="2023-12-27T09:25:28.755" v="11" actId="207"/>
          <ac:graphicFrameMkLst>
            <pc:docMk/>
            <pc:sldMk cId="0" sldId="555"/>
            <ac:graphicFrameMk id="45" creationId="{7DDD3C84-2F62-46FC-973B-F46A5EBE1C81}"/>
          </ac:graphicFrameMkLst>
        </pc:graphicFrameChg>
      </pc:sldChg>
      <pc:sldChg chg="addSp delSp modSp mod">
        <pc:chgData name="Margarit Meroyan" userId="630a6349-7c61-463e-804c-816773a1019c" providerId="ADAL" clId="{C0C31A21-3E7D-43B0-B94A-B4A2FF8B6B88}" dt="2023-12-27T09:25:29.333" v="12" actId="14100"/>
        <pc:sldMkLst>
          <pc:docMk/>
          <pc:sldMk cId="0" sldId="556"/>
        </pc:sldMkLst>
        <pc:spChg chg="add del mod">
          <ac:chgData name="Margarit Meroyan" userId="630a6349-7c61-463e-804c-816773a1019c" providerId="ADAL" clId="{C0C31A21-3E7D-43B0-B94A-B4A2FF8B6B88}" dt="2023-12-27T09:25:16.040" v="7" actId="478"/>
          <ac:spMkLst>
            <pc:docMk/>
            <pc:sldMk cId="0" sldId="556"/>
            <ac:spMk id="4" creationId="{62A30B03-EF74-4BDB-49DC-0C1107D5723F}"/>
          </ac:spMkLst>
        </pc:spChg>
        <pc:spChg chg="add del mod">
          <ac:chgData name="Margarit Meroyan" userId="630a6349-7c61-463e-804c-816773a1019c" providerId="ADAL" clId="{C0C31A21-3E7D-43B0-B94A-B4A2FF8B6B88}" dt="2023-12-27T09:25:29.333" v="12" actId="14100"/>
          <ac:spMkLst>
            <pc:docMk/>
            <pc:sldMk cId="0" sldId="556"/>
            <ac:spMk id="15364" creationId="{0C69FA55-29D8-85B0-3B8D-EBA3283AD459}"/>
          </ac:spMkLst>
        </pc:spChg>
      </pc:sldChg>
      <pc:sldChg chg="modSp">
        <pc:chgData name="Margarit Meroyan" userId="630a6349-7c61-463e-804c-816773a1019c" providerId="ADAL" clId="{C0C31A21-3E7D-43B0-B94A-B4A2FF8B6B88}" dt="2023-12-27T09:31:26.771" v="40" actId="207"/>
        <pc:sldMkLst>
          <pc:docMk/>
          <pc:sldMk cId="0" sldId="599"/>
        </pc:sldMkLst>
        <pc:spChg chg="mod">
          <ac:chgData name="Margarit Meroyan" userId="630a6349-7c61-463e-804c-816773a1019c" providerId="ADAL" clId="{C0C31A21-3E7D-43B0-B94A-B4A2FF8B6B88}" dt="2023-12-27T09:31:26.771" v="40" actId="207"/>
          <ac:spMkLst>
            <pc:docMk/>
            <pc:sldMk cId="0" sldId="599"/>
            <ac:spMk id="112708" creationId="{E4FFBF91-3183-3921-DAEC-D3D928D03B61}"/>
          </ac:spMkLst>
        </pc:spChg>
        <pc:spChg chg="mod">
          <ac:chgData name="Margarit Meroyan" userId="630a6349-7c61-463e-804c-816773a1019c" providerId="ADAL" clId="{C0C31A21-3E7D-43B0-B94A-B4A2FF8B6B88}" dt="2023-12-27T09:31:25.296" v="39" actId="1076"/>
          <ac:spMkLst>
            <pc:docMk/>
            <pc:sldMk cId="0" sldId="599"/>
            <ac:spMk id="112709" creationId="{5E04E2BE-5248-6EF1-F727-C597C215E635}"/>
          </ac:spMkLst>
        </pc:spChg>
        <pc:spChg chg="mod">
          <ac:chgData name="Margarit Meroyan" userId="630a6349-7c61-463e-804c-816773a1019c" providerId="ADAL" clId="{C0C31A21-3E7D-43B0-B94A-B4A2FF8B6B88}" dt="2023-12-27T09:31:26.771" v="40" actId="207"/>
          <ac:spMkLst>
            <pc:docMk/>
            <pc:sldMk cId="0" sldId="599"/>
            <ac:spMk id="112710" creationId="{19CC770F-39DF-A820-2654-1ACD89AE586B}"/>
          </ac:spMkLst>
        </pc:spChg>
        <pc:spChg chg="mod">
          <ac:chgData name="Margarit Meroyan" userId="630a6349-7c61-463e-804c-816773a1019c" providerId="ADAL" clId="{C0C31A21-3E7D-43B0-B94A-B4A2FF8B6B88}" dt="2023-12-27T09:31:26.771" v="40" actId="207"/>
          <ac:spMkLst>
            <pc:docMk/>
            <pc:sldMk cId="0" sldId="599"/>
            <ac:spMk id="112711" creationId="{C1D7DCEF-9405-0892-28B4-0E7AF9BA73F0}"/>
          </ac:spMkLst>
        </pc:spChg>
        <pc:spChg chg="mod">
          <ac:chgData name="Margarit Meroyan" userId="630a6349-7c61-463e-804c-816773a1019c" providerId="ADAL" clId="{C0C31A21-3E7D-43B0-B94A-B4A2FF8B6B88}" dt="2023-12-27T09:31:25.296" v="39" actId="1076"/>
          <ac:spMkLst>
            <pc:docMk/>
            <pc:sldMk cId="0" sldId="599"/>
            <ac:spMk id="112712" creationId="{6249AB00-8507-F651-A924-C8EFBC24ABD2}"/>
          </ac:spMkLst>
        </pc:spChg>
        <pc:spChg chg="mod">
          <ac:chgData name="Margarit Meroyan" userId="630a6349-7c61-463e-804c-816773a1019c" providerId="ADAL" clId="{C0C31A21-3E7D-43B0-B94A-B4A2FF8B6B88}" dt="2023-12-27T09:31:25.296" v="39" actId="1076"/>
          <ac:spMkLst>
            <pc:docMk/>
            <pc:sldMk cId="0" sldId="599"/>
            <ac:spMk id="112713" creationId="{C60B8B52-3ABF-0974-600E-6A786DDF455A}"/>
          </ac:spMkLst>
        </pc:spChg>
        <pc:spChg chg="mod">
          <ac:chgData name="Margarit Meroyan" userId="630a6349-7c61-463e-804c-816773a1019c" providerId="ADAL" clId="{C0C31A21-3E7D-43B0-B94A-B4A2FF8B6B88}" dt="2023-12-27T09:31:25.296" v="39" actId="1076"/>
          <ac:spMkLst>
            <pc:docMk/>
            <pc:sldMk cId="0" sldId="599"/>
            <ac:spMk id="112714" creationId="{83F1789E-82D9-1C69-DB69-8EED47471E97}"/>
          </ac:spMkLst>
        </pc:spChg>
        <pc:spChg chg="mod">
          <ac:chgData name="Margarit Meroyan" userId="630a6349-7c61-463e-804c-816773a1019c" providerId="ADAL" clId="{C0C31A21-3E7D-43B0-B94A-B4A2FF8B6B88}" dt="2023-12-27T09:31:25.296" v="39" actId="1076"/>
          <ac:spMkLst>
            <pc:docMk/>
            <pc:sldMk cId="0" sldId="599"/>
            <ac:spMk id="112715" creationId="{626D4D79-48A6-FBC1-684D-560988BCECD9}"/>
          </ac:spMkLst>
        </pc:spChg>
        <pc:spChg chg="mod">
          <ac:chgData name="Margarit Meroyan" userId="630a6349-7c61-463e-804c-816773a1019c" providerId="ADAL" clId="{C0C31A21-3E7D-43B0-B94A-B4A2FF8B6B88}" dt="2023-12-27T09:31:25.296" v="39" actId="1076"/>
          <ac:spMkLst>
            <pc:docMk/>
            <pc:sldMk cId="0" sldId="599"/>
            <ac:spMk id="112716" creationId="{0F326C0E-96F5-C452-C941-1D2D3EB81DAB}"/>
          </ac:spMkLst>
        </pc:spChg>
        <pc:spChg chg="mod">
          <ac:chgData name="Margarit Meroyan" userId="630a6349-7c61-463e-804c-816773a1019c" providerId="ADAL" clId="{C0C31A21-3E7D-43B0-B94A-B4A2FF8B6B88}" dt="2023-12-27T09:31:25.296" v="39" actId="1076"/>
          <ac:spMkLst>
            <pc:docMk/>
            <pc:sldMk cId="0" sldId="599"/>
            <ac:spMk id="112717" creationId="{A5C777E6-7565-FE6B-B2C0-37428C21AD77}"/>
          </ac:spMkLst>
        </pc:spChg>
        <pc:spChg chg="mod">
          <ac:chgData name="Margarit Meroyan" userId="630a6349-7c61-463e-804c-816773a1019c" providerId="ADAL" clId="{C0C31A21-3E7D-43B0-B94A-B4A2FF8B6B88}" dt="2023-12-27T09:31:25.296" v="39" actId="1076"/>
          <ac:spMkLst>
            <pc:docMk/>
            <pc:sldMk cId="0" sldId="599"/>
            <ac:spMk id="112718" creationId="{BF38C467-4C8F-E21E-6CB9-C009726407F4}"/>
          </ac:spMkLst>
        </pc:spChg>
        <pc:spChg chg="mod">
          <ac:chgData name="Margarit Meroyan" userId="630a6349-7c61-463e-804c-816773a1019c" providerId="ADAL" clId="{C0C31A21-3E7D-43B0-B94A-B4A2FF8B6B88}" dt="2023-12-27T09:31:25.296" v="39" actId="1076"/>
          <ac:spMkLst>
            <pc:docMk/>
            <pc:sldMk cId="0" sldId="599"/>
            <ac:spMk id="112719" creationId="{BFA908F4-86CA-07F6-C629-63D9073716AD}"/>
          </ac:spMkLst>
        </pc:spChg>
        <pc:spChg chg="mod">
          <ac:chgData name="Margarit Meroyan" userId="630a6349-7c61-463e-804c-816773a1019c" providerId="ADAL" clId="{C0C31A21-3E7D-43B0-B94A-B4A2FF8B6B88}" dt="2023-12-27T09:31:25.296" v="39" actId="1076"/>
          <ac:spMkLst>
            <pc:docMk/>
            <pc:sldMk cId="0" sldId="599"/>
            <ac:spMk id="112720" creationId="{97219738-5C2D-97EC-D7DA-18CE76C47131}"/>
          </ac:spMkLst>
        </pc:spChg>
        <pc:spChg chg="mod">
          <ac:chgData name="Margarit Meroyan" userId="630a6349-7c61-463e-804c-816773a1019c" providerId="ADAL" clId="{C0C31A21-3E7D-43B0-B94A-B4A2FF8B6B88}" dt="2023-12-27T09:31:25.296" v="39" actId="1076"/>
          <ac:spMkLst>
            <pc:docMk/>
            <pc:sldMk cId="0" sldId="599"/>
            <ac:spMk id="112721" creationId="{04143317-C75F-3246-15E3-5E75A37389CA}"/>
          </ac:spMkLst>
        </pc:spChg>
        <pc:spChg chg="mod">
          <ac:chgData name="Margarit Meroyan" userId="630a6349-7c61-463e-804c-816773a1019c" providerId="ADAL" clId="{C0C31A21-3E7D-43B0-B94A-B4A2FF8B6B88}" dt="2023-12-27T09:31:25.296" v="39" actId="1076"/>
          <ac:spMkLst>
            <pc:docMk/>
            <pc:sldMk cId="0" sldId="599"/>
            <ac:spMk id="112722" creationId="{C5CF5E28-3C1F-9204-AA65-B4A3E6A1227A}"/>
          </ac:spMkLst>
        </pc:spChg>
        <pc:spChg chg="mod">
          <ac:chgData name="Margarit Meroyan" userId="630a6349-7c61-463e-804c-816773a1019c" providerId="ADAL" clId="{C0C31A21-3E7D-43B0-B94A-B4A2FF8B6B88}" dt="2023-12-27T09:31:25.296" v="39" actId="1076"/>
          <ac:spMkLst>
            <pc:docMk/>
            <pc:sldMk cId="0" sldId="599"/>
            <ac:spMk id="112723" creationId="{A9FB1ED5-FD55-813C-4685-BAA641F465A7}"/>
          </ac:spMkLst>
        </pc:spChg>
        <pc:spChg chg="mod">
          <ac:chgData name="Margarit Meroyan" userId="630a6349-7c61-463e-804c-816773a1019c" providerId="ADAL" clId="{C0C31A21-3E7D-43B0-B94A-B4A2FF8B6B88}" dt="2023-12-27T09:31:25.296" v="39" actId="1076"/>
          <ac:spMkLst>
            <pc:docMk/>
            <pc:sldMk cId="0" sldId="599"/>
            <ac:spMk id="112724" creationId="{BFBD2F90-1061-8F62-FDF0-30B0E3122F83}"/>
          </ac:spMkLst>
        </pc:spChg>
        <pc:spChg chg="mod">
          <ac:chgData name="Margarit Meroyan" userId="630a6349-7c61-463e-804c-816773a1019c" providerId="ADAL" clId="{C0C31A21-3E7D-43B0-B94A-B4A2FF8B6B88}" dt="2023-12-27T09:31:25.296" v="39" actId="1076"/>
          <ac:spMkLst>
            <pc:docMk/>
            <pc:sldMk cId="0" sldId="599"/>
            <ac:spMk id="112725" creationId="{7093CFFA-88A7-AFA0-A594-CD84BD1E394F}"/>
          </ac:spMkLst>
        </pc:spChg>
        <pc:spChg chg="mod">
          <ac:chgData name="Margarit Meroyan" userId="630a6349-7c61-463e-804c-816773a1019c" providerId="ADAL" clId="{C0C31A21-3E7D-43B0-B94A-B4A2FF8B6B88}" dt="2023-12-27T09:31:25.296" v="39" actId="1076"/>
          <ac:spMkLst>
            <pc:docMk/>
            <pc:sldMk cId="0" sldId="599"/>
            <ac:spMk id="112726" creationId="{8545EE1D-B4C4-114D-03FB-EB62DB686011}"/>
          </ac:spMkLst>
        </pc:spChg>
        <pc:spChg chg="mod">
          <ac:chgData name="Margarit Meroyan" userId="630a6349-7c61-463e-804c-816773a1019c" providerId="ADAL" clId="{C0C31A21-3E7D-43B0-B94A-B4A2FF8B6B88}" dt="2023-12-27T09:31:25.296" v="39" actId="1076"/>
          <ac:spMkLst>
            <pc:docMk/>
            <pc:sldMk cId="0" sldId="599"/>
            <ac:spMk id="112727" creationId="{37907E33-FB34-DB03-6F1D-79401AD2C6FE}"/>
          </ac:spMkLst>
        </pc:spChg>
        <pc:spChg chg="mod">
          <ac:chgData name="Margarit Meroyan" userId="630a6349-7c61-463e-804c-816773a1019c" providerId="ADAL" clId="{C0C31A21-3E7D-43B0-B94A-B4A2FF8B6B88}" dt="2023-12-27T09:31:25.296" v="39" actId="1076"/>
          <ac:spMkLst>
            <pc:docMk/>
            <pc:sldMk cId="0" sldId="599"/>
            <ac:spMk id="112728" creationId="{9737332D-B7C0-7943-2995-9437783C3232}"/>
          </ac:spMkLst>
        </pc:spChg>
        <pc:spChg chg="mod">
          <ac:chgData name="Margarit Meroyan" userId="630a6349-7c61-463e-804c-816773a1019c" providerId="ADAL" clId="{C0C31A21-3E7D-43B0-B94A-B4A2FF8B6B88}" dt="2023-12-27T09:31:25.296" v="39" actId="1076"/>
          <ac:spMkLst>
            <pc:docMk/>
            <pc:sldMk cId="0" sldId="599"/>
            <ac:spMk id="112729" creationId="{C66D06EA-9405-9175-D7A0-01B50017B443}"/>
          </ac:spMkLst>
        </pc:spChg>
        <pc:spChg chg="mod">
          <ac:chgData name="Margarit Meroyan" userId="630a6349-7c61-463e-804c-816773a1019c" providerId="ADAL" clId="{C0C31A21-3E7D-43B0-B94A-B4A2FF8B6B88}" dt="2023-12-27T09:31:25.296" v="39" actId="1076"/>
          <ac:spMkLst>
            <pc:docMk/>
            <pc:sldMk cId="0" sldId="599"/>
            <ac:spMk id="112730" creationId="{9000D450-1F29-7953-CC91-807E26D26C01}"/>
          </ac:spMkLst>
        </pc:spChg>
        <pc:spChg chg="mod">
          <ac:chgData name="Margarit Meroyan" userId="630a6349-7c61-463e-804c-816773a1019c" providerId="ADAL" clId="{C0C31A21-3E7D-43B0-B94A-B4A2FF8B6B88}" dt="2023-12-27T09:31:25.296" v="39" actId="1076"/>
          <ac:spMkLst>
            <pc:docMk/>
            <pc:sldMk cId="0" sldId="599"/>
            <ac:spMk id="112731" creationId="{9614B56E-4D69-1033-681B-6E616F69FBA0}"/>
          </ac:spMkLst>
        </pc:spChg>
        <pc:spChg chg="mod">
          <ac:chgData name="Margarit Meroyan" userId="630a6349-7c61-463e-804c-816773a1019c" providerId="ADAL" clId="{C0C31A21-3E7D-43B0-B94A-B4A2FF8B6B88}" dt="2023-12-27T09:31:25.296" v="39" actId="1076"/>
          <ac:spMkLst>
            <pc:docMk/>
            <pc:sldMk cId="0" sldId="599"/>
            <ac:spMk id="112732" creationId="{20DAEAE8-D4DB-2C6F-D65F-8209DE78FCCF}"/>
          </ac:spMkLst>
        </pc:spChg>
        <pc:spChg chg="mod">
          <ac:chgData name="Margarit Meroyan" userId="630a6349-7c61-463e-804c-816773a1019c" providerId="ADAL" clId="{C0C31A21-3E7D-43B0-B94A-B4A2FF8B6B88}" dt="2023-12-27T09:31:25.296" v="39" actId="1076"/>
          <ac:spMkLst>
            <pc:docMk/>
            <pc:sldMk cId="0" sldId="599"/>
            <ac:spMk id="112733" creationId="{F868A6CE-6981-F16B-4CAB-B5A743076A4B}"/>
          </ac:spMkLst>
        </pc:spChg>
        <pc:spChg chg="mod">
          <ac:chgData name="Margarit Meroyan" userId="630a6349-7c61-463e-804c-816773a1019c" providerId="ADAL" clId="{C0C31A21-3E7D-43B0-B94A-B4A2FF8B6B88}" dt="2023-12-27T09:31:25.296" v="39" actId="1076"/>
          <ac:spMkLst>
            <pc:docMk/>
            <pc:sldMk cId="0" sldId="599"/>
            <ac:spMk id="112734" creationId="{CD9058DF-457E-E419-B448-3121861708FF}"/>
          </ac:spMkLst>
        </pc:spChg>
        <pc:spChg chg="mod">
          <ac:chgData name="Margarit Meroyan" userId="630a6349-7c61-463e-804c-816773a1019c" providerId="ADAL" clId="{C0C31A21-3E7D-43B0-B94A-B4A2FF8B6B88}" dt="2023-12-27T09:31:25.296" v="39" actId="1076"/>
          <ac:spMkLst>
            <pc:docMk/>
            <pc:sldMk cId="0" sldId="599"/>
            <ac:spMk id="112735" creationId="{9D0FEB9D-7F98-49F0-1728-CFFE97145256}"/>
          </ac:spMkLst>
        </pc:spChg>
        <pc:spChg chg="mod">
          <ac:chgData name="Margarit Meroyan" userId="630a6349-7c61-463e-804c-816773a1019c" providerId="ADAL" clId="{C0C31A21-3E7D-43B0-B94A-B4A2FF8B6B88}" dt="2023-12-27T09:31:25.296" v="39" actId="1076"/>
          <ac:spMkLst>
            <pc:docMk/>
            <pc:sldMk cId="0" sldId="599"/>
            <ac:spMk id="112736" creationId="{FB912642-935F-31DB-9DC3-5635D7F2E03B}"/>
          </ac:spMkLst>
        </pc:spChg>
        <pc:spChg chg="mod">
          <ac:chgData name="Margarit Meroyan" userId="630a6349-7c61-463e-804c-816773a1019c" providerId="ADAL" clId="{C0C31A21-3E7D-43B0-B94A-B4A2FF8B6B88}" dt="2023-12-27T09:31:25.296" v="39" actId="1076"/>
          <ac:spMkLst>
            <pc:docMk/>
            <pc:sldMk cId="0" sldId="599"/>
            <ac:spMk id="112737" creationId="{BF32AAF3-9636-3258-F355-0428B03D587F}"/>
          </ac:spMkLst>
        </pc:spChg>
        <pc:spChg chg="mod">
          <ac:chgData name="Margarit Meroyan" userId="630a6349-7c61-463e-804c-816773a1019c" providerId="ADAL" clId="{C0C31A21-3E7D-43B0-B94A-B4A2FF8B6B88}" dt="2023-12-27T09:31:25.296" v="39" actId="1076"/>
          <ac:spMkLst>
            <pc:docMk/>
            <pc:sldMk cId="0" sldId="599"/>
            <ac:spMk id="112738" creationId="{1B6E0776-7E06-7823-3E40-24721180695C}"/>
          </ac:spMkLst>
        </pc:spChg>
        <pc:spChg chg="mod">
          <ac:chgData name="Margarit Meroyan" userId="630a6349-7c61-463e-804c-816773a1019c" providerId="ADAL" clId="{C0C31A21-3E7D-43B0-B94A-B4A2FF8B6B88}" dt="2023-12-27T09:31:25.296" v="39" actId="1076"/>
          <ac:spMkLst>
            <pc:docMk/>
            <pc:sldMk cId="0" sldId="599"/>
            <ac:spMk id="112739" creationId="{6494D4BD-B7B6-4EC3-E5D6-677F8D6B03EC}"/>
          </ac:spMkLst>
        </pc:spChg>
        <pc:spChg chg="mod">
          <ac:chgData name="Margarit Meroyan" userId="630a6349-7c61-463e-804c-816773a1019c" providerId="ADAL" clId="{C0C31A21-3E7D-43B0-B94A-B4A2FF8B6B88}" dt="2023-12-27T09:31:25.296" v="39" actId="1076"/>
          <ac:spMkLst>
            <pc:docMk/>
            <pc:sldMk cId="0" sldId="599"/>
            <ac:spMk id="112740" creationId="{9EF2C71B-66AC-4BE0-B198-A5C25A376B75}"/>
          </ac:spMkLst>
        </pc:spChg>
        <pc:spChg chg="mod">
          <ac:chgData name="Margarit Meroyan" userId="630a6349-7c61-463e-804c-816773a1019c" providerId="ADAL" clId="{C0C31A21-3E7D-43B0-B94A-B4A2FF8B6B88}" dt="2023-12-27T09:31:25.296" v="39" actId="1076"/>
          <ac:spMkLst>
            <pc:docMk/>
            <pc:sldMk cId="0" sldId="599"/>
            <ac:spMk id="112741" creationId="{534EE40A-FE56-D648-3EE1-45A2C5633CAA}"/>
          </ac:spMkLst>
        </pc:spChg>
        <pc:spChg chg="mod">
          <ac:chgData name="Margarit Meroyan" userId="630a6349-7c61-463e-804c-816773a1019c" providerId="ADAL" clId="{C0C31A21-3E7D-43B0-B94A-B4A2FF8B6B88}" dt="2023-12-27T09:31:25.296" v="39" actId="1076"/>
          <ac:spMkLst>
            <pc:docMk/>
            <pc:sldMk cId="0" sldId="599"/>
            <ac:spMk id="112742" creationId="{63F6CC45-F5A9-A1AC-3A67-5C31115F10F3}"/>
          </ac:spMkLst>
        </pc:spChg>
        <pc:spChg chg="mod">
          <ac:chgData name="Margarit Meroyan" userId="630a6349-7c61-463e-804c-816773a1019c" providerId="ADAL" clId="{C0C31A21-3E7D-43B0-B94A-B4A2FF8B6B88}" dt="2023-12-27T09:31:25.296" v="39" actId="1076"/>
          <ac:spMkLst>
            <pc:docMk/>
            <pc:sldMk cId="0" sldId="599"/>
            <ac:spMk id="112743" creationId="{291EA18A-3E3C-54F6-DA87-930F8FA27215}"/>
          </ac:spMkLst>
        </pc:spChg>
        <pc:spChg chg="mod">
          <ac:chgData name="Margarit Meroyan" userId="630a6349-7c61-463e-804c-816773a1019c" providerId="ADAL" clId="{C0C31A21-3E7D-43B0-B94A-B4A2FF8B6B88}" dt="2023-12-27T09:31:25.296" v="39" actId="1076"/>
          <ac:spMkLst>
            <pc:docMk/>
            <pc:sldMk cId="0" sldId="599"/>
            <ac:spMk id="112744" creationId="{E8273C6F-BBE7-FD7F-4C29-920223DF7825}"/>
          </ac:spMkLst>
        </pc:spChg>
        <pc:spChg chg="mod">
          <ac:chgData name="Margarit Meroyan" userId="630a6349-7c61-463e-804c-816773a1019c" providerId="ADAL" clId="{C0C31A21-3E7D-43B0-B94A-B4A2FF8B6B88}" dt="2023-12-27T09:31:25.296" v="39" actId="1076"/>
          <ac:spMkLst>
            <pc:docMk/>
            <pc:sldMk cId="0" sldId="599"/>
            <ac:spMk id="112745" creationId="{218708BF-AC16-93B1-61F2-4A0697F50A40}"/>
          </ac:spMkLst>
        </pc:spChg>
        <pc:spChg chg="mod">
          <ac:chgData name="Margarit Meroyan" userId="630a6349-7c61-463e-804c-816773a1019c" providerId="ADAL" clId="{C0C31A21-3E7D-43B0-B94A-B4A2FF8B6B88}" dt="2023-12-27T09:31:25.296" v="39" actId="1076"/>
          <ac:spMkLst>
            <pc:docMk/>
            <pc:sldMk cId="0" sldId="599"/>
            <ac:spMk id="112746" creationId="{8BC2B164-F91D-C053-F911-948C3EB9880D}"/>
          </ac:spMkLst>
        </pc:spChg>
        <pc:spChg chg="mod">
          <ac:chgData name="Margarit Meroyan" userId="630a6349-7c61-463e-804c-816773a1019c" providerId="ADAL" clId="{C0C31A21-3E7D-43B0-B94A-B4A2FF8B6B88}" dt="2023-12-27T09:31:25.296" v="39" actId="1076"/>
          <ac:spMkLst>
            <pc:docMk/>
            <pc:sldMk cId="0" sldId="599"/>
            <ac:spMk id="112747" creationId="{15280940-EF60-C71F-1F8B-67E3DD497B0C}"/>
          </ac:spMkLst>
        </pc:spChg>
        <pc:spChg chg="mod">
          <ac:chgData name="Margarit Meroyan" userId="630a6349-7c61-463e-804c-816773a1019c" providerId="ADAL" clId="{C0C31A21-3E7D-43B0-B94A-B4A2FF8B6B88}" dt="2023-12-27T09:31:25.296" v="39" actId="1076"/>
          <ac:spMkLst>
            <pc:docMk/>
            <pc:sldMk cId="0" sldId="599"/>
            <ac:spMk id="112748" creationId="{4FEB58B6-572B-40FC-9893-3C3268503E31}"/>
          </ac:spMkLst>
        </pc:spChg>
        <pc:spChg chg="mod">
          <ac:chgData name="Margarit Meroyan" userId="630a6349-7c61-463e-804c-816773a1019c" providerId="ADAL" clId="{C0C31A21-3E7D-43B0-B94A-B4A2FF8B6B88}" dt="2023-12-27T09:31:25.296" v="39" actId="1076"/>
          <ac:spMkLst>
            <pc:docMk/>
            <pc:sldMk cId="0" sldId="599"/>
            <ac:spMk id="112749" creationId="{1B318CAD-9A01-728C-DC56-71776541D72F}"/>
          </ac:spMkLst>
        </pc:spChg>
        <pc:spChg chg="mod">
          <ac:chgData name="Margarit Meroyan" userId="630a6349-7c61-463e-804c-816773a1019c" providerId="ADAL" clId="{C0C31A21-3E7D-43B0-B94A-B4A2FF8B6B88}" dt="2023-12-27T09:31:25.296" v="39" actId="1076"/>
          <ac:spMkLst>
            <pc:docMk/>
            <pc:sldMk cId="0" sldId="599"/>
            <ac:spMk id="112750" creationId="{1C7CE0CA-9E38-E2D8-EC68-EB0DEB4EFF9C}"/>
          </ac:spMkLst>
        </pc:spChg>
        <pc:spChg chg="mod">
          <ac:chgData name="Margarit Meroyan" userId="630a6349-7c61-463e-804c-816773a1019c" providerId="ADAL" clId="{C0C31A21-3E7D-43B0-B94A-B4A2FF8B6B88}" dt="2023-12-27T09:31:25.296" v="39" actId="1076"/>
          <ac:spMkLst>
            <pc:docMk/>
            <pc:sldMk cId="0" sldId="599"/>
            <ac:spMk id="112751" creationId="{1F9C9351-B60B-3726-29A7-F21684DC0B4C}"/>
          </ac:spMkLst>
        </pc:spChg>
        <pc:spChg chg="mod">
          <ac:chgData name="Margarit Meroyan" userId="630a6349-7c61-463e-804c-816773a1019c" providerId="ADAL" clId="{C0C31A21-3E7D-43B0-B94A-B4A2FF8B6B88}" dt="2023-12-27T09:31:25.296" v="39" actId="1076"/>
          <ac:spMkLst>
            <pc:docMk/>
            <pc:sldMk cId="0" sldId="599"/>
            <ac:spMk id="112752" creationId="{7CD73D68-8D0C-039B-A79C-9D69AA750314}"/>
          </ac:spMkLst>
        </pc:spChg>
        <pc:spChg chg="mod">
          <ac:chgData name="Margarit Meroyan" userId="630a6349-7c61-463e-804c-816773a1019c" providerId="ADAL" clId="{C0C31A21-3E7D-43B0-B94A-B4A2FF8B6B88}" dt="2023-12-27T09:31:25.296" v="39" actId="1076"/>
          <ac:spMkLst>
            <pc:docMk/>
            <pc:sldMk cId="0" sldId="599"/>
            <ac:spMk id="112753" creationId="{D1035CF1-62B8-6635-467F-C9F40122991D}"/>
          </ac:spMkLst>
        </pc:spChg>
        <pc:spChg chg="mod">
          <ac:chgData name="Margarit Meroyan" userId="630a6349-7c61-463e-804c-816773a1019c" providerId="ADAL" clId="{C0C31A21-3E7D-43B0-B94A-B4A2FF8B6B88}" dt="2023-12-27T09:31:25.296" v="39" actId="1076"/>
          <ac:spMkLst>
            <pc:docMk/>
            <pc:sldMk cId="0" sldId="599"/>
            <ac:spMk id="112754" creationId="{31F33775-1C32-66FA-F7F3-DC34FD448458}"/>
          </ac:spMkLst>
        </pc:spChg>
        <pc:spChg chg="mod">
          <ac:chgData name="Margarit Meroyan" userId="630a6349-7c61-463e-804c-816773a1019c" providerId="ADAL" clId="{C0C31A21-3E7D-43B0-B94A-B4A2FF8B6B88}" dt="2023-12-27T09:31:25.296" v="39" actId="1076"/>
          <ac:spMkLst>
            <pc:docMk/>
            <pc:sldMk cId="0" sldId="599"/>
            <ac:spMk id="112755" creationId="{388BD440-934B-A9BF-0553-02F2A499AF28}"/>
          </ac:spMkLst>
        </pc:spChg>
        <pc:spChg chg="mod">
          <ac:chgData name="Margarit Meroyan" userId="630a6349-7c61-463e-804c-816773a1019c" providerId="ADAL" clId="{C0C31A21-3E7D-43B0-B94A-B4A2FF8B6B88}" dt="2023-12-27T09:31:25.296" v="39" actId="1076"/>
          <ac:spMkLst>
            <pc:docMk/>
            <pc:sldMk cId="0" sldId="599"/>
            <ac:spMk id="112756" creationId="{9B4FA443-2ABE-8C8D-A2E1-43FD2ABC8E91}"/>
          </ac:spMkLst>
        </pc:spChg>
        <pc:spChg chg="mod">
          <ac:chgData name="Margarit Meroyan" userId="630a6349-7c61-463e-804c-816773a1019c" providerId="ADAL" clId="{C0C31A21-3E7D-43B0-B94A-B4A2FF8B6B88}" dt="2023-12-27T09:31:25.296" v="39" actId="1076"/>
          <ac:spMkLst>
            <pc:docMk/>
            <pc:sldMk cId="0" sldId="599"/>
            <ac:spMk id="112757" creationId="{17E4488D-C839-4B7D-13E5-D135124E59BB}"/>
          </ac:spMkLst>
        </pc:spChg>
        <pc:spChg chg="mod">
          <ac:chgData name="Margarit Meroyan" userId="630a6349-7c61-463e-804c-816773a1019c" providerId="ADAL" clId="{C0C31A21-3E7D-43B0-B94A-B4A2FF8B6B88}" dt="2023-12-27T09:31:25.296" v="39" actId="1076"/>
          <ac:spMkLst>
            <pc:docMk/>
            <pc:sldMk cId="0" sldId="599"/>
            <ac:spMk id="112758" creationId="{C413FA42-2B4C-86EC-047E-9B42C7DF0359}"/>
          </ac:spMkLst>
        </pc:spChg>
        <pc:spChg chg="mod">
          <ac:chgData name="Margarit Meroyan" userId="630a6349-7c61-463e-804c-816773a1019c" providerId="ADAL" clId="{C0C31A21-3E7D-43B0-B94A-B4A2FF8B6B88}" dt="2023-12-27T09:31:25.296" v="39" actId="1076"/>
          <ac:spMkLst>
            <pc:docMk/>
            <pc:sldMk cId="0" sldId="599"/>
            <ac:spMk id="112759" creationId="{D9704C8A-D2EB-8245-E251-1053151536B5}"/>
          </ac:spMkLst>
        </pc:spChg>
        <pc:spChg chg="mod">
          <ac:chgData name="Margarit Meroyan" userId="630a6349-7c61-463e-804c-816773a1019c" providerId="ADAL" clId="{C0C31A21-3E7D-43B0-B94A-B4A2FF8B6B88}" dt="2023-12-27T09:31:25.296" v="39" actId="1076"/>
          <ac:spMkLst>
            <pc:docMk/>
            <pc:sldMk cId="0" sldId="599"/>
            <ac:spMk id="112760" creationId="{73514F29-AE1F-0C5A-203F-F7C7A4CFC1A9}"/>
          </ac:spMkLst>
        </pc:spChg>
        <pc:spChg chg="mod">
          <ac:chgData name="Margarit Meroyan" userId="630a6349-7c61-463e-804c-816773a1019c" providerId="ADAL" clId="{C0C31A21-3E7D-43B0-B94A-B4A2FF8B6B88}" dt="2023-12-27T09:31:25.296" v="39" actId="1076"/>
          <ac:spMkLst>
            <pc:docMk/>
            <pc:sldMk cId="0" sldId="599"/>
            <ac:spMk id="112761" creationId="{7098680F-A472-7F0E-B682-48D29686D916}"/>
          </ac:spMkLst>
        </pc:spChg>
        <pc:spChg chg="mod">
          <ac:chgData name="Margarit Meroyan" userId="630a6349-7c61-463e-804c-816773a1019c" providerId="ADAL" clId="{C0C31A21-3E7D-43B0-B94A-B4A2FF8B6B88}" dt="2023-12-27T09:31:25.296" v="39" actId="1076"/>
          <ac:spMkLst>
            <pc:docMk/>
            <pc:sldMk cId="0" sldId="599"/>
            <ac:spMk id="112762" creationId="{061F6E59-1879-FB28-680C-242BF7C36344}"/>
          </ac:spMkLst>
        </pc:spChg>
        <pc:grpChg chg="mod">
          <ac:chgData name="Margarit Meroyan" userId="630a6349-7c61-463e-804c-816773a1019c" providerId="ADAL" clId="{C0C31A21-3E7D-43B0-B94A-B4A2FF8B6B88}" dt="2023-12-27T09:31:25.296" v="39" actId="1076"/>
          <ac:grpSpMkLst>
            <pc:docMk/>
            <pc:sldMk cId="0" sldId="599"/>
            <ac:grpSpMk id="112706" creationId="{54A76528-4BEE-BE5A-6EDA-813D482EA79D}"/>
          </ac:grpSpMkLst>
        </pc:grpChg>
        <pc:grpChg chg="mod">
          <ac:chgData name="Margarit Meroyan" userId="630a6349-7c61-463e-804c-816773a1019c" providerId="ADAL" clId="{C0C31A21-3E7D-43B0-B94A-B4A2FF8B6B88}" dt="2023-12-27T09:31:25.296" v="39" actId="1076"/>
          <ac:grpSpMkLst>
            <pc:docMk/>
            <pc:sldMk cId="0" sldId="599"/>
            <ac:grpSpMk id="112707" creationId="{6C404490-5D27-C9C1-3CFF-C577A07B40B3}"/>
          </ac:grpSpMkLst>
        </pc:grpChg>
      </pc:sldChg>
      <pc:sldChg chg="modSp mod">
        <pc:chgData name="Margarit Meroyan" userId="630a6349-7c61-463e-804c-816773a1019c" providerId="ADAL" clId="{C0C31A21-3E7D-43B0-B94A-B4A2FF8B6B88}" dt="2023-12-27T09:31:48.268" v="42" actId="207"/>
        <pc:sldMkLst>
          <pc:docMk/>
          <pc:sldMk cId="0" sldId="607"/>
        </pc:sldMkLst>
        <pc:spChg chg="mod">
          <ac:chgData name="Margarit Meroyan" userId="630a6349-7c61-463e-804c-816773a1019c" providerId="ADAL" clId="{C0C31A21-3E7D-43B0-B94A-B4A2FF8B6B88}" dt="2023-12-27T09:31:45.437" v="41" actId="207"/>
          <ac:spMkLst>
            <pc:docMk/>
            <pc:sldMk cId="0" sldId="607"/>
            <ac:spMk id="121911" creationId="{55AD7D58-7395-AFDA-C0AF-F25A0E8BB320}"/>
          </ac:spMkLst>
        </pc:spChg>
        <pc:spChg chg="mod">
          <ac:chgData name="Margarit Meroyan" userId="630a6349-7c61-463e-804c-816773a1019c" providerId="ADAL" clId="{C0C31A21-3E7D-43B0-B94A-B4A2FF8B6B88}" dt="2023-12-27T09:31:48.268" v="42" actId="207"/>
          <ac:spMkLst>
            <pc:docMk/>
            <pc:sldMk cId="0" sldId="607"/>
            <ac:spMk id="121912" creationId="{B9A50395-BAF6-8809-9B24-A095F18369AF}"/>
          </ac:spMkLst>
        </pc:spChg>
      </pc:sldChg>
      <pc:sldChg chg="modSp mod">
        <pc:chgData name="Margarit Meroyan" userId="630a6349-7c61-463e-804c-816773a1019c" providerId="ADAL" clId="{C0C31A21-3E7D-43B0-B94A-B4A2FF8B6B88}" dt="2023-12-27T09:25:47.045" v="13" actId="207"/>
        <pc:sldMkLst>
          <pc:docMk/>
          <pc:sldMk cId="0" sldId="610"/>
        </pc:sldMkLst>
        <pc:spChg chg="mod">
          <ac:chgData name="Margarit Meroyan" userId="630a6349-7c61-463e-804c-816773a1019c" providerId="ADAL" clId="{C0C31A21-3E7D-43B0-B94A-B4A2FF8B6B88}" dt="2023-12-27T09:25:47.045" v="13" actId="207"/>
          <ac:spMkLst>
            <pc:docMk/>
            <pc:sldMk cId="0" sldId="610"/>
            <ac:spMk id="39963" creationId="{2CB5B570-5C5D-7DAF-4246-871AA6C8D80A}"/>
          </ac:spMkLst>
        </pc:spChg>
      </pc:sldChg>
      <pc:sldChg chg="del">
        <pc:chgData name="Margarit Meroyan" userId="630a6349-7c61-463e-804c-816773a1019c" providerId="ADAL" clId="{C0C31A21-3E7D-43B0-B94A-B4A2FF8B6B88}" dt="2023-12-27T09:32:01.765" v="43" actId="47"/>
        <pc:sldMkLst>
          <pc:docMk/>
          <pc:sldMk cId="0" sldId="611"/>
        </pc:sldMkLst>
      </pc:sldChg>
      <pc:sldChg chg="modSp mod">
        <pc:chgData name="Margarit Meroyan" userId="630a6349-7c61-463e-804c-816773a1019c" providerId="ADAL" clId="{C0C31A21-3E7D-43B0-B94A-B4A2FF8B6B88}" dt="2023-12-27T09:26:46.079" v="23" actId="14100"/>
        <pc:sldMkLst>
          <pc:docMk/>
          <pc:sldMk cId="0" sldId="612"/>
        </pc:sldMkLst>
        <pc:spChg chg="mod">
          <ac:chgData name="Margarit Meroyan" userId="630a6349-7c61-463e-804c-816773a1019c" providerId="ADAL" clId="{C0C31A21-3E7D-43B0-B94A-B4A2FF8B6B88}" dt="2023-12-27T09:26:13.985" v="16" actId="207"/>
          <ac:spMkLst>
            <pc:docMk/>
            <pc:sldMk cId="0" sldId="612"/>
            <ac:spMk id="40968" creationId="{906C69BB-A2B0-46C3-833F-6050B12F9E8E}"/>
          </ac:spMkLst>
        </pc:spChg>
        <pc:spChg chg="mod">
          <ac:chgData name="Margarit Meroyan" userId="630a6349-7c61-463e-804c-816773a1019c" providerId="ADAL" clId="{C0C31A21-3E7D-43B0-B94A-B4A2FF8B6B88}" dt="2023-12-27T09:26:13.985" v="16" actId="207"/>
          <ac:spMkLst>
            <pc:docMk/>
            <pc:sldMk cId="0" sldId="612"/>
            <ac:spMk id="40969" creationId="{B643F7E4-6CC3-47DB-AFEF-1D169413FAC0}"/>
          </ac:spMkLst>
        </pc:spChg>
        <pc:spChg chg="mod">
          <ac:chgData name="Margarit Meroyan" userId="630a6349-7c61-463e-804c-816773a1019c" providerId="ADAL" clId="{C0C31A21-3E7D-43B0-B94A-B4A2FF8B6B88}" dt="2023-12-27T09:26:13.985" v="16" actId="207"/>
          <ac:spMkLst>
            <pc:docMk/>
            <pc:sldMk cId="0" sldId="612"/>
            <ac:spMk id="40970" creationId="{BD3FE00A-153A-442A-B6D5-E76CA0F961EA}"/>
          </ac:spMkLst>
        </pc:spChg>
        <pc:spChg chg="mod">
          <ac:chgData name="Margarit Meroyan" userId="630a6349-7c61-463e-804c-816773a1019c" providerId="ADAL" clId="{C0C31A21-3E7D-43B0-B94A-B4A2FF8B6B88}" dt="2023-12-27T09:26:13.985" v="16" actId="207"/>
          <ac:spMkLst>
            <pc:docMk/>
            <pc:sldMk cId="0" sldId="612"/>
            <ac:spMk id="40971" creationId="{2688C77F-D600-498D-8AC3-24C32B27715A}"/>
          </ac:spMkLst>
        </pc:spChg>
        <pc:spChg chg="mod">
          <ac:chgData name="Margarit Meroyan" userId="630a6349-7c61-463e-804c-816773a1019c" providerId="ADAL" clId="{C0C31A21-3E7D-43B0-B94A-B4A2FF8B6B88}" dt="2023-12-27T09:26:30.185" v="20" actId="1076"/>
          <ac:spMkLst>
            <pc:docMk/>
            <pc:sldMk cId="0" sldId="612"/>
            <ac:spMk id="40972" creationId="{78C99352-A3AA-4DCA-8D07-D322709BDCF0}"/>
          </ac:spMkLst>
        </pc:spChg>
        <pc:spChg chg="mod">
          <ac:chgData name="Margarit Meroyan" userId="630a6349-7c61-463e-804c-816773a1019c" providerId="ADAL" clId="{C0C31A21-3E7D-43B0-B94A-B4A2FF8B6B88}" dt="2023-12-27T09:26:40.757" v="22" actId="207"/>
          <ac:spMkLst>
            <pc:docMk/>
            <pc:sldMk cId="0" sldId="612"/>
            <ac:spMk id="40992" creationId="{432312C4-3BFE-47D5-B8DD-075498AF033E}"/>
          </ac:spMkLst>
        </pc:spChg>
        <pc:spChg chg="mod">
          <ac:chgData name="Margarit Meroyan" userId="630a6349-7c61-463e-804c-816773a1019c" providerId="ADAL" clId="{C0C31A21-3E7D-43B0-B94A-B4A2FF8B6B88}" dt="2023-12-27T09:26:40.757" v="22" actId="207"/>
          <ac:spMkLst>
            <pc:docMk/>
            <pc:sldMk cId="0" sldId="612"/>
            <ac:spMk id="40993" creationId="{1AFA8AFB-FDAF-4638-8F0C-FFA83BC6683D}"/>
          </ac:spMkLst>
        </pc:spChg>
        <pc:spChg chg="mod">
          <ac:chgData name="Margarit Meroyan" userId="630a6349-7c61-463e-804c-816773a1019c" providerId="ADAL" clId="{C0C31A21-3E7D-43B0-B94A-B4A2FF8B6B88}" dt="2023-12-27T09:26:40.757" v="22" actId="207"/>
          <ac:spMkLst>
            <pc:docMk/>
            <pc:sldMk cId="0" sldId="612"/>
            <ac:spMk id="40994" creationId="{3B4CFCE5-F526-43E1-947B-2B2BB3551574}"/>
          </ac:spMkLst>
        </pc:spChg>
        <pc:spChg chg="mod">
          <ac:chgData name="Margarit Meroyan" userId="630a6349-7c61-463e-804c-816773a1019c" providerId="ADAL" clId="{C0C31A21-3E7D-43B0-B94A-B4A2FF8B6B88}" dt="2023-12-27T09:26:40.757" v="22" actId="207"/>
          <ac:spMkLst>
            <pc:docMk/>
            <pc:sldMk cId="0" sldId="612"/>
            <ac:spMk id="40995" creationId="{1DA64FA0-F029-4DD8-9DA9-E0883B1EBA7A}"/>
          </ac:spMkLst>
        </pc:spChg>
        <pc:spChg chg="mod">
          <ac:chgData name="Margarit Meroyan" userId="630a6349-7c61-463e-804c-816773a1019c" providerId="ADAL" clId="{C0C31A21-3E7D-43B0-B94A-B4A2FF8B6B88}" dt="2023-12-27T09:26:46.079" v="23" actId="14100"/>
          <ac:spMkLst>
            <pc:docMk/>
            <pc:sldMk cId="0" sldId="612"/>
            <ac:spMk id="44036" creationId="{E820586A-C208-601F-C1B4-E56E61180B53}"/>
          </ac:spMkLst>
        </pc:spChg>
        <pc:spChg chg="mod">
          <ac:chgData name="Margarit Meroyan" userId="630a6349-7c61-463e-804c-816773a1019c" providerId="ADAL" clId="{C0C31A21-3E7D-43B0-B94A-B4A2FF8B6B88}" dt="2023-12-27T09:26:13.985" v="16" actId="207"/>
          <ac:spMkLst>
            <pc:docMk/>
            <pc:sldMk cId="0" sldId="612"/>
            <ac:spMk id="44044" creationId="{564052F9-BCB2-948D-9BAC-FE2583B29913}"/>
          </ac:spMkLst>
        </pc:spChg>
        <pc:spChg chg="mod">
          <ac:chgData name="Margarit Meroyan" userId="630a6349-7c61-463e-804c-816773a1019c" providerId="ADAL" clId="{C0C31A21-3E7D-43B0-B94A-B4A2FF8B6B88}" dt="2023-12-27T09:26:13.985" v="16" actId="207"/>
          <ac:spMkLst>
            <pc:docMk/>
            <pc:sldMk cId="0" sldId="612"/>
            <ac:spMk id="44054" creationId="{3A13DA9B-E5E3-B0BE-406B-01706FA2C92E}"/>
          </ac:spMkLst>
        </pc:spChg>
        <pc:spChg chg="mod">
          <ac:chgData name="Margarit Meroyan" userId="630a6349-7c61-463e-804c-816773a1019c" providerId="ADAL" clId="{C0C31A21-3E7D-43B0-B94A-B4A2FF8B6B88}" dt="2023-12-27T09:26:31.355" v="21" actId="207"/>
          <ac:spMkLst>
            <pc:docMk/>
            <pc:sldMk cId="0" sldId="612"/>
            <ac:spMk id="44062" creationId="{844D6BD9-C591-6772-B201-6AB3DBA46797}"/>
          </ac:spMkLst>
        </pc:spChg>
      </pc:sldChg>
      <pc:sldChg chg="delSp modSp mod">
        <pc:chgData name="Margarit Meroyan" userId="630a6349-7c61-463e-804c-816773a1019c" providerId="ADAL" clId="{C0C31A21-3E7D-43B0-B94A-B4A2FF8B6B88}" dt="2023-12-27T09:27:51.257" v="37" actId="478"/>
        <pc:sldMkLst>
          <pc:docMk/>
          <pc:sldMk cId="0" sldId="613"/>
        </pc:sldMkLst>
        <pc:spChg chg="mod">
          <ac:chgData name="Margarit Meroyan" userId="630a6349-7c61-463e-804c-816773a1019c" providerId="ADAL" clId="{C0C31A21-3E7D-43B0-B94A-B4A2FF8B6B88}" dt="2023-12-27T09:27:24.552" v="27" actId="207"/>
          <ac:spMkLst>
            <pc:docMk/>
            <pc:sldMk cId="0" sldId="613"/>
            <ac:spMk id="2" creationId="{0BB15E31-DA74-4157-A3A7-4E8C1156A767}"/>
          </ac:spMkLst>
        </pc:spChg>
        <pc:spChg chg="mod">
          <ac:chgData name="Margarit Meroyan" userId="630a6349-7c61-463e-804c-816773a1019c" providerId="ADAL" clId="{C0C31A21-3E7D-43B0-B94A-B4A2FF8B6B88}" dt="2023-12-27T09:27:13.135" v="25" actId="207"/>
          <ac:spMkLst>
            <pc:docMk/>
            <pc:sldMk cId="0" sldId="613"/>
            <ac:spMk id="3" creationId="{4DAB629B-35B2-43B8-AF63-CFAE1C75B7D7}"/>
          </ac:spMkLst>
        </pc:spChg>
        <pc:spChg chg="mod">
          <ac:chgData name="Margarit Meroyan" userId="630a6349-7c61-463e-804c-816773a1019c" providerId="ADAL" clId="{C0C31A21-3E7D-43B0-B94A-B4A2FF8B6B88}" dt="2023-12-27T09:27:20.484" v="26" actId="207"/>
          <ac:spMkLst>
            <pc:docMk/>
            <pc:sldMk cId="0" sldId="613"/>
            <ac:spMk id="4" creationId="{6708F8E3-B11C-456A-8D54-EF25D9DA5743}"/>
          </ac:spMkLst>
        </pc:spChg>
        <pc:spChg chg="mod">
          <ac:chgData name="Margarit Meroyan" userId="630a6349-7c61-463e-804c-816773a1019c" providerId="ADAL" clId="{C0C31A21-3E7D-43B0-B94A-B4A2FF8B6B88}" dt="2023-12-27T09:27:13.135" v="25" actId="207"/>
          <ac:spMkLst>
            <pc:docMk/>
            <pc:sldMk cId="0" sldId="613"/>
            <ac:spMk id="5" creationId="{7E14CA49-0EF7-4F27-85E5-1C4F5547BFD9}"/>
          </ac:spMkLst>
        </pc:spChg>
        <pc:spChg chg="mod">
          <ac:chgData name="Margarit Meroyan" userId="630a6349-7c61-463e-804c-816773a1019c" providerId="ADAL" clId="{C0C31A21-3E7D-43B0-B94A-B4A2FF8B6B88}" dt="2023-12-27T09:26:56.464" v="24" actId="207"/>
          <ac:spMkLst>
            <pc:docMk/>
            <pc:sldMk cId="0" sldId="613"/>
            <ac:spMk id="6" creationId="{09C92E03-1D7E-4382-BA3E-F46191EEFA4E}"/>
          </ac:spMkLst>
        </pc:spChg>
        <pc:spChg chg="mod">
          <ac:chgData name="Margarit Meroyan" userId="630a6349-7c61-463e-804c-816773a1019c" providerId="ADAL" clId="{C0C31A21-3E7D-43B0-B94A-B4A2FF8B6B88}" dt="2023-12-27T09:26:56.464" v="24" actId="207"/>
          <ac:spMkLst>
            <pc:docMk/>
            <pc:sldMk cId="0" sldId="613"/>
            <ac:spMk id="41990" creationId="{AC46354D-D814-4026-A2E4-6F0BFB09F7AB}"/>
          </ac:spMkLst>
        </pc:spChg>
        <pc:spChg chg="mod">
          <ac:chgData name="Margarit Meroyan" userId="630a6349-7c61-463e-804c-816773a1019c" providerId="ADAL" clId="{C0C31A21-3E7D-43B0-B94A-B4A2FF8B6B88}" dt="2023-12-27T09:26:56.464" v="24" actId="207"/>
          <ac:spMkLst>
            <pc:docMk/>
            <pc:sldMk cId="0" sldId="613"/>
            <ac:spMk id="41991" creationId="{817A5C28-A856-4DD9-8BDD-9E89BFECB37B}"/>
          </ac:spMkLst>
        </pc:spChg>
        <pc:spChg chg="mod">
          <ac:chgData name="Margarit Meroyan" userId="630a6349-7c61-463e-804c-816773a1019c" providerId="ADAL" clId="{C0C31A21-3E7D-43B0-B94A-B4A2FF8B6B88}" dt="2023-12-27T09:26:56.464" v="24" actId="207"/>
          <ac:spMkLst>
            <pc:docMk/>
            <pc:sldMk cId="0" sldId="613"/>
            <ac:spMk id="41992" creationId="{B1C5BEE3-D7B5-4078-B622-5E439B9C25EE}"/>
          </ac:spMkLst>
        </pc:spChg>
        <pc:spChg chg="mod">
          <ac:chgData name="Margarit Meroyan" userId="630a6349-7c61-463e-804c-816773a1019c" providerId="ADAL" clId="{C0C31A21-3E7D-43B0-B94A-B4A2FF8B6B88}" dt="2023-12-27T09:26:56.464" v="24" actId="207"/>
          <ac:spMkLst>
            <pc:docMk/>
            <pc:sldMk cId="0" sldId="613"/>
            <ac:spMk id="41994" creationId="{4EBE9921-C753-4691-B43F-8BA1BC932899}"/>
          </ac:spMkLst>
        </pc:spChg>
        <pc:spChg chg="mod">
          <ac:chgData name="Margarit Meroyan" userId="630a6349-7c61-463e-804c-816773a1019c" providerId="ADAL" clId="{C0C31A21-3E7D-43B0-B94A-B4A2FF8B6B88}" dt="2023-12-27T09:26:56.464" v="24" actId="207"/>
          <ac:spMkLst>
            <pc:docMk/>
            <pc:sldMk cId="0" sldId="613"/>
            <ac:spMk id="41995" creationId="{DA75E35E-5672-4F73-9539-9EE354B3F971}"/>
          </ac:spMkLst>
        </pc:spChg>
        <pc:spChg chg="mod">
          <ac:chgData name="Margarit Meroyan" userId="630a6349-7c61-463e-804c-816773a1019c" providerId="ADAL" clId="{C0C31A21-3E7D-43B0-B94A-B4A2FF8B6B88}" dt="2023-12-27T09:27:24.552" v="27" actId="207"/>
          <ac:spMkLst>
            <pc:docMk/>
            <pc:sldMk cId="0" sldId="613"/>
            <ac:spMk id="42006" creationId="{D48EA6A1-017E-4B71-A1F7-030627558C7C}"/>
          </ac:spMkLst>
        </pc:spChg>
        <pc:spChg chg="mod">
          <ac:chgData name="Margarit Meroyan" userId="630a6349-7c61-463e-804c-816773a1019c" providerId="ADAL" clId="{C0C31A21-3E7D-43B0-B94A-B4A2FF8B6B88}" dt="2023-12-27T09:27:13.135" v="25" actId="207"/>
          <ac:spMkLst>
            <pc:docMk/>
            <pc:sldMk cId="0" sldId="613"/>
            <ac:spMk id="42016" creationId="{45E041FC-1619-469B-B882-252450AD3390}"/>
          </ac:spMkLst>
        </pc:spChg>
        <pc:spChg chg="mod">
          <ac:chgData name="Margarit Meroyan" userId="630a6349-7c61-463e-804c-816773a1019c" providerId="ADAL" clId="{C0C31A21-3E7D-43B0-B94A-B4A2FF8B6B88}" dt="2023-12-27T09:27:29.091" v="29" actId="207"/>
          <ac:spMkLst>
            <pc:docMk/>
            <pc:sldMk cId="0" sldId="613"/>
            <ac:spMk id="42017" creationId="{97E2DB7B-1930-4C5E-A761-69AD69581208}"/>
          </ac:spMkLst>
        </pc:spChg>
        <pc:spChg chg="mod">
          <ac:chgData name="Margarit Meroyan" userId="630a6349-7c61-463e-804c-816773a1019c" providerId="ADAL" clId="{C0C31A21-3E7D-43B0-B94A-B4A2FF8B6B88}" dt="2023-12-27T09:27:20.484" v="26" actId="207"/>
          <ac:spMkLst>
            <pc:docMk/>
            <pc:sldMk cId="0" sldId="613"/>
            <ac:spMk id="42023" creationId="{EA0473E0-A8A4-45CB-A766-39A72C4D8EBB}"/>
          </ac:spMkLst>
        </pc:spChg>
        <pc:spChg chg="mod">
          <ac:chgData name="Margarit Meroyan" userId="630a6349-7c61-463e-804c-816773a1019c" providerId="ADAL" clId="{C0C31A21-3E7D-43B0-B94A-B4A2FF8B6B88}" dt="2023-12-27T09:27:20.484" v="26" actId="207"/>
          <ac:spMkLst>
            <pc:docMk/>
            <pc:sldMk cId="0" sldId="613"/>
            <ac:spMk id="42024" creationId="{51D2DA21-95F8-4B6B-99D5-3B24DD210D0F}"/>
          </ac:spMkLst>
        </pc:spChg>
        <pc:spChg chg="mod">
          <ac:chgData name="Margarit Meroyan" userId="630a6349-7c61-463e-804c-816773a1019c" providerId="ADAL" clId="{C0C31A21-3E7D-43B0-B94A-B4A2FF8B6B88}" dt="2023-12-27T09:27:20.484" v="26" actId="207"/>
          <ac:spMkLst>
            <pc:docMk/>
            <pc:sldMk cId="0" sldId="613"/>
            <ac:spMk id="42034" creationId="{F7D47BA0-0B5E-46F6-B28E-FACE13F49EDE}"/>
          </ac:spMkLst>
        </pc:spChg>
        <pc:spChg chg="mod">
          <ac:chgData name="Margarit Meroyan" userId="630a6349-7c61-463e-804c-816773a1019c" providerId="ADAL" clId="{C0C31A21-3E7D-43B0-B94A-B4A2FF8B6B88}" dt="2023-12-27T09:27:24.552" v="27" actId="207"/>
          <ac:spMkLst>
            <pc:docMk/>
            <pc:sldMk cId="0" sldId="613"/>
            <ac:spMk id="42035" creationId="{8AF40968-3CB6-45E3-82D1-B9CE45A271FC}"/>
          </ac:spMkLst>
        </pc:spChg>
        <pc:spChg chg="mod">
          <ac:chgData name="Margarit Meroyan" userId="630a6349-7c61-463e-804c-816773a1019c" providerId="ADAL" clId="{C0C31A21-3E7D-43B0-B94A-B4A2FF8B6B88}" dt="2023-12-27T09:27:47.714" v="36" actId="1037"/>
          <ac:spMkLst>
            <pc:docMk/>
            <pc:sldMk cId="0" sldId="613"/>
            <ac:spMk id="42037" creationId="{A505AA76-AECB-417D-9301-CC4005D240DA}"/>
          </ac:spMkLst>
        </pc:spChg>
        <pc:spChg chg="del mod">
          <ac:chgData name="Margarit Meroyan" userId="630a6349-7c61-463e-804c-816773a1019c" providerId="ADAL" clId="{C0C31A21-3E7D-43B0-B94A-B4A2FF8B6B88}" dt="2023-12-27T09:27:51.257" v="37" actId="478"/>
          <ac:spMkLst>
            <pc:docMk/>
            <pc:sldMk cId="0" sldId="613"/>
            <ac:spMk id="42053" creationId="{2AB0C2DA-1EDC-4AB8-8C1A-C8805FDF3849}"/>
          </ac:spMkLst>
        </pc:spChg>
        <pc:spChg chg="mod">
          <ac:chgData name="Margarit Meroyan" userId="630a6349-7c61-463e-804c-816773a1019c" providerId="ADAL" clId="{C0C31A21-3E7D-43B0-B94A-B4A2FF8B6B88}" dt="2023-12-27T09:27:20.484" v="26" actId="207"/>
          <ac:spMkLst>
            <pc:docMk/>
            <pc:sldMk cId="0" sldId="613"/>
            <ac:spMk id="42059" creationId="{C696C31E-B98B-415B-A69A-1C390A6686D6}"/>
          </ac:spMkLst>
        </pc:spChg>
        <pc:spChg chg="mod">
          <ac:chgData name="Margarit Meroyan" userId="630a6349-7c61-463e-804c-816773a1019c" providerId="ADAL" clId="{C0C31A21-3E7D-43B0-B94A-B4A2FF8B6B88}" dt="2023-12-27T09:27:13.135" v="25" actId="207"/>
          <ac:spMkLst>
            <pc:docMk/>
            <pc:sldMk cId="0" sldId="613"/>
            <ac:spMk id="42060" creationId="{AD093BBE-B854-4DBB-93DC-560FEA32AEA7}"/>
          </ac:spMkLst>
        </pc:spChg>
        <pc:grpChg chg="mod">
          <ac:chgData name="Margarit Meroyan" userId="630a6349-7c61-463e-804c-816773a1019c" providerId="ADAL" clId="{C0C31A21-3E7D-43B0-B94A-B4A2FF8B6B88}" dt="2023-12-27T09:27:29.530" v="30" actId="1076"/>
          <ac:grpSpMkLst>
            <pc:docMk/>
            <pc:sldMk cId="0" sldId="613"/>
            <ac:grpSpMk id="46082" creationId="{A696409B-2DC1-884A-9630-84E13399CEA6}"/>
          </ac:grpSpMkLst>
        </pc:grpChg>
      </pc:sldChg>
      <pc:sldChg chg="add">
        <pc:chgData name="Margarit Meroyan" userId="630a6349-7c61-463e-804c-816773a1019c" providerId="ADAL" clId="{C0C31A21-3E7D-43B0-B94A-B4A2FF8B6B88}" dt="2023-12-27T09:32:04.415" v="44"/>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9930AD6-37C6-A812-BC0F-70DA5EC2DE0F}"/>
              </a:ext>
            </a:extLst>
          </p:cNvPr>
          <p:cNvSpPr>
            <a:spLocks noGrp="1" noRot="1" noChangeAspect="1" noChangeArrowheads="1" noTextEdit="1"/>
          </p:cNvSpPr>
          <p:nvPr>
            <p:ph type="sldImg"/>
          </p:nvPr>
        </p:nvSpPr>
        <p:spPr>
          <a:ln/>
        </p:spPr>
      </p:sp>
      <p:sp>
        <p:nvSpPr>
          <p:cNvPr id="13315" name="Rectangle 3">
            <a:extLst>
              <a:ext uri="{FF2B5EF4-FFF2-40B4-BE49-F238E27FC236}">
                <a16:creationId xmlns:a16="http://schemas.microsoft.com/office/drawing/2014/main" id="{798E113E-89A1-847E-42AE-E9724CFBD3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8E74964-949B-E97D-B49A-7C002A22A7B5}"/>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6BFEB030-164A-C54F-250D-8DC9A99A22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5DED180-4E95-0390-83E1-39F6C4072FFE}"/>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F0D99B50-56AC-DBF7-6715-0E6753594B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48C2B41-7B54-C012-8F62-8F20584ABBDD}"/>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53C0219-633C-DA49-990B-7595771905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A5F34C4-25F8-941A-C9F5-92F22EC2CCB7}"/>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2F21D9E0-83F9-7279-5CD8-0FB80D6986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2F9AF3F-CBB5-F441-C626-5B44617940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A1B7FB48-AC67-456B-1629-B7DD0E05BC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00BD22C-215B-3114-61CF-E8727D4978F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51868055-A5D7-B38B-2DCD-1E856CD1B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AFBA9AC-A6F8-CE67-964E-09CAE761BD53}"/>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692689B5-F8AD-1B46-DE4E-120201B940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5E0EA0F-7B74-D7EF-93ED-AF5AA26C4923}"/>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0A89D3F4-4C7D-6F81-4FE8-3804AF15E4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0DE1BD9-F104-B84F-0BA1-42C6280912DB}"/>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AD9E275F-A03B-47BE-49E1-EB19690BC5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7DCCEF7-95B2-569F-EE25-BD1CCE03AC0D}"/>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EC8AD83C-9269-53AB-A856-3582EF3C58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0FC85C9-C508-8639-947F-CF847BAD5CFD}"/>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F2C94442-99EA-93BD-0593-939390C48D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2537152-C949-E663-17D7-9DC0FA876B2F}"/>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832AF11-B485-76C9-E0AA-77FD302E13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2657CF4-AAAE-BD2A-448C-D959A4A38C47}"/>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04BA61E6-D333-3752-4ED3-5C5AD6120C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D3EDC1F-579E-2025-1E72-5205C90830E8}"/>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00DF4F0E-7C39-562E-FD70-0FE18CCB21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60AE7FD-1E3C-36D1-855D-B4B17B3CFB91}"/>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9DA0E047-4E2A-0D96-D845-04EF43A843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BA732F6-DF92-C02C-F776-A8ED0AF6549E}"/>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B66477B5-6628-AE3D-C9B9-080096A4D0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BA40549-74AC-6433-2A9A-90E4A0CAB77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DFB272E3-ECC9-C2A5-7C25-4A5A16D094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611CD7E-7DB0-8758-E753-66402C55D3A1}"/>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B3FCCB5B-CF6D-4F6C-1536-B6605DB029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952022B-C75A-B8FD-EF61-846971C18F3D}"/>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A1DD5AB5-277D-6BF1-5EFF-452B809592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6C7EE86-4C1D-8D6F-59D7-63280C6D0E82}"/>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119674F9-62DF-8B75-041E-073F08D865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F1C07EE-56FF-D9E3-A864-2ECAE4E188E8}"/>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671D7074-DFC3-C9FA-4B82-3470C8946F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6010E509-5816-54DD-46CF-61A6054AFF83}"/>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65B6FF65-F784-95D1-8A88-0E7592DE0F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B08F2E22-D082-FBCB-8EDF-DD509422A4F3}"/>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6AD2AFEF-74C7-B3E7-A9B8-1830C1A537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8E847B9B-AE9E-17C8-FCFC-2719A9592783}"/>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36434293-3D7F-2389-5320-F10BA0FE8A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5DF28199-D5AE-E35C-AE10-44700B2F9140}"/>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456CAED6-0591-AD76-88DF-A6828FBDBB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8E58BA16-CFA2-DBA8-D41E-A0DBAF5B8119}"/>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7BC0D0F0-B0DE-4F72-D502-F269059C8A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C9B2CE9-18BF-184C-66B4-1AE53D855E12}"/>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E9CD2708-65B6-0EDB-53AE-C028A05034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E9A81A31-BAA8-A5CA-B08F-22568C4906DE}"/>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46DE871E-2D29-FBB7-B169-98155278FB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301422D0-0643-C07D-977D-FCF16CEFCA33}"/>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BC3D8BBF-A68E-5CC3-B464-6A1384BB64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D9569999-1D35-D140-F455-762ADCBEC04D}"/>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5CB46D0B-C8C1-2853-8AC5-EA3BEB61EA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0B676B96-B546-6EC5-A956-9D205B36A1B6}"/>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8004C5E0-01D8-5FF5-0AEA-369466F211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E5ED338-94E9-6482-CF37-DD2C89E27284}"/>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BA1A7597-53C9-389A-4F10-11A7103B14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20B5639B-88EA-5984-0D57-B54FFE4A3D9E}"/>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F3EC93B4-724D-F6B2-D434-5487DE7A26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E1FF299F-2F78-49E0-E9B8-74900F9A4E9D}"/>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BD7D2293-D457-B875-DAE0-D049E1EB4A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FCE8FDB6-2F1C-514F-054C-BBCBAF4DBC47}"/>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A9B23E4-E9E9-7681-92B9-5746C2E423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3F00B33F-A4BD-2803-C9BC-A67CF1EEE9CF}"/>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38941295-4EFC-274A-8A3A-7D9E895460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8A39EDA0-E1B8-BE27-D2A3-CF970BBD6E02}"/>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CCDD5CD9-2E70-5F3C-EC73-5FF909B54E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D3B831F7-C059-A5D2-F99E-75CED33955CB}"/>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DEEEDEBB-1C59-55BE-CF54-10E400D940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51DA4DDB-6C5A-364C-620E-4A6CC6AB22DF}"/>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78772FEA-4793-938B-1A08-10869C1C87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296E94FA-4DC5-DC9B-1986-50E3166B77B1}"/>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A1C331E1-CC88-1D40-D56B-545ABCFC51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74398644-EAA9-213B-176A-E00A9158A36F}"/>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11B9149F-F4EC-D13D-2754-6D1ABEE5C1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F281DE94-066E-A666-79EC-319439E414D9}"/>
              </a:ext>
            </a:extLst>
          </p:cNvPr>
          <p:cNvSpPr>
            <a:spLocks noGrp="1" noRot="1" noChangeAspect="1" noChangeArrowheads="1" noTextEdit="1"/>
          </p:cNvSpPr>
          <p:nvPr>
            <p:ph type="sldImg"/>
          </p:nvPr>
        </p:nvSpPr>
        <p:spPr>
          <a:ln/>
        </p:spPr>
      </p:sp>
      <p:sp>
        <p:nvSpPr>
          <p:cNvPr id="123907" name="Rectangle 3">
            <a:extLst>
              <a:ext uri="{FF2B5EF4-FFF2-40B4-BE49-F238E27FC236}">
                <a16:creationId xmlns:a16="http://schemas.microsoft.com/office/drawing/2014/main" id="{992522F0-6B36-E054-D5D9-C85D439976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5925F946-20CC-D5EE-851C-DB74202637A6}"/>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A762DA61-7FCC-6ADA-6ECC-D7AF75904A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2620CF58-BD25-5502-7A2B-A6FE92F3530C}"/>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17AF5F6E-4413-BD9C-6E54-EDCBA1421C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D0C53E76-4739-9FE7-A703-B18FCDDB4463}"/>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4B24478D-5E86-6940-3002-F9E0862764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solidFill>
                  <a:srgbClr val="0000FF"/>
                </a:solidFill>
              </a:rPr>
              <a:t>Basic Combinational Circuits</a:t>
            </a:r>
          </a:p>
          <a:p>
            <a:pPr lvl="1"/>
            <a:r>
              <a:rPr lang="en-US" altLang="en-US" sz="1130" dirty="0">
                <a:solidFill>
                  <a:srgbClr val="0000FF"/>
                </a:solidFill>
              </a:rPr>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Basic Combinational Circuits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3" name="Title 48">
            <a:extLst>
              <a:ext uri="{FF2B5EF4-FFF2-40B4-BE49-F238E27FC236}">
                <a16:creationId xmlns:a16="http://schemas.microsoft.com/office/drawing/2014/main" id="{FBBF74C4-4AB6-D79A-ECF5-9402D82782D4}"/>
              </a:ext>
            </a:extLst>
          </p:cNvPr>
          <p:cNvSpPr>
            <a:spLocks noGrp="1" noChangeArrowheads="1"/>
          </p:cNvSpPr>
          <p:nvPr>
            <p:ph type="title"/>
          </p:nvPr>
        </p:nvSpPr>
        <p:spPr>
          <a:xfrm>
            <a:off x="-1" y="183402"/>
            <a:ext cx="11612880" cy="704088"/>
          </a:xfrm>
        </p:spPr>
        <p:txBody>
          <a:bodyPr>
            <a:normAutofit/>
          </a:bodyPr>
          <a:lstStyle/>
          <a:p>
            <a:r>
              <a:rPr lang="en-US" altLang="en-US" dirty="0"/>
              <a:t>Multiplexers </a:t>
            </a:r>
          </a:p>
        </p:txBody>
      </p:sp>
      <p:sp>
        <p:nvSpPr>
          <p:cNvPr id="12290" name="Content Placeholder 49">
            <a:extLst>
              <a:ext uri="{FF2B5EF4-FFF2-40B4-BE49-F238E27FC236}">
                <a16:creationId xmlns:a16="http://schemas.microsoft.com/office/drawing/2014/main" id="{AE8028C9-512E-5E3B-C48E-9EFB1BB607CE}"/>
              </a:ext>
            </a:extLst>
          </p:cNvPr>
          <p:cNvSpPr>
            <a:spLocks noGrp="1" noChangeArrowheads="1"/>
          </p:cNvSpPr>
          <p:nvPr>
            <p:ph type="body" sz="quarter" idx="10"/>
          </p:nvPr>
        </p:nvSpPr>
        <p:spPr>
          <a:xfrm>
            <a:off x="457200" y="1188720"/>
            <a:ext cx="11277922" cy="5185186"/>
          </a:xfrm>
        </p:spPr>
        <p:txBody>
          <a:bodyPr/>
          <a:lstStyle/>
          <a:p>
            <a:r>
              <a:rPr lang="en-US" altLang="en-US" dirty="0"/>
              <a:t>The function of multiplexer (mux)  is to connect </a:t>
            </a:r>
            <a:r>
              <a:rPr lang="ru-RU" altLang="en-US" dirty="0"/>
              <a:t> </a:t>
            </a:r>
            <a:r>
              <a:rPr lang="en-US" altLang="en-US" dirty="0"/>
              <a:t>data</a:t>
            </a:r>
            <a:r>
              <a:rPr lang="ru-RU" altLang="en-US" dirty="0"/>
              <a:t> </a:t>
            </a:r>
            <a:r>
              <a:rPr lang="en-US" altLang="en-US" dirty="0"/>
              <a:t> from</a:t>
            </a:r>
            <a:r>
              <a:rPr lang="ru-RU" altLang="en-US" dirty="0"/>
              <a:t> </a:t>
            </a:r>
            <a:r>
              <a:rPr lang="en-US" altLang="en-US" dirty="0"/>
              <a:t> one</a:t>
            </a:r>
            <a:r>
              <a:rPr lang="ru-RU" altLang="en-US" dirty="0"/>
              <a:t> </a:t>
            </a:r>
            <a:r>
              <a:rPr lang="en-US" altLang="en-US" dirty="0"/>
              <a:t> of n sources to its output. </a:t>
            </a:r>
            <a:r>
              <a:rPr lang="ru-RU" altLang="en-US" dirty="0"/>
              <a:t> </a:t>
            </a:r>
            <a:r>
              <a:rPr lang="en-US" altLang="en-US" dirty="0"/>
              <a:t>Two type inputs – data inputs and select (address) inputs.</a:t>
            </a:r>
          </a:p>
          <a:p>
            <a:r>
              <a:rPr lang="en-US" altLang="en-US" dirty="0"/>
              <a:t>The number of address inputs s=</a:t>
            </a:r>
            <a:r>
              <a:rPr lang="en-US" altLang="en-US" dirty="0">
                <a:sym typeface="Symbol" panose="05050102010706020507" pitchFamily="18" charset="2"/>
              </a:rPr>
              <a:t></a:t>
            </a:r>
            <a:r>
              <a:rPr lang="en-US" altLang="en-US" dirty="0"/>
              <a:t>log2n</a:t>
            </a:r>
            <a:r>
              <a:rPr lang="en-US" altLang="en-US" dirty="0">
                <a:sym typeface="Symbol" panose="05050102010706020507" pitchFamily="18" charset="2"/>
              </a:rPr>
              <a:t>.</a:t>
            </a:r>
          </a:p>
          <a:p>
            <a:r>
              <a:rPr lang="en-US" altLang="en-US" dirty="0"/>
              <a:t>If data inputs are m bits wide, mux has m bits output.</a:t>
            </a:r>
            <a:endParaRPr lang="ru-RU" altLang="en-US" dirty="0"/>
          </a:p>
          <a:p>
            <a:endParaRPr lang="en-US" altLang="en-US" dirty="0"/>
          </a:p>
          <a:p>
            <a:pPr marL="0" indent="0">
              <a:buNone/>
            </a:pPr>
            <a:r>
              <a:rPr lang="en-US" altLang="en-US" dirty="0"/>
              <a:t>         Multiplexer 2:1</a:t>
            </a:r>
            <a:endParaRPr lang="ru-RU"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        Y = ~S·X0+S·X1</a:t>
            </a:r>
          </a:p>
          <a:p>
            <a:endParaRPr lang="en-US" altLang="en-US" dirty="0"/>
          </a:p>
        </p:txBody>
      </p:sp>
      <p:grpSp>
        <p:nvGrpSpPr>
          <p:cNvPr id="12291" name="Group 71">
            <a:extLst>
              <a:ext uri="{FF2B5EF4-FFF2-40B4-BE49-F238E27FC236}">
                <a16:creationId xmlns:a16="http://schemas.microsoft.com/office/drawing/2014/main" id="{E04F373E-4C1D-180B-647B-6376A082A36C}"/>
              </a:ext>
            </a:extLst>
          </p:cNvPr>
          <p:cNvGrpSpPr>
            <a:grpSpLocks/>
          </p:cNvGrpSpPr>
          <p:nvPr/>
        </p:nvGrpSpPr>
        <p:grpSpPr bwMode="auto">
          <a:xfrm>
            <a:off x="1351044" y="4259263"/>
            <a:ext cx="2684463" cy="1439862"/>
            <a:chOff x="142" y="2371"/>
            <a:chExt cx="1691" cy="907"/>
          </a:xfrm>
        </p:grpSpPr>
        <p:sp>
          <p:nvSpPr>
            <p:cNvPr id="12314" name="Rectangle 6">
              <a:extLst>
                <a:ext uri="{FF2B5EF4-FFF2-40B4-BE49-F238E27FC236}">
                  <a16:creationId xmlns:a16="http://schemas.microsoft.com/office/drawing/2014/main" id="{511EB892-A243-725C-B736-BF18EFD4C9AD}"/>
                </a:ext>
              </a:extLst>
            </p:cNvPr>
            <p:cNvSpPr>
              <a:spLocks noChangeArrowheads="1"/>
            </p:cNvSpPr>
            <p:nvPr/>
          </p:nvSpPr>
          <p:spPr bwMode="auto">
            <a:xfrm>
              <a:off x="657" y="2416"/>
              <a:ext cx="635" cy="862"/>
            </a:xfrm>
            <a:prstGeom prst="rect">
              <a:avLst/>
            </a:prstGeom>
            <a:solidFill>
              <a:schemeClr val="accent1"/>
            </a:solidFill>
            <a:ln w="25400">
              <a:solidFill>
                <a:schemeClr val="tx1"/>
              </a:solidFill>
              <a:miter lim="800000"/>
              <a:headEnd/>
              <a:tailEnd/>
            </a:ln>
          </p:spPr>
          <p:txBody>
            <a:bodyPr wrap="none"/>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dirty="0">
                  <a:solidFill>
                    <a:schemeClr val="bg1"/>
                  </a:solidFill>
                </a:rPr>
                <a:t>i0  MUX</a:t>
              </a:r>
            </a:p>
            <a:p>
              <a:pPr eaLnBrk="1" hangingPunct="1"/>
              <a:endParaRPr lang="en-US" altLang="en-US" sz="2000" b="0" dirty="0">
                <a:solidFill>
                  <a:schemeClr val="bg1"/>
                </a:solidFill>
              </a:endParaRPr>
            </a:p>
            <a:p>
              <a:pPr eaLnBrk="1" hangingPunct="1"/>
              <a:r>
                <a:rPr lang="en-US" altLang="en-US" sz="2000" b="0" dirty="0">
                  <a:solidFill>
                    <a:schemeClr val="bg1"/>
                  </a:solidFill>
                </a:rPr>
                <a:t>i1</a:t>
              </a:r>
            </a:p>
            <a:p>
              <a:pPr eaLnBrk="1" hangingPunct="1"/>
              <a:r>
                <a:rPr lang="en-US" altLang="en-US" sz="2000" b="0" dirty="0">
                  <a:solidFill>
                    <a:schemeClr val="bg1"/>
                  </a:solidFill>
                </a:rPr>
                <a:t>S </a:t>
              </a:r>
            </a:p>
            <a:p>
              <a:pPr eaLnBrk="1" hangingPunct="1"/>
              <a:endParaRPr lang="ru-RU" altLang="en-US" sz="2000" b="0" dirty="0"/>
            </a:p>
          </p:txBody>
        </p:sp>
        <p:sp>
          <p:nvSpPr>
            <p:cNvPr id="2" name="Line 8">
              <a:extLst>
                <a:ext uri="{FF2B5EF4-FFF2-40B4-BE49-F238E27FC236}">
                  <a16:creationId xmlns:a16="http://schemas.microsoft.com/office/drawing/2014/main" id="{5179274F-50F0-9E37-2E87-32AF9EDEF507}"/>
                </a:ext>
              </a:extLst>
            </p:cNvPr>
            <p:cNvSpPr>
              <a:spLocks noChangeShapeType="1"/>
            </p:cNvSpPr>
            <p:nvPr/>
          </p:nvSpPr>
          <p:spPr bwMode="auto">
            <a:xfrm>
              <a:off x="1295" y="2835"/>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Line 9">
              <a:extLst>
                <a:ext uri="{FF2B5EF4-FFF2-40B4-BE49-F238E27FC236}">
                  <a16:creationId xmlns:a16="http://schemas.microsoft.com/office/drawing/2014/main" id="{C114A979-0224-202B-0D9B-AD68BF9009F5}"/>
                </a:ext>
              </a:extLst>
            </p:cNvPr>
            <p:cNvSpPr>
              <a:spLocks noChangeShapeType="1"/>
            </p:cNvSpPr>
            <p:nvPr/>
          </p:nvSpPr>
          <p:spPr bwMode="auto">
            <a:xfrm>
              <a:off x="423" y="2595"/>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 name="Line 10">
              <a:extLst>
                <a:ext uri="{FF2B5EF4-FFF2-40B4-BE49-F238E27FC236}">
                  <a16:creationId xmlns:a16="http://schemas.microsoft.com/office/drawing/2014/main" id="{27455A42-024C-D5C1-5FFB-EB3FF8D630A8}"/>
                </a:ext>
              </a:extLst>
            </p:cNvPr>
            <p:cNvSpPr>
              <a:spLocks noChangeShapeType="1"/>
            </p:cNvSpPr>
            <p:nvPr/>
          </p:nvSpPr>
          <p:spPr bwMode="auto">
            <a:xfrm>
              <a:off x="423" y="2859"/>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 name="Line 11">
              <a:extLst>
                <a:ext uri="{FF2B5EF4-FFF2-40B4-BE49-F238E27FC236}">
                  <a16:creationId xmlns:a16="http://schemas.microsoft.com/office/drawing/2014/main" id="{F5D518D4-B5F4-EE33-32BB-072FEE0958DB}"/>
                </a:ext>
              </a:extLst>
            </p:cNvPr>
            <p:cNvSpPr>
              <a:spLocks noChangeShapeType="1"/>
            </p:cNvSpPr>
            <p:nvPr/>
          </p:nvSpPr>
          <p:spPr bwMode="auto">
            <a:xfrm>
              <a:off x="423" y="3147"/>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Text Box 15">
              <a:extLst>
                <a:ext uri="{FF2B5EF4-FFF2-40B4-BE49-F238E27FC236}">
                  <a16:creationId xmlns:a16="http://schemas.microsoft.com/office/drawing/2014/main" id="{72D507B6-0076-6A2E-7F0E-86101FF7D2FB}"/>
                </a:ext>
              </a:extLst>
            </p:cNvPr>
            <p:cNvSpPr txBox="1">
              <a:spLocks noChangeArrowheads="1"/>
            </p:cNvSpPr>
            <p:nvPr/>
          </p:nvSpPr>
          <p:spPr bwMode="auto">
            <a:xfrm>
              <a:off x="158" y="2371"/>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000" b="0"/>
            </a:p>
          </p:txBody>
        </p:sp>
        <p:sp>
          <p:nvSpPr>
            <p:cNvPr id="7" name="Text Box 16">
              <a:extLst>
                <a:ext uri="{FF2B5EF4-FFF2-40B4-BE49-F238E27FC236}">
                  <a16:creationId xmlns:a16="http://schemas.microsoft.com/office/drawing/2014/main" id="{F46196CB-06F6-307F-96B4-13B4E4403230}"/>
                </a:ext>
              </a:extLst>
            </p:cNvPr>
            <p:cNvSpPr txBox="1">
              <a:spLocks noChangeArrowheads="1"/>
            </p:cNvSpPr>
            <p:nvPr/>
          </p:nvSpPr>
          <p:spPr bwMode="auto">
            <a:xfrm>
              <a:off x="150" y="2708"/>
              <a:ext cx="6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x1</a:t>
              </a:r>
              <a:endParaRPr lang="ru-RU" altLang="en-US" sz="2000" b="0"/>
            </a:p>
          </p:txBody>
        </p:sp>
        <p:sp>
          <p:nvSpPr>
            <p:cNvPr id="8" name="Text Box 17">
              <a:extLst>
                <a:ext uri="{FF2B5EF4-FFF2-40B4-BE49-F238E27FC236}">
                  <a16:creationId xmlns:a16="http://schemas.microsoft.com/office/drawing/2014/main" id="{0D2DED0E-11CB-FA5A-452A-65726BA07149}"/>
                </a:ext>
              </a:extLst>
            </p:cNvPr>
            <p:cNvSpPr txBox="1">
              <a:spLocks noChangeArrowheads="1"/>
            </p:cNvSpPr>
            <p:nvPr/>
          </p:nvSpPr>
          <p:spPr bwMode="auto">
            <a:xfrm>
              <a:off x="142" y="2455"/>
              <a:ext cx="4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x0</a:t>
              </a:r>
              <a:endParaRPr lang="ru-RU" altLang="en-US" sz="2000" b="0"/>
            </a:p>
          </p:txBody>
        </p:sp>
        <p:sp>
          <p:nvSpPr>
            <p:cNvPr id="9" name="Text Box 18">
              <a:extLst>
                <a:ext uri="{FF2B5EF4-FFF2-40B4-BE49-F238E27FC236}">
                  <a16:creationId xmlns:a16="http://schemas.microsoft.com/office/drawing/2014/main" id="{4C153AEE-3AD4-0164-A39A-C1D81BC9434E}"/>
                </a:ext>
              </a:extLst>
            </p:cNvPr>
            <p:cNvSpPr txBox="1">
              <a:spLocks noChangeArrowheads="1"/>
            </p:cNvSpPr>
            <p:nvPr/>
          </p:nvSpPr>
          <p:spPr bwMode="auto">
            <a:xfrm>
              <a:off x="198" y="3019"/>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S</a:t>
              </a:r>
              <a:endParaRPr lang="ru-RU" altLang="en-US" sz="2000" b="0"/>
            </a:p>
          </p:txBody>
        </p:sp>
        <p:sp>
          <p:nvSpPr>
            <p:cNvPr id="10" name="Text Box 19">
              <a:extLst>
                <a:ext uri="{FF2B5EF4-FFF2-40B4-BE49-F238E27FC236}">
                  <a16:creationId xmlns:a16="http://schemas.microsoft.com/office/drawing/2014/main" id="{DDE012BF-285E-E4B6-BCA4-F925F7F32A84}"/>
                </a:ext>
              </a:extLst>
            </p:cNvPr>
            <p:cNvSpPr txBox="1">
              <a:spLocks noChangeArrowheads="1"/>
            </p:cNvSpPr>
            <p:nvPr/>
          </p:nvSpPr>
          <p:spPr bwMode="auto">
            <a:xfrm>
              <a:off x="1516" y="2645"/>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grpSp>
      <p:grpSp>
        <p:nvGrpSpPr>
          <p:cNvPr id="11" name="Group 46">
            <a:extLst>
              <a:ext uri="{FF2B5EF4-FFF2-40B4-BE49-F238E27FC236}">
                <a16:creationId xmlns:a16="http://schemas.microsoft.com/office/drawing/2014/main" id="{DE89E62B-8945-4C58-8501-15BF750ACB03}"/>
              </a:ext>
            </a:extLst>
          </p:cNvPr>
          <p:cNvGrpSpPr>
            <a:grpSpLocks/>
          </p:cNvGrpSpPr>
          <p:nvPr/>
        </p:nvGrpSpPr>
        <p:grpSpPr bwMode="auto">
          <a:xfrm>
            <a:off x="6597725" y="3032125"/>
            <a:ext cx="3503539" cy="2630488"/>
            <a:chOff x="5076825" y="3032125"/>
            <a:chExt cx="3844925" cy="2630488"/>
          </a:xfrm>
          <a:solidFill>
            <a:schemeClr val="accent1"/>
          </a:solidFill>
        </p:grpSpPr>
        <p:sp>
          <p:nvSpPr>
            <p:cNvPr id="12315" name="Text Box 110">
              <a:extLst>
                <a:ext uri="{FF2B5EF4-FFF2-40B4-BE49-F238E27FC236}">
                  <a16:creationId xmlns:a16="http://schemas.microsoft.com/office/drawing/2014/main" id="{95513566-FC1D-4FE2-BE50-4F2AF76D0338}"/>
                </a:ext>
              </a:extLst>
            </p:cNvPr>
            <p:cNvSpPr txBox="1">
              <a:spLocks noChangeArrowheads="1"/>
            </p:cNvSpPr>
            <p:nvPr/>
          </p:nvSpPr>
          <p:spPr bwMode="auto">
            <a:xfrm>
              <a:off x="8482013" y="3667125"/>
              <a:ext cx="439737" cy="366713"/>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en-US" altLang="en-US" sz="1800" b="0"/>
                <a:t>y</a:t>
              </a:r>
              <a:endParaRPr lang="ru-RU" altLang="en-US" sz="1800" b="0"/>
            </a:p>
          </p:txBody>
        </p:sp>
        <p:grpSp>
          <p:nvGrpSpPr>
            <p:cNvPr id="12316" name="Group 70">
              <a:extLst>
                <a:ext uri="{FF2B5EF4-FFF2-40B4-BE49-F238E27FC236}">
                  <a16:creationId xmlns:a16="http://schemas.microsoft.com/office/drawing/2014/main" id="{3EEA7C0D-7373-4EE1-975A-DBCF699A03F6}"/>
                </a:ext>
              </a:extLst>
            </p:cNvPr>
            <p:cNvGrpSpPr>
              <a:grpSpLocks/>
            </p:cNvGrpSpPr>
            <p:nvPr/>
          </p:nvGrpSpPr>
          <p:grpSpPr bwMode="auto">
            <a:xfrm>
              <a:off x="5076825" y="3032125"/>
              <a:ext cx="3671888" cy="2630488"/>
              <a:chOff x="3198" y="2099"/>
              <a:chExt cx="2313" cy="1657"/>
            </a:xfrm>
            <a:grpFill/>
          </p:grpSpPr>
          <p:grpSp>
            <p:nvGrpSpPr>
              <p:cNvPr id="12317" name="Group 73">
                <a:extLst>
                  <a:ext uri="{FF2B5EF4-FFF2-40B4-BE49-F238E27FC236}">
                    <a16:creationId xmlns:a16="http://schemas.microsoft.com/office/drawing/2014/main" id="{DD4F6645-42A9-4AD0-A38C-A5B03F418C87}"/>
                  </a:ext>
                </a:extLst>
              </p:cNvPr>
              <p:cNvGrpSpPr>
                <a:grpSpLocks/>
              </p:cNvGrpSpPr>
              <p:nvPr/>
            </p:nvGrpSpPr>
            <p:grpSpPr bwMode="auto">
              <a:xfrm>
                <a:off x="3815" y="3430"/>
                <a:ext cx="337" cy="326"/>
                <a:chOff x="894" y="2432"/>
                <a:chExt cx="337" cy="326"/>
              </a:xfrm>
              <a:grpFill/>
            </p:grpSpPr>
            <p:sp>
              <p:nvSpPr>
                <p:cNvPr id="12339" name="AutoShape 74">
                  <a:extLst>
                    <a:ext uri="{FF2B5EF4-FFF2-40B4-BE49-F238E27FC236}">
                      <a16:creationId xmlns:a16="http://schemas.microsoft.com/office/drawing/2014/main" id="{FAA537A0-FA9C-44DC-8C01-E923B60D2944}"/>
                    </a:ext>
                  </a:extLst>
                </p:cNvPr>
                <p:cNvSpPr>
                  <a:spLocks noChangeArrowheads="1"/>
                </p:cNvSpPr>
                <p:nvPr/>
              </p:nvSpPr>
              <p:spPr bwMode="auto">
                <a:xfrm rot="5400000">
                  <a:off x="860" y="2466"/>
                  <a:ext cx="326" cy="258"/>
                </a:xfrm>
                <a:prstGeom prst="triangle">
                  <a:avLst>
                    <a:gd name="adj" fmla="val 50000"/>
                  </a:avLst>
                </a:prstGeom>
                <a:grpFill/>
                <a:ln w="25400">
                  <a:solidFill>
                    <a:schemeClr val="tx1"/>
                  </a:solidFill>
                  <a:miter lim="800000"/>
                  <a:headEnd/>
                  <a:tailEnd/>
                </a:ln>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sz="1600" b="0" baseline="-25000"/>
                </a:p>
              </p:txBody>
            </p:sp>
            <p:sp>
              <p:nvSpPr>
                <p:cNvPr id="12340" name="Oval 75">
                  <a:extLst>
                    <a:ext uri="{FF2B5EF4-FFF2-40B4-BE49-F238E27FC236}">
                      <a16:creationId xmlns:a16="http://schemas.microsoft.com/office/drawing/2014/main" id="{3238D129-3FF4-4DBC-BD85-F093AB6EE479}"/>
                    </a:ext>
                  </a:extLst>
                </p:cNvPr>
                <p:cNvSpPr>
                  <a:spLocks noChangeArrowheads="1"/>
                </p:cNvSpPr>
                <p:nvPr/>
              </p:nvSpPr>
              <p:spPr bwMode="auto">
                <a:xfrm>
                  <a:off x="1154" y="2558"/>
                  <a:ext cx="77" cy="77"/>
                </a:xfrm>
                <a:prstGeom prst="ellipse">
                  <a:avLst/>
                </a:prstGeom>
                <a:grp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sz="1600" b="0" baseline="-25000"/>
                </a:p>
              </p:txBody>
            </p:sp>
          </p:grpSp>
          <p:sp>
            <p:nvSpPr>
              <p:cNvPr id="12318" name="Line 82">
                <a:extLst>
                  <a:ext uri="{FF2B5EF4-FFF2-40B4-BE49-F238E27FC236}">
                    <a16:creationId xmlns:a16="http://schemas.microsoft.com/office/drawing/2014/main" id="{FFEBD602-B013-4B1A-878F-1675E16B0BCE}"/>
                  </a:ext>
                </a:extLst>
              </p:cNvPr>
              <p:cNvSpPr>
                <a:spLocks noChangeShapeType="1"/>
              </p:cNvSpPr>
              <p:nvPr/>
            </p:nvSpPr>
            <p:spPr bwMode="auto">
              <a:xfrm>
                <a:off x="3425" y="2280"/>
                <a:ext cx="998" cy="0"/>
              </a:xfrm>
              <a:prstGeom prst="line">
                <a:avLst/>
              </a:prstGeom>
              <a:grpFill/>
              <a:ln w="25400">
                <a:solidFill>
                  <a:schemeClr val="tx1"/>
                </a:solidFill>
                <a:round/>
                <a:headEnd/>
                <a:tailEnd/>
              </a:ln>
            </p:spPr>
            <p:txBody>
              <a:bodyPr/>
              <a:lstStyle/>
              <a:p>
                <a:pPr>
                  <a:defRPr/>
                </a:pPr>
                <a:endParaRPr lang="en-US"/>
              </a:p>
            </p:txBody>
          </p:sp>
          <p:sp>
            <p:nvSpPr>
              <p:cNvPr id="12319" name="Line 89">
                <a:extLst>
                  <a:ext uri="{FF2B5EF4-FFF2-40B4-BE49-F238E27FC236}">
                    <a16:creationId xmlns:a16="http://schemas.microsoft.com/office/drawing/2014/main" id="{E74FEF4F-A004-45C7-909B-96C855D0A539}"/>
                  </a:ext>
                </a:extLst>
              </p:cNvPr>
              <p:cNvSpPr>
                <a:spLocks noChangeShapeType="1"/>
              </p:cNvSpPr>
              <p:nvPr/>
            </p:nvSpPr>
            <p:spPr bwMode="auto">
              <a:xfrm>
                <a:off x="3479" y="3582"/>
                <a:ext cx="325" cy="0"/>
              </a:xfrm>
              <a:prstGeom prst="line">
                <a:avLst/>
              </a:prstGeom>
              <a:grpFill/>
              <a:ln w="25400">
                <a:solidFill>
                  <a:schemeClr val="tx1"/>
                </a:solidFill>
                <a:round/>
                <a:headEnd/>
                <a:tailEnd/>
              </a:ln>
            </p:spPr>
            <p:txBody>
              <a:bodyPr/>
              <a:lstStyle/>
              <a:p>
                <a:pPr>
                  <a:defRPr/>
                </a:pPr>
                <a:endParaRPr lang="en-US"/>
              </a:p>
            </p:txBody>
          </p:sp>
          <p:sp>
            <p:nvSpPr>
              <p:cNvPr id="12320" name="Line 90">
                <a:extLst>
                  <a:ext uri="{FF2B5EF4-FFF2-40B4-BE49-F238E27FC236}">
                    <a16:creationId xmlns:a16="http://schemas.microsoft.com/office/drawing/2014/main" id="{25F9FB96-C1A9-454C-911D-B9DFC6624AF0}"/>
                  </a:ext>
                </a:extLst>
              </p:cNvPr>
              <p:cNvSpPr>
                <a:spLocks noChangeShapeType="1"/>
              </p:cNvSpPr>
              <p:nvPr/>
            </p:nvSpPr>
            <p:spPr bwMode="auto">
              <a:xfrm>
                <a:off x="4151" y="3588"/>
                <a:ext cx="136" cy="0"/>
              </a:xfrm>
              <a:prstGeom prst="line">
                <a:avLst/>
              </a:prstGeom>
              <a:grpFill/>
              <a:ln w="25400">
                <a:solidFill>
                  <a:schemeClr val="tx1"/>
                </a:solidFill>
                <a:round/>
                <a:headEnd/>
                <a:tailEnd/>
              </a:ln>
            </p:spPr>
            <p:txBody>
              <a:bodyPr/>
              <a:lstStyle/>
              <a:p>
                <a:pPr>
                  <a:defRPr/>
                </a:pPr>
                <a:endParaRPr lang="en-US"/>
              </a:p>
            </p:txBody>
          </p:sp>
          <p:sp>
            <p:nvSpPr>
              <p:cNvPr id="12321" name="Line 91">
                <a:extLst>
                  <a:ext uri="{FF2B5EF4-FFF2-40B4-BE49-F238E27FC236}">
                    <a16:creationId xmlns:a16="http://schemas.microsoft.com/office/drawing/2014/main" id="{C9C9C0EA-5BCE-4B3E-A8F4-B5EDA36132B6}"/>
                  </a:ext>
                </a:extLst>
              </p:cNvPr>
              <p:cNvSpPr>
                <a:spLocks noChangeShapeType="1"/>
              </p:cNvSpPr>
              <p:nvPr/>
            </p:nvSpPr>
            <p:spPr bwMode="auto">
              <a:xfrm flipV="1">
                <a:off x="4287" y="2510"/>
                <a:ext cx="0" cy="1077"/>
              </a:xfrm>
              <a:prstGeom prst="line">
                <a:avLst/>
              </a:prstGeom>
              <a:grpFill/>
              <a:ln w="25400">
                <a:solidFill>
                  <a:schemeClr val="tx1"/>
                </a:solidFill>
                <a:round/>
                <a:headEnd/>
                <a:tailEnd/>
              </a:ln>
            </p:spPr>
            <p:txBody>
              <a:bodyPr/>
              <a:lstStyle/>
              <a:p>
                <a:pPr>
                  <a:defRPr/>
                </a:pPr>
                <a:endParaRPr lang="en-US"/>
              </a:p>
            </p:txBody>
          </p:sp>
          <p:sp>
            <p:nvSpPr>
              <p:cNvPr id="12322" name="Line 92">
                <a:extLst>
                  <a:ext uri="{FF2B5EF4-FFF2-40B4-BE49-F238E27FC236}">
                    <a16:creationId xmlns:a16="http://schemas.microsoft.com/office/drawing/2014/main" id="{AA00C20B-0098-4E98-A73E-1A063EA3058C}"/>
                  </a:ext>
                </a:extLst>
              </p:cNvPr>
              <p:cNvSpPr>
                <a:spLocks noChangeShapeType="1"/>
              </p:cNvSpPr>
              <p:nvPr/>
            </p:nvSpPr>
            <p:spPr bwMode="auto">
              <a:xfrm>
                <a:off x="4287" y="2507"/>
                <a:ext cx="136" cy="0"/>
              </a:xfrm>
              <a:prstGeom prst="line">
                <a:avLst/>
              </a:prstGeom>
              <a:grpFill/>
              <a:ln w="25400">
                <a:solidFill>
                  <a:schemeClr val="tx1"/>
                </a:solidFill>
                <a:round/>
                <a:headEnd/>
                <a:tailEnd/>
              </a:ln>
            </p:spPr>
            <p:txBody>
              <a:bodyPr/>
              <a:lstStyle/>
              <a:p>
                <a:pPr>
                  <a:defRPr/>
                </a:pPr>
                <a:endParaRPr lang="en-US"/>
              </a:p>
            </p:txBody>
          </p:sp>
          <p:sp>
            <p:nvSpPr>
              <p:cNvPr id="12323" name="Line 93">
                <a:extLst>
                  <a:ext uri="{FF2B5EF4-FFF2-40B4-BE49-F238E27FC236}">
                    <a16:creationId xmlns:a16="http://schemas.microsoft.com/office/drawing/2014/main" id="{45A46187-1DD8-4388-B331-D5F58CDDC5C1}"/>
                  </a:ext>
                </a:extLst>
              </p:cNvPr>
              <p:cNvSpPr>
                <a:spLocks noChangeShapeType="1"/>
              </p:cNvSpPr>
              <p:nvPr/>
            </p:nvSpPr>
            <p:spPr bwMode="auto">
              <a:xfrm flipV="1">
                <a:off x="3698" y="3155"/>
                <a:ext cx="0" cy="431"/>
              </a:xfrm>
              <a:prstGeom prst="line">
                <a:avLst/>
              </a:prstGeom>
              <a:grpFill/>
              <a:ln w="25400">
                <a:solidFill>
                  <a:schemeClr val="tx1"/>
                </a:solidFill>
                <a:round/>
                <a:headEnd type="oval" w="med" len="med"/>
                <a:tailEnd/>
              </a:ln>
            </p:spPr>
            <p:txBody>
              <a:bodyPr/>
              <a:lstStyle/>
              <a:p>
                <a:pPr>
                  <a:defRPr/>
                </a:pPr>
                <a:endParaRPr lang="en-US"/>
              </a:p>
            </p:txBody>
          </p:sp>
          <p:sp>
            <p:nvSpPr>
              <p:cNvPr id="12324" name="Line 94">
                <a:extLst>
                  <a:ext uri="{FF2B5EF4-FFF2-40B4-BE49-F238E27FC236}">
                    <a16:creationId xmlns:a16="http://schemas.microsoft.com/office/drawing/2014/main" id="{B486BA53-F843-4B61-B48C-4D5AC3ECC878}"/>
                  </a:ext>
                </a:extLst>
              </p:cNvPr>
              <p:cNvSpPr>
                <a:spLocks noChangeShapeType="1"/>
              </p:cNvSpPr>
              <p:nvPr/>
            </p:nvSpPr>
            <p:spPr bwMode="auto">
              <a:xfrm>
                <a:off x="3698" y="3155"/>
                <a:ext cx="725" cy="0"/>
              </a:xfrm>
              <a:prstGeom prst="line">
                <a:avLst/>
              </a:prstGeom>
              <a:grpFill/>
              <a:ln w="25400">
                <a:solidFill>
                  <a:schemeClr val="tx1"/>
                </a:solidFill>
                <a:round/>
                <a:headEnd/>
                <a:tailEnd/>
              </a:ln>
            </p:spPr>
            <p:txBody>
              <a:bodyPr/>
              <a:lstStyle/>
              <a:p>
                <a:pPr>
                  <a:defRPr/>
                </a:pPr>
                <a:endParaRPr lang="en-US"/>
              </a:p>
            </p:txBody>
          </p:sp>
          <p:sp>
            <p:nvSpPr>
              <p:cNvPr id="12325" name="Line 95">
                <a:extLst>
                  <a:ext uri="{FF2B5EF4-FFF2-40B4-BE49-F238E27FC236}">
                    <a16:creationId xmlns:a16="http://schemas.microsoft.com/office/drawing/2014/main" id="{F30BD815-FE2F-419A-B65A-C1D429F19795}"/>
                  </a:ext>
                </a:extLst>
              </p:cNvPr>
              <p:cNvSpPr>
                <a:spLocks noChangeShapeType="1"/>
              </p:cNvSpPr>
              <p:nvPr/>
            </p:nvSpPr>
            <p:spPr bwMode="auto">
              <a:xfrm flipV="1">
                <a:off x="3425" y="2960"/>
                <a:ext cx="998" cy="1"/>
              </a:xfrm>
              <a:prstGeom prst="line">
                <a:avLst/>
              </a:prstGeom>
              <a:grpFill/>
              <a:ln w="25400">
                <a:solidFill>
                  <a:schemeClr val="tx1"/>
                </a:solidFill>
                <a:round/>
                <a:headEnd/>
                <a:tailEnd/>
              </a:ln>
            </p:spPr>
            <p:txBody>
              <a:bodyPr/>
              <a:lstStyle/>
              <a:p>
                <a:pPr>
                  <a:defRPr/>
                </a:pPr>
                <a:endParaRPr lang="en-US"/>
              </a:p>
            </p:txBody>
          </p:sp>
          <p:sp>
            <p:nvSpPr>
              <p:cNvPr id="12326" name="Line 96">
                <a:extLst>
                  <a:ext uri="{FF2B5EF4-FFF2-40B4-BE49-F238E27FC236}">
                    <a16:creationId xmlns:a16="http://schemas.microsoft.com/office/drawing/2014/main" id="{1360A74F-FAF3-43DF-A1C8-B19C64B8486E}"/>
                  </a:ext>
                </a:extLst>
              </p:cNvPr>
              <p:cNvSpPr>
                <a:spLocks noChangeShapeType="1"/>
              </p:cNvSpPr>
              <p:nvPr/>
            </p:nvSpPr>
            <p:spPr bwMode="auto">
              <a:xfrm>
                <a:off x="4883" y="2598"/>
                <a:ext cx="152" cy="0"/>
              </a:xfrm>
              <a:prstGeom prst="line">
                <a:avLst/>
              </a:prstGeom>
              <a:grpFill/>
              <a:ln w="25400">
                <a:solidFill>
                  <a:schemeClr val="tx1"/>
                </a:solidFill>
                <a:round/>
                <a:headEnd/>
                <a:tailEnd/>
              </a:ln>
            </p:spPr>
            <p:txBody>
              <a:bodyPr/>
              <a:lstStyle/>
              <a:p>
                <a:pPr>
                  <a:defRPr/>
                </a:pPr>
                <a:endParaRPr lang="en-US"/>
              </a:p>
            </p:txBody>
          </p:sp>
          <p:sp>
            <p:nvSpPr>
              <p:cNvPr id="12327" name="Line 97">
                <a:extLst>
                  <a:ext uri="{FF2B5EF4-FFF2-40B4-BE49-F238E27FC236}">
                    <a16:creationId xmlns:a16="http://schemas.microsoft.com/office/drawing/2014/main" id="{EA3DE1A0-32AF-4FAF-8555-57C47C0F72EA}"/>
                  </a:ext>
                </a:extLst>
              </p:cNvPr>
              <p:cNvSpPr>
                <a:spLocks noChangeShapeType="1"/>
              </p:cNvSpPr>
              <p:nvPr/>
            </p:nvSpPr>
            <p:spPr bwMode="auto">
              <a:xfrm>
                <a:off x="4892" y="2798"/>
                <a:ext cx="152" cy="0"/>
              </a:xfrm>
              <a:prstGeom prst="line">
                <a:avLst/>
              </a:prstGeom>
              <a:grpFill/>
              <a:ln w="25400">
                <a:solidFill>
                  <a:schemeClr val="tx1"/>
                </a:solidFill>
                <a:round/>
                <a:headEnd/>
                <a:tailEnd/>
              </a:ln>
            </p:spPr>
            <p:txBody>
              <a:bodyPr/>
              <a:lstStyle/>
              <a:p>
                <a:pPr>
                  <a:defRPr/>
                </a:pPr>
                <a:endParaRPr lang="en-US"/>
              </a:p>
            </p:txBody>
          </p:sp>
          <p:sp>
            <p:nvSpPr>
              <p:cNvPr id="12328" name="Line 98">
                <a:extLst>
                  <a:ext uri="{FF2B5EF4-FFF2-40B4-BE49-F238E27FC236}">
                    <a16:creationId xmlns:a16="http://schemas.microsoft.com/office/drawing/2014/main" id="{BC50528C-8DB1-4AE2-BE37-57D980A6F8BF}"/>
                  </a:ext>
                </a:extLst>
              </p:cNvPr>
              <p:cNvSpPr>
                <a:spLocks noChangeShapeType="1"/>
              </p:cNvSpPr>
              <p:nvPr/>
            </p:nvSpPr>
            <p:spPr bwMode="auto">
              <a:xfrm flipV="1">
                <a:off x="4886" y="2389"/>
                <a:ext cx="0" cy="204"/>
              </a:xfrm>
              <a:prstGeom prst="line">
                <a:avLst/>
              </a:prstGeom>
              <a:grpFill/>
              <a:ln w="25400">
                <a:solidFill>
                  <a:schemeClr val="tx1"/>
                </a:solidFill>
                <a:round/>
                <a:headEnd/>
                <a:tailEnd/>
              </a:ln>
            </p:spPr>
            <p:txBody>
              <a:bodyPr/>
              <a:lstStyle/>
              <a:p>
                <a:pPr>
                  <a:defRPr/>
                </a:pPr>
                <a:endParaRPr lang="en-US"/>
              </a:p>
            </p:txBody>
          </p:sp>
          <p:sp>
            <p:nvSpPr>
              <p:cNvPr id="12329" name="Line 99">
                <a:extLst>
                  <a:ext uri="{FF2B5EF4-FFF2-40B4-BE49-F238E27FC236}">
                    <a16:creationId xmlns:a16="http://schemas.microsoft.com/office/drawing/2014/main" id="{FDF46819-D4FD-4642-BCCC-2BFA228183DA}"/>
                  </a:ext>
                </a:extLst>
              </p:cNvPr>
              <p:cNvSpPr>
                <a:spLocks noChangeShapeType="1"/>
              </p:cNvSpPr>
              <p:nvPr/>
            </p:nvSpPr>
            <p:spPr bwMode="auto">
              <a:xfrm flipV="1">
                <a:off x="4887" y="2797"/>
                <a:ext cx="0" cy="265"/>
              </a:xfrm>
              <a:prstGeom prst="line">
                <a:avLst/>
              </a:prstGeom>
              <a:grpFill/>
              <a:ln w="25400">
                <a:solidFill>
                  <a:schemeClr val="tx1"/>
                </a:solidFill>
                <a:round/>
                <a:headEnd/>
                <a:tailEnd/>
              </a:ln>
            </p:spPr>
            <p:txBody>
              <a:bodyPr/>
              <a:lstStyle/>
              <a:p>
                <a:pPr>
                  <a:defRPr/>
                </a:pPr>
                <a:endParaRPr lang="en-US"/>
              </a:p>
            </p:txBody>
          </p:sp>
          <p:sp>
            <p:nvSpPr>
              <p:cNvPr id="12330" name="Line 100">
                <a:extLst>
                  <a:ext uri="{FF2B5EF4-FFF2-40B4-BE49-F238E27FC236}">
                    <a16:creationId xmlns:a16="http://schemas.microsoft.com/office/drawing/2014/main" id="{E15517A5-98A2-45F1-B800-A1B35B058DFB}"/>
                  </a:ext>
                </a:extLst>
              </p:cNvPr>
              <p:cNvSpPr>
                <a:spLocks noChangeShapeType="1"/>
              </p:cNvSpPr>
              <p:nvPr/>
            </p:nvSpPr>
            <p:spPr bwMode="auto">
              <a:xfrm>
                <a:off x="4731" y="2388"/>
                <a:ext cx="159" cy="0"/>
              </a:xfrm>
              <a:prstGeom prst="line">
                <a:avLst/>
              </a:prstGeom>
              <a:grpFill/>
              <a:ln w="25400">
                <a:solidFill>
                  <a:schemeClr val="tx1"/>
                </a:solidFill>
                <a:round/>
                <a:headEnd/>
                <a:tailEnd/>
              </a:ln>
            </p:spPr>
            <p:txBody>
              <a:bodyPr/>
              <a:lstStyle/>
              <a:p>
                <a:pPr>
                  <a:defRPr/>
                </a:pPr>
                <a:endParaRPr lang="en-US"/>
              </a:p>
            </p:txBody>
          </p:sp>
          <p:sp>
            <p:nvSpPr>
              <p:cNvPr id="12331" name="Line 105">
                <a:extLst>
                  <a:ext uri="{FF2B5EF4-FFF2-40B4-BE49-F238E27FC236}">
                    <a16:creationId xmlns:a16="http://schemas.microsoft.com/office/drawing/2014/main" id="{404CEE58-09DF-4394-A3B9-15CF7E9A51FF}"/>
                  </a:ext>
                </a:extLst>
              </p:cNvPr>
              <p:cNvSpPr>
                <a:spLocks noChangeShapeType="1"/>
              </p:cNvSpPr>
              <p:nvPr/>
            </p:nvSpPr>
            <p:spPr bwMode="auto">
              <a:xfrm>
                <a:off x="4735" y="3059"/>
                <a:ext cx="147" cy="0"/>
              </a:xfrm>
              <a:prstGeom prst="line">
                <a:avLst/>
              </a:prstGeom>
              <a:grpFill/>
              <a:ln w="25400">
                <a:solidFill>
                  <a:schemeClr val="tx1"/>
                </a:solidFill>
                <a:round/>
                <a:headEnd/>
                <a:tailEnd/>
              </a:ln>
            </p:spPr>
            <p:txBody>
              <a:bodyPr/>
              <a:lstStyle/>
              <a:p>
                <a:pPr>
                  <a:defRPr/>
                </a:pPr>
                <a:endParaRPr lang="en-US"/>
              </a:p>
            </p:txBody>
          </p:sp>
          <p:sp>
            <p:nvSpPr>
              <p:cNvPr id="12332" name="Line 106">
                <a:extLst>
                  <a:ext uri="{FF2B5EF4-FFF2-40B4-BE49-F238E27FC236}">
                    <a16:creationId xmlns:a16="http://schemas.microsoft.com/office/drawing/2014/main" id="{3BCD79A1-747C-49B8-8905-09D25BA72FF5}"/>
                  </a:ext>
                </a:extLst>
              </p:cNvPr>
              <p:cNvSpPr>
                <a:spLocks noChangeShapeType="1"/>
              </p:cNvSpPr>
              <p:nvPr/>
            </p:nvSpPr>
            <p:spPr bwMode="auto">
              <a:xfrm>
                <a:off x="5352" y="2712"/>
                <a:ext cx="159" cy="0"/>
              </a:xfrm>
              <a:prstGeom prst="line">
                <a:avLst/>
              </a:prstGeom>
              <a:grpFill/>
              <a:ln w="25400">
                <a:solidFill>
                  <a:schemeClr val="tx1"/>
                </a:solidFill>
                <a:round/>
                <a:headEnd/>
                <a:tailEnd/>
              </a:ln>
            </p:spPr>
            <p:txBody>
              <a:bodyPr/>
              <a:lstStyle/>
              <a:p>
                <a:pPr>
                  <a:defRPr/>
                </a:pPr>
                <a:endParaRPr lang="en-US"/>
              </a:p>
            </p:txBody>
          </p:sp>
          <p:sp>
            <p:nvSpPr>
              <p:cNvPr id="12333" name="Text Box 107">
                <a:extLst>
                  <a:ext uri="{FF2B5EF4-FFF2-40B4-BE49-F238E27FC236}">
                    <a16:creationId xmlns:a16="http://schemas.microsoft.com/office/drawing/2014/main" id="{80B6BDA6-0338-46EE-88F4-1BD438E2F1CA}"/>
                  </a:ext>
                </a:extLst>
              </p:cNvPr>
              <p:cNvSpPr txBox="1">
                <a:spLocks noChangeArrowheads="1"/>
              </p:cNvSpPr>
              <p:nvPr/>
            </p:nvSpPr>
            <p:spPr bwMode="auto">
              <a:xfrm>
                <a:off x="3198" y="2099"/>
                <a:ext cx="409" cy="231"/>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en-US" altLang="en-US" sz="1800" b="0" dirty="0"/>
                  <a:t>x0</a:t>
                </a:r>
                <a:endParaRPr lang="ru-RU" altLang="en-US" sz="1800" b="0" dirty="0"/>
              </a:p>
            </p:txBody>
          </p:sp>
          <p:sp>
            <p:nvSpPr>
              <p:cNvPr id="12334" name="Text Box 108">
                <a:extLst>
                  <a:ext uri="{FF2B5EF4-FFF2-40B4-BE49-F238E27FC236}">
                    <a16:creationId xmlns:a16="http://schemas.microsoft.com/office/drawing/2014/main" id="{E78BBB73-8669-4587-9C70-0F2ADE83D6A9}"/>
                  </a:ext>
                </a:extLst>
              </p:cNvPr>
              <p:cNvSpPr txBox="1">
                <a:spLocks noChangeArrowheads="1"/>
              </p:cNvSpPr>
              <p:nvPr/>
            </p:nvSpPr>
            <p:spPr bwMode="auto">
              <a:xfrm>
                <a:off x="3228" y="2779"/>
                <a:ext cx="409" cy="231"/>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en-US" altLang="en-US" sz="1800" b="0" dirty="0"/>
                  <a:t>x1</a:t>
                </a:r>
                <a:endParaRPr lang="ru-RU" altLang="en-US" sz="1800" b="0" dirty="0"/>
              </a:p>
            </p:txBody>
          </p:sp>
          <p:sp>
            <p:nvSpPr>
              <p:cNvPr id="12335" name="Text Box 109">
                <a:extLst>
                  <a:ext uri="{FF2B5EF4-FFF2-40B4-BE49-F238E27FC236}">
                    <a16:creationId xmlns:a16="http://schemas.microsoft.com/office/drawing/2014/main" id="{2FEE0B09-0953-4F9C-8D41-EB5D20A471AB}"/>
                  </a:ext>
                </a:extLst>
              </p:cNvPr>
              <p:cNvSpPr txBox="1">
                <a:spLocks noChangeArrowheads="1"/>
              </p:cNvSpPr>
              <p:nvPr/>
            </p:nvSpPr>
            <p:spPr bwMode="auto">
              <a:xfrm>
                <a:off x="3289" y="3459"/>
                <a:ext cx="227" cy="231"/>
              </a:xfrm>
              <a:prstGeom prst="rect">
                <a:avLst/>
              </a:prstGeom>
              <a:solidFill>
                <a:srgbClr val="FFFFFF"/>
              </a:solidFill>
              <a:ln>
                <a:noFill/>
              </a:ln>
              <a:extLs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en-US" altLang="en-US" sz="1800" b="0"/>
                  <a:t>S</a:t>
                </a:r>
                <a:endParaRPr lang="ru-RU" altLang="en-US" sz="1800" b="0"/>
              </a:p>
            </p:txBody>
          </p:sp>
          <p:sp>
            <p:nvSpPr>
              <p:cNvPr id="12336" name="Freeform 49">
                <a:extLst>
                  <a:ext uri="{FF2B5EF4-FFF2-40B4-BE49-F238E27FC236}">
                    <a16:creationId xmlns:a16="http://schemas.microsoft.com/office/drawing/2014/main" id="{E94D887A-FBA3-4BC9-A3D9-79CCE56C5F00}"/>
                  </a:ext>
                </a:extLst>
              </p:cNvPr>
              <p:cNvSpPr>
                <a:spLocks/>
              </p:cNvSpPr>
              <p:nvPr/>
            </p:nvSpPr>
            <p:spPr bwMode="auto">
              <a:xfrm>
                <a:off x="5003" y="2496"/>
                <a:ext cx="340" cy="413"/>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4"/>
                    </a:moveTo>
                    <a:cubicBezTo>
                      <a:pt x="108" y="54"/>
                      <a:pt x="82" y="107"/>
                      <a:pt x="0" y="107"/>
                    </a:cubicBezTo>
                    <a:cubicBezTo>
                      <a:pt x="0" y="107"/>
                      <a:pt x="16" y="101"/>
                      <a:pt x="16" y="54"/>
                    </a:cubicBezTo>
                    <a:cubicBezTo>
                      <a:pt x="16" y="53"/>
                      <a:pt x="16" y="53"/>
                      <a:pt x="16" y="53"/>
                    </a:cubicBezTo>
                    <a:cubicBezTo>
                      <a:pt x="16" y="6"/>
                      <a:pt x="0" y="0"/>
                      <a:pt x="0" y="0"/>
                    </a:cubicBezTo>
                    <a:cubicBezTo>
                      <a:pt x="82" y="0"/>
                      <a:pt x="108" y="54"/>
                      <a:pt x="108" y="54"/>
                    </a:cubicBezTo>
                    <a:close/>
                  </a:path>
                </a:pathLst>
              </a:custGeom>
              <a:grpFill/>
              <a:ln w="25400">
                <a:solidFill>
                  <a:schemeClr val="tx1"/>
                </a:solidFill>
                <a:miter lim="800000"/>
                <a:headEnd/>
                <a:tailEnd/>
              </a:ln>
            </p:spPr>
            <p:txBody>
              <a:bodyPr/>
              <a:lstStyle/>
              <a:p>
                <a:pPr>
                  <a:defRPr/>
                </a:pPr>
                <a:endParaRPr lang="en-US"/>
              </a:p>
            </p:txBody>
          </p:sp>
          <p:sp>
            <p:nvSpPr>
              <p:cNvPr id="12337" name="Freeform 50">
                <a:extLst>
                  <a:ext uri="{FF2B5EF4-FFF2-40B4-BE49-F238E27FC236}">
                    <a16:creationId xmlns:a16="http://schemas.microsoft.com/office/drawing/2014/main" id="{BDD2FAE1-96DE-4EDD-AFA6-DCD116062455}"/>
                  </a:ext>
                </a:extLst>
              </p:cNvPr>
              <p:cNvSpPr>
                <a:spLocks/>
              </p:cNvSpPr>
              <p:nvPr/>
            </p:nvSpPr>
            <p:spPr bwMode="auto">
              <a:xfrm>
                <a:off x="4432" y="2196"/>
                <a:ext cx="304" cy="36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grpFill/>
              <a:ln w="25400">
                <a:solidFill>
                  <a:schemeClr val="tx1"/>
                </a:solidFill>
                <a:miter lim="800000"/>
                <a:headEnd/>
                <a:tailEnd/>
              </a:ln>
            </p:spPr>
            <p:txBody>
              <a:bodyPr/>
              <a:lstStyle/>
              <a:p>
                <a:pPr>
                  <a:defRPr/>
                </a:pPr>
                <a:endParaRPr lang="en-US"/>
              </a:p>
            </p:txBody>
          </p:sp>
          <p:sp>
            <p:nvSpPr>
              <p:cNvPr id="12338" name="Freeform 50">
                <a:extLst>
                  <a:ext uri="{FF2B5EF4-FFF2-40B4-BE49-F238E27FC236}">
                    <a16:creationId xmlns:a16="http://schemas.microsoft.com/office/drawing/2014/main" id="{7C25E400-5FF8-495F-AACA-64056CF463F2}"/>
                  </a:ext>
                </a:extLst>
              </p:cNvPr>
              <p:cNvSpPr>
                <a:spLocks/>
              </p:cNvSpPr>
              <p:nvPr/>
            </p:nvSpPr>
            <p:spPr bwMode="auto">
              <a:xfrm>
                <a:off x="4423" y="2872"/>
                <a:ext cx="304" cy="365"/>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grpFill/>
              <a:ln w="25400">
                <a:solidFill>
                  <a:schemeClr val="tx1"/>
                </a:solidFill>
                <a:miter lim="800000"/>
                <a:headEnd/>
                <a:tailEnd/>
              </a:ln>
            </p:spPr>
            <p:txBody>
              <a:bodyPr/>
              <a:lstStyle/>
              <a:p>
                <a:pPr>
                  <a:defRPr/>
                </a:pPr>
                <a:endParaRPr lang="en-US"/>
              </a:p>
            </p:txBody>
          </p:sp>
        </p:grpSp>
      </p:grpSp>
      <p:graphicFrame>
        <p:nvGraphicFramePr>
          <p:cNvPr id="45" name="Table 44">
            <a:extLst>
              <a:ext uri="{FF2B5EF4-FFF2-40B4-BE49-F238E27FC236}">
                <a16:creationId xmlns:a16="http://schemas.microsoft.com/office/drawing/2014/main" id="{7DDD3C84-2F62-46FC-973B-F46A5EBE1C81}"/>
              </a:ext>
            </a:extLst>
          </p:cNvPr>
          <p:cNvGraphicFramePr>
            <a:graphicFrameLocks noGrp="1"/>
          </p:cNvGraphicFramePr>
          <p:nvPr>
            <p:extLst>
              <p:ext uri="{D42A27DB-BD31-4B8C-83A1-F6EECF244321}">
                <p14:modId xmlns:p14="http://schemas.microsoft.com/office/powerpoint/2010/main" val="2347964065"/>
              </p:ext>
            </p:extLst>
          </p:nvPr>
        </p:nvGraphicFramePr>
        <p:xfrm>
          <a:off x="4533900" y="3289300"/>
          <a:ext cx="1676400" cy="1981200"/>
        </p:xfrm>
        <a:graphic>
          <a:graphicData uri="http://schemas.openxmlformats.org/drawingml/2006/table">
            <a:tbl>
              <a:tblPr firstRow="1" bandRow="1">
                <a:tableStyleId>{5C22544A-7EE6-4342-B048-85BDC9FD1C3A}</a:tableStyleId>
              </a:tblPr>
              <a:tblGrid>
                <a:gridCol w="11684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S  X</a:t>
                      </a:r>
                      <a:r>
                        <a:rPr kumimoji="0" lang="en-US" sz="2000" b="0" i="0" u="none" strike="noStrike" cap="none" normalizeH="0" baseline="-25000" dirty="0">
                          <a:ln>
                            <a:noFill/>
                          </a:ln>
                          <a:solidFill>
                            <a:schemeClr val="bg1"/>
                          </a:solidFill>
                          <a:effectLst/>
                          <a:latin typeface="Arial" pitchFamily="34" charset="0"/>
                          <a:cs typeface="Arial" pitchFamily="34" charset="0"/>
                        </a:rPr>
                        <a:t>0</a:t>
                      </a:r>
                      <a:r>
                        <a:rPr kumimoji="0" lang="en-US" sz="2000" b="0" i="0" u="none" strike="noStrike" cap="none" normalizeH="0" baseline="0" dirty="0">
                          <a:ln>
                            <a:noFill/>
                          </a:ln>
                          <a:solidFill>
                            <a:schemeClr val="bg1"/>
                          </a:solidFill>
                          <a:effectLst/>
                          <a:latin typeface="Arial" pitchFamily="34" charset="0"/>
                          <a:cs typeface="Arial" pitchFamily="34" charset="0"/>
                        </a:rPr>
                        <a:t>  X</a:t>
                      </a:r>
                      <a:r>
                        <a:rPr kumimoji="0" lang="en-US" sz="2000" b="0" i="0" u="none" strike="noStrike" cap="none" normalizeH="0" baseline="-25000" dirty="0">
                          <a:ln>
                            <a:noFill/>
                          </a:ln>
                          <a:solidFill>
                            <a:schemeClr val="bg1"/>
                          </a:solidFill>
                          <a:effectLst/>
                          <a:latin typeface="Arial" pitchFamily="34" charset="0"/>
                          <a:cs typeface="Arial" pitchFamily="34" charset="0"/>
                        </a:rPr>
                        <a:t>1</a:t>
                      </a:r>
                      <a:r>
                        <a:rPr kumimoji="0" lang="en-US" sz="2000" b="0" i="0" u="none" strike="noStrike" cap="none" normalizeH="0" baseline="0" dirty="0">
                          <a:ln>
                            <a:noFill/>
                          </a:ln>
                          <a:solidFill>
                            <a:schemeClr val="bg1"/>
                          </a:solidFill>
                          <a:effectLst/>
                          <a:latin typeface="Arial" pitchFamily="34" charset="0"/>
                          <a:cs typeface="Arial" pitchFamily="34" charset="0"/>
                        </a:rPr>
                        <a:t> </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y</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   x</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   1   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x   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x   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3DEED4F-6BB4-6E0A-A59A-6BE41CB32A04}"/>
              </a:ext>
            </a:extLst>
          </p:cNvPr>
          <p:cNvSpPr>
            <a:spLocks noGrp="1" noChangeArrowheads="1"/>
          </p:cNvSpPr>
          <p:nvPr>
            <p:ph type="title"/>
          </p:nvPr>
        </p:nvSpPr>
        <p:spPr>
          <a:xfrm>
            <a:off x="-1" y="183402"/>
            <a:ext cx="11612880" cy="704088"/>
          </a:xfrm>
        </p:spPr>
        <p:txBody>
          <a:bodyPr/>
          <a:lstStyle/>
          <a:p>
            <a:r>
              <a:rPr lang="en-US" altLang="en-US"/>
              <a:t>Mux 2:1 ln Verilog</a:t>
            </a:r>
            <a:endParaRPr lang="en-GB" altLang="en-US"/>
          </a:p>
        </p:txBody>
      </p:sp>
      <p:sp>
        <p:nvSpPr>
          <p:cNvPr id="4" name="Text Placeholder 3">
            <a:extLst>
              <a:ext uri="{FF2B5EF4-FFF2-40B4-BE49-F238E27FC236}">
                <a16:creationId xmlns:a16="http://schemas.microsoft.com/office/drawing/2014/main" id="{A29C1588-2F33-1470-4A6B-BE89A1BE1003}"/>
              </a:ext>
            </a:extLst>
          </p:cNvPr>
          <p:cNvSpPr>
            <a:spLocks noGrp="1"/>
          </p:cNvSpPr>
          <p:nvPr>
            <p:ph type="body" sz="quarter" idx="10"/>
          </p:nvPr>
        </p:nvSpPr>
        <p:spPr/>
        <p:txBody>
          <a:bodyPr/>
          <a:lstStyle/>
          <a:p>
            <a:r>
              <a:rPr lang="en-US" dirty="0"/>
              <a:t>Verilog</a:t>
            </a:r>
          </a:p>
          <a:p>
            <a:r>
              <a:rPr lang="en-US" dirty="0"/>
              <a:t>module mux2(input [3:0] d0, d1,  input s, output [3:0] y);</a:t>
            </a:r>
          </a:p>
          <a:p>
            <a:r>
              <a:rPr lang="en-US" dirty="0"/>
              <a:t>assign y = s ? d1 : d0;</a:t>
            </a:r>
          </a:p>
          <a:p>
            <a:r>
              <a:rPr lang="en-US" dirty="0" err="1"/>
              <a:t>endmodule</a:t>
            </a:r>
            <a:endParaRPr lang="en-US" dirty="0"/>
          </a:p>
          <a:p>
            <a:r>
              <a:rPr lang="en-US" dirty="0"/>
              <a:t>In </a:t>
            </a:r>
            <a:r>
              <a:rPr lang="en-US" dirty="0" err="1"/>
              <a:t>SystemVerilog</a:t>
            </a:r>
            <a:r>
              <a:rPr lang="en-US" dirty="0"/>
              <a:t>, internal signals are usually declared as  logic.</a:t>
            </a:r>
          </a:p>
          <a:p>
            <a:r>
              <a:rPr lang="en-US" dirty="0"/>
              <a:t>System Verilog</a:t>
            </a:r>
          </a:p>
          <a:p>
            <a:r>
              <a:rPr lang="en-US" dirty="0"/>
              <a:t>module mux2(input logic [3:0] d0, d1,  input logic s,</a:t>
            </a:r>
          </a:p>
          <a:p>
            <a:r>
              <a:rPr lang="en-US" dirty="0"/>
              <a:t>output logic [3:0] y);</a:t>
            </a:r>
          </a:p>
          <a:p>
            <a:r>
              <a:rPr lang="en-US" dirty="0"/>
              <a:t>assign y = s ? d1 : d0;</a:t>
            </a:r>
          </a:p>
          <a:p>
            <a:r>
              <a:rPr lang="en-US" dirty="0" err="1"/>
              <a:t>endmodule</a:t>
            </a:r>
            <a:endParaRPr lang="en-US" dirty="0"/>
          </a:p>
          <a:p>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8">
            <a:extLst>
              <a:ext uri="{FF2B5EF4-FFF2-40B4-BE49-F238E27FC236}">
                <a16:creationId xmlns:a16="http://schemas.microsoft.com/office/drawing/2014/main" id="{67446F1C-9D91-B4DC-1C10-9910157C19D9}"/>
              </a:ext>
            </a:extLst>
          </p:cNvPr>
          <p:cNvGrpSpPr>
            <a:grpSpLocks/>
          </p:cNvGrpSpPr>
          <p:nvPr/>
        </p:nvGrpSpPr>
        <p:grpSpPr bwMode="auto">
          <a:xfrm>
            <a:off x="2252664" y="1905000"/>
            <a:ext cx="3887787" cy="3240088"/>
            <a:chOff x="728663" y="1905000"/>
            <a:chExt cx="3887788" cy="3240088"/>
          </a:xfrm>
        </p:grpSpPr>
        <p:sp>
          <p:nvSpPr>
            <p:cNvPr id="2" name="Rectangle 6">
              <a:extLst>
                <a:ext uri="{FF2B5EF4-FFF2-40B4-BE49-F238E27FC236}">
                  <a16:creationId xmlns:a16="http://schemas.microsoft.com/office/drawing/2014/main" id="{4C9F052D-2820-4A90-A14F-3995E1A4FD56}"/>
                </a:ext>
              </a:extLst>
            </p:cNvPr>
            <p:cNvSpPr>
              <a:spLocks noChangeArrowheads="1"/>
            </p:cNvSpPr>
            <p:nvPr/>
          </p:nvSpPr>
          <p:spPr bwMode="auto">
            <a:xfrm>
              <a:off x="1879600" y="1905000"/>
              <a:ext cx="1728788" cy="3240088"/>
            </a:xfrm>
            <a:prstGeom prst="rect">
              <a:avLst/>
            </a:prstGeom>
            <a:solidFill>
              <a:schemeClr val="accent1"/>
            </a:solidFill>
            <a:ln w="9525" algn="ctr">
              <a:noFill/>
              <a:miter lim="800000"/>
              <a:headEnd/>
              <a:tailEnd/>
            </a:ln>
          </p:spPr>
          <p:txBody>
            <a:bodyPr wrap="none" anchor="ctr"/>
            <a:lstStyle/>
            <a:p>
              <a:pPr eaLnBrk="1" hangingPunct="1">
                <a:defRPr/>
              </a:pPr>
              <a:endParaRPr lang="ru-RU"/>
            </a:p>
          </p:txBody>
        </p:sp>
        <p:sp>
          <p:nvSpPr>
            <p:cNvPr id="7173" name="Line 7">
              <a:extLst>
                <a:ext uri="{FF2B5EF4-FFF2-40B4-BE49-F238E27FC236}">
                  <a16:creationId xmlns:a16="http://schemas.microsoft.com/office/drawing/2014/main" id="{E23CDEDC-8130-4F34-9CE7-3025952B139F}"/>
                </a:ext>
              </a:extLst>
            </p:cNvPr>
            <p:cNvSpPr>
              <a:spLocks noChangeShapeType="1"/>
            </p:cNvSpPr>
            <p:nvPr/>
          </p:nvSpPr>
          <p:spPr bwMode="auto">
            <a:xfrm>
              <a:off x="1304925" y="2336800"/>
              <a:ext cx="935038" cy="0"/>
            </a:xfrm>
            <a:prstGeom prst="line">
              <a:avLst/>
            </a:prstGeom>
            <a:noFill/>
            <a:ln w="25400">
              <a:solidFill>
                <a:schemeClr val="tx1"/>
              </a:solidFill>
              <a:round/>
              <a:headEnd/>
              <a:tailEnd/>
            </a:ln>
          </p:spPr>
          <p:txBody>
            <a:bodyPr/>
            <a:lstStyle/>
            <a:p>
              <a:pPr eaLnBrk="1" hangingPunct="1">
                <a:defRPr/>
              </a:pPr>
              <a:endParaRPr lang="en-US" dirty="0"/>
            </a:p>
          </p:txBody>
        </p:sp>
        <p:sp>
          <p:nvSpPr>
            <p:cNvPr id="7174" name="Oval 8">
              <a:extLst>
                <a:ext uri="{FF2B5EF4-FFF2-40B4-BE49-F238E27FC236}">
                  <a16:creationId xmlns:a16="http://schemas.microsoft.com/office/drawing/2014/main" id="{99D866EF-7406-4046-B0BA-646240C036CB}"/>
                </a:ext>
              </a:extLst>
            </p:cNvPr>
            <p:cNvSpPr>
              <a:spLocks noChangeArrowheads="1"/>
            </p:cNvSpPr>
            <p:nvPr/>
          </p:nvSpPr>
          <p:spPr bwMode="auto">
            <a:xfrm>
              <a:off x="2249488" y="2263775"/>
              <a:ext cx="158750" cy="158750"/>
            </a:xfrm>
            <a:prstGeom prst="ellipse">
              <a:avLst/>
            </a:prstGeom>
            <a:noFill/>
            <a:ln w="25400" algn="ctr">
              <a:solidFill>
                <a:schemeClr val="tx1"/>
              </a:solidFill>
              <a:round/>
              <a:headEnd/>
              <a:tailEnd/>
            </a:ln>
          </p:spPr>
          <p:txBody>
            <a:bodyPr wrap="none" anchor="ctr"/>
            <a:lstStyle/>
            <a:p>
              <a:pPr eaLnBrk="1" hangingPunct="1">
                <a:defRPr/>
              </a:pPr>
              <a:endParaRPr lang="ru-RU"/>
            </a:p>
          </p:txBody>
        </p:sp>
        <p:sp>
          <p:nvSpPr>
            <p:cNvPr id="7175" name="Line 9">
              <a:extLst>
                <a:ext uri="{FF2B5EF4-FFF2-40B4-BE49-F238E27FC236}">
                  <a16:creationId xmlns:a16="http://schemas.microsoft.com/office/drawing/2014/main" id="{3194FAD5-D6E2-4AFC-8E91-0B6C47DB89A1}"/>
                </a:ext>
              </a:extLst>
            </p:cNvPr>
            <p:cNvSpPr>
              <a:spLocks noChangeShapeType="1"/>
            </p:cNvSpPr>
            <p:nvPr/>
          </p:nvSpPr>
          <p:spPr bwMode="auto">
            <a:xfrm>
              <a:off x="1304925" y="2686050"/>
              <a:ext cx="935038" cy="0"/>
            </a:xfrm>
            <a:prstGeom prst="line">
              <a:avLst/>
            </a:prstGeom>
            <a:noFill/>
            <a:ln w="25400">
              <a:solidFill>
                <a:schemeClr val="tx1"/>
              </a:solidFill>
              <a:round/>
              <a:headEnd/>
              <a:tailEnd/>
            </a:ln>
          </p:spPr>
          <p:txBody>
            <a:bodyPr/>
            <a:lstStyle/>
            <a:p>
              <a:pPr eaLnBrk="1" hangingPunct="1">
                <a:defRPr/>
              </a:pPr>
              <a:endParaRPr lang="en-US" dirty="0"/>
            </a:p>
          </p:txBody>
        </p:sp>
        <p:sp>
          <p:nvSpPr>
            <p:cNvPr id="7176" name="Oval 10">
              <a:extLst>
                <a:ext uri="{FF2B5EF4-FFF2-40B4-BE49-F238E27FC236}">
                  <a16:creationId xmlns:a16="http://schemas.microsoft.com/office/drawing/2014/main" id="{85EFAB85-D948-4537-ADA2-BBF060A3BD7C}"/>
                </a:ext>
              </a:extLst>
            </p:cNvPr>
            <p:cNvSpPr>
              <a:spLocks noChangeArrowheads="1"/>
            </p:cNvSpPr>
            <p:nvPr/>
          </p:nvSpPr>
          <p:spPr bwMode="auto">
            <a:xfrm>
              <a:off x="2249488" y="2613025"/>
              <a:ext cx="158750" cy="158750"/>
            </a:xfrm>
            <a:prstGeom prst="ellipse">
              <a:avLst/>
            </a:prstGeom>
            <a:noFill/>
            <a:ln w="25400" algn="ctr">
              <a:solidFill>
                <a:schemeClr val="tx1"/>
              </a:solidFill>
              <a:round/>
              <a:headEnd/>
              <a:tailEnd/>
            </a:ln>
          </p:spPr>
          <p:txBody>
            <a:bodyPr wrap="none" anchor="ctr"/>
            <a:lstStyle/>
            <a:p>
              <a:pPr eaLnBrk="1" hangingPunct="1">
                <a:defRPr/>
              </a:pPr>
              <a:endParaRPr lang="ru-RU"/>
            </a:p>
          </p:txBody>
        </p:sp>
        <p:sp>
          <p:nvSpPr>
            <p:cNvPr id="7177" name="Line 11">
              <a:extLst>
                <a:ext uri="{FF2B5EF4-FFF2-40B4-BE49-F238E27FC236}">
                  <a16:creationId xmlns:a16="http://schemas.microsoft.com/office/drawing/2014/main" id="{AC99554A-FF71-4513-A0A6-02827CE2F62A}"/>
                </a:ext>
              </a:extLst>
            </p:cNvPr>
            <p:cNvSpPr>
              <a:spLocks noChangeShapeType="1"/>
            </p:cNvSpPr>
            <p:nvPr/>
          </p:nvSpPr>
          <p:spPr bwMode="auto">
            <a:xfrm>
              <a:off x="1319213" y="3033713"/>
              <a:ext cx="935037" cy="0"/>
            </a:xfrm>
            <a:prstGeom prst="line">
              <a:avLst/>
            </a:prstGeom>
            <a:noFill/>
            <a:ln w="25400">
              <a:solidFill>
                <a:schemeClr val="tx1"/>
              </a:solidFill>
              <a:round/>
              <a:headEnd/>
              <a:tailEnd/>
            </a:ln>
          </p:spPr>
          <p:txBody>
            <a:bodyPr/>
            <a:lstStyle/>
            <a:p>
              <a:pPr eaLnBrk="1" hangingPunct="1">
                <a:defRPr/>
              </a:pPr>
              <a:endParaRPr lang="en-US" dirty="0"/>
            </a:p>
          </p:txBody>
        </p:sp>
        <p:sp>
          <p:nvSpPr>
            <p:cNvPr id="7178" name="Oval 12">
              <a:extLst>
                <a:ext uri="{FF2B5EF4-FFF2-40B4-BE49-F238E27FC236}">
                  <a16:creationId xmlns:a16="http://schemas.microsoft.com/office/drawing/2014/main" id="{703EA3DA-C51E-4A24-AF81-A4A5BA0BCA52}"/>
                </a:ext>
              </a:extLst>
            </p:cNvPr>
            <p:cNvSpPr>
              <a:spLocks noChangeArrowheads="1"/>
            </p:cNvSpPr>
            <p:nvPr/>
          </p:nvSpPr>
          <p:spPr bwMode="auto">
            <a:xfrm>
              <a:off x="2263775" y="2960688"/>
              <a:ext cx="158750" cy="158750"/>
            </a:xfrm>
            <a:prstGeom prst="ellipse">
              <a:avLst/>
            </a:prstGeom>
            <a:noFill/>
            <a:ln w="25400" algn="ctr">
              <a:solidFill>
                <a:schemeClr val="tx1"/>
              </a:solidFill>
              <a:round/>
              <a:headEnd/>
              <a:tailEnd/>
            </a:ln>
          </p:spPr>
          <p:txBody>
            <a:bodyPr wrap="none" anchor="ctr"/>
            <a:lstStyle/>
            <a:p>
              <a:pPr eaLnBrk="1" hangingPunct="1">
                <a:defRPr/>
              </a:pPr>
              <a:endParaRPr lang="ru-RU"/>
            </a:p>
          </p:txBody>
        </p:sp>
        <p:sp>
          <p:nvSpPr>
            <p:cNvPr id="7179" name="Line 13">
              <a:extLst>
                <a:ext uri="{FF2B5EF4-FFF2-40B4-BE49-F238E27FC236}">
                  <a16:creationId xmlns:a16="http://schemas.microsoft.com/office/drawing/2014/main" id="{54973C22-EB32-4E72-A149-3043F71FAFAE}"/>
                </a:ext>
              </a:extLst>
            </p:cNvPr>
            <p:cNvSpPr>
              <a:spLocks noChangeShapeType="1"/>
            </p:cNvSpPr>
            <p:nvPr/>
          </p:nvSpPr>
          <p:spPr bwMode="auto">
            <a:xfrm>
              <a:off x="1319213" y="3640138"/>
              <a:ext cx="935037" cy="0"/>
            </a:xfrm>
            <a:prstGeom prst="line">
              <a:avLst/>
            </a:prstGeom>
            <a:noFill/>
            <a:ln w="25400">
              <a:solidFill>
                <a:schemeClr val="tx1"/>
              </a:solidFill>
              <a:round/>
              <a:headEnd/>
              <a:tailEnd/>
            </a:ln>
          </p:spPr>
          <p:txBody>
            <a:bodyPr/>
            <a:lstStyle/>
            <a:p>
              <a:pPr eaLnBrk="1" hangingPunct="1">
                <a:defRPr/>
              </a:pPr>
              <a:endParaRPr lang="en-US" dirty="0"/>
            </a:p>
          </p:txBody>
        </p:sp>
        <p:sp>
          <p:nvSpPr>
            <p:cNvPr id="7180" name="Oval 14">
              <a:extLst>
                <a:ext uri="{FF2B5EF4-FFF2-40B4-BE49-F238E27FC236}">
                  <a16:creationId xmlns:a16="http://schemas.microsoft.com/office/drawing/2014/main" id="{69FD1E0B-15BC-438C-81F9-ABAA585938A1}"/>
                </a:ext>
              </a:extLst>
            </p:cNvPr>
            <p:cNvSpPr>
              <a:spLocks noChangeArrowheads="1"/>
            </p:cNvSpPr>
            <p:nvPr/>
          </p:nvSpPr>
          <p:spPr bwMode="auto">
            <a:xfrm>
              <a:off x="2263775" y="3567113"/>
              <a:ext cx="158750" cy="158750"/>
            </a:xfrm>
            <a:prstGeom prst="ellipse">
              <a:avLst/>
            </a:prstGeom>
            <a:noFill/>
            <a:ln w="25400" algn="ctr">
              <a:solidFill>
                <a:schemeClr val="tx1"/>
              </a:solidFill>
              <a:round/>
              <a:headEnd/>
              <a:tailEnd/>
            </a:ln>
          </p:spPr>
          <p:txBody>
            <a:bodyPr wrap="none" anchor="ctr"/>
            <a:lstStyle/>
            <a:p>
              <a:pPr eaLnBrk="1" hangingPunct="1">
                <a:defRPr/>
              </a:pPr>
              <a:endParaRPr lang="ru-RU"/>
            </a:p>
          </p:txBody>
        </p:sp>
        <p:sp>
          <p:nvSpPr>
            <p:cNvPr id="7181" name="Line 15">
              <a:extLst>
                <a:ext uri="{FF2B5EF4-FFF2-40B4-BE49-F238E27FC236}">
                  <a16:creationId xmlns:a16="http://schemas.microsoft.com/office/drawing/2014/main" id="{866F3F4C-0D59-4F34-83BA-3CD5F3593F22}"/>
                </a:ext>
              </a:extLst>
            </p:cNvPr>
            <p:cNvSpPr>
              <a:spLocks noChangeShapeType="1"/>
            </p:cNvSpPr>
            <p:nvPr/>
          </p:nvSpPr>
          <p:spPr bwMode="auto">
            <a:xfrm>
              <a:off x="1592263" y="3128963"/>
              <a:ext cx="0" cy="360362"/>
            </a:xfrm>
            <a:prstGeom prst="line">
              <a:avLst/>
            </a:prstGeom>
            <a:noFill/>
            <a:ln w="25400">
              <a:solidFill>
                <a:schemeClr val="tx1"/>
              </a:solidFill>
              <a:prstDash val="dash"/>
              <a:round/>
              <a:headEnd/>
              <a:tailEnd/>
            </a:ln>
          </p:spPr>
          <p:txBody>
            <a:bodyPr/>
            <a:lstStyle/>
            <a:p>
              <a:pPr eaLnBrk="1" hangingPunct="1">
                <a:defRPr/>
              </a:pPr>
              <a:endParaRPr lang="en-US" dirty="0"/>
            </a:p>
          </p:txBody>
        </p:sp>
        <p:sp>
          <p:nvSpPr>
            <p:cNvPr id="7182" name="Line 16">
              <a:extLst>
                <a:ext uri="{FF2B5EF4-FFF2-40B4-BE49-F238E27FC236}">
                  <a16:creationId xmlns:a16="http://schemas.microsoft.com/office/drawing/2014/main" id="{6C5BF409-54F7-49A4-B7E8-4CAD9739578E}"/>
                </a:ext>
              </a:extLst>
            </p:cNvPr>
            <p:cNvSpPr>
              <a:spLocks noChangeShapeType="1"/>
            </p:cNvSpPr>
            <p:nvPr/>
          </p:nvSpPr>
          <p:spPr bwMode="auto">
            <a:xfrm>
              <a:off x="2398713" y="2351088"/>
              <a:ext cx="863600" cy="576262"/>
            </a:xfrm>
            <a:prstGeom prst="line">
              <a:avLst/>
            </a:prstGeom>
            <a:noFill/>
            <a:ln w="50800">
              <a:solidFill>
                <a:schemeClr val="tx1"/>
              </a:solidFill>
              <a:round/>
              <a:headEnd/>
              <a:tailEnd/>
            </a:ln>
          </p:spPr>
          <p:txBody>
            <a:bodyPr/>
            <a:lstStyle/>
            <a:p>
              <a:pPr eaLnBrk="1" hangingPunct="1">
                <a:defRPr/>
              </a:pPr>
              <a:endParaRPr lang="en-US" dirty="0"/>
            </a:p>
          </p:txBody>
        </p:sp>
        <p:sp>
          <p:nvSpPr>
            <p:cNvPr id="7183" name="Line 17">
              <a:extLst>
                <a:ext uri="{FF2B5EF4-FFF2-40B4-BE49-F238E27FC236}">
                  <a16:creationId xmlns:a16="http://schemas.microsoft.com/office/drawing/2014/main" id="{64E1E6A7-164F-425C-8627-76BA00204A77}"/>
                </a:ext>
              </a:extLst>
            </p:cNvPr>
            <p:cNvSpPr>
              <a:spLocks noChangeShapeType="1"/>
            </p:cNvSpPr>
            <p:nvPr/>
          </p:nvSpPr>
          <p:spPr bwMode="auto">
            <a:xfrm>
              <a:off x="3248026" y="2927350"/>
              <a:ext cx="936625" cy="0"/>
            </a:xfrm>
            <a:prstGeom prst="line">
              <a:avLst/>
            </a:prstGeom>
            <a:noFill/>
            <a:ln w="25400">
              <a:solidFill>
                <a:schemeClr val="tx1"/>
              </a:solidFill>
              <a:round/>
              <a:headEnd/>
              <a:tailEnd/>
            </a:ln>
          </p:spPr>
          <p:txBody>
            <a:bodyPr/>
            <a:lstStyle/>
            <a:p>
              <a:pPr eaLnBrk="1" hangingPunct="1">
                <a:defRPr/>
              </a:pPr>
              <a:endParaRPr lang="en-US" dirty="0"/>
            </a:p>
          </p:txBody>
        </p:sp>
        <p:sp>
          <p:nvSpPr>
            <p:cNvPr id="7184" name="Line 18">
              <a:extLst>
                <a:ext uri="{FF2B5EF4-FFF2-40B4-BE49-F238E27FC236}">
                  <a16:creationId xmlns:a16="http://schemas.microsoft.com/office/drawing/2014/main" id="{CE5AF72A-2616-4D7D-BC59-A0ED0CF0373D}"/>
                </a:ext>
              </a:extLst>
            </p:cNvPr>
            <p:cNvSpPr>
              <a:spLocks noChangeShapeType="1"/>
            </p:cNvSpPr>
            <p:nvPr/>
          </p:nvSpPr>
          <p:spPr bwMode="auto">
            <a:xfrm>
              <a:off x="1447800" y="4137025"/>
              <a:ext cx="1223963" cy="0"/>
            </a:xfrm>
            <a:prstGeom prst="line">
              <a:avLst/>
            </a:prstGeom>
            <a:noFill/>
            <a:ln w="25400">
              <a:solidFill>
                <a:schemeClr val="tx1"/>
              </a:solidFill>
              <a:round/>
              <a:headEnd/>
              <a:tailEnd/>
            </a:ln>
          </p:spPr>
          <p:txBody>
            <a:bodyPr/>
            <a:lstStyle/>
            <a:p>
              <a:pPr eaLnBrk="1" hangingPunct="1">
                <a:defRPr/>
              </a:pPr>
              <a:endParaRPr lang="en-US" dirty="0"/>
            </a:p>
          </p:txBody>
        </p:sp>
        <p:sp>
          <p:nvSpPr>
            <p:cNvPr id="7185" name="Line 19">
              <a:extLst>
                <a:ext uri="{FF2B5EF4-FFF2-40B4-BE49-F238E27FC236}">
                  <a16:creationId xmlns:a16="http://schemas.microsoft.com/office/drawing/2014/main" id="{1A59AFBD-B1A5-4376-84AE-4A32FE1702B5}"/>
                </a:ext>
              </a:extLst>
            </p:cNvPr>
            <p:cNvSpPr>
              <a:spLocks noChangeShapeType="1"/>
            </p:cNvSpPr>
            <p:nvPr/>
          </p:nvSpPr>
          <p:spPr bwMode="auto">
            <a:xfrm>
              <a:off x="1463675" y="4429125"/>
              <a:ext cx="1295400" cy="0"/>
            </a:xfrm>
            <a:prstGeom prst="line">
              <a:avLst/>
            </a:prstGeom>
            <a:noFill/>
            <a:ln w="25400">
              <a:solidFill>
                <a:schemeClr val="tx1"/>
              </a:solidFill>
              <a:round/>
              <a:headEnd/>
              <a:tailEnd/>
            </a:ln>
          </p:spPr>
          <p:txBody>
            <a:bodyPr/>
            <a:lstStyle/>
            <a:p>
              <a:pPr eaLnBrk="1" hangingPunct="1">
                <a:defRPr/>
              </a:pPr>
              <a:endParaRPr lang="en-US" dirty="0"/>
            </a:p>
          </p:txBody>
        </p:sp>
        <p:sp>
          <p:nvSpPr>
            <p:cNvPr id="7186" name="Line 20">
              <a:extLst>
                <a:ext uri="{FF2B5EF4-FFF2-40B4-BE49-F238E27FC236}">
                  <a16:creationId xmlns:a16="http://schemas.microsoft.com/office/drawing/2014/main" id="{4551E9D2-D3A7-4F87-988A-7282C1F1536E}"/>
                </a:ext>
              </a:extLst>
            </p:cNvPr>
            <p:cNvSpPr>
              <a:spLocks noChangeShapeType="1"/>
            </p:cNvSpPr>
            <p:nvPr/>
          </p:nvSpPr>
          <p:spPr bwMode="auto">
            <a:xfrm>
              <a:off x="1492250" y="4762500"/>
              <a:ext cx="1258888" cy="0"/>
            </a:xfrm>
            <a:prstGeom prst="line">
              <a:avLst/>
            </a:prstGeom>
            <a:noFill/>
            <a:ln w="25400">
              <a:solidFill>
                <a:schemeClr val="tx1"/>
              </a:solidFill>
              <a:round/>
              <a:headEnd/>
              <a:tailEnd/>
            </a:ln>
          </p:spPr>
          <p:txBody>
            <a:bodyPr/>
            <a:lstStyle/>
            <a:p>
              <a:pPr eaLnBrk="1" hangingPunct="1">
                <a:defRPr/>
              </a:pPr>
              <a:endParaRPr lang="en-US" dirty="0"/>
            </a:p>
          </p:txBody>
        </p:sp>
        <p:sp>
          <p:nvSpPr>
            <p:cNvPr id="7187" name="Line 21">
              <a:extLst>
                <a:ext uri="{FF2B5EF4-FFF2-40B4-BE49-F238E27FC236}">
                  <a16:creationId xmlns:a16="http://schemas.microsoft.com/office/drawing/2014/main" id="{F51C6E09-1953-448D-8309-2D844889B680}"/>
                </a:ext>
              </a:extLst>
            </p:cNvPr>
            <p:cNvSpPr>
              <a:spLocks noChangeShapeType="1"/>
            </p:cNvSpPr>
            <p:nvPr/>
          </p:nvSpPr>
          <p:spPr bwMode="auto">
            <a:xfrm flipV="1">
              <a:off x="2673351" y="2854325"/>
              <a:ext cx="0" cy="1258888"/>
            </a:xfrm>
            <a:prstGeom prst="line">
              <a:avLst/>
            </a:prstGeom>
            <a:noFill/>
            <a:ln w="25400">
              <a:solidFill>
                <a:schemeClr val="tx1"/>
              </a:solidFill>
              <a:round/>
              <a:headEnd/>
              <a:tailEnd/>
            </a:ln>
          </p:spPr>
          <p:txBody>
            <a:bodyPr/>
            <a:lstStyle/>
            <a:p>
              <a:pPr eaLnBrk="1" hangingPunct="1">
                <a:defRPr/>
              </a:pPr>
              <a:endParaRPr lang="en-US" dirty="0"/>
            </a:p>
          </p:txBody>
        </p:sp>
        <p:sp>
          <p:nvSpPr>
            <p:cNvPr id="7188" name="Line 22">
              <a:extLst>
                <a:ext uri="{FF2B5EF4-FFF2-40B4-BE49-F238E27FC236}">
                  <a16:creationId xmlns:a16="http://schemas.microsoft.com/office/drawing/2014/main" id="{CE555E5D-A2BA-4033-AE6F-C0622D9BCBF0}"/>
                </a:ext>
              </a:extLst>
            </p:cNvPr>
            <p:cNvSpPr>
              <a:spLocks noChangeShapeType="1"/>
            </p:cNvSpPr>
            <p:nvPr/>
          </p:nvSpPr>
          <p:spPr bwMode="auto">
            <a:xfrm flipH="1">
              <a:off x="2600325" y="2552700"/>
              <a:ext cx="144463" cy="288925"/>
            </a:xfrm>
            <a:prstGeom prst="line">
              <a:avLst/>
            </a:prstGeom>
            <a:noFill/>
            <a:ln w="25400">
              <a:solidFill>
                <a:schemeClr val="tx1"/>
              </a:solidFill>
              <a:round/>
              <a:headEnd/>
              <a:tailEnd/>
            </a:ln>
          </p:spPr>
          <p:txBody>
            <a:bodyPr/>
            <a:lstStyle/>
            <a:p>
              <a:pPr eaLnBrk="1" hangingPunct="1">
                <a:defRPr/>
              </a:pPr>
              <a:endParaRPr lang="en-US" dirty="0"/>
            </a:p>
          </p:txBody>
        </p:sp>
        <p:sp>
          <p:nvSpPr>
            <p:cNvPr id="7189" name="Line 23">
              <a:extLst>
                <a:ext uri="{FF2B5EF4-FFF2-40B4-BE49-F238E27FC236}">
                  <a16:creationId xmlns:a16="http://schemas.microsoft.com/office/drawing/2014/main" id="{EAC68D61-19AE-4DE7-AD8D-1AB39C9D66B0}"/>
                </a:ext>
              </a:extLst>
            </p:cNvPr>
            <p:cNvSpPr>
              <a:spLocks noChangeShapeType="1"/>
            </p:cNvSpPr>
            <p:nvPr/>
          </p:nvSpPr>
          <p:spPr bwMode="auto">
            <a:xfrm>
              <a:off x="2586038" y="2854325"/>
              <a:ext cx="71437" cy="0"/>
            </a:xfrm>
            <a:prstGeom prst="line">
              <a:avLst/>
            </a:prstGeom>
            <a:noFill/>
            <a:ln w="25400">
              <a:solidFill>
                <a:schemeClr val="tx1"/>
              </a:solidFill>
              <a:round/>
              <a:headEnd/>
              <a:tailEnd/>
            </a:ln>
          </p:spPr>
          <p:txBody>
            <a:bodyPr/>
            <a:lstStyle/>
            <a:p>
              <a:pPr eaLnBrk="1" hangingPunct="1">
                <a:defRPr/>
              </a:pPr>
              <a:endParaRPr lang="en-US" dirty="0"/>
            </a:p>
          </p:txBody>
        </p:sp>
        <p:sp>
          <p:nvSpPr>
            <p:cNvPr id="7190" name="Line 24">
              <a:extLst>
                <a:ext uri="{FF2B5EF4-FFF2-40B4-BE49-F238E27FC236}">
                  <a16:creationId xmlns:a16="http://schemas.microsoft.com/office/drawing/2014/main" id="{A2FD3764-1F9A-4A95-932D-0BF8AEF59B82}"/>
                </a:ext>
              </a:extLst>
            </p:cNvPr>
            <p:cNvSpPr>
              <a:spLocks noChangeShapeType="1"/>
            </p:cNvSpPr>
            <p:nvPr/>
          </p:nvSpPr>
          <p:spPr bwMode="auto">
            <a:xfrm>
              <a:off x="2744789" y="2552700"/>
              <a:ext cx="85725" cy="282575"/>
            </a:xfrm>
            <a:prstGeom prst="line">
              <a:avLst/>
            </a:prstGeom>
            <a:noFill/>
            <a:ln w="25400">
              <a:solidFill>
                <a:schemeClr val="tx1"/>
              </a:solidFill>
              <a:round/>
              <a:headEnd/>
              <a:tailEnd/>
            </a:ln>
          </p:spPr>
          <p:txBody>
            <a:bodyPr/>
            <a:lstStyle/>
            <a:p>
              <a:pPr eaLnBrk="1" hangingPunct="1">
                <a:defRPr/>
              </a:pPr>
              <a:endParaRPr lang="en-US" dirty="0"/>
            </a:p>
          </p:txBody>
        </p:sp>
        <p:sp>
          <p:nvSpPr>
            <p:cNvPr id="7191" name="Line 25">
              <a:extLst>
                <a:ext uri="{FF2B5EF4-FFF2-40B4-BE49-F238E27FC236}">
                  <a16:creationId xmlns:a16="http://schemas.microsoft.com/office/drawing/2014/main" id="{61882C59-5F65-482F-BC02-8CB92028F414}"/>
                </a:ext>
              </a:extLst>
            </p:cNvPr>
            <p:cNvSpPr>
              <a:spLocks noChangeShapeType="1"/>
            </p:cNvSpPr>
            <p:nvPr/>
          </p:nvSpPr>
          <p:spPr bwMode="auto">
            <a:xfrm>
              <a:off x="2773364" y="2855913"/>
              <a:ext cx="71437" cy="0"/>
            </a:xfrm>
            <a:prstGeom prst="line">
              <a:avLst/>
            </a:prstGeom>
            <a:noFill/>
            <a:ln w="25400">
              <a:solidFill>
                <a:schemeClr val="tx1"/>
              </a:solidFill>
              <a:round/>
              <a:headEnd/>
              <a:tailEnd/>
            </a:ln>
          </p:spPr>
          <p:txBody>
            <a:bodyPr/>
            <a:lstStyle/>
            <a:p>
              <a:pPr eaLnBrk="1" hangingPunct="1">
                <a:defRPr/>
              </a:pPr>
              <a:endParaRPr lang="en-US" dirty="0"/>
            </a:p>
          </p:txBody>
        </p:sp>
        <p:sp>
          <p:nvSpPr>
            <p:cNvPr id="7192" name="Line 26">
              <a:extLst>
                <a:ext uri="{FF2B5EF4-FFF2-40B4-BE49-F238E27FC236}">
                  <a16:creationId xmlns:a16="http://schemas.microsoft.com/office/drawing/2014/main" id="{9B7DAC76-D0E2-4AB5-8EB9-8AAA26503EA0}"/>
                </a:ext>
              </a:extLst>
            </p:cNvPr>
            <p:cNvSpPr>
              <a:spLocks noChangeShapeType="1"/>
            </p:cNvSpPr>
            <p:nvPr/>
          </p:nvSpPr>
          <p:spPr bwMode="auto">
            <a:xfrm flipV="1">
              <a:off x="2759076" y="2854325"/>
              <a:ext cx="0" cy="1897063"/>
            </a:xfrm>
            <a:prstGeom prst="line">
              <a:avLst/>
            </a:prstGeom>
            <a:noFill/>
            <a:ln w="25400">
              <a:solidFill>
                <a:schemeClr val="tx1"/>
              </a:solidFill>
              <a:round/>
              <a:headEnd/>
              <a:tailEnd/>
            </a:ln>
          </p:spPr>
          <p:txBody>
            <a:bodyPr/>
            <a:lstStyle/>
            <a:p>
              <a:pPr eaLnBrk="1" hangingPunct="1">
                <a:defRPr/>
              </a:pPr>
              <a:endParaRPr lang="en-US" dirty="0"/>
            </a:p>
          </p:txBody>
        </p:sp>
        <p:sp>
          <p:nvSpPr>
            <p:cNvPr id="7193" name="Text Box 27">
              <a:extLst>
                <a:ext uri="{FF2B5EF4-FFF2-40B4-BE49-F238E27FC236}">
                  <a16:creationId xmlns:a16="http://schemas.microsoft.com/office/drawing/2014/main" id="{03A654F6-7D7E-4B23-94B9-E2CA65DE213A}"/>
                </a:ext>
              </a:extLst>
            </p:cNvPr>
            <p:cNvSpPr txBox="1">
              <a:spLocks noChangeArrowheads="1"/>
            </p:cNvSpPr>
            <p:nvPr/>
          </p:nvSpPr>
          <p:spPr bwMode="auto">
            <a:xfrm>
              <a:off x="728663" y="1976438"/>
              <a:ext cx="792162" cy="2898775"/>
            </a:xfrm>
            <a:prstGeom prst="rect">
              <a:avLst/>
            </a:prstGeom>
            <a:noFill/>
            <a:ln w="9525" algn="ctr">
              <a:noFill/>
              <a:miter lim="800000"/>
              <a:headEnd/>
              <a:tailEnd/>
            </a:ln>
          </p:spPr>
          <p:txBody>
            <a:bodyPr>
              <a:spAutoFit/>
            </a:bodyPr>
            <a:lstStyle/>
            <a:p>
              <a:pPr algn="ctr" eaLnBrk="1" hangingPunct="1">
                <a:spcBef>
                  <a:spcPct val="30000"/>
                </a:spcBef>
                <a:defRPr/>
              </a:pPr>
              <a:r>
                <a:rPr lang="en-US" sz="2000" dirty="0"/>
                <a:t>in0</a:t>
              </a:r>
            </a:p>
            <a:p>
              <a:pPr algn="ctr" eaLnBrk="1" hangingPunct="1">
                <a:spcBef>
                  <a:spcPct val="30000"/>
                </a:spcBef>
                <a:defRPr/>
              </a:pPr>
              <a:r>
                <a:rPr lang="en-US" sz="2000" dirty="0"/>
                <a:t>in1</a:t>
              </a:r>
            </a:p>
            <a:p>
              <a:pPr algn="ctr" eaLnBrk="1" hangingPunct="1">
                <a:spcBef>
                  <a:spcPct val="30000"/>
                </a:spcBef>
                <a:defRPr/>
              </a:pPr>
              <a:r>
                <a:rPr lang="en-US" sz="2000" dirty="0"/>
                <a:t>in2</a:t>
              </a:r>
            </a:p>
            <a:p>
              <a:pPr algn="ctr" eaLnBrk="1" hangingPunct="1">
                <a:spcBef>
                  <a:spcPct val="30000"/>
                </a:spcBef>
                <a:defRPr/>
              </a:pPr>
              <a:r>
                <a:rPr lang="en-US" sz="2000" dirty="0"/>
                <a:t>…</a:t>
              </a:r>
            </a:p>
            <a:p>
              <a:pPr algn="ctr" eaLnBrk="1" hangingPunct="1">
                <a:spcBef>
                  <a:spcPct val="30000"/>
                </a:spcBef>
                <a:defRPr/>
              </a:pPr>
              <a:r>
                <a:rPr lang="en-US" sz="2000" dirty="0"/>
                <a:t>in2</a:t>
              </a:r>
              <a:r>
                <a:rPr lang="en-US" sz="2000" baseline="30000" dirty="0"/>
                <a:t>n-1</a:t>
              </a:r>
              <a:endParaRPr lang="en-US" sz="2000" dirty="0"/>
            </a:p>
            <a:p>
              <a:pPr algn="ctr" eaLnBrk="1" hangingPunct="1">
                <a:defRPr/>
              </a:pPr>
              <a:r>
                <a:rPr lang="en-US" sz="2000" dirty="0"/>
                <a:t>a0</a:t>
              </a:r>
            </a:p>
            <a:p>
              <a:pPr algn="ctr" eaLnBrk="1" hangingPunct="1">
                <a:defRPr/>
              </a:pPr>
              <a:r>
                <a:rPr lang="en-US" sz="2000" dirty="0"/>
                <a:t>a1</a:t>
              </a:r>
            </a:p>
            <a:p>
              <a:pPr algn="ctr" eaLnBrk="1" hangingPunct="1">
                <a:defRPr/>
              </a:pPr>
              <a:r>
                <a:rPr lang="en-US" sz="2000" dirty="0"/>
                <a:t>an-1</a:t>
              </a:r>
              <a:endParaRPr lang="ru-RU" sz="2000" baseline="30000"/>
            </a:p>
          </p:txBody>
        </p:sp>
        <p:sp>
          <p:nvSpPr>
            <p:cNvPr id="7194" name="Text Box 28">
              <a:extLst>
                <a:ext uri="{FF2B5EF4-FFF2-40B4-BE49-F238E27FC236}">
                  <a16:creationId xmlns:a16="http://schemas.microsoft.com/office/drawing/2014/main" id="{364B3A02-3971-412A-8C73-881F0622ADDB}"/>
                </a:ext>
              </a:extLst>
            </p:cNvPr>
            <p:cNvSpPr txBox="1">
              <a:spLocks noChangeArrowheads="1"/>
            </p:cNvSpPr>
            <p:nvPr/>
          </p:nvSpPr>
          <p:spPr bwMode="auto">
            <a:xfrm>
              <a:off x="4040189" y="2697163"/>
              <a:ext cx="576262" cy="396875"/>
            </a:xfrm>
            <a:prstGeom prst="rect">
              <a:avLst/>
            </a:prstGeom>
            <a:noFill/>
            <a:ln w="9525" algn="ctr">
              <a:noFill/>
              <a:miter lim="800000"/>
              <a:headEnd/>
              <a:tailEnd/>
            </a:ln>
          </p:spPr>
          <p:txBody>
            <a:bodyPr>
              <a:spAutoFit/>
            </a:bodyPr>
            <a:lstStyle/>
            <a:p>
              <a:pPr algn="ctr" eaLnBrk="1" hangingPunct="1">
                <a:spcBef>
                  <a:spcPct val="50000"/>
                </a:spcBef>
                <a:defRPr/>
              </a:pPr>
              <a:r>
                <a:rPr lang="en-US" sz="2000" dirty="0"/>
                <a:t>Y</a:t>
              </a:r>
              <a:endParaRPr lang="ru-RU" sz="2000"/>
            </a:p>
          </p:txBody>
        </p:sp>
      </p:grpSp>
      <p:sp>
        <p:nvSpPr>
          <p:cNvPr id="15363" name="Title 31">
            <a:extLst>
              <a:ext uri="{FF2B5EF4-FFF2-40B4-BE49-F238E27FC236}">
                <a16:creationId xmlns:a16="http://schemas.microsoft.com/office/drawing/2014/main" id="{135A8640-20D2-C1AC-CF7B-0B18AF6BFA0C}"/>
              </a:ext>
            </a:extLst>
          </p:cNvPr>
          <p:cNvSpPr>
            <a:spLocks noGrp="1" noChangeArrowheads="1"/>
          </p:cNvSpPr>
          <p:nvPr>
            <p:ph type="title"/>
          </p:nvPr>
        </p:nvSpPr>
        <p:spPr>
          <a:xfrm>
            <a:off x="-1" y="183402"/>
            <a:ext cx="11612880" cy="704088"/>
          </a:xfrm>
        </p:spPr>
        <p:txBody>
          <a:bodyPr>
            <a:normAutofit/>
          </a:bodyPr>
          <a:lstStyle/>
          <a:p>
            <a:r>
              <a:rPr lang="en-US" altLang="en-US" dirty="0"/>
              <a:t>Simplified View of Multiplexer</a:t>
            </a:r>
          </a:p>
        </p:txBody>
      </p:sp>
      <p:sp>
        <p:nvSpPr>
          <p:cNvPr id="15364" name="Content Placeholder 33">
            <a:extLst>
              <a:ext uri="{FF2B5EF4-FFF2-40B4-BE49-F238E27FC236}">
                <a16:creationId xmlns:a16="http://schemas.microsoft.com/office/drawing/2014/main" id="{0C69FA55-29D8-85B0-3B8D-EBA3283AD459}"/>
              </a:ext>
            </a:extLst>
          </p:cNvPr>
          <p:cNvSpPr>
            <a:spLocks noGrp="1" noChangeArrowheads="1"/>
          </p:cNvSpPr>
          <p:nvPr>
            <p:ph type="body" sz="quarter" idx="10"/>
          </p:nvPr>
        </p:nvSpPr>
        <p:spPr>
          <a:xfrm>
            <a:off x="6672942" y="1188720"/>
            <a:ext cx="5062179" cy="5185186"/>
          </a:xfrm>
        </p:spPr>
        <p:txBody>
          <a:bodyPr/>
          <a:lstStyle/>
          <a:p>
            <a:pPr marL="0" indent="0">
              <a:buNone/>
            </a:pPr>
            <a:r>
              <a:rPr lang="en-US" altLang="en-US" dirty="0"/>
              <a:t>                                                   	n=4</a:t>
            </a:r>
          </a:p>
          <a:p>
            <a:pPr marL="0" indent="0">
              <a:buNone/>
            </a:pPr>
            <a:r>
              <a:rPr lang="en-US" altLang="en-US" dirty="0"/>
              <a:t>                                                  	 Y=in0~a1</a:t>
            </a:r>
            <a:r>
              <a:rPr lang="en-US" altLang="en-US" dirty="0">
                <a:sym typeface="Symbol" panose="05050102010706020507" pitchFamily="18" charset="2"/>
              </a:rPr>
              <a:t>~a0 +in1~a1 a0+</a:t>
            </a:r>
          </a:p>
          <a:p>
            <a:pPr marL="0" indent="0">
              <a:buNone/>
            </a:pPr>
            <a:r>
              <a:rPr lang="en-US" altLang="en-US" dirty="0">
                <a:sym typeface="Symbol" panose="05050102010706020507" pitchFamily="18" charset="2"/>
              </a:rPr>
              <a:t>                                                  	 +in2a1~a0 +in3a1a0</a:t>
            </a:r>
          </a:p>
          <a:p>
            <a:endParaRPr lang="en-US"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65">
            <a:extLst>
              <a:ext uri="{FF2B5EF4-FFF2-40B4-BE49-F238E27FC236}">
                <a16:creationId xmlns:a16="http://schemas.microsoft.com/office/drawing/2014/main" id="{4B3BD377-ADA8-AF9F-E86F-E0F67E5590C4}"/>
              </a:ext>
            </a:extLst>
          </p:cNvPr>
          <p:cNvSpPr>
            <a:spLocks noGrp="1" noChangeArrowheads="1"/>
          </p:cNvSpPr>
          <p:nvPr>
            <p:ph type="title"/>
          </p:nvPr>
        </p:nvSpPr>
        <p:spPr>
          <a:xfrm>
            <a:off x="-1" y="183402"/>
            <a:ext cx="11612880" cy="704088"/>
          </a:xfrm>
        </p:spPr>
        <p:txBody>
          <a:bodyPr>
            <a:normAutofit/>
          </a:bodyPr>
          <a:lstStyle/>
          <a:p>
            <a:r>
              <a:rPr lang="en-US" altLang="en-US" dirty="0"/>
              <a:t>Multiplexers (2)</a:t>
            </a:r>
          </a:p>
        </p:txBody>
      </p:sp>
      <p:sp>
        <p:nvSpPr>
          <p:cNvPr id="17410" name="Content Placeholder 66">
            <a:extLst>
              <a:ext uri="{FF2B5EF4-FFF2-40B4-BE49-F238E27FC236}">
                <a16:creationId xmlns:a16="http://schemas.microsoft.com/office/drawing/2014/main" id="{CE94B27A-13A3-B75B-B836-7FB08E0EE1B1}"/>
              </a:ext>
            </a:extLst>
          </p:cNvPr>
          <p:cNvSpPr>
            <a:spLocks noGrp="1" noChangeArrowheads="1"/>
          </p:cNvSpPr>
          <p:nvPr>
            <p:ph type="body" sz="quarter" idx="10"/>
          </p:nvPr>
        </p:nvSpPr>
        <p:spPr>
          <a:xfrm>
            <a:off x="457200" y="1188720"/>
            <a:ext cx="11277922" cy="5185186"/>
          </a:xfrm>
        </p:spPr>
        <p:txBody>
          <a:bodyPr/>
          <a:lstStyle/>
          <a:p>
            <a:endParaRPr lang="en-US" altLang="en-US" dirty="0"/>
          </a:p>
          <a:p>
            <a:pPr marL="0" indent="0">
              <a:buNone/>
            </a:pPr>
            <a:r>
              <a:rPr lang="en-US" altLang="en-US" dirty="0"/>
              <a:t>      Multiplexer 4:1</a:t>
            </a:r>
            <a:endParaRPr lang="ru-RU" altLang="en-US" dirty="0"/>
          </a:p>
          <a:p>
            <a:endParaRPr lang="en-US" altLang="en-US" dirty="0"/>
          </a:p>
        </p:txBody>
      </p:sp>
      <p:grpSp>
        <p:nvGrpSpPr>
          <p:cNvPr id="17411" name="Group 103">
            <a:extLst>
              <a:ext uri="{FF2B5EF4-FFF2-40B4-BE49-F238E27FC236}">
                <a16:creationId xmlns:a16="http://schemas.microsoft.com/office/drawing/2014/main" id="{FE80446C-1194-EFC9-F69F-7BA35D886C4F}"/>
              </a:ext>
            </a:extLst>
          </p:cNvPr>
          <p:cNvGrpSpPr>
            <a:grpSpLocks/>
          </p:cNvGrpSpPr>
          <p:nvPr/>
        </p:nvGrpSpPr>
        <p:grpSpPr bwMode="auto">
          <a:xfrm>
            <a:off x="4992688" y="1666876"/>
            <a:ext cx="5069952" cy="3971925"/>
            <a:chOff x="2306" y="739"/>
            <a:chExt cx="3315" cy="2950"/>
          </a:xfrm>
        </p:grpSpPr>
        <p:sp>
          <p:nvSpPr>
            <p:cNvPr id="17433" name="Text Box 7">
              <a:extLst>
                <a:ext uri="{FF2B5EF4-FFF2-40B4-BE49-F238E27FC236}">
                  <a16:creationId xmlns:a16="http://schemas.microsoft.com/office/drawing/2014/main" id="{886FCB0C-8190-4512-0507-B7BC461A22BE}"/>
                </a:ext>
              </a:extLst>
            </p:cNvPr>
            <p:cNvSpPr txBox="1">
              <a:spLocks noChangeArrowheads="1"/>
            </p:cNvSpPr>
            <p:nvPr/>
          </p:nvSpPr>
          <p:spPr bwMode="auto">
            <a:xfrm>
              <a:off x="2306" y="748"/>
              <a:ext cx="468" cy="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800"/>
                </a:spcAft>
              </a:pPr>
              <a:r>
                <a:rPr lang="ru-RU" altLang="en-US" sz="1600"/>
                <a:t>in0</a:t>
              </a:r>
            </a:p>
            <a:p>
              <a:pPr>
                <a:spcAft>
                  <a:spcPts val="800"/>
                </a:spcAft>
              </a:pPr>
              <a:endParaRPr lang="ru-RU" altLang="en-US" sz="1600"/>
            </a:p>
            <a:p>
              <a:pPr>
                <a:spcAft>
                  <a:spcPts val="1200"/>
                </a:spcAft>
              </a:pPr>
              <a:r>
                <a:rPr lang="ru-RU" altLang="en-US" sz="1600"/>
                <a:t>in1</a:t>
              </a:r>
            </a:p>
            <a:p>
              <a:pPr>
                <a:spcAft>
                  <a:spcPts val="1200"/>
                </a:spcAft>
              </a:pPr>
              <a:endParaRPr lang="ru-RU" altLang="en-US" sz="1600"/>
            </a:p>
            <a:p>
              <a:pPr>
                <a:spcAft>
                  <a:spcPts val="1200"/>
                </a:spcAft>
              </a:pPr>
              <a:r>
                <a:rPr lang="ru-RU" altLang="en-US" sz="1600"/>
                <a:t>in2</a:t>
              </a:r>
            </a:p>
            <a:p>
              <a:pPr>
                <a:spcAft>
                  <a:spcPts val="1200"/>
                </a:spcAft>
              </a:pPr>
              <a:endParaRPr lang="ru-RU" altLang="en-US" sz="1600"/>
            </a:p>
            <a:p>
              <a:pPr>
                <a:spcAft>
                  <a:spcPts val="1200"/>
                </a:spcAft>
              </a:pPr>
              <a:r>
                <a:rPr lang="en-GB" altLang="en-US" sz="1600"/>
                <a:t>I</a:t>
              </a:r>
              <a:r>
                <a:rPr lang="ru-RU" altLang="en-US" sz="1600"/>
                <a:t>n3</a:t>
              </a:r>
            </a:p>
            <a:p>
              <a:pPr>
                <a:spcAft>
                  <a:spcPts val="800"/>
                </a:spcAft>
              </a:pPr>
              <a:endParaRPr lang="ru-RU" altLang="en-US" sz="1600"/>
            </a:p>
            <a:p>
              <a:pPr>
                <a:spcAft>
                  <a:spcPts val="1200"/>
                </a:spcAft>
              </a:pPr>
              <a:r>
                <a:rPr lang="en-GB" altLang="en-US" sz="1600"/>
                <a:t>a</a:t>
              </a:r>
              <a:r>
                <a:rPr lang="ru-RU" altLang="en-US" sz="1600"/>
                <a:t>0</a:t>
              </a:r>
            </a:p>
            <a:p>
              <a:pPr>
                <a:spcAft>
                  <a:spcPts val="1000"/>
                </a:spcAft>
              </a:pPr>
              <a:r>
                <a:rPr lang="ru-RU" altLang="en-US" sz="1600"/>
                <a:t>a1</a:t>
              </a:r>
            </a:p>
          </p:txBody>
        </p:sp>
        <p:sp>
          <p:nvSpPr>
            <p:cNvPr id="17434" name="Line 24">
              <a:extLst>
                <a:ext uri="{FF2B5EF4-FFF2-40B4-BE49-F238E27FC236}">
                  <a16:creationId xmlns:a16="http://schemas.microsoft.com/office/drawing/2014/main" id="{2C0EF09E-F9BE-F2AE-DD03-A1A09D66C78C}"/>
                </a:ext>
              </a:extLst>
            </p:cNvPr>
            <p:cNvSpPr>
              <a:spLocks noChangeShapeType="1"/>
            </p:cNvSpPr>
            <p:nvPr/>
          </p:nvSpPr>
          <p:spPr bwMode="auto">
            <a:xfrm>
              <a:off x="4060" y="942"/>
              <a:ext cx="2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5" name="Line 25">
              <a:extLst>
                <a:ext uri="{FF2B5EF4-FFF2-40B4-BE49-F238E27FC236}">
                  <a16:creationId xmlns:a16="http://schemas.microsoft.com/office/drawing/2014/main" id="{07A9BAC5-F85B-6289-8C4A-C94CDE0A8065}"/>
                </a:ext>
              </a:extLst>
            </p:cNvPr>
            <p:cNvSpPr>
              <a:spLocks noChangeShapeType="1"/>
            </p:cNvSpPr>
            <p:nvPr/>
          </p:nvSpPr>
          <p:spPr bwMode="auto">
            <a:xfrm>
              <a:off x="4087" y="1527"/>
              <a:ext cx="7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6" name="Line 26">
              <a:extLst>
                <a:ext uri="{FF2B5EF4-FFF2-40B4-BE49-F238E27FC236}">
                  <a16:creationId xmlns:a16="http://schemas.microsoft.com/office/drawing/2014/main" id="{9A989BE3-D07D-9578-9E57-1B54804B3D44}"/>
                </a:ext>
              </a:extLst>
            </p:cNvPr>
            <p:cNvSpPr>
              <a:spLocks noChangeShapeType="1"/>
            </p:cNvSpPr>
            <p:nvPr/>
          </p:nvSpPr>
          <p:spPr bwMode="auto">
            <a:xfrm>
              <a:off x="4075" y="2164"/>
              <a:ext cx="26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7" name="Line 27">
              <a:extLst>
                <a:ext uri="{FF2B5EF4-FFF2-40B4-BE49-F238E27FC236}">
                  <a16:creationId xmlns:a16="http://schemas.microsoft.com/office/drawing/2014/main" id="{86FBC8B2-D0A0-F3B2-EA82-E1D416397314}"/>
                </a:ext>
              </a:extLst>
            </p:cNvPr>
            <p:cNvSpPr>
              <a:spLocks noChangeShapeType="1"/>
            </p:cNvSpPr>
            <p:nvPr/>
          </p:nvSpPr>
          <p:spPr bwMode="auto">
            <a:xfrm>
              <a:off x="4084" y="2717"/>
              <a:ext cx="4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8" name="Line 28">
              <a:extLst>
                <a:ext uri="{FF2B5EF4-FFF2-40B4-BE49-F238E27FC236}">
                  <a16:creationId xmlns:a16="http://schemas.microsoft.com/office/drawing/2014/main" id="{1D4CD3C9-AE89-8EE6-874A-EC5587871390}"/>
                </a:ext>
              </a:extLst>
            </p:cNvPr>
            <p:cNvSpPr>
              <a:spLocks noChangeShapeType="1"/>
            </p:cNvSpPr>
            <p:nvPr/>
          </p:nvSpPr>
          <p:spPr bwMode="auto">
            <a:xfrm flipH="1">
              <a:off x="4283" y="1417"/>
              <a:ext cx="4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9" name="Line 29">
              <a:extLst>
                <a:ext uri="{FF2B5EF4-FFF2-40B4-BE49-F238E27FC236}">
                  <a16:creationId xmlns:a16="http://schemas.microsoft.com/office/drawing/2014/main" id="{BB456768-0D1D-A334-5876-3842756EE68D}"/>
                </a:ext>
              </a:extLst>
            </p:cNvPr>
            <p:cNvSpPr>
              <a:spLocks noChangeShapeType="1"/>
            </p:cNvSpPr>
            <p:nvPr/>
          </p:nvSpPr>
          <p:spPr bwMode="auto">
            <a:xfrm>
              <a:off x="4283" y="942"/>
              <a:ext cx="0" cy="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0" name="Line 30">
              <a:extLst>
                <a:ext uri="{FF2B5EF4-FFF2-40B4-BE49-F238E27FC236}">
                  <a16:creationId xmlns:a16="http://schemas.microsoft.com/office/drawing/2014/main" id="{B4D613F9-A500-E56F-A064-B5EB2FC37B18}"/>
                </a:ext>
              </a:extLst>
            </p:cNvPr>
            <p:cNvSpPr>
              <a:spLocks noChangeShapeType="1"/>
            </p:cNvSpPr>
            <p:nvPr/>
          </p:nvSpPr>
          <p:spPr bwMode="auto">
            <a:xfrm>
              <a:off x="4335" y="1627"/>
              <a:ext cx="0" cy="5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1" name="Line 31">
              <a:extLst>
                <a:ext uri="{FF2B5EF4-FFF2-40B4-BE49-F238E27FC236}">
                  <a16:creationId xmlns:a16="http://schemas.microsoft.com/office/drawing/2014/main" id="{4BE385E2-73D5-6AEA-9414-297514518ABC}"/>
                </a:ext>
              </a:extLst>
            </p:cNvPr>
            <p:cNvSpPr>
              <a:spLocks noChangeShapeType="1"/>
            </p:cNvSpPr>
            <p:nvPr/>
          </p:nvSpPr>
          <p:spPr bwMode="auto">
            <a:xfrm>
              <a:off x="4326" y="1619"/>
              <a:ext cx="4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2" name="Line 32">
              <a:extLst>
                <a:ext uri="{FF2B5EF4-FFF2-40B4-BE49-F238E27FC236}">
                  <a16:creationId xmlns:a16="http://schemas.microsoft.com/office/drawing/2014/main" id="{59EB4A7B-249E-FF10-FC2A-70952D5749B4}"/>
                </a:ext>
              </a:extLst>
            </p:cNvPr>
            <p:cNvSpPr>
              <a:spLocks noChangeShapeType="1"/>
            </p:cNvSpPr>
            <p:nvPr/>
          </p:nvSpPr>
          <p:spPr bwMode="auto">
            <a:xfrm flipH="1" flipV="1">
              <a:off x="4530" y="1715"/>
              <a:ext cx="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3" name="Line 33">
              <a:extLst>
                <a:ext uri="{FF2B5EF4-FFF2-40B4-BE49-F238E27FC236}">
                  <a16:creationId xmlns:a16="http://schemas.microsoft.com/office/drawing/2014/main" id="{0FCEF6CE-556C-0F5D-02CB-2125BF0CC77F}"/>
                </a:ext>
              </a:extLst>
            </p:cNvPr>
            <p:cNvSpPr>
              <a:spLocks noChangeShapeType="1"/>
            </p:cNvSpPr>
            <p:nvPr/>
          </p:nvSpPr>
          <p:spPr bwMode="auto">
            <a:xfrm>
              <a:off x="4530" y="1715"/>
              <a:ext cx="0" cy="1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4" name="Line 34">
              <a:extLst>
                <a:ext uri="{FF2B5EF4-FFF2-40B4-BE49-F238E27FC236}">
                  <a16:creationId xmlns:a16="http://schemas.microsoft.com/office/drawing/2014/main" id="{06D3B516-9314-17CF-0783-2F545CA402FD}"/>
                </a:ext>
              </a:extLst>
            </p:cNvPr>
            <p:cNvSpPr>
              <a:spLocks noChangeShapeType="1"/>
            </p:cNvSpPr>
            <p:nvPr/>
          </p:nvSpPr>
          <p:spPr bwMode="auto">
            <a:xfrm>
              <a:off x="2654" y="849"/>
              <a:ext cx="106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5" name="Line 35">
              <a:extLst>
                <a:ext uri="{FF2B5EF4-FFF2-40B4-BE49-F238E27FC236}">
                  <a16:creationId xmlns:a16="http://schemas.microsoft.com/office/drawing/2014/main" id="{0E8ADB25-7080-0820-21A8-A18CFB9DB533}"/>
                </a:ext>
              </a:extLst>
            </p:cNvPr>
            <p:cNvSpPr>
              <a:spLocks noChangeShapeType="1"/>
            </p:cNvSpPr>
            <p:nvPr/>
          </p:nvSpPr>
          <p:spPr bwMode="auto">
            <a:xfrm>
              <a:off x="2679" y="1426"/>
              <a:ext cx="106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6" name="Line 36">
              <a:extLst>
                <a:ext uri="{FF2B5EF4-FFF2-40B4-BE49-F238E27FC236}">
                  <a16:creationId xmlns:a16="http://schemas.microsoft.com/office/drawing/2014/main" id="{90BB13AE-7F41-B932-C1F2-52CFD1E330C5}"/>
                </a:ext>
              </a:extLst>
            </p:cNvPr>
            <p:cNvSpPr>
              <a:spLocks noChangeShapeType="1"/>
            </p:cNvSpPr>
            <p:nvPr/>
          </p:nvSpPr>
          <p:spPr bwMode="auto">
            <a:xfrm>
              <a:off x="2697" y="2044"/>
              <a:ext cx="106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7" name="Line 37">
              <a:extLst>
                <a:ext uri="{FF2B5EF4-FFF2-40B4-BE49-F238E27FC236}">
                  <a16:creationId xmlns:a16="http://schemas.microsoft.com/office/drawing/2014/main" id="{6FC91DAB-3579-CB92-83F4-36435AC0CE53}"/>
                </a:ext>
              </a:extLst>
            </p:cNvPr>
            <p:cNvSpPr>
              <a:spLocks noChangeShapeType="1"/>
            </p:cNvSpPr>
            <p:nvPr/>
          </p:nvSpPr>
          <p:spPr bwMode="auto">
            <a:xfrm>
              <a:off x="2714" y="2605"/>
              <a:ext cx="106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8" name="Line 43">
              <a:extLst>
                <a:ext uri="{FF2B5EF4-FFF2-40B4-BE49-F238E27FC236}">
                  <a16:creationId xmlns:a16="http://schemas.microsoft.com/office/drawing/2014/main" id="{E94F1FE6-3ADB-BACA-1CF0-147647428AAD}"/>
                </a:ext>
              </a:extLst>
            </p:cNvPr>
            <p:cNvSpPr>
              <a:spLocks noChangeShapeType="1"/>
            </p:cNvSpPr>
            <p:nvPr/>
          </p:nvSpPr>
          <p:spPr bwMode="auto">
            <a:xfrm flipV="1">
              <a:off x="3379" y="3134"/>
              <a:ext cx="13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9" name="Line 44">
              <a:extLst>
                <a:ext uri="{FF2B5EF4-FFF2-40B4-BE49-F238E27FC236}">
                  <a16:creationId xmlns:a16="http://schemas.microsoft.com/office/drawing/2014/main" id="{30C76C04-B7CD-0CE9-F8C5-DA6B5445BC35}"/>
                </a:ext>
              </a:extLst>
            </p:cNvPr>
            <p:cNvSpPr>
              <a:spLocks noChangeShapeType="1"/>
            </p:cNvSpPr>
            <p:nvPr/>
          </p:nvSpPr>
          <p:spPr bwMode="auto">
            <a:xfrm>
              <a:off x="3385" y="3495"/>
              <a:ext cx="2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0" name="Line 45">
              <a:extLst>
                <a:ext uri="{FF2B5EF4-FFF2-40B4-BE49-F238E27FC236}">
                  <a16:creationId xmlns:a16="http://schemas.microsoft.com/office/drawing/2014/main" id="{20736CBF-77BC-B6C7-A646-C826FC2E9CFF}"/>
                </a:ext>
              </a:extLst>
            </p:cNvPr>
            <p:cNvSpPr>
              <a:spLocks noChangeShapeType="1"/>
            </p:cNvSpPr>
            <p:nvPr/>
          </p:nvSpPr>
          <p:spPr bwMode="auto">
            <a:xfrm flipH="1">
              <a:off x="3515" y="945"/>
              <a:ext cx="20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1" name="Line 46">
              <a:extLst>
                <a:ext uri="{FF2B5EF4-FFF2-40B4-BE49-F238E27FC236}">
                  <a16:creationId xmlns:a16="http://schemas.microsoft.com/office/drawing/2014/main" id="{7CF17A53-5E13-A225-3DC6-F383EADAC75A}"/>
                </a:ext>
              </a:extLst>
            </p:cNvPr>
            <p:cNvSpPr>
              <a:spLocks noChangeShapeType="1"/>
            </p:cNvSpPr>
            <p:nvPr/>
          </p:nvSpPr>
          <p:spPr bwMode="auto">
            <a:xfrm>
              <a:off x="3515" y="945"/>
              <a:ext cx="0" cy="2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2" name="Line 47">
              <a:extLst>
                <a:ext uri="{FF2B5EF4-FFF2-40B4-BE49-F238E27FC236}">
                  <a16:creationId xmlns:a16="http://schemas.microsoft.com/office/drawing/2014/main" id="{35911A0F-DDDF-8BEC-3376-64579EA2F8F1}"/>
                </a:ext>
              </a:extLst>
            </p:cNvPr>
            <p:cNvSpPr>
              <a:spLocks noChangeShapeType="1"/>
            </p:cNvSpPr>
            <p:nvPr/>
          </p:nvSpPr>
          <p:spPr bwMode="auto">
            <a:xfrm flipH="1">
              <a:off x="3610" y="1058"/>
              <a:ext cx="1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3" name="Line 48">
              <a:extLst>
                <a:ext uri="{FF2B5EF4-FFF2-40B4-BE49-F238E27FC236}">
                  <a16:creationId xmlns:a16="http://schemas.microsoft.com/office/drawing/2014/main" id="{44B496FF-CAFE-E21F-20ED-7427C4CDDEA5}"/>
                </a:ext>
              </a:extLst>
            </p:cNvPr>
            <p:cNvSpPr>
              <a:spLocks noChangeShapeType="1"/>
            </p:cNvSpPr>
            <p:nvPr/>
          </p:nvSpPr>
          <p:spPr bwMode="auto">
            <a:xfrm>
              <a:off x="3618" y="1060"/>
              <a:ext cx="0" cy="24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4" name="Line 49">
              <a:extLst>
                <a:ext uri="{FF2B5EF4-FFF2-40B4-BE49-F238E27FC236}">
                  <a16:creationId xmlns:a16="http://schemas.microsoft.com/office/drawing/2014/main" id="{00A03023-7C0E-4766-1052-7F201154CAA8}"/>
                </a:ext>
              </a:extLst>
            </p:cNvPr>
            <p:cNvSpPr>
              <a:spLocks noChangeShapeType="1"/>
            </p:cNvSpPr>
            <p:nvPr/>
          </p:nvSpPr>
          <p:spPr bwMode="auto">
            <a:xfrm>
              <a:off x="2705" y="3134"/>
              <a:ext cx="3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5" name="Line 50">
              <a:extLst>
                <a:ext uri="{FF2B5EF4-FFF2-40B4-BE49-F238E27FC236}">
                  <a16:creationId xmlns:a16="http://schemas.microsoft.com/office/drawing/2014/main" id="{E7D22C74-C51F-CDF8-7FC8-BE0095E74697}"/>
                </a:ext>
              </a:extLst>
            </p:cNvPr>
            <p:cNvSpPr>
              <a:spLocks noChangeShapeType="1"/>
            </p:cNvSpPr>
            <p:nvPr/>
          </p:nvSpPr>
          <p:spPr bwMode="auto">
            <a:xfrm>
              <a:off x="2705" y="3495"/>
              <a:ext cx="3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6" name="Line 51">
              <a:extLst>
                <a:ext uri="{FF2B5EF4-FFF2-40B4-BE49-F238E27FC236}">
                  <a16:creationId xmlns:a16="http://schemas.microsoft.com/office/drawing/2014/main" id="{909F0ED6-62D9-EC75-812F-8DB2668781F8}"/>
                </a:ext>
              </a:extLst>
            </p:cNvPr>
            <p:cNvSpPr>
              <a:spLocks noChangeShapeType="1"/>
            </p:cNvSpPr>
            <p:nvPr/>
          </p:nvSpPr>
          <p:spPr bwMode="auto">
            <a:xfrm>
              <a:off x="5094" y="1563"/>
              <a:ext cx="2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7" name="Line 52">
              <a:extLst>
                <a:ext uri="{FF2B5EF4-FFF2-40B4-BE49-F238E27FC236}">
                  <a16:creationId xmlns:a16="http://schemas.microsoft.com/office/drawing/2014/main" id="{F856E7A4-E306-C0EF-BC48-59C9D229C11E}"/>
                </a:ext>
              </a:extLst>
            </p:cNvPr>
            <p:cNvSpPr>
              <a:spLocks noChangeShapeType="1"/>
            </p:cNvSpPr>
            <p:nvPr/>
          </p:nvSpPr>
          <p:spPr bwMode="auto">
            <a:xfrm flipV="1">
              <a:off x="2842" y="2188"/>
              <a:ext cx="0" cy="1308"/>
            </a:xfrm>
            <a:prstGeom prst="line">
              <a:avLst/>
            </a:prstGeom>
            <a:noFill/>
            <a:ln w="25400">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458" name="Line 53">
              <a:extLst>
                <a:ext uri="{FF2B5EF4-FFF2-40B4-BE49-F238E27FC236}">
                  <a16:creationId xmlns:a16="http://schemas.microsoft.com/office/drawing/2014/main" id="{178129E4-A163-C751-2C67-39B3AB7B4C85}"/>
                </a:ext>
              </a:extLst>
            </p:cNvPr>
            <p:cNvSpPr>
              <a:spLocks noChangeShapeType="1"/>
            </p:cNvSpPr>
            <p:nvPr/>
          </p:nvSpPr>
          <p:spPr bwMode="auto">
            <a:xfrm flipV="1">
              <a:off x="2978" y="1546"/>
              <a:ext cx="0" cy="1585"/>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7459" name="Line 54">
              <a:extLst>
                <a:ext uri="{FF2B5EF4-FFF2-40B4-BE49-F238E27FC236}">
                  <a16:creationId xmlns:a16="http://schemas.microsoft.com/office/drawing/2014/main" id="{C00D9013-BDC5-8DAA-DD52-7ED309E45731}"/>
                </a:ext>
              </a:extLst>
            </p:cNvPr>
            <p:cNvSpPr>
              <a:spLocks noChangeShapeType="1"/>
            </p:cNvSpPr>
            <p:nvPr/>
          </p:nvSpPr>
          <p:spPr bwMode="auto">
            <a:xfrm flipV="1">
              <a:off x="2978" y="1546"/>
              <a:ext cx="7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0" name="Line 55">
              <a:extLst>
                <a:ext uri="{FF2B5EF4-FFF2-40B4-BE49-F238E27FC236}">
                  <a16:creationId xmlns:a16="http://schemas.microsoft.com/office/drawing/2014/main" id="{92D571E3-9689-29B9-A83E-3A0290293341}"/>
                </a:ext>
              </a:extLst>
            </p:cNvPr>
            <p:cNvSpPr>
              <a:spLocks noChangeShapeType="1"/>
            </p:cNvSpPr>
            <p:nvPr/>
          </p:nvSpPr>
          <p:spPr bwMode="auto">
            <a:xfrm flipV="1">
              <a:off x="2842" y="2188"/>
              <a:ext cx="9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1" name="Line 56">
              <a:extLst>
                <a:ext uri="{FF2B5EF4-FFF2-40B4-BE49-F238E27FC236}">
                  <a16:creationId xmlns:a16="http://schemas.microsoft.com/office/drawing/2014/main" id="{65C7EF87-7E02-8EBB-3C98-2DD7D5BB0758}"/>
                </a:ext>
              </a:extLst>
            </p:cNvPr>
            <p:cNvSpPr>
              <a:spLocks noChangeShapeType="1"/>
            </p:cNvSpPr>
            <p:nvPr/>
          </p:nvSpPr>
          <p:spPr bwMode="auto">
            <a:xfrm flipH="1">
              <a:off x="3618" y="1675"/>
              <a:ext cx="122" cy="0"/>
            </a:xfrm>
            <a:prstGeom prst="line">
              <a:avLst/>
            </a:prstGeom>
            <a:noFill/>
            <a:ln w="25400">
              <a:solidFill>
                <a:srgbClr val="000000"/>
              </a:solidFill>
              <a:round/>
              <a:headEnd type="none" w="sm"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62" name="Line 57">
              <a:extLst>
                <a:ext uri="{FF2B5EF4-FFF2-40B4-BE49-F238E27FC236}">
                  <a16:creationId xmlns:a16="http://schemas.microsoft.com/office/drawing/2014/main" id="{24BC9883-6FC0-EFDE-E9C2-BD98C05EFF37}"/>
                </a:ext>
              </a:extLst>
            </p:cNvPr>
            <p:cNvSpPr>
              <a:spLocks noChangeShapeType="1"/>
            </p:cNvSpPr>
            <p:nvPr/>
          </p:nvSpPr>
          <p:spPr bwMode="auto">
            <a:xfrm>
              <a:off x="3515" y="2301"/>
              <a:ext cx="246"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7463" name="Line 58">
              <a:extLst>
                <a:ext uri="{FF2B5EF4-FFF2-40B4-BE49-F238E27FC236}">
                  <a16:creationId xmlns:a16="http://schemas.microsoft.com/office/drawing/2014/main" id="{66DC38F5-97EF-510F-0295-728CEA764087}"/>
                </a:ext>
              </a:extLst>
            </p:cNvPr>
            <p:cNvSpPr>
              <a:spLocks noChangeShapeType="1"/>
            </p:cNvSpPr>
            <p:nvPr/>
          </p:nvSpPr>
          <p:spPr bwMode="auto">
            <a:xfrm flipH="1">
              <a:off x="2834" y="2717"/>
              <a:ext cx="941"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64" name="Line 59">
              <a:extLst>
                <a:ext uri="{FF2B5EF4-FFF2-40B4-BE49-F238E27FC236}">
                  <a16:creationId xmlns:a16="http://schemas.microsoft.com/office/drawing/2014/main" id="{8FA507E6-D8AD-950D-3BC7-4CE1C58FF640}"/>
                </a:ext>
              </a:extLst>
            </p:cNvPr>
            <p:cNvSpPr>
              <a:spLocks noChangeShapeType="1"/>
            </p:cNvSpPr>
            <p:nvPr/>
          </p:nvSpPr>
          <p:spPr bwMode="auto">
            <a:xfrm flipH="1">
              <a:off x="2978" y="2829"/>
              <a:ext cx="802"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65" name="Text Box 61">
              <a:extLst>
                <a:ext uri="{FF2B5EF4-FFF2-40B4-BE49-F238E27FC236}">
                  <a16:creationId xmlns:a16="http://schemas.microsoft.com/office/drawing/2014/main" id="{08A76482-391A-6C60-9434-D0209943AB9A}"/>
                </a:ext>
              </a:extLst>
            </p:cNvPr>
            <p:cNvSpPr txBox="1">
              <a:spLocks noChangeArrowheads="1"/>
            </p:cNvSpPr>
            <p:nvPr/>
          </p:nvSpPr>
          <p:spPr bwMode="auto">
            <a:xfrm>
              <a:off x="4088" y="739"/>
              <a:ext cx="22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a:t>u</a:t>
              </a:r>
            </a:p>
          </p:txBody>
        </p:sp>
        <p:sp>
          <p:nvSpPr>
            <p:cNvPr id="17466" name="Text Box 62">
              <a:extLst>
                <a:ext uri="{FF2B5EF4-FFF2-40B4-BE49-F238E27FC236}">
                  <a16:creationId xmlns:a16="http://schemas.microsoft.com/office/drawing/2014/main" id="{7901BF05-04B7-B92E-FE71-DCC45AF800A9}"/>
                </a:ext>
              </a:extLst>
            </p:cNvPr>
            <p:cNvSpPr txBox="1">
              <a:spLocks noChangeArrowheads="1"/>
            </p:cNvSpPr>
            <p:nvPr/>
          </p:nvSpPr>
          <p:spPr bwMode="auto">
            <a:xfrm>
              <a:off x="4088" y="1317"/>
              <a:ext cx="4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a:t>v</a:t>
              </a:r>
            </a:p>
          </p:txBody>
        </p:sp>
        <p:sp>
          <p:nvSpPr>
            <p:cNvPr id="17467" name="Text Box 63">
              <a:extLst>
                <a:ext uri="{FF2B5EF4-FFF2-40B4-BE49-F238E27FC236}">
                  <a16:creationId xmlns:a16="http://schemas.microsoft.com/office/drawing/2014/main" id="{235DD8B2-64DF-3FFA-F614-4213C0AD2171}"/>
                </a:ext>
              </a:extLst>
            </p:cNvPr>
            <p:cNvSpPr txBox="1">
              <a:spLocks noChangeArrowheads="1"/>
            </p:cNvSpPr>
            <p:nvPr/>
          </p:nvSpPr>
          <p:spPr bwMode="auto">
            <a:xfrm>
              <a:off x="4088" y="1894"/>
              <a:ext cx="409"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a:t>w</a:t>
              </a:r>
            </a:p>
          </p:txBody>
        </p:sp>
        <p:sp>
          <p:nvSpPr>
            <p:cNvPr id="17468" name="Text Box 64">
              <a:extLst>
                <a:ext uri="{FF2B5EF4-FFF2-40B4-BE49-F238E27FC236}">
                  <a16:creationId xmlns:a16="http://schemas.microsoft.com/office/drawing/2014/main" id="{22579B76-FC58-06CF-8407-C00033F09B62}"/>
                </a:ext>
              </a:extLst>
            </p:cNvPr>
            <p:cNvSpPr txBox="1">
              <a:spLocks noChangeArrowheads="1"/>
            </p:cNvSpPr>
            <p:nvPr/>
          </p:nvSpPr>
          <p:spPr bwMode="auto">
            <a:xfrm>
              <a:off x="4134" y="2511"/>
              <a:ext cx="409"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a:t>x</a:t>
              </a:r>
            </a:p>
          </p:txBody>
        </p:sp>
        <p:sp>
          <p:nvSpPr>
            <p:cNvPr id="17469" name="Text Box 65">
              <a:extLst>
                <a:ext uri="{FF2B5EF4-FFF2-40B4-BE49-F238E27FC236}">
                  <a16:creationId xmlns:a16="http://schemas.microsoft.com/office/drawing/2014/main" id="{72C277B8-A2D2-5A7A-CF22-65B5D3715ADE}"/>
                </a:ext>
              </a:extLst>
            </p:cNvPr>
            <p:cNvSpPr txBox="1">
              <a:spLocks noChangeArrowheads="1"/>
            </p:cNvSpPr>
            <p:nvPr/>
          </p:nvSpPr>
          <p:spPr bwMode="auto">
            <a:xfrm>
              <a:off x="3611" y="3016"/>
              <a:ext cx="614" cy="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a:t>nota0</a:t>
              </a:r>
            </a:p>
            <a:p>
              <a:pPr eaLnBrk="1" hangingPunct="1"/>
              <a:endParaRPr lang="ru-RU" altLang="en-US" sz="1800"/>
            </a:p>
            <a:p>
              <a:pPr eaLnBrk="1" hangingPunct="1"/>
              <a:r>
                <a:rPr lang="ru-RU" altLang="en-US" sz="1800"/>
                <a:t>nota1</a:t>
              </a:r>
            </a:p>
            <a:p>
              <a:pPr eaLnBrk="1" hangingPunct="1"/>
              <a:endParaRPr lang="ru-RU" altLang="en-US" sz="1800"/>
            </a:p>
            <a:p>
              <a:pPr eaLnBrk="1" hangingPunct="1"/>
              <a:endParaRPr lang="ru-RU" altLang="en-US" sz="1800"/>
            </a:p>
          </p:txBody>
        </p:sp>
        <p:grpSp>
          <p:nvGrpSpPr>
            <p:cNvPr id="17470" name="Group 93">
              <a:extLst>
                <a:ext uri="{FF2B5EF4-FFF2-40B4-BE49-F238E27FC236}">
                  <a16:creationId xmlns:a16="http://schemas.microsoft.com/office/drawing/2014/main" id="{3DA92606-D1B5-16F8-12CC-723BC7A18C15}"/>
                </a:ext>
              </a:extLst>
            </p:cNvPr>
            <p:cNvGrpSpPr>
              <a:grpSpLocks/>
            </p:cNvGrpSpPr>
            <p:nvPr/>
          </p:nvGrpSpPr>
          <p:grpSpPr bwMode="auto">
            <a:xfrm>
              <a:off x="3082" y="2985"/>
              <a:ext cx="305" cy="292"/>
              <a:chOff x="894" y="2432"/>
              <a:chExt cx="337" cy="326"/>
            </a:xfrm>
          </p:grpSpPr>
          <p:sp>
            <p:nvSpPr>
              <p:cNvPr id="17481" name="AutoShape 94">
                <a:extLst>
                  <a:ext uri="{FF2B5EF4-FFF2-40B4-BE49-F238E27FC236}">
                    <a16:creationId xmlns:a16="http://schemas.microsoft.com/office/drawing/2014/main" id="{C9115FEB-8254-0E41-0E28-22AF23AC0644}"/>
                  </a:ext>
                </a:extLst>
              </p:cNvPr>
              <p:cNvSpPr>
                <a:spLocks noChangeArrowheads="1"/>
              </p:cNvSpPr>
              <p:nvPr/>
            </p:nvSpPr>
            <p:spPr bwMode="auto">
              <a:xfrm rot="5400000">
                <a:off x="860" y="2466"/>
                <a:ext cx="326" cy="258"/>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7482" name="Oval 95">
                <a:extLst>
                  <a:ext uri="{FF2B5EF4-FFF2-40B4-BE49-F238E27FC236}">
                    <a16:creationId xmlns:a16="http://schemas.microsoft.com/office/drawing/2014/main" id="{98E11CD2-2143-7B22-A39E-74C787E8FF45}"/>
                  </a:ext>
                </a:extLst>
              </p:cNvPr>
              <p:cNvSpPr>
                <a:spLocks noChangeArrowheads="1"/>
              </p:cNvSpPr>
              <p:nvPr/>
            </p:nvSpPr>
            <p:spPr bwMode="auto">
              <a:xfrm>
                <a:off x="1154" y="2558"/>
                <a:ext cx="77" cy="7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grpSp>
          <p:nvGrpSpPr>
            <p:cNvPr id="17471" name="Group 96">
              <a:extLst>
                <a:ext uri="{FF2B5EF4-FFF2-40B4-BE49-F238E27FC236}">
                  <a16:creationId xmlns:a16="http://schemas.microsoft.com/office/drawing/2014/main" id="{DF4D8F58-5836-CEAE-1C76-C29D50062EB6}"/>
                </a:ext>
              </a:extLst>
            </p:cNvPr>
            <p:cNvGrpSpPr>
              <a:grpSpLocks/>
            </p:cNvGrpSpPr>
            <p:nvPr/>
          </p:nvGrpSpPr>
          <p:grpSpPr bwMode="auto">
            <a:xfrm>
              <a:off x="3082" y="3353"/>
              <a:ext cx="305" cy="292"/>
              <a:chOff x="894" y="2432"/>
              <a:chExt cx="337" cy="326"/>
            </a:xfrm>
          </p:grpSpPr>
          <p:sp>
            <p:nvSpPr>
              <p:cNvPr id="17479" name="AutoShape 97">
                <a:extLst>
                  <a:ext uri="{FF2B5EF4-FFF2-40B4-BE49-F238E27FC236}">
                    <a16:creationId xmlns:a16="http://schemas.microsoft.com/office/drawing/2014/main" id="{D1246006-75DF-720F-5591-EB1EFEC03A30}"/>
                  </a:ext>
                </a:extLst>
              </p:cNvPr>
              <p:cNvSpPr>
                <a:spLocks noChangeArrowheads="1"/>
              </p:cNvSpPr>
              <p:nvPr/>
            </p:nvSpPr>
            <p:spPr bwMode="auto">
              <a:xfrm rot="5400000">
                <a:off x="860" y="2466"/>
                <a:ext cx="326" cy="258"/>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7480" name="Oval 98">
                <a:extLst>
                  <a:ext uri="{FF2B5EF4-FFF2-40B4-BE49-F238E27FC236}">
                    <a16:creationId xmlns:a16="http://schemas.microsoft.com/office/drawing/2014/main" id="{6476DD46-41C4-CA44-3D1B-83D95A354B24}"/>
                  </a:ext>
                </a:extLst>
              </p:cNvPr>
              <p:cNvSpPr>
                <a:spLocks noChangeArrowheads="1"/>
              </p:cNvSpPr>
              <p:nvPr/>
            </p:nvSpPr>
            <p:spPr bwMode="auto">
              <a:xfrm>
                <a:off x="1154" y="2558"/>
                <a:ext cx="77" cy="7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sp>
          <p:nvSpPr>
            <p:cNvPr id="17472" name="Freeform 50">
              <a:extLst>
                <a:ext uri="{FF2B5EF4-FFF2-40B4-BE49-F238E27FC236}">
                  <a16:creationId xmlns:a16="http://schemas.microsoft.com/office/drawing/2014/main" id="{E9E29C15-F8AF-2CB2-B4F9-3F53C814074F}"/>
                </a:ext>
              </a:extLst>
            </p:cNvPr>
            <p:cNvSpPr>
              <a:spLocks/>
            </p:cNvSpPr>
            <p:nvPr/>
          </p:nvSpPr>
          <p:spPr bwMode="auto">
            <a:xfrm>
              <a:off x="3724" y="757"/>
              <a:ext cx="326" cy="388"/>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73" name="Freeform 49">
              <a:extLst>
                <a:ext uri="{FF2B5EF4-FFF2-40B4-BE49-F238E27FC236}">
                  <a16:creationId xmlns:a16="http://schemas.microsoft.com/office/drawing/2014/main" id="{8EC31CEF-614B-4BA8-9493-5DA0196D4645}"/>
                </a:ext>
              </a:extLst>
            </p:cNvPr>
            <p:cNvSpPr>
              <a:spLocks/>
            </p:cNvSpPr>
            <p:nvPr/>
          </p:nvSpPr>
          <p:spPr bwMode="auto">
            <a:xfrm>
              <a:off x="4729" y="1328"/>
              <a:ext cx="385" cy="458"/>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4"/>
                  </a:moveTo>
                  <a:cubicBezTo>
                    <a:pt x="108" y="54"/>
                    <a:pt x="82" y="107"/>
                    <a:pt x="0" y="107"/>
                  </a:cubicBezTo>
                  <a:cubicBezTo>
                    <a:pt x="0" y="107"/>
                    <a:pt x="16" y="101"/>
                    <a:pt x="16" y="54"/>
                  </a:cubicBezTo>
                  <a:cubicBezTo>
                    <a:pt x="16" y="53"/>
                    <a:pt x="16" y="53"/>
                    <a:pt x="16" y="53"/>
                  </a:cubicBezTo>
                  <a:cubicBezTo>
                    <a:pt x="16" y="6"/>
                    <a:pt x="0" y="0"/>
                    <a:pt x="0" y="0"/>
                  </a:cubicBezTo>
                  <a:cubicBezTo>
                    <a:pt x="82" y="0"/>
                    <a:pt x="108" y="54"/>
                    <a:pt x="108" y="54"/>
                  </a:cubicBez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74" name="Freeform 50">
              <a:extLst>
                <a:ext uri="{FF2B5EF4-FFF2-40B4-BE49-F238E27FC236}">
                  <a16:creationId xmlns:a16="http://schemas.microsoft.com/office/drawing/2014/main" id="{EA661005-2415-771B-9EEB-60D61A19741C}"/>
                </a:ext>
              </a:extLst>
            </p:cNvPr>
            <p:cNvSpPr>
              <a:spLocks/>
            </p:cNvSpPr>
            <p:nvPr/>
          </p:nvSpPr>
          <p:spPr bwMode="auto">
            <a:xfrm>
              <a:off x="3757" y="1328"/>
              <a:ext cx="326" cy="388"/>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75" name="Freeform 50">
              <a:extLst>
                <a:ext uri="{FF2B5EF4-FFF2-40B4-BE49-F238E27FC236}">
                  <a16:creationId xmlns:a16="http://schemas.microsoft.com/office/drawing/2014/main" id="{713740A9-C345-14CA-C30F-9951B5A5DD80}"/>
                </a:ext>
              </a:extLst>
            </p:cNvPr>
            <p:cNvSpPr>
              <a:spLocks/>
            </p:cNvSpPr>
            <p:nvPr/>
          </p:nvSpPr>
          <p:spPr bwMode="auto">
            <a:xfrm>
              <a:off x="3758" y="1973"/>
              <a:ext cx="326" cy="388"/>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76" name="Freeform 50">
              <a:extLst>
                <a:ext uri="{FF2B5EF4-FFF2-40B4-BE49-F238E27FC236}">
                  <a16:creationId xmlns:a16="http://schemas.microsoft.com/office/drawing/2014/main" id="{1E04E97C-67EE-C90D-C895-12B3E217CFD3}"/>
                </a:ext>
              </a:extLst>
            </p:cNvPr>
            <p:cNvSpPr>
              <a:spLocks/>
            </p:cNvSpPr>
            <p:nvPr/>
          </p:nvSpPr>
          <p:spPr bwMode="auto">
            <a:xfrm>
              <a:off x="3767" y="2508"/>
              <a:ext cx="326" cy="388"/>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77" name="Text Box 101">
              <a:extLst>
                <a:ext uri="{FF2B5EF4-FFF2-40B4-BE49-F238E27FC236}">
                  <a16:creationId xmlns:a16="http://schemas.microsoft.com/office/drawing/2014/main" id="{B34F9D03-52CB-F70A-F549-75C1C6D82210}"/>
                </a:ext>
              </a:extLst>
            </p:cNvPr>
            <p:cNvSpPr txBox="1">
              <a:spLocks noChangeArrowheads="1"/>
            </p:cNvSpPr>
            <p:nvPr/>
          </p:nvSpPr>
          <p:spPr bwMode="auto">
            <a:xfrm>
              <a:off x="5400" y="1413"/>
              <a:ext cx="221"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y</a:t>
              </a:r>
              <a:endParaRPr lang="ru-RU" altLang="en-US" b="0"/>
            </a:p>
          </p:txBody>
        </p:sp>
        <p:sp>
          <p:nvSpPr>
            <p:cNvPr id="17478" name="Line 102">
              <a:extLst>
                <a:ext uri="{FF2B5EF4-FFF2-40B4-BE49-F238E27FC236}">
                  <a16:creationId xmlns:a16="http://schemas.microsoft.com/office/drawing/2014/main" id="{FBC635A9-1211-BF5C-E378-588DE6C03132}"/>
                </a:ext>
              </a:extLst>
            </p:cNvPr>
            <p:cNvSpPr>
              <a:spLocks noChangeShapeType="1"/>
            </p:cNvSpPr>
            <p:nvPr/>
          </p:nvSpPr>
          <p:spPr bwMode="auto">
            <a:xfrm>
              <a:off x="3520" y="3018"/>
              <a:ext cx="192" cy="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13" name="Group 98">
            <a:extLst>
              <a:ext uri="{FF2B5EF4-FFF2-40B4-BE49-F238E27FC236}">
                <a16:creationId xmlns:a16="http://schemas.microsoft.com/office/drawing/2014/main" id="{23CD27F6-8A9B-CE00-A77D-45904B66328B}"/>
              </a:ext>
            </a:extLst>
          </p:cNvPr>
          <p:cNvGrpSpPr>
            <a:grpSpLocks/>
          </p:cNvGrpSpPr>
          <p:nvPr/>
        </p:nvGrpSpPr>
        <p:grpSpPr bwMode="auto">
          <a:xfrm>
            <a:off x="1927225" y="2749551"/>
            <a:ext cx="2909888" cy="2524125"/>
            <a:chOff x="403761" y="2749124"/>
            <a:chExt cx="2909455" cy="2524716"/>
          </a:xfrm>
        </p:grpSpPr>
        <p:sp>
          <p:nvSpPr>
            <p:cNvPr id="74" name="Trapezoid 73">
              <a:extLst>
                <a:ext uri="{FF2B5EF4-FFF2-40B4-BE49-F238E27FC236}">
                  <a16:creationId xmlns:a16="http://schemas.microsoft.com/office/drawing/2014/main" id="{BAD41490-046A-4F3B-B7D6-CE1E19CEE756}"/>
                </a:ext>
              </a:extLst>
            </p:cNvPr>
            <p:cNvSpPr/>
            <p:nvPr/>
          </p:nvSpPr>
          <p:spPr bwMode="auto">
            <a:xfrm rot="5400000">
              <a:off x="1004166" y="3342342"/>
              <a:ext cx="1957846" cy="771410"/>
            </a:xfrm>
            <a:prstGeom prst="trapezoid">
              <a:avLst>
                <a:gd name="adj" fmla="val 72170"/>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17415" name="Straight Connector 75">
              <a:extLst>
                <a:ext uri="{FF2B5EF4-FFF2-40B4-BE49-F238E27FC236}">
                  <a16:creationId xmlns:a16="http://schemas.microsoft.com/office/drawing/2014/main" id="{AA4F3B0B-1539-96E1-54E6-DFDF688CECDD}"/>
                </a:ext>
              </a:extLst>
            </p:cNvPr>
            <p:cNvCxnSpPr>
              <a:cxnSpLocks noChangeShapeType="1"/>
            </p:cNvCxnSpPr>
            <p:nvPr/>
          </p:nvCxnSpPr>
          <p:spPr bwMode="auto">
            <a:xfrm>
              <a:off x="964575" y="3096750"/>
              <a:ext cx="6400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416" name="Straight Connector 76">
              <a:extLst>
                <a:ext uri="{FF2B5EF4-FFF2-40B4-BE49-F238E27FC236}">
                  <a16:creationId xmlns:a16="http://schemas.microsoft.com/office/drawing/2014/main" id="{BAED5A9E-D6FF-6690-946F-F4C764998203}"/>
                </a:ext>
              </a:extLst>
            </p:cNvPr>
            <p:cNvCxnSpPr>
              <a:cxnSpLocks noChangeShapeType="1"/>
            </p:cNvCxnSpPr>
            <p:nvPr/>
          </p:nvCxnSpPr>
          <p:spPr bwMode="auto">
            <a:xfrm>
              <a:off x="950028" y="3536581"/>
              <a:ext cx="6400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417" name="Straight Connector 78">
              <a:extLst>
                <a:ext uri="{FF2B5EF4-FFF2-40B4-BE49-F238E27FC236}">
                  <a16:creationId xmlns:a16="http://schemas.microsoft.com/office/drawing/2014/main" id="{B1CA6429-F15E-776F-AA3D-401591DD9168}"/>
                </a:ext>
              </a:extLst>
            </p:cNvPr>
            <p:cNvCxnSpPr>
              <a:cxnSpLocks noChangeShapeType="1"/>
            </p:cNvCxnSpPr>
            <p:nvPr/>
          </p:nvCxnSpPr>
          <p:spPr bwMode="auto">
            <a:xfrm>
              <a:off x="979123" y="4402067"/>
              <a:ext cx="6400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418" name="Straight Connector 79">
              <a:extLst>
                <a:ext uri="{FF2B5EF4-FFF2-40B4-BE49-F238E27FC236}">
                  <a16:creationId xmlns:a16="http://schemas.microsoft.com/office/drawing/2014/main" id="{96E2FBF8-A7DB-BDC9-EFA6-6F88E3799764}"/>
                </a:ext>
              </a:extLst>
            </p:cNvPr>
            <p:cNvCxnSpPr>
              <a:cxnSpLocks noChangeShapeType="1"/>
            </p:cNvCxnSpPr>
            <p:nvPr/>
          </p:nvCxnSpPr>
          <p:spPr bwMode="auto">
            <a:xfrm>
              <a:off x="979122" y="3976420"/>
              <a:ext cx="6400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419" name="Straight Connector 81">
              <a:extLst>
                <a:ext uri="{FF2B5EF4-FFF2-40B4-BE49-F238E27FC236}">
                  <a16:creationId xmlns:a16="http://schemas.microsoft.com/office/drawing/2014/main" id="{725D3B46-BA22-6A6B-892A-D11E28CBA238}"/>
                </a:ext>
              </a:extLst>
            </p:cNvPr>
            <p:cNvCxnSpPr>
              <a:cxnSpLocks noChangeShapeType="1"/>
            </p:cNvCxnSpPr>
            <p:nvPr/>
          </p:nvCxnSpPr>
          <p:spPr bwMode="auto">
            <a:xfrm rot="5400000">
              <a:off x="1648014" y="4725186"/>
              <a:ext cx="436997"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420" name="Straight Connector 82">
              <a:extLst>
                <a:ext uri="{FF2B5EF4-FFF2-40B4-BE49-F238E27FC236}">
                  <a16:creationId xmlns:a16="http://schemas.microsoft.com/office/drawing/2014/main" id="{4BBE218A-29B1-1466-B2CA-D035C1A5AC8D}"/>
                </a:ext>
              </a:extLst>
            </p:cNvPr>
            <p:cNvCxnSpPr>
              <a:cxnSpLocks noChangeShapeType="1"/>
            </p:cNvCxnSpPr>
            <p:nvPr/>
          </p:nvCxnSpPr>
          <p:spPr bwMode="auto">
            <a:xfrm rot="5400000">
              <a:off x="1900664" y="4594300"/>
              <a:ext cx="600871"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421" name="Straight Connector 84">
              <a:extLst>
                <a:ext uri="{FF2B5EF4-FFF2-40B4-BE49-F238E27FC236}">
                  <a16:creationId xmlns:a16="http://schemas.microsoft.com/office/drawing/2014/main" id="{409577E9-7780-B217-676B-B6D21BDFD4F6}"/>
                </a:ext>
              </a:extLst>
            </p:cNvPr>
            <p:cNvCxnSpPr>
              <a:cxnSpLocks noChangeShapeType="1"/>
              <a:stCxn id="74" idx="0"/>
            </p:cNvCxnSpPr>
            <p:nvPr/>
          </p:nvCxnSpPr>
          <p:spPr bwMode="auto">
            <a:xfrm flipV="1">
              <a:off x="2368390" y="3721034"/>
              <a:ext cx="501878" cy="707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422" name="TextBox 86">
              <a:extLst>
                <a:ext uri="{FF2B5EF4-FFF2-40B4-BE49-F238E27FC236}">
                  <a16:creationId xmlns:a16="http://schemas.microsoft.com/office/drawing/2014/main" id="{41F21847-6042-3D0F-91F8-39CAB05BCDFF}"/>
                </a:ext>
              </a:extLst>
            </p:cNvPr>
            <p:cNvSpPr txBox="1">
              <a:spLocks noChangeArrowheads="1"/>
            </p:cNvSpPr>
            <p:nvPr/>
          </p:nvSpPr>
          <p:spPr bwMode="auto">
            <a:xfrm>
              <a:off x="2814452" y="3526971"/>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y</a:t>
              </a:r>
              <a:endParaRPr lang="en-GB" altLang="en-US" sz="1800" b="0"/>
            </a:p>
          </p:txBody>
        </p:sp>
        <p:sp>
          <p:nvSpPr>
            <p:cNvPr id="17423" name="TextBox 87">
              <a:extLst>
                <a:ext uri="{FF2B5EF4-FFF2-40B4-BE49-F238E27FC236}">
                  <a16:creationId xmlns:a16="http://schemas.microsoft.com/office/drawing/2014/main" id="{CE3B7B2B-5AB5-E19F-F5C7-11118F166063}"/>
                </a:ext>
              </a:extLst>
            </p:cNvPr>
            <p:cNvSpPr txBox="1">
              <a:spLocks noChangeArrowheads="1"/>
            </p:cNvSpPr>
            <p:nvPr/>
          </p:nvSpPr>
          <p:spPr bwMode="auto">
            <a:xfrm>
              <a:off x="1567543" y="2921329"/>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00</a:t>
              </a:r>
              <a:endParaRPr lang="en-GB" altLang="en-US" sz="1800" b="0"/>
            </a:p>
          </p:txBody>
        </p:sp>
        <p:sp>
          <p:nvSpPr>
            <p:cNvPr id="17424" name="TextBox 88">
              <a:extLst>
                <a:ext uri="{FF2B5EF4-FFF2-40B4-BE49-F238E27FC236}">
                  <a16:creationId xmlns:a16="http://schemas.microsoft.com/office/drawing/2014/main" id="{9720D1DC-59D8-DB96-CEA5-13CFB8B72D7B}"/>
                </a:ext>
              </a:extLst>
            </p:cNvPr>
            <p:cNvSpPr txBox="1">
              <a:spLocks noChangeArrowheads="1"/>
            </p:cNvSpPr>
            <p:nvPr/>
          </p:nvSpPr>
          <p:spPr bwMode="auto">
            <a:xfrm>
              <a:off x="1579419" y="332509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01</a:t>
              </a:r>
              <a:endParaRPr lang="en-GB" altLang="en-US" sz="1800" b="0"/>
            </a:p>
          </p:txBody>
        </p:sp>
        <p:sp>
          <p:nvSpPr>
            <p:cNvPr id="17425" name="TextBox 89">
              <a:extLst>
                <a:ext uri="{FF2B5EF4-FFF2-40B4-BE49-F238E27FC236}">
                  <a16:creationId xmlns:a16="http://schemas.microsoft.com/office/drawing/2014/main" id="{0A96CA2A-8C19-0605-7BC1-0062FB889943}"/>
                </a:ext>
              </a:extLst>
            </p:cNvPr>
            <p:cNvSpPr txBox="1">
              <a:spLocks noChangeArrowheads="1"/>
            </p:cNvSpPr>
            <p:nvPr/>
          </p:nvSpPr>
          <p:spPr bwMode="auto">
            <a:xfrm>
              <a:off x="1591294" y="3764477"/>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10</a:t>
              </a:r>
              <a:endParaRPr lang="en-GB" altLang="en-US" sz="1800" b="0"/>
            </a:p>
          </p:txBody>
        </p:sp>
        <p:sp>
          <p:nvSpPr>
            <p:cNvPr id="17426" name="TextBox 90">
              <a:extLst>
                <a:ext uri="{FF2B5EF4-FFF2-40B4-BE49-F238E27FC236}">
                  <a16:creationId xmlns:a16="http://schemas.microsoft.com/office/drawing/2014/main" id="{9211948C-E981-F8AA-97B9-5E39BE9F9CAD}"/>
                </a:ext>
              </a:extLst>
            </p:cNvPr>
            <p:cNvSpPr txBox="1">
              <a:spLocks noChangeArrowheads="1"/>
            </p:cNvSpPr>
            <p:nvPr/>
          </p:nvSpPr>
          <p:spPr bwMode="auto">
            <a:xfrm>
              <a:off x="1567543" y="4168239"/>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11</a:t>
              </a:r>
              <a:endParaRPr lang="en-GB" altLang="en-US" sz="1800" b="0"/>
            </a:p>
          </p:txBody>
        </p:sp>
        <p:sp>
          <p:nvSpPr>
            <p:cNvPr id="17427" name="TextBox 91">
              <a:extLst>
                <a:ext uri="{FF2B5EF4-FFF2-40B4-BE49-F238E27FC236}">
                  <a16:creationId xmlns:a16="http://schemas.microsoft.com/office/drawing/2014/main" id="{098BB396-366F-2EEB-5132-37D236B78549}"/>
                </a:ext>
              </a:extLst>
            </p:cNvPr>
            <p:cNvSpPr txBox="1">
              <a:spLocks noChangeArrowheads="1"/>
            </p:cNvSpPr>
            <p:nvPr/>
          </p:nvSpPr>
          <p:spPr bwMode="auto">
            <a:xfrm>
              <a:off x="403761" y="2909454"/>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in0</a:t>
              </a:r>
              <a:endParaRPr lang="en-GB" altLang="en-US" sz="1800" b="0"/>
            </a:p>
          </p:txBody>
        </p:sp>
        <p:sp>
          <p:nvSpPr>
            <p:cNvPr id="17428" name="TextBox 92">
              <a:extLst>
                <a:ext uri="{FF2B5EF4-FFF2-40B4-BE49-F238E27FC236}">
                  <a16:creationId xmlns:a16="http://schemas.microsoft.com/office/drawing/2014/main" id="{81E7BC50-E117-87D7-4762-074005DBFC14}"/>
                </a:ext>
              </a:extLst>
            </p:cNvPr>
            <p:cNvSpPr txBox="1">
              <a:spLocks noChangeArrowheads="1"/>
            </p:cNvSpPr>
            <p:nvPr/>
          </p:nvSpPr>
          <p:spPr bwMode="auto">
            <a:xfrm>
              <a:off x="415637" y="3336965"/>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in1</a:t>
              </a:r>
              <a:endParaRPr lang="en-GB" altLang="en-US" sz="1800" b="0"/>
            </a:p>
          </p:txBody>
        </p:sp>
        <p:sp>
          <p:nvSpPr>
            <p:cNvPr id="17429" name="TextBox 93">
              <a:extLst>
                <a:ext uri="{FF2B5EF4-FFF2-40B4-BE49-F238E27FC236}">
                  <a16:creationId xmlns:a16="http://schemas.microsoft.com/office/drawing/2014/main" id="{041C6BE9-7D3D-AD27-B3D4-24EE2FE29587}"/>
                </a:ext>
              </a:extLst>
            </p:cNvPr>
            <p:cNvSpPr txBox="1">
              <a:spLocks noChangeArrowheads="1"/>
            </p:cNvSpPr>
            <p:nvPr/>
          </p:nvSpPr>
          <p:spPr bwMode="auto">
            <a:xfrm>
              <a:off x="439388" y="3776352"/>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in2</a:t>
              </a:r>
              <a:endParaRPr lang="en-GB" altLang="en-US" sz="1800" b="0"/>
            </a:p>
          </p:txBody>
        </p:sp>
        <p:sp>
          <p:nvSpPr>
            <p:cNvPr id="17430" name="TextBox 94">
              <a:extLst>
                <a:ext uri="{FF2B5EF4-FFF2-40B4-BE49-F238E27FC236}">
                  <a16:creationId xmlns:a16="http://schemas.microsoft.com/office/drawing/2014/main" id="{3AC903D2-C827-DA7B-396C-BE51F3D2539C}"/>
                </a:ext>
              </a:extLst>
            </p:cNvPr>
            <p:cNvSpPr txBox="1">
              <a:spLocks noChangeArrowheads="1"/>
            </p:cNvSpPr>
            <p:nvPr/>
          </p:nvSpPr>
          <p:spPr bwMode="auto">
            <a:xfrm>
              <a:off x="463138" y="4203864"/>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in3</a:t>
              </a:r>
              <a:endParaRPr lang="en-GB" altLang="en-US" sz="1800" b="0"/>
            </a:p>
          </p:txBody>
        </p:sp>
        <p:sp>
          <p:nvSpPr>
            <p:cNvPr id="17431" name="TextBox 95">
              <a:extLst>
                <a:ext uri="{FF2B5EF4-FFF2-40B4-BE49-F238E27FC236}">
                  <a16:creationId xmlns:a16="http://schemas.microsoft.com/office/drawing/2014/main" id="{57E9638A-6AD7-E5E3-6357-B847EC9A6968}"/>
                </a:ext>
              </a:extLst>
            </p:cNvPr>
            <p:cNvSpPr txBox="1">
              <a:spLocks noChangeArrowheads="1"/>
            </p:cNvSpPr>
            <p:nvPr/>
          </p:nvSpPr>
          <p:spPr bwMode="auto">
            <a:xfrm>
              <a:off x="1615045" y="4904508"/>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a1</a:t>
              </a:r>
              <a:endParaRPr lang="en-GB" altLang="en-US" sz="1800" b="0"/>
            </a:p>
          </p:txBody>
        </p:sp>
        <p:sp>
          <p:nvSpPr>
            <p:cNvPr id="17432" name="TextBox 96">
              <a:extLst>
                <a:ext uri="{FF2B5EF4-FFF2-40B4-BE49-F238E27FC236}">
                  <a16:creationId xmlns:a16="http://schemas.microsoft.com/office/drawing/2014/main" id="{ADA1DD1E-21C4-EB39-8F05-E115F4BC6A27}"/>
                </a:ext>
              </a:extLst>
            </p:cNvPr>
            <p:cNvSpPr txBox="1">
              <a:spLocks noChangeArrowheads="1"/>
            </p:cNvSpPr>
            <p:nvPr/>
          </p:nvSpPr>
          <p:spPr bwMode="auto">
            <a:xfrm>
              <a:off x="2006931" y="4892633"/>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a0</a:t>
              </a:r>
              <a:endParaRPr lang="en-GB" altLang="en-US" sz="1800" b="0"/>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a:extLst>
              <a:ext uri="{FF2B5EF4-FFF2-40B4-BE49-F238E27FC236}">
                <a16:creationId xmlns:a16="http://schemas.microsoft.com/office/drawing/2014/main" id="{084CC3EC-A100-7AC1-67F9-BF8D13EED437}"/>
              </a:ext>
            </a:extLst>
          </p:cNvPr>
          <p:cNvSpPr>
            <a:spLocks noGrp="1" noChangeArrowheads="1"/>
          </p:cNvSpPr>
          <p:nvPr>
            <p:ph type="title"/>
          </p:nvPr>
        </p:nvSpPr>
        <p:spPr>
          <a:xfrm>
            <a:off x="-1" y="183402"/>
            <a:ext cx="11612880" cy="704088"/>
          </a:xfrm>
        </p:spPr>
        <p:txBody>
          <a:bodyPr>
            <a:normAutofit/>
          </a:bodyPr>
          <a:lstStyle/>
          <a:p>
            <a:r>
              <a:rPr lang="en-US" altLang="en-US" dirty="0"/>
              <a:t>Multiplexers in </a:t>
            </a:r>
            <a:r>
              <a:rPr lang="en-US" altLang="en-US" dirty="0" err="1"/>
              <a:t>Verilog.Gate</a:t>
            </a:r>
            <a:r>
              <a:rPr lang="en-US" altLang="en-US" dirty="0"/>
              <a:t> Level Implementation</a:t>
            </a:r>
          </a:p>
        </p:txBody>
      </p:sp>
      <p:sp>
        <p:nvSpPr>
          <p:cNvPr id="10243" name="Content Placeholder 5">
            <a:extLst>
              <a:ext uri="{FF2B5EF4-FFF2-40B4-BE49-F238E27FC236}">
                <a16:creationId xmlns:a16="http://schemas.microsoft.com/office/drawing/2014/main" id="{B4EE3F38-129E-426E-A70D-A9C1B03C28EF}"/>
              </a:ext>
            </a:extLst>
          </p:cNvPr>
          <p:cNvSpPr>
            <a:spLocks noGrp="1"/>
          </p:cNvSpPr>
          <p:nvPr>
            <p:ph type="body" sz="quarter" idx="10"/>
          </p:nvPr>
        </p:nvSpPr>
        <p:spPr>
          <a:xfrm>
            <a:off x="457200" y="1188720"/>
            <a:ext cx="11277922" cy="5185186"/>
          </a:xfrm>
          <a:solidFill>
            <a:schemeClr val="accent1">
              <a:lumMod val="20000"/>
              <a:lumOff val="80000"/>
            </a:schemeClr>
          </a:solidFill>
        </p:spPr>
        <p:txBody>
          <a:bodyPr/>
          <a:lstStyle/>
          <a:p>
            <a:pPr marL="0" indent="0">
              <a:buNone/>
            </a:pPr>
            <a:r>
              <a:rPr lang="en-US" dirty="0"/>
              <a:t>module	multiplexer4_1 (y, in0, in1, in2, in3, a0, a1);</a:t>
            </a:r>
          </a:p>
          <a:p>
            <a:pPr marL="0" indent="0">
              <a:buNone/>
            </a:pPr>
            <a:r>
              <a:rPr lang="en-US" dirty="0"/>
              <a:t>	// port declarations</a:t>
            </a:r>
          </a:p>
          <a:p>
            <a:pPr marL="0" indent="0">
              <a:buNone/>
            </a:pPr>
            <a:r>
              <a:rPr lang="en-US" dirty="0"/>
              <a:t>	output      y;</a:t>
            </a:r>
          </a:p>
          <a:p>
            <a:pPr marL="0" indent="0">
              <a:buNone/>
            </a:pPr>
            <a:r>
              <a:rPr lang="en-US" dirty="0"/>
              <a:t>	input	 in0, in1, in2, in3, a0, a1;</a:t>
            </a:r>
          </a:p>
          <a:p>
            <a:pPr marL="0" indent="0">
              <a:buNone/>
            </a:pPr>
            <a:r>
              <a:rPr lang="en-US" dirty="0"/>
              <a:t>	// internal wire declarations</a:t>
            </a:r>
          </a:p>
          <a:p>
            <a:pPr marL="0" indent="0">
              <a:buNone/>
            </a:pPr>
            <a:r>
              <a:rPr lang="en-US" dirty="0"/>
              <a:t>	wire	nota0, nota1, u, v, w, x, y;</a:t>
            </a:r>
          </a:p>
          <a:p>
            <a:pPr marL="0" indent="0">
              <a:buNone/>
            </a:pPr>
            <a:r>
              <a:rPr lang="en-US" dirty="0"/>
              <a:t>	//create nota0 and nota1 signals </a:t>
            </a:r>
          </a:p>
          <a:p>
            <a:pPr marL="0" indent="0">
              <a:buNone/>
            </a:pPr>
            <a:r>
              <a:rPr lang="en-US" dirty="0"/>
              <a:t>	not	(nota0, a0);</a:t>
            </a:r>
          </a:p>
          <a:p>
            <a:pPr marL="0" indent="0">
              <a:buNone/>
            </a:pPr>
            <a:r>
              <a:rPr lang="en-US" dirty="0"/>
              <a:t>	not	(nota1, a1);</a:t>
            </a:r>
          </a:p>
          <a:p>
            <a:pPr marL="0" indent="0">
              <a:buNone/>
            </a:pPr>
            <a:r>
              <a:rPr lang="en-US" dirty="0"/>
              <a:t>	</a:t>
            </a:r>
          </a:p>
        </p:txBody>
      </p:sp>
      <p:sp>
        <p:nvSpPr>
          <p:cNvPr id="5" name="TextBox 4">
            <a:extLst>
              <a:ext uri="{FF2B5EF4-FFF2-40B4-BE49-F238E27FC236}">
                <a16:creationId xmlns:a16="http://schemas.microsoft.com/office/drawing/2014/main" id="{4A126C82-B48A-4253-84A9-4E7C5F7B7D7D}"/>
              </a:ext>
            </a:extLst>
          </p:cNvPr>
          <p:cNvSpPr txBox="1"/>
          <p:nvPr/>
        </p:nvSpPr>
        <p:spPr>
          <a:xfrm>
            <a:off x="6654800" y="2184400"/>
            <a:ext cx="3727450" cy="3170238"/>
          </a:xfrm>
          <a:prstGeom prst="rect">
            <a:avLst/>
          </a:prstGeom>
          <a:solidFill>
            <a:schemeClr val="accent1">
              <a:lumMod val="20000"/>
              <a:lumOff val="80000"/>
            </a:schemeClr>
          </a:solidFill>
        </p:spPr>
        <p:txBody>
          <a:bodyPr>
            <a:spAutoFit/>
          </a:bodyPr>
          <a:lstStyle/>
          <a:p>
            <a:pPr eaLnBrk="1" hangingPunct="1">
              <a:defRPr/>
            </a:pPr>
            <a:r>
              <a:rPr lang="en-US" sz="2000" dirty="0"/>
              <a:t>// 3-input </a:t>
            </a:r>
            <a:r>
              <a:rPr lang="en-US" sz="2000" i="1" dirty="0"/>
              <a:t>and</a:t>
            </a:r>
            <a:r>
              <a:rPr lang="en-US" sz="2000" dirty="0"/>
              <a:t> gates instantiations</a:t>
            </a:r>
          </a:p>
          <a:p>
            <a:pPr eaLnBrk="1" hangingPunct="1">
              <a:defRPr/>
            </a:pPr>
            <a:r>
              <a:rPr lang="en-US" sz="2000" dirty="0">
                <a:solidFill>
                  <a:srgbClr val="0000FF"/>
                </a:solidFill>
              </a:rPr>
              <a:t>and</a:t>
            </a:r>
            <a:r>
              <a:rPr lang="en-US" sz="2000" dirty="0"/>
              <a:t>(u, in0, nota0, nota1);</a:t>
            </a:r>
          </a:p>
          <a:p>
            <a:pPr eaLnBrk="1" hangingPunct="1">
              <a:defRPr/>
            </a:pPr>
            <a:r>
              <a:rPr lang="en-US" sz="2000" dirty="0">
                <a:solidFill>
                  <a:srgbClr val="0000FF"/>
                </a:solidFill>
              </a:rPr>
              <a:t>and</a:t>
            </a:r>
            <a:r>
              <a:rPr lang="en-US" sz="2000" dirty="0"/>
              <a:t>(v, in1, a0, nota1);</a:t>
            </a:r>
          </a:p>
          <a:p>
            <a:pPr eaLnBrk="1" hangingPunct="1">
              <a:defRPr/>
            </a:pPr>
            <a:r>
              <a:rPr lang="en-US" sz="2000" dirty="0">
                <a:solidFill>
                  <a:srgbClr val="0000FF"/>
                </a:solidFill>
              </a:rPr>
              <a:t>and</a:t>
            </a:r>
            <a:r>
              <a:rPr lang="en-US" sz="2000" dirty="0"/>
              <a:t>(w, in2, nota0, a1);</a:t>
            </a:r>
          </a:p>
          <a:p>
            <a:pPr eaLnBrk="1" hangingPunct="1">
              <a:defRPr/>
            </a:pPr>
            <a:r>
              <a:rPr lang="en-US" sz="2000" dirty="0">
                <a:solidFill>
                  <a:srgbClr val="0000FF"/>
                </a:solidFill>
              </a:rPr>
              <a:t>and</a:t>
            </a:r>
            <a:r>
              <a:rPr lang="en-US" sz="2000" dirty="0"/>
              <a:t>(x, in3, a0,  a1);</a:t>
            </a:r>
          </a:p>
          <a:p>
            <a:pPr eaLnBrk="1" hangingPunct="1">
              <a:defRPr/>
            </a:pPr>
            <a:r>
              <a:rPr lang="en-US" sz="2000" dirty="0"/>
              <a:t>//4-input or gate instantiation</a:t>
            </a:r>
          </a:p>
          <a:p>
            <a:pPr eaLnBrk="1" hangingPunct="1">
              <a:defRPr/>
            </a:pPr>
            <a:r>
              <a:rPr lang="en-US" sz="2000" dirty="0">
                <a:solidFill>
                  <a:srgbClr val="0000FF"/>
                </a:solidFill>
              </a:rPr>
              <a:t>or</a:t>
            </a:r>
            <a:r>
              <a:rPr lang="en-US" sz="2000" dirty="0"/>
              <a:t>(y, u, v, w, x);</a:t>
            </a:r>
          </a:p>
          <a:p>
            <a:pPr eaLnBrk="1" hangingPunct="1">
              <a:defRPr/>
            </a:pPr>
            <a:r>
              <a:rPr lang="en-US" sz="2000" dirty="0" err="1">
                <a:solidFill>
                  <a:srgbClr val="0000FF"/>
                </a:solidFill>
              </a:rPr>
              <a:t>endmodule</a:t>
            </a:r>
            <a:endParaRPr lang="ru-RU" sz="2000" dirty="0">
              <a:solidFill>
                <a:srgbClr val="0000FF"/>
              </a:solidFill>
            </a:endParaRPr>
          </a:p>
          <a:p>
            <a:pPr eaLnBrk="1" hangingPunct="1">
              <a:defRPr/>
            </a:pPr>
            <a:endParaRPr lang="en-GB" sz="2000" dirty="0"/>
          </a:p>
        </p:txBody>
      </p:sp>
      <p:sp>
        <p:nvSpPr>
          <p:cNvPr id="19461" name="Right Arrow 5">
            <a:extLst>
              <a:ext uri="{FF2B5EF4-FFF2-40B4-BE49-F238E27FC236}">
                <a16:creationId xmlns:a16="http://schemas.microsoft.com/office/drawing/2014/main" id="{5B571C8B-B21B-641B-F358-1D6A14133C19}"/>
              </a:ext>
            </a:extLst>
          </p:cNvPr>
          <p:cNvSpPr>
            <a:spLocks noChangeArrowheads="1"/>
          </p:cNvSpPr>
          <p:nvPr/>
        </p:nvSpPr>
        <p:spPr bwMode="auto">
          <a:xfrm>
            <a:off x="6215064" y="3609975"/>
            <a:ext cx="331787" cy="261938"/>
          </a:xfrm>
          <a:prstGeom prst="rightArrow">
            <a:avLst>
              <a:gd name="adj1" fmla="val 50000"/>
              <a:gd name="adj2" fmla="val 49763"/>
            </a:avLst>
          </a:prstGeom>
          <a:solidFill>
            <a:schemeClr val="accent1"/>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4">
            <a:extLst>
              <a:ext uri="{FF2B5EF4-FFF2-40B4-BE49-F238E27FC236}">
                <a16:creationId xmlns:a16="http://schemas.microsoft.com/office/drawing/2014/main" id="{673A49AD-E2F7-5482-C2F9-A2C25303E26C}"/>
              </a:ext>
            </a:extLst>
          </p:cNvPr>
          <p:cNvSpPr>
            <a:spLocks noGrp="1" noChangeArrowheads="1"/>
          </p:cNvSpPr>
          <p:nvPr>
            <p:ph type="title"/>
          </p:nvPr>
        </p:nvSpPr>
        <p:spPr>
          <a:xfrm>
            <a:off x="-1" y="183402"/>
            <a:ext cx="11612880" cy="704088"/>
          </a:xfrm>
        </p:spPr>
        <p:txBody>
          <a:bodyPr>
            <a:normAutofit/>
          </a:bodyPr>
          <a:lstStyle/>
          <a:p>
            <a:r>
              <a:rPr lang="en-US" altLang="en-US" dirty="0"/>
              <a:t>Logic Statement Implementation</a:t>
            </a:r>
            <a:r>
              <a:rPr lang="ru-RU" altLang="en-US" dirty="0"/>
              <a:t> </a:t>
            </a:r>
            <a:endParaRPr lang="en-US" altLang="en-US" dirty="0"/>
          </a:p>
        </p:txBody>
      </p:sp>
      <p:sp>
        <p:nvSpPr>
          <p:cNvPr id="21507" name="Content Placeholder 5">
            <a:extLst>
              <a:ext uri="{FF2B5EF4-FFF2-40B4-BE49-F238E27FC236}">
                <a16:creationId xmlns:a16="http://schemas.microsoft.com/office/drawing/2014/main" id="{707FF8BF-45C5-7D68-107B-E332B4447124}"/>
              </a:ext>
            </a:extLst>
          </p:cNvPr>
          <p:cNvSpPr>
            <a:spLocks noGrp="1" noChangeArrowheads="1"/>
          </p:cNvSpPr>
          <p:nvPr>
            <p:ph type="body" sz="quarter" idx="10"/>
          </p:nvPr>
        </p:nvSpPr>
        <p:spPr>
          <a:xfrm>
            <a:off x="457200" y="1188720"/>
            <a:ext cx="11277922" cy="5185186"/>
          </a:xfrm>
        </p:spPr>
        <p:txBody>
          <a:bodyPr/>
          <a:lstStyle/>
          <a:p>
            <a:r>
              <a:rPr lang="en-US" altLang="en-US"/>
              <a:t>module 	multiplexer4_1 (y, in0, in1, in2, in3, a0, a1);</a:t>
            </a:r>
          </a:p>
          <a:p>
            <a:r>
              <a:rPr lang="en-US" altLang="en-US"/>
              <a:t>		output	y;</a:t>
            </a:r>
          </a:p>
          <a:p>
            <a:r>
              <a:rPr lang="en-US" altLang="en-US"/>
              <a:t>		input	in0, in1, in2, in3, a0, a1;</a:t>
            </a:r>
          </a:p>
          <a:p>
            <a:r>
              <a:rPr lang="en-US" altLang="en-US"/>
              <a:t>		assign	 y = (in0&amp;~a0&amp;~a1)|(in1&amp;a0&amp;~a1)		 	|(in2&amp;~a0&amp;a1)|(in3&amp;a0&amp;a1);</a:t>
            </a:r>
          </a:p>
          <a:p>
            <a:r>
              <a:rPr lang="en-US" altLang="en-US"/>
              <a:t>	endmodule</a:t>
            </a:r>
            <a:endParaRPr lang="ru-RU"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3">
            <a:extLst>
              <a:ext uri="{FF2B5EF4-FFF2-40B4-BE49-F238E27FC236}">
                <a16:creationId xmlns:a16="http://schemas.microsoft.com/office/drawing/2014/main" id="{3BC2B1BE-ED7B-F191-8EBB-4E36DBA49B43}"/>
              </a:ext>
            </a:extLst>
          </p:cNvPr>
          <p:cNvSpPr>
            <a:spLocks noGrp="1" noChangeArrowheads="1"/>
          </p:cNvSpPr>
          <p:nvPr>
            <p:ph type="title"/>
          </p:nvPr>
        </p:nvSpPr>
        <p:spPr>
          <a:xfrm>
            <a:off x="-1" y="183402"/>
            <a:ext cx="11612880" cy="704088"/>
          </a:xfrm>
        </p:spPr>
        <p:txBody>
          <a:bodyPr>
            <a:normAutofit/>
          </a:bodyPr>
          <a:lstStyle/>
          <a:p>
            <a:r>
              <a:rPr lang="en-US" altLang="en-US" dirty="0"/>
              <a:t>Case </a:t>
            </a:r>
            <a:r>
              <a:rPr lang="ru-RU" altLang="en-US" dirty="0"/>
              <a:t> </a:t>
            </a:r>
            <a:r>
              <a:rPr lang="en-US" altLang="en-US" dirty="0"/>
              <a:t>Statement</a:t>
            </a:r>
            <a:r>
              <a:rPr lang="ru-RU" altLang="en-US" dirty="0"/>
              <a:t> </a:t>
            </a:r>
            <a:r>
              <a:rPr lang="en-US" altLang="en-US" dirty="0"/>
              <a:t> Implementation</a:t>
            </a:r>
            <a:r>
              <a:rPr lang="ru-RU" altLang="en-US" dirty="0"/>
              <a:t> </a:t>
            </a:r>
            <a:endParaRPr lang="en-US" altLang="en-US" dirty="0"/>
          </a:p>
        </p:txBody>
      </p:sp>
      <p:sp>
        <p:nvSpPr>
          <p:cNvPr id="23555" name="Content Placeholder 5">
            <a:extLst>
              <a:ext uri="{FF2B5EF4-FFF2-40B4-BE49-F238E27FC236}">
                <a16:creationId xmlns:a16="http://schemas.microsoft.com/office/drawing/2014/main" id="{BF06BF31-C95A-A3BA-65EE-5E49B095F6EE}"/>
              </a:ext>
            </a:extLst>
          </p:cNvPr>
          <p:cNvSpPr>
            <a:spLocks noGrp="1" noChangeArrowheads="1"/>
          </p:cNvSpPr>
          <p:nvPr>
            <p:ph type="body" sz="quarter" idx="10"/>
          </p:nvPr>
        </p:nvSpPr>
        <p:spPr>
          <a:xfrm>
            <a:off x="457200" y="1188720"/>
            <a:ext cx="11277922" cy="5185186"/>
          </a:xfrm>
        </p:spPr>
        <p:txBody>
          <a:bodyPr/>
          <a:lstStyle/>
          <a:p>
            <a:r>
              <a:rPr lang="en-US" altLang="en-US" sz="1600" dirty="0"/>
              <a:t>module multiplexer4_1 (y, in0, in1, in2, in3, a0, a1);</a:t>
            </a:r>
          </a:p>
          <a:p>
            <a:r>
              <a:rPr lang="en-US" altLang="en-US" sz="1600" dirty="0"/>
              <a:t>		output	y;</a:t>
            </a:r>
          </a:p>
          <a:p>
            <a:r>
              <a:rPr lang="en-US" altLang="en-US" sz="1600" dirty="0"/>
              <a:t>		input	in0, in1, in2, in3, a0, a1;</a:t>
            </a:r>
          </a:p>
          <a:p>
            <a:r>
              <a:rPr lang="en-US" altLang="en-US" sz="1600" dirty="0"/>
              <a:t>		reg	y;</a:t>
            </a:r>
          </a:p>
          <a:p>
            <a:r>
              <a:rPr lang="en-US" altLang="en-US" sz="1600" dirty="0"/>
              <a:t>		always @ (in0 or in1 or in2 or in3 or a0 or a1)</a:t>
            </a:r>
          </a:p>
          <a:p>
            <a:r>
              <a:rPr lang="en-US" altLang="en-US" sz="1600" dirty="0"/>
              <a:t>	case ({a1, a0})</a:t>
            </a:r>
          </a:p>
          <a:p>
            <a:r>
              <a:rPr lang="en-US" altLang="en-US" sz="1600" dirty="0"/>
              <a:t>	2’ b00: y = in0;</a:t>
            </a:r>
          </a:p>
          <a:p>
            <a:r>
              <a:rPr lang="en-US" altLang="en-US" sz="1600" dirty="0"/>
              <a:t>	2’ b01: y = in1;</a:t>
            </a:r>
          </a:p>
          <a:p>
            <a:r>
              <a:rPr lang="en-US" altLang="en-US" sz="1600" dirty="0"/>
              <a:t>	2’ b10: y = in2;</a:t>
            </a:r>
          </a:p>
          <a:p>
            <a:r>
              <a:rPr lang="en-US" altLang="en-US" sz="1600" dirty="0"/>
              <a:t>	2’b11:  y = in3;</a:t>
            </a:r>
          </a:p>
          <a:p>
            <a:r>
              <a:rPr lang="en-US" altLang="en-US" sz="1600" dirty="0"/>
              <a:t>	default: $display (“Please check control bits”);</a:t>
            </a:r>
          </a:p>
          <a:p>
            <a:r>
              <a:rPr lang="en-US" altLang="en-US" sz="1600" dirty="0"/>
              <a:t>	</a:t>
            </a:r>
            <a:r>
              <a:rPr lang="en-US" altLang="en-US" sz="1600" dirty="0" err="1"/>
              <a:t>endcase</a:t>
            </a:r>
            <a:endParaRPr lang="en-US" altLang="en-US" sz="1600" dirty="0"/>
          </a:p>
          <a:p>
            <a:r>
              <a:rPr lang="en-US" altLang="en-US" sz="1600" dirty="0" err="1"/>
              <a:t>endmodule</a:t>
            </a:r>
            <a:endParaRPr lang="ru-RU" altLang="en-US" sz="1600" dirty="0"/>
          </a:p>
          <a:p>
            <a:endParaRPr lang="en-US" altLang="en-US" sz="16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4">
            <a:extLst>
              <a:ext uri="{FF2B5EF4-FFF2-40B4-BE49-F238E27FC236}">
                <a16:creationId xmlns:a16="http://schemas.microsoft.com/office/drawing/2014/main" id="{799949EE-97C5-67B7-170F-542D9476E071}"/>
              </a:ext>
            </a:extLst>
          </p:cNvPr>
          <p:cNvSpPr>
            <a:spLocks noGrp="1" noChangeArrowheads="1"/>
          </p:cNvSpPr>
          <p:nvPr>
            <p:ph type="title"/>
          </p:nvPr>
        </p:nvSpPr>
        <p:spPr>
          <a:xfrm>
            <a:off x="-1" y="183402"/>
            <a:ext cx="11612880" cy="704088"/>
          </a:xfrm>
        </p:spPr>
        <p:txBody>
          <a:bodyPr>
            <a:normAutofit/>
          </a:bodyPr>
          <a:lstStyle/>
          <a:p>
            <a:r>
              <a:rPr lang="en-US" altLang="en-US" dirty="0"/>
              <a:t>Conditional Operator Implementation</a:t>
            </a:r>
            <a:r>
              <a:rPr lang="ru-RU" altLang="en-US" dirty="0"/>
              <a:t> </a:t>
            </a:r>
            <a:endParaRPr lang="en-US" altLang="en-US" dirty="0"/>
          </a:p>
        </p:txBody>
      </p:sp>
      <p:sp>
        <p:nvSpPr>
          <p:cNvPr id="25603" name="Content Placeholder 5">
            <a:extLst>
              <a:ext uri="{FF2B5EF4-FFF2-40B4-BE49-F238E27FC236}">
                <a16:creationId xmlns:a16="http://schemas.microsoft.com/office/drawing/2014/main" id="{43E6A663-AFC1-DEDB-6586-FBD3D78BA268}"/>
              </a:ext>
            </a:extLst>
          </p:cNvPr>
          <p:cNvSpPr>
            <a:spLocks noGrp="1" noChangeArrowheads="1"/>
          </p:cNvSpPr>
          <p:nvPr>
            <p:ph type="body" sz="quarter" idx="10"/>
          </p:nvPr>
        </p:nvSpPr>
        <p:spPr>
          <a:xfrm>
            <a:off x="457200" y="1188720"/>
            <a:ext cx="11277922" cy="5185186"/>
          </a:xfrm>
        </p:spPr>
        <p:txBody>
          <a:bodyPr/>
          <a:lstStyle/>
          <a:p>
            <a:endParaRPr lang="en-US" altLang="en-US"/>
          </a:p>
          <a:p>
            <a:r>
              <a:rPr lang="en-US" altLang="en-US"/>
              <a:t>module	multiplexer4_1 (y, in0, in1, in2, in3, a0, a1);</a:t>
            </a:r>
          </a:p>
          <a:p>
            <a:r>
              <a:rPr lang="en-US" altLang="en-US"/>
              <a:t>		output		y;</a:t>
            </a:r>
          </a:p>
          <a:p>
            <a:r>
              <a:rPr lang="en-US" altLang="en-US"/>
              <a:t>		input	in0, in1, in2, in3, a0, a1;</a:t>
            </a:r>
          </a:p>
          <a:p>
            <a:r>
              <a:rPr lang="en-US" altLang="en-US"/>
              <a:t>assign  y = a0 ? (a1 ? in3 : in1) : (a1 ? in2 : in0);</a:t>
            </a:r>
          </a:p>
          <a:p>
            <a:r>
              <a:rPr lang="en-US" altLang="en-US"/>
              <a:t>endmodule</a:t>
            </a:r>
          </a:p>
          <a:p>
            <a:endParaRPr lang="ru-RU" altLang="en-US"/>
          </a:p>
          <a:p>
            <a:r>
              <a:rPr lang="en-US" altLang="en-US"/>
              <a:t>Nested conditional  operators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18" name="Content Placeholder 35">
            <a:extLst>
              <a:ext uri="{FF2B5EF4-FFF2-40B4-BE49-F238E27FC236}">
                <a16:creationId xmlns:a16="http://schemas.microsoft.com/office/drawing/2014/main" id="{55B2B06D-7550-FF63-E74D-FF62AE68D705}"/>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endParaRPr lang="en-US" altLang="en-US" dirty="0"/>
          </a:p>
          <a:p>
            <a:endParaRPr lang="en-US" altLang="en-US" dirty="0"/>
          </a:p>
          <a:p>
            <a:pPr marL="0" indent="0">
              <a:buNone/>
            </a:pPr>
            <a:r>
              <a:rPr lang="en-US" altLang="en-US" dirty="0"/>
              <a:t>			</a:t>
            </a:r>
          </a:p>
          <a:p>
            <a:endParaRPr lang="en-US" altLang="en-US" dirty="0"/>
          </a:p>
          <a:p>
            <a:pPr marL="274320" lvl="1" indent="0">
              <a:buNone/>
            </a:pPr>
            <a:endParaRPr lang="en-US" altLang="en-US" dirty="0"/>
          </a:p>
          <a:p>
            <a:pPr marL="274320" lvl="1" indent="0">
              <a:buNone/>
            </a:pPr>
            <a:r>
              <a:rPr lang="en-US" altLang="en-US" dirty="0"/>
              <a:t>						The implementation of  given function</a:t>
            </a:r>
          </a:p>
          <a:p>
            <a:pPr marL="274320" lvl="1" indent="0">
              <a:buNone/>
            </a:pPr>
            <a:r>
              <a:rPr lang="en-US" altLang="en-US" dirty="0"/>
              <a:t> 						using multiplexer 8:1.</a:t>
            </a:r>
            <a:endParaRPr lang="ru-RU" altLang="en-US" dirty="0"/>
          </a:p>
          <a:p>
            <a:endParaRPr lang="en-US" altLang="en-US" dirty="0"/>
          </a:p>
        </p:txBody>
      </p:sp>
      <p:grpSp>
        <p:nvGrpSpPr>
          <p:cNvPr id="27650" name="Group 33">
            <a:extLst>
              <a:ext uri="{FF2B5EF4-FFF2-40B4-BE49-F238E27FC236}">
                <a16:creationId xmlns:a16="http://schemas.microsoft.com/office/drawing/2014/main" id="{E95C5CAF-1E59-55A9-C17D-D4FC21F43B41}"/>
              </a:ext>
            </a:extLst>
          </p:cNvPr>
          <p:cNvGrpSpPr>
            <a:grpSpLocks/>
          </p:cNvGrpSpPr>
          <p:nvPr/>
        </p:nvGrpSpPr>
        <p:grpSpPr bwMode="auto">
          <a:xfrm>
            <a:off x="5940426" y="1690688"/>
            <a:ext cx="3933825" cy="3073400"/>
            <a:chOff x="4416425" y="1647825"/>
            <a:chExt cx="3933825" cy="3073400"/>
          </a:xfrm>
        </p:grpSpPr>
        <p:sp>
          <p:nvSpPr>
            <p:cNvPr id="27720" name="Text Box 862">
              <a:extLst>
                <a:ext uri="{FF2B5EF4-FFF2-40B4-BE49-F238E27FC236}">
                  <a16:creationId xmlns:a16="http://schemas.microsoft.com/office/drawing/2014/main" id="{73154C9F-491D-41D2-081A-632368F63625}"/>
                </a:ext>
              </a:extLst>
            </p:cNvPr>
            <p:cNvSpPr txBox="1">
              <a:spLocks noChangeArrowheads="1"/>
            </p:cNvSpPr>
            <p:nvPr/>
          </p:nvSpPr>
          <p:spPr bwMode="auto">
            <a:xfrm>
              <a:off x="4416425" y="1862138"/>
              <a:ext cx="550863"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x</a:t>
              </a:r>
              <a:r>
                <a:rPr lang="ru-RU" altLang="en-US" sz="2000" b="0"/>
                <a:t>4</a:t>
              </a:r>
            </a:p>
          </p:txBody>
        </p:sp>
        <p:grpSp>
          <p:nvGrpSpPr>
            <p:cNvPr id="27721" name="Group 882">
              <a:extLst>
                <a:ext uri="{FF2B5EF4-FFF2-40B4-BE49-F238E27FC236}">
                  <a16:creationId xmlns:a16="http://schemas.microsoft.com/office/drawing/2014/main" id="{683BE4CA-B849-F99D-73E3-7B645672879A}"/>
                </a:ext>
              </a:extLst>
            </p:cNvPr>
            <p:cNvGrpSpPr>
              <a:grpSpLocks/>
            </p:cNvGrpSpPr>
            <p:nvPr/>
          </p:nvGrpSpPr>
          <p:grpSpPr bwMode="auto">
            <a:xfrm>
              <a:off x="4552950" y="1647825"/>
              <a:ext cx="3797300" cy="3073400"/>
              <a:chOff x="2822" y="1060"/>
              <a:chExt cx="2734" cy="1826"/>
            </a:xfrm>
          </p:grpSpPr>
          <p:sp>
            <p:nvSpPr>
              <p:cNvPr id="16457" name="Text Box 844">
                <a:extLst>
                  <a:ext uri="{FF2B5EF4-FFF2-40B4-BE49-F238E27FC236}">
                    <a16:creationId xmlns:a16="http://schemas.microsoft.com/office/drawing/2014/main" id="{F9416775-1BD5-448B-AC2B-9FCF0AE075EA}"/>
                  </a:ext>
                </a:extLst>
              </p:cNvPr>
              <p:cNvSpPr txBox="1">
                <a:spLocks noChangeArrowheads="1"/>
              </p:cNvSpPr>
              <p:nvPr/>
            </p:nvSpPr>
            <p:spPr bwMode="auto">
              <a:xfrm>
                <a:off x="4123" y="1060"/>
                <a:ext cx="810" cy="1826"/>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r>
                  <a:rPr lang="ru-RU" sz="1600" dirty="0"/>
                  <a:t>0      MUX</a:t>
                </a:r>
              </a:p>
              <a:p>
                <a:pPr eaLnBrk="1" hangingPunct="1">
                  <a:defRPr/>
                </a:pPr>
                <a:r>
                  <a:rPr lang="en-US" sz="1600" dirty="0"/>
                  <a:t>1</a:t>
                </a:r>
                <a:endParaRPr lang="ru-RU" sz="1600" dirty="0"/>
              </a:p>
              <a:p>
                <a:pPr eaLnBrk="1" hangingPunct="1">
                  <a:defRPr/>
                </a:pPr>
                <a:r>
                  <a:rPr lang="ru-RU" sz="1600" dirty="0"/>
                  <a:t>2</a:t>
                </a:r>
              </a:p>
              <a:p>
                <a:pPr eaLnBrk="1" hangingPunct="1">
                  <a:defRPr/>
                </a:pPr>
                <a:r>
                  <a:rPr lang="ru-RU" sz="1600" dirty="0"/>
                  <a:t>3</a:t>
                </a:r>
              </a:p>
              <a:p>
                <a:pPr eaLnBrk="1" hangingPunct="1">
                  <a:defRPr/>
                </a:pPr>
                <a:r>
                  <a:rPr lang="ru-RU" sz="1600" dirty="0"/>
                  <a:t>4</a:t>
                </a:r>
              </a:p>
              <a:p>
                <a:pPr eaLnBrk="1" hangingPunct="1">
                  <a:defRPr/>
                </a:pPr>
                <a:r>
                  <a:rPr lang="ru-RU" sz="1600" dirty="0"/>
                  <a:t>5</a:t>
                </a:r>
              </a:p>
              <a:p>
                <a:pPr eaLnBrk="1" hangingPunct="1">
                  <a:defRPr/>
                </a:pPr>
                <a:r>
                  <a:rPr lang="ru-RU" sz="1600" dirty="0"/>
                  <a:t>6</a:t>
                </a:r>
              </a:p>
              <a:p>
                <a:pPr eaLnBrk="1" hangingPunct="1">
                  <a:defRPr/>
                </a:pPr>
                <a:r>
                  <a:rPr lang="ru-RU" sz="1600" dirty="0"/>
                  <a:t>7</a:t>
                </a:r>
              </a:p>
              <a:p>
                <a:pPr eaLnBrk="1" hangingPunct="1">
                  <a:defRPr/>
                </a:pPr>
                <a:r>
                  <a:rPr lang="en-US" sz="1600" dirty="0"/>
                  <a:t>A</a:t>
                </a:r>
                <a:r>
                  <a:rPr lang="ru-RU" sz="1600" dirty="0"/>
                  <a:t>0</a:t>
                </a:r>
              </a:p>
              <a:p>
                <a:pPr eaLnBrk="1" hangingPunct="1">
                  <a:defRPr/>
                </a:pPr>
                <a:r>
                  <a:rPr lang="en-US" sz="1600" dirty="0"/>
                  <a:t>A</a:t>
                </a:r>
                <a:r>
                  <a:rPr lang="ru-RU" sz="1600" dirty="0"/>
                  <a:t>1</a:t>
                </a:r>
              </a:p>
              <a:p>
                <a:pPr eaLnBrk="1" hangingPunct="1">
                  <a:defRPr/>
                </a:pPr>
                <a:r>
                  <a:rPr lang="en-US" sz="1600" dirty="0"/>
                  <a:t>A</a:t>
                </a:r>
                <a:r>
                  <a:rPr lang="ru-RU" sz="1600" dirty="0"/>
                  <a:t>2</a:t>
                </a:r>
              </a:p>
              <a:p>
                <a:pPr eaLnBrk="1" hangingPunct="1">
                  <a:defRPr/>
                </a:pPr>
                <a:endParaRPr lang="ru-RU" sz="1600" dirty="0"/>
              </a:p>
            </p:txBody>
          </p:sp>
          <p:sp>
            <p:nvSpPr>
              <p:cNvPr id="27723" name="Line 846">
                <a:extLst>
                  <a:ext uri="{FF2B5EF4-FFF2-40B4-BE49-F238E27FC236}">
                    <a16:creationId xmlns:a16="http://schemas.microsoft.com/office/drawing/2014/main" id="{279F4059-143E-39CE-C827-9E291D23243E}"/>
                  </a:ext>
                </a:extLst>
              </p:cNvPr>
              <p:cNvSpPr>
                <a:spLocks noChangeShapeType="1"/>
              </p:cNvSpPr>
              <p:nvPr/>
            </p:nvSpPr>
            <p:spPr bwMode="auto">
              <a:xfrm>
                <a:off x="3863" y="1363"/>
                <a:ext cx="2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4" name="Line 847">
                <a:extLst>
                  <a:ext uri="{FF2B5EF4-FFF2-40B4-BE49-F238E27FC236}">
                    <a16:creationId xmlns:a16="http://schemas.microsoft.com/office/drawing/2014/main" id="{0A2A5191-7FEB-7FBC-BA80-69E8CFBE550F}"/>
                  </a:ext>
                </a:extLst>
              </p:cNvPr>
              <p:cNvSpPr>
                <a:spLocks noChangeShapeType="1"/>
              </p:cNvSpPr>
              <p:nvPr/>
            </p:nvSpPr>
            <p:spPr bwMode="auto">
              <a:xfrm>
                <a:off x="3871" y="1487"/>
                <a:ext cx="24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5" name="Line 848">
                <a:extLst>
                  <a:ext uri="{FF2B5EF4-FFF2-40B4-BE49-F238E27FC236}">
                    <a16:creationId xmlns:a16="http://schemas.microsoft.com/office/drawing/2014/main" id="{77BC5E71-C468-0890-C9C7-43EA074A6984}"/>
                  </a:ext>
                </a:extLst>
              </p:cNvPr>
              <p:cNvSpPr>
                <a:spLocks noChangeShapeType="1"/>
              </p:cNvSpPr>
              <p:nvPr/>
            </p:nvSpPr>
            <p:spPr bwMode="auto">
              <a:xfrm>
                <a:off x="3590" y="1642"/>
                <a:ext cx="546" cy="0"/>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27726" name="Line 849">
                <a:extLst>
                  <a:ext uri="{FF2B5EF4-FFF2-40B4-BE49-F238E27FC236}">
                    <a16:creationId xmlns:a16="http://schemas.microsoft.com/office/drawing/2014/main" id="{DE2B4068-7616-4B86-FEEE-FDB0959DE0AD}"/>
                  </a:ext>
                </a:extLst>
              </p:cNvPr>
              <p:cNvSpPr>
                <a:spLocks noChangeShapeType="1"/>
              </p:cNvSpPr>
              <p:nvPr/>
            </p:nvSpPr>
            <p:spPr bwMode="auto">
              <a:xfrm>
                <a:off x="3774" y="1795"/>
                <a:ext cx="347"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27" name="Line 850">
                <a:extLst>
                  <a:ext uri="{FF2B5EF4-FFF2-40B4-BE49-F238E27FC236}">
                    <a16:creationId xmlns:a16="http://schemas.microsoft.com/office/drawing/2014/main" id="{D2021813-625F-228D-3232-377568B0347C}"/>
                  </a:ext>
                </a:extLst>
              </p:cNvPr>
              <p:cNvSpPr>
                <a:spLocks noChangeShapeType="1"/>
              </p:cNvSpPr>
              <p:nvPr/>
            </p:nvSpPr>
            <p:spPr bwMode="auto">
              <a:xfrm>
                <a:off x="3776" y="1949"/>
                <a:ext cx="347"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28" name="Line 851">
                <a:extLst>
                  <a:ext uri="{FF2B5EF4-FFF2-40B4-BE49-F238E27FC236}">
                    <a16:creationId xmlns:a16="http://schemas.microsoft.com/office/drawing/2014/main" id="{743F47E4-3801-A476-18D4-A1F1F049C7DD}"/>
                  </a:ext>
                </a:extLst>
              </p:cNvPr>
              <p:cNvSpPr>
                <a:spLocks noChangeShapeType="1"/>
              </p:cNvSpPr>
              <p:nvPr/>
            </p:nvSpPr>
            <p:spPr bwMode="auto">
              <a:xfrm>
                <a:off x="3063" y="2092"/>
                <a:ext cx="105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9" name="Line 852">
                <a:extLst>
                  <a:ext uri="{FF2B5EF4-FFF2-40B4-BE49-F238E27FC236}">
                    <a16:creationId xmlns:a16="http://schemas.microsoft.com/office/drawing/2014/main" id="{DC855EDD-AFA1-71FB-C4AE-F95D91700CFF}"/>
                  </a:ext>
                </a:extLst>
              </p:cNvPr>
              <p:cNvSpPr>
                <a:spLocks noChangeShapeType="1"/>
              </p:cNvSpPr>
              <p:nvPr/>
            </p:nvSpPr>
            <p:spPr bwMode="auto">
              <a:xfrm>
                <a:off x="3776" y="2241"/>
                <a:ext cx="3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0" name="Line 854">
                <a:extLst>
                  <a:ext uri="{FF2B5EF4-FFF2-40B4-BE49-F238E27FC236}">
                    <a16:creationId xmlns:a16="http://schemas.microsoft.com/office/drawing/2014/main" id="{86E3D304-72FC-20A4-B3B3-90DA76EBAA33}"/>
                  </a:ext>
                </a:extLst>
              </p:cNvPr>
              <p:cNvSpPr>
                <a:spLocks noChangeShapeType="1"/>
              </p:cNvSpPr>
              <p:nvPr/>
            </p:nvSpPr>
            <p:spPr bwMode="auto">
              <a:xfrm>
                <a:off x="4933" y="1975"/>
                <a:ext cx="2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1" name="Line 859">
                <a:extLst>
                  <a:ext uri="{FF2B5EF4-FFF2-40B4-BE49-F238E27FC236}">
                    <a16:creationId xmlns:a16="http://schemas.microsoft.com/office/drawing/2014/main" id="{CA4305A1-268D-1099-A530-700267BA1FAB}"/>
                  </a:ext>
                </a:extLst>
              </p:cNvPr>
              <p:cNvSpPr>
                <a:spLocks noChangeShapeType="1"/>
              </p:cNvSpPr>
              <p:nvPr/>
            </p:nvSpPr>
            <p:spPr bwMode="auto">
              <a:xfrm>
                <a:off x="2822" y="1209"/>
                <a:ext cx="13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2" name="Text Box 860">
                <a:extLst>
                  <a:ext uri="{FF2B5EF4-FFF2-40B4-BE49-F238E27FC236}">
                    <a16:creationId xmlns:a16="http://schemas.microsoft.com/office/drawing/2014/main" id="{5088C919-A04D-B550-D4FC-4C609DEA9D14}"/>
                  </a:ext>
                </a:extLst>
              </p:cNvPr>
              <p:cNvSpPr txBox="1">
                <a:spLocks noChangeArrowheads="1"/>
              </p:cNvSpPr>
              <p:nvPr/>
            </p:nvSpPr>
            <p:spPr bwMode="auto">
              <a:xfrm>
                <a:off x="3796" y="1175"/>
                <a:ext cx="314"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t>
                </a:r>
                <a:r>
                  <a:rPr lang="ru-RU" altLang="en-US" sz="1600" b="0"/>
                  <a:t>0</a:t>
                </a:r>
                <a:r>
                  <a:rPr lang="en-US" altLang="en-US" sz="1600" b="0"/>
                  <a:t>”</a:t>
                </a:r>
                <a:endParaRPr lang="ru-RU" altLang="en-US" sz="1600" b="0"/>
              </a:p>
            </p:txBody>
          </p:sp>
          <p:sp>
            <p:nvSpPr>
              <p:cNvPr id="27733" name="Text Box 861">
                <a:extLst>
                  <a:ext uri="{FF2B5EF4-FFF2-40B4-BE49-F238E27FC236}">
                    <a16:creationId xmlns:a16="http://schemas.microsoft.com/office/drawing/2014/main" id="{817CAA96-945C-E0B2-4DD1-9C6D96702AEC}"/>
                  </a:ext>
                </a:extLst>
              </p:cNvPr>
              <p:cNvSpPr txBox="1">
                <a:spLocks noChangeArrowheads="1"/>
              </p:cNvSpPr>
              <p:nvPr/>
            </p:nvSpPr>
            <p:spPr bwMode="auto">
              <a:xfrm>
                <a:off x="3560" y="1389"/>
                <a:ext cx="421"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t>
                </a:r>
                <a:r>
                  <a:rPr lang="ru-RU" altLang="en-US" sz="1600" b="0"/>
                  <a:t>1</a:t>
                </a:r>
                <a:r>
                  <a:rPr lang="en-US" altLang="en-US" sz="1600" b="0"/>
                  <a:t>”</a:t>
                </a:r>
                <a:endParaRPr lang="ru-RU" altLang="en-US" sz="1600" b="0"/>
              </a:p>
            </p:txBody>
          </p:sp>
          <p:sp>
            <p:nvSpPr>
              <p:cNvPr id="27734" name="Line 863">
                <a:extLst>
                  <a:ext uri="{FF2B5EF4-FFF2-40B4-BE49-F238E27FC236}">
                    <a16:creationId xmlns:a16="http://schemas.microsoft.com/office/drawing/2014/main" id="{62EBEE73-E8E8-A6EB-88FA-470532B37E15}"/>
                  </a:ext>
                </a:extLst>
              </p:cNvPr>
              <p:cNvSpPr>
                <a:spLocks noChangeShapeType="1"/>
              </p:cNvSpPr>
              <p:nvPr/>
            </p:nvSpPr>
            <p:spPr bwMode="auto">
              <a:xfrm flipH="1">
                <a:off x="3772" y="1633"/>
                <a:ext cx="0" cy="612"/>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7735" name="Line 864">
                <a:extLst>
                  <a:ext uri="{FF2B5EF4-FFF2-40B4-BE49-F238E27FC236}">
                    <a16:creationId xmlns:a16="http://schemas.microsoft.com/office/drawing/2014/main" id="{222AD07F-828C-7214-A829-522BD70AE80C}"/>
                  </a:ext>
                </a:extLst>
              </p:cNvPr>
              <p:cNvSpPr>
                <a:spLocks noChangeShapeType="1"/>
              </p:cNvSpPr>
              <p:nvPr/>
            </p:nvSpPr>
            <p:spPr bwMode="auto">
              <a:xfrm flipV="1">
                <a:off x="3063" y="1209"/>
                <a:ext cx="0" cy="889"/>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7736" name="Text Box 865">
                <a:extLst>
                  <a:ext uri="{FF2B5EF4-FFF2-40B4-BE49-F238E27FC236}">
                    <a16:creationId xmlns:a16="http://schemas.microsoft.com/office/drawing/2014/main" id="{3AA2FAD2-1BC0-9A1D-5034-A99564D46DB1}"/>
                  </a:ext>
                </a:extLst>
              </p:cNvPr>
              <p:cNvSpPr txBox="1">
                <a:spLocks noChangeArrowheads="1"/>
              </p:cNvSpPr>
              <p:nvPr/>
            </p:nvSpPr>
            <p:spPr bwMode="auto">
              <a:xfrm>
                <a:off x="5209" y="1860"/>
                <a:ext cx="347"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Y</a:t>
                </a:r>
              </a:p>
            </p:txBody>
          </p:sp>
          <p:sp>
            <p:nvSpPr>
              <p:cNvPr id="27737" name="Line 866">
                <a:extLst>
                  <a:ext uri="{FF2B5EF4-FFF2-40B4-BE49-F238E27FC236}">
                    <a16:creationId xmlns:a16="http://schemas.microsoft.com/office/drawing/2014/main" id="{1475E851-5A21-7365-CB5C-E8AFCBEDEC27}"/>
                  </a:ext>
                </a:extLst>
              </p:cNvPr>
              <p:cNvSpPr>
                <a:spLocks noChangeShapeType="1"/>
              </p:cNvSpPr>
              <p:nvPr/>
            </p:nvSpPr>
            <p:spPr bwMode="auto">
              <a:xfrm flipH="1">
                <a:off x="3061" y="1634"/>
                <a:ext cx="18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7738" name="Line 867">
                <a:extLst>
                  <a:ext uri="{FF2B5EF4-FFF2-40B4-BE49-F238E27FC236}">
                    <a16:creationId xmlns:a16="http://schemas.microsoft.com/office/drawing/2014/main" id="{12895E6F-B493-87C4-BF18-A62FA3CE6525}"/>
                  </a:ext>
                </a:extLst>
              </p:cNvPr>
              <p:cNvSpPr>
                <a:spLocks noChangeShapeType="1"/>
              </p:cNvSpPr>
              <p:nvPr/>
            </p:nvSpPr>
            <p:spPr bwMode="auto">
              <a:xfrm>
                <a:off x="3879" y="2425"/>
                <a:ext cx="24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9" name="Line 868">
                <a:extLst>
                  <a:ext uri="{FF2B5EF4-FFF2-40B4-BE49-F238E27FC236}">
                    <a16:creationId xmlns:a16="http://schemas.microsoft.com/office/drawing/2014/main" id="{655A8FBB-6639-3320-99EF-3D1C892646EB}"/>
                  </a:ext>
                </a:extLst>
              </p:cNvPr>
              <p:cNvSpPr>
                <a:spLocks noChangeShapeType="1"/>
              </p:cNvSpPr>
              <p:nvPr/>
            </p:nvSpPr>
            <p:spPr bwMode="auto">
              <a:xfrm>
                <a:off x="3871" y="2573"/>
                <a:ext cx="24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0" name="Line 869">
                <a:extLst>
                  <a:ext uri="{FF2B5EF4-FFF2-40B4-BE49-F238E27FC236}">
                    <a16:creationId xmlns:a16="http://schemas.microsoft.com/office/drawing/2014/main" id="{6C9CB322-818F-F88D-7FA9-34C608D63E91}"/>
                  </a:ext>
                </a:extLst>
              </p:cNvPr>
              <p:cNvSpPr>
                <a:spLocks noChangeShapeType="1"/>
              </p:cNvSpPr>
              <p:nvPr/>
            </p:nvSpPr>
            <p:spPr bwMode="auto">
              <a:xfrm>
                <a:off x="3871" y="2725"/>
                <a:ext cx="24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741" name="Group 878">
                <a:extLst>
                  <a:ext uri="{FF2B5EF4-FFF2-40B4-BE49-F238E27FC236}">
                    <a16:creationId xmlns:a16="http://schemas.microsoft.com/office/drawing/2014/main" id="{33E11068-A582-9C90-4633-CF508C9A0D2D}"/>
                  </a:ext>
                </a:extLst>
              </p:cNvPr>
              <p:cNvGrpSpPr>
                <a:grpSpLocks/>
              </p:cNvGrpSpPr>
              <p:nvPr/>
            </p:nvGrpSpPr>
            <p:grpSpPr bwMode="auto">
              <a:xfrm>
                <a:off x="3243" y="1508"/>
                <a:ext cx="337" cy="272"/>
                <a:chOff x="894" y="2460"/>
                <a:chExt cx="337" cy="272"/>
              </a:xfrm>
            </p:grpSpPr>
            <p:sp>
              <p:nvSpPr>
                <p:cNvPr id="27743" name="AutoShape 879">
                  <a:extLst>
                    <a:ext uri="{FF2B5EF4-FFF2-40B4-BE49-F238E27FC236}">
                      <a16:creationId xmlns:a16="http://schemas.microsoft.com/office/drawing/2014/main" id="{85C94F8B-2F47-E8F6-C9C3-EF5BD25B1BDC}"/>
                    </a:ext>
                  </a:extLst>
                </p:cNvPr>
                <p:cNvSpPr>
                  <a:spLocks noChangeArrowheads="1"/>
                </p:cNvSpPr>
                <p:nvPr/>
              </p:nvSpPr>
              <p:spPr bwMode="auto">
                <a:xfrm rot="5400000">
                  <a:off x="887" y="2467"/>
                  <a:ext cx="272" cy="258"/>
                </a:xfrm>
                <a:prstGeom prst="triangle">
                  <a:avLst>
                    <a:gd name="adj" fmla="val 50000"/>
                  </a:avLst>
                </a:prstGeom>
                <a:solidFill>
                  <a:schemeClr val="accent1"/>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a:p>
              </p:txBody>
            </p:sp>
            <p:sp>
              <p:nvSpPr>
                <p:cNvPr id="27744" name="Oval 880">
                  <a:extLst>
                    <a:ext uri="{FF2B5EF4-FFF2-40B4-BE49-F238E27FC236}">
                      <a16:creationId xmlns:a16="http://schemas.microsoft.com/office/drawing/2014/main" id="{BAD49F08-7107-6B3E-D3C2-5468A3076F08}"/>
                    </a:ext>
                  </a:extLst>
                </p:cNvPr>
                <p:cNvSpPr>
                  <a:spLocks noChangeArrowheads="1"/>
                </p:cNvSpPr>
                <p:nvPr/>
              </p:nvSpPr>
              <p:spPr bwMode="auto">
                <a:xfrm>
                  <a:off x="1154" y="2558"/>
                  <a:ext cx="77" cy="77"/>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a:p>
              </p:txBody>
            </p:sp>
          </p:grpSp>
          <p:sp>
            <p:nvSpPr>
              <p:cNvPr id="27742" name="Text Box 881">
                <a:extLst>
                  <a:ext uri="{FF2B5EF4-FFF2-40B4-BE49-F238E27FC236}">
                    <a16:creationId xmlns:a16="http://schemas.microsoft.com/office/drawing/2014/main" id="{BC44885D-A1B9-92D9-DF89-2E7DE780C05B}"/>
                  </a:ext>
                </a:extLst>
              </p:cNvPr>
              <p:cNvSpPr txBox="1">
                <a:spLocks noChangeArrowheads="1"/>
              </p:cNvSpPr>
              <p:nvPr/>
            </p:nvSpPr>
            <p:spPr bwMode="auto">
              <a:xfrm>
                <a:off x="3605" y="2287"/>
                <a:ext cx="40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x3</a:t>
                </a:r>
                <a:br>
                  <a:rPr lang="en-US" altLang="en-US" sz="1600" b="0"/>
                </a:br>
                <a:r>
                  <a:rPr lang="en-US" altLang="en-US" sz="1600" b="0"/>
                  <a:t>x2</a:t>
                </a:r>
                <a:br>
                  <a:rPr lang="en-US" altLang="en-US" sz="1600" b="0"/>
                </a:br>
                <a:r>
                  <a:rPr lang="en-US" altLang="en-US" sz="1600" b="0"/>
                  <a:t>x1</a:t>
                </a:r>
                <a:endParaRPr lang="ru-RU" altLang="en-US" sz="1600" b="0"/>
              </a:p>
            </p:txBody>
          </p:sp>
        </p:grpSp>
      </p:grpSp>
      <p:graphicFrame>
        <p:nvGraphicFramePr>
          <p:cNvPr id="32" name="Table 31">
            <a:extLst>
              <a:ext uri="{FF2B5EF4-FFF2-40B4-BE49-F238E27FC236}">
                <a16:creationId xmlns:a16="http://schemas.microsoft.com/office/drawing/2014/main" id="{D9A4B171-D7A9-45F4-904E-AE2B8ADC3A19}"/>
              </a:ext>
            </a:extLst>
          </p:cNvPr>
          <p:cNvGraphicFramePr>
            <a:graphicFrameLocks noGrp="1"/>
          </p:cNvGraphicFramePr>
          <p:nvPr>
            <p:extLst>
              <p:ext uri="{D42A27DB-BD31-4B8C-83A1-F6EECF244321}">
                <p14:modId xmlns:p14="http://schemas.microsoft.com/office/powerpoint/2010/main" val="735944797"/>
              </p:ext>
            </p:extLst>
          </p:nvPr>
        </p:nvGraphicFramePr>
        <p:xfrm>
          <a:off x="2162176" y="1144589"/>
          <a:ext cx="2949576" cy="4662930"/>
        </p:xfrm>
        <a:graphic>
          <a:graphicData uri="http://schemas.openxmlformats.org/drawingml/2006/table">
            <a:tbl>
              <a:tblPr firstRow="1" bandRow="1">
                <a:tableStyleId>{5C22544A-7EE6-4342-B048-85BDC9FD1C3A}</a:tableStyleId>
              </a:tblPr>
              <a:tblGrid>
                <a:gridCol w="1209943">
                  <a:extLst>
                    <a:ext uri="{9D8B030D-6E8A-4147-A177-3AD203B41FA5}">
                      <a16:colId xmlns:a16="http://schemas.microsoft.com/office/drawing/2014/main" val="20000"/>
                    </a:ext>
                  </a:extLst>
                </a:gridCol>
                <a:gridCol w="482526">
                  <a:extLst>
                    <a:ext uri="{9D8B030D-6E8A-4147-A177-3AD203B41FA5}">
                      <a16:colId xmlns:a16="http://schemas.microsoft.com/office/drawing/2014/main" val="20001"/>
                    </a:ext>
                  </a:extLst>
                </a:gridCol>
                <a:gridCol w="1257107">
                  <a:extLst>
                    <a:ext uri="{9D8B030D-6E8A-4147-A177-3AD203B41FA5}">
                      <a16:colId xmlns:a16="http://schemas.microsoft.com/office/drawing/2014/main" val="20002"/>
                    </a:ext>
                  </a:extLst>
                </a:gridCol>
              </a:tblGrid>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bg1"/>
                          </a:solidFill>
                          <a:effectLst/>
                          <a:latin typeface="Arial" pitchFamily="34" charset="0"/>
                          <a:cs typeface="Arial" pitchFamily="34" charset="0"/>
                        </a:rPr>
                        <a:t>x</a:t>
                      </a:r>
                      <a:r>
                        <a:rPr kumimoji="0" lang="en-US" sz="1200" b="0" i="0" u="none" strike="noStrike" cap="none" normalizeH="0" baseline="-30000" dirty="0">
                          <a:ln>
                            <a:noFill/>
                          </a:ln>
                          <a:solidFill>
                            <a:schemeClr val="bg1"/>
                          </a:solidFill>
                          <a:effectLst/>
                          <a:latin typeface="Arial" pitchFamily="34" charset="0"/>
                          <a:cs typeface="Arial" pitchFamily="34" charset="0"/>
                        </a:rPr>
                        <a:t>1 </a:t>
                      </a:r>
                      <a:r>
                        <a:rPr kumimoji="0" lang="en-US" sz="1200" b="0" i="0" u="none" strike="noStrike" cap="none" normalizeH="0" baseline="0" dirty="0">
                          <a:ln>
                            <a:noFill/>
                          </a:ln>
                          <a:solidFill>
                            <a:schemeClr val="bg1"/>
                          </a:solidFill>
                          <a:effectLst/>
                          <a:latin typeface="Arial" pitchFamily="34" charset="0"/>
                          <a:cs typeface="Arial" pitchFamily="34" charset="0"/>
                        </a:rPr>
                        <a:t> x</a:t>
                      </a:r>
                      <a:r>
                        <a:rPr kumimoji="0" lang="en-US" sz="1200" b="0" i="0" u="none" strike="noStrike" cap="none" normalizeH="0" baseline="-30000" dirty="0">
                          <a:ln>
                            <a:noFill/>
                          </a:ln>
                          <a:solidFill>
                            <a:schemeClr val="bg1"/>
                          </a:solidFill>
                          <a:effectLst/>
                          <a:latin typeface="Arial" pitchFamily="34" charset="0"/>
                          <a:cs typeface="Arial" pitchFamily="34" charset="0"/>
                        </a:rPr>
                        <a:t>2 </a:t>
                      </a:r>
                      <a:r>
                        <a:rPr kumimoji="0" lang="en-US" sz="1200" b="0" i="0" u="none" strike="noStrike" cap="none" normalizeH="0" baseline="0" dirty="0">
                          <a:ln>
                            <a:noFill/>
                          </a:ln>
                          <a:solidFill>
                            <a:schemeClr val="bg1"/>
                          </a:solidFill>
                          <a:effectLst/>
                          <a:latin typeface="Arial" pitchFamily="34" charset="0"/>
                          <a:cs typeface="Arial" pitchFamily="34" charset="0"/>
                        </a:rPr>
                        <a:t> x</a:t>
                      </a:r>
                      <a:r>
                        <a:rPr kumimoji="0" lang="en-US" sz="1200" b="0" i="0" u="none" strike="noStrike" cap="none" normalizeH="0" baseline="-30000" dirty="0">
                          <a:ln>
                            <a:noFill/>
                          </a:ln>
                          <a:solidFill>
                            <a:schemeClr val="bg1"/>
                          </a:solidFill>
                          <a:effectLst/>
                          <a:latin typeface="Arial" pitchFamily="34" charset="0"/>
                          <a:cs typeface="Arial" pitchFamily="34" charset="0"/>
                        </a:rPr>
                        <a:t>3 </a:t>
                      </a:r>
                      <a:r>
                        <a:rPr kumimoji="0" lang="en-US" sz="1200" b="0" i="0" u="none" strike="noStrike" cap="none" normalizeH="0" baseline="0" dirty="0">
                          <a:ln>
                            <a:noFill/>
                          </a:ln>
                          <a:solidFill>
                            <a:schemeClr val="bg1"/>
                          </a:solidFill>
                          <a:effectLst/>
                          <a:latin typeface="Arial" pitchFamily="34" charset="0"/>
                          <a:cs typeface="Arial" pitchFamily="34" charset="0"/>
                        </a:rPr>
                        <a:t> x</a:t>
                      </a:r>
                      <a:r>
                        <a:rPr kumimoji="0" lang="en-US" sz="1200" b="0" i="0" u="none" strike="noStrike" cap="none" normalizeH="0" baseline="-30000" dirty="0">
                          <a:ln>
                            <a:noFill/>
                          </a:ln>
                          <a:solidFill>
                            <a:schemeClr val="bg1"/>
                          </a:solidFill>
                          <a:effectLst/>
                          <a:latin typeface="Arial" pitchFamily="34" charset="0"/>
                          <a:cs typeface="Arial" pitchFamily="34" charset="0"/>
                        </a:rPr>
                        <a:t>4</a:t>
                      </a:r>
                      <a:endParaRPr kumimoji="0" lang="en-US" sz="1200" b="0" i="0" u="none" strike="noStrike" cap="none" normalizeH="0" baseline="0" dirty="0">
                        <a:ln>
                          <a:noFill/>
                        </a:ln>
                        <a:solidFill>
                          <a:schemeClr val="bg1"/>
                        </a:solidFill>
                        <a:effectLst/>
                        <a:latin typeface="Arial" pitchFamily="34" charset="0"/>
                        <a:cs typeface="Arial" pitchFamily="34" charset="0"/>
                      </a:endParaRP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bg1"/>
                          </a:solidFill>
                          <a:effectLst/>
                          <a:latin typeface="Arial" pitchFamily="34" charset="0"/>
                          <a:cs typeface="Arial" pitchFamily="34" charset="0"/>
                        </a:rPr>
                        <a:t>y</a:t>
                      </a:r>
                    </a:p>
                  </a:txBody>
                  <a:tcPr marL="91426" marR="91426" marT="45705" marB="45705"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dirty="0">
                          <a:ln>
                            <a:noFill/>
                          </a:ln>
                          <a:solidFill>
                            <a:schemeClr val="bg1"/>
                          </a:solidFill>
                          <a:effectLst/>
                          <a:latin typeface="Arial" pitchFamily="34" charset="0"/>
                          <a:cs typeface="Arial" pitchFamily="34" charset="0"/>
                        </a:rPr>
                        <a:t>Cofactors</a:t>
                      </a:r>
                    </a:p>
                  </a:txBody>
                  <a:tcPr marL="91426" marR="91426" marT="45705" marB="45705"/>
                </a:tc>
                <a:extLst>
                  <a:ext uri="{0D108BD9-81ED-4DB2-BD59-A6C34878D82A}">
                    <a16:rowId xmlns:a16="http://schemas.microsoft.com/office/drawing/2014/main" val="10000"/>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0   0   0   0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I0 =x</a:t>
                      </a:r>
                      <a:r>
                        <a:rPr kumimoji="0" lang="en-US" sz="1200" b="0" i="0" u="none" strike="noStrike" cap="none" normalizeH="0" baseline="-25000" dirty="0">
                          <a:ln>
                            <a:noFill/>
                          </a:ln>
                          <a:solidFill>
                            <a:schemeClr val="tx1"/>
                          </a:solidFill>
                          <a:effectLst/>
                          <a:latin typeface="Arial" pitchFamily="34" charset="0"/>
                          <a:cs typeface="Arial" pitchFamily="34" charset="0"/>
                        </a:rPr>
                        <a:t>4</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L="91426" marR="91426" marT="45705" marB="45705" horzOverflow="overflow"/>
                </a:tc>
                <a:extLst>
                  <a:ext uri="{0D108BD9-81ED-4DB2-BD59-A6C34878D82A}">
                    <a16:rowId xmlns:a16="http://schemas.microsoft.com/office/drawing/2014/main" val="10001"/>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0   0   0   1</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0   0   1   0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0</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I1 =0</a:t>
                      </a:r>
                    </a:p>
                  </a:txBody>
                  <a:tcPr marL="91426" marR="91426" marT="45705" marB="45705" horzOverflow="overflow"/>
                </a:tc>
                <a:extLst>
                  <a:ext uri="{0D108BD9-81ED-4DB2-BD59-A6C34878D82A}">
                    <a16:rowId xmlns:a16="http://schemas.microsoft.com/office/drawing/2014/main" val="10003"/>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0   0   1   1</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0</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4"/>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0   1   0   0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I2 =1</a:t>
                      </a:r>
                    </a:p>
                  </a:txBody>
                  <a:tcPr marL="91426" marR="91426" marT="45705" marB="45705" horzOverflow="overflow"/>
                </a:tc>
                <a:extLst>
                  <a:ext uri="{0D108BD9-81ED-4DB2-BD59-A6C34878D82A}">
                    <a16:rowId xmlns:a16="http://schemas.microsoft.com/office/drawing/2014/main" val="10005"/>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0   1   0   1</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6"/>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0   1   1   0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1</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I3 = ~x</a:t>
                      </a:r>
                      <a:r>
                        <a:rPr kumimoji="0" lang="en-US" sz="1200" b="0" i="0" u="none" strike="noStrike" cap="none" normalizeH="0" baseline="-25000" dirty="0">
                          <a:ln>
                            <a:noFill/>
                          </a:ln>
                          <a:solidFill>
                            <a:schemeClr val="tx1"/>
                          </a:solidFill>
                          <a:effectLst/>
                          <a:latin typeface="Arial" pitchFamily="34" charset="0"/>
                          <a:cs typeface="Arial" pitchFamily="34" charset="0"/>
                        </a:rPr>
                        <a:t>4</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L="91426" marR="91426" marT="45705" marB="45705" horzOverflow="overflow"/>
                </a:tc>
                <a:extLst>
                  <a:ext uri="{0D108BD9-81ED-4DB2-BD59-A6C34878D82A}">
                    <a16:rowId xmlns:a16="http://schemas.microsoft.com/office/drawing/2014/main" val="10007"/>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0   1   1   1</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8"/>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1   0   0   0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1</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I4 = ~x</a:t>
                      </a:r>
                      <a:r>
                        <a:rPr kumimoji="0" lang="en-US" sz="1200" b="0" i="0" u="none" strike="noStrike" cap="none" normalizeH="0" baseline="-25000" dirty="0">
                          <a:ln>
                            <a:noFill/>
                          </a:ln>
                          <a:solidFill>
                            <a:schemeClr val="tx1"/>
                          </a:solidFill>
                          <a:effectLst/>
                          <a:latin typeface="Arial" pitchFamily="34" charset="0"/>
                          <a:cs typeface="Arial" pitchFamily="34" charset="0"/>
                        </a:rPr>
                        <a:t>4</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L="91426" marR="91426" marT="45705" marB="45705" horzOverflow="overflow"/>
                </a:tc>
                <a:extLst>
                  <a:ext uri="{0D108BD9-81ED-4DB2-BD59-A6C34878D82A}">
                    <a16:rowId xmlns:a16="http://schemas.microsoft.com/office/drawing/2014/main" val="10009"/>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1   0   0   1</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0"/>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1   0   1   0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1</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I5 = ~x</a:t>
                      </a:r>
                      <a:r>
                        <a:rPr kumimoji="0" lang="en-US" sz="1200" b="0" i="0" u="none" strike="noStrike" cap="none" normalizeH="0" baseline="-25000" dirty="0">
                          <a:ln>
                            <a:noFill/>
                          </a:ln>
                          <a:solidFill>
                            <a:schemeClr val="tx1"/>
                          </a:solidFill>
                          <a:effectLst/>
                          <a:latin typeface="Arial" pitchFamily="34" charset="0"/>
                          <a:cs typeface="Arial" pitchFamily="34" charset="0"/>
                        </a:rPr>
                        <a:t>4</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L="91426" marR="91426" marT="45705" marB="45705" horzOverflow="overflow"/>
                </a:tc>
                <a:extLst>
                  <a:ext uri="{0D108BD9-81ED-4DB2-BD59-A6C34878D82A}">
                    <a16:rowId xmlns:a16="http://schemas.microsoft.com/office/drawing/2014/main" val="10011"/>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1   0   1   1  </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2"/>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1   1   0  0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I6 = x</a:t>
                      </a:r>
                      <a:r>
                        <a:rPr kumimoji="0" lang="en-US" sz="1200" b="0" i="0" u="none" strike="noStrike" cap="none" normalizeH="0" baseline="-25000" dirty="0">
                          <a:ln>
                            <a:noFill/>
                          </a:ln>
                          <a:solidFill>
                            <a:schemeClr val="tx1"/>
                          </a:solidFill>
                          <a:effectLst/>
                          <a:latin typeface="Arial" pitchFamily="34" charset="0"/>
                          <a:cs typeface="Arial" pitchFamily="34" charset="0"/>
                        </a:rPr>
                        <a:t>4</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L="91426" marR="91426" marT="45705" marB="45705" horzOverflow="overflow"/>
                </a:tc>
                <a:extLst>
                  <a:ext uri="{0D108BD9-81ED-4DB2-BD59-A6C34878D82A}">
                    <a16:rowId xmlns:a16="http://schemas.microsoft.com/office/drawing/2014/main" val="10013"/>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1   1   0   1</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1</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4"/>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1   1   1   0</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1</a:t>
                      </a:r>
                    </a:p>
                  </a:txBody>
                  <a:tcPr marL="91426" marR="91426" marT="45705" marB="45705" horzOverflow="overflow"/>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I7 = ~x</a:t>
                      </a:r>
                      <a:r>
                        <a:rPr kumimoji="0" lang="en-US" sz="1200" b="0" i="0" u="none" strike="noStrike" cap="none" normalizeH="0" baseline="-25000" dirty="0">
                          <a:ln>
                            <a:noFill/>
                          </a:ln>
                          <a:solidFill>
                            <a:schemeClr val="tx1"/>
                          </a:solidFill>
                          <a:effectLst/>
                          <a:latin typeface="Arial" pitchFamily="34" charset="0"/>
                          <a:cs typeface="Arial" pitchFamily="34" charset="0"/>
                        </a:rPr>
                        <a:t>4</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L="91426" marR="91426" marT="45705" marB="45705" horzOverflow="overflow"/>
                </a:tc>
                <a:extLst>
                  <a:ext uri="{0D108BD9-81ED-4DB2-BD59-A6C34878D82A}">
                    <a16:rowId xmlns:a16="http://schemas.microsoft.com/office/drawing/2014/main" val="10015"/>
                  </a:ext>
                </a:extLst>
              </a:tr>
              <a:tr h="274264">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a:ln>
                            <a:noFill/>
                          </a:ln>
                          <a:solidFill>
                            <a:schemeClr val="tx1"/>
                          </a:solidFill>
                          <a:effectLst/>
                          <a:latin typeface="Arial" pitchFamily="34" charset="0"/>
                          <a:cs typeface="Arial" pitchFamily="34" charset="0"/>
                        </a:rPr>
                        <a:t>1   1   1   1 </a:t>
                      </a:r>
                    </a:p>
                  </a:txBody>
                  <a:tcPr marL="91426" marR="91426" marT="45705" marB="45705"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457200" algn="l"/>
                        </a:tabLst>
                      </a:pPr>
                      <a:r>
                        <a:rPr kumimoji="0" lang="en-US" sz="1200" b="0" i="0" u="none" strike="noStrike" cap="none" normalizeH="0" baseline="0" dirty="0">
                          <a:ln>
                            <a:noFill/>
                          </a:ln>
                          <a:solidFill>
                            <a:schemeClr val="tx1"/>
                          </a:solidFill>
                          <a:effectLst/>
                          <a:latin typeface="Arial" pitchFamily="34" charset="0"/>
                          <a:cs typeface="Arial" pitchFamily="34" charset="0"/>
                        </a:rPr>
                        <a:t>0</a:t>
                      </a:r>
                    </a:p>
                  </a:txBody>
                  <a:tcPr marL="91426" marR="91426" marT="45705" marB="45705" horzOverflow="overflow"/>
                </a:tc>
                <a:tc vMerge="1">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457200" algn="l"/>
                        </a:tabLst>
                      </a:pPr>
                      <a:endParaRPr kumimoji="0" lang="ru-RU" sz="1400" b="1"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6"/>
                  </a:ext>
                </a:extLst>
              </a:tr>
            </a:tbl>
          </a:graphicData>
        </a:graphic>
      </p:graphicFrame>
      <p:sp>
        <p:nvSpPr>
          <p:cNvPr id="27717" name="Title 34">
            <a:extLst>
              <a:ext uri="{FF2B5EF4-FFF2-40B4-BE49-F238E27FC236}">
                <a16:creationId xmlns:a16="http://schemas.microsoft.com/office/drawing/2014/main" id="{3D9EC2BF-6CAF-7E94-47C2-DEA714320746}"/>
              </a:ext>
            </a:extLst>
          </p:cNvPr>
          <p:cNvSpPr>
            <a:spLocks noGrp="1" noChangeArrowheads="1"/>
          </p:cNvSpPr>
          <p:nvPr>
            <p:ph type="title"/>
          </p:nvPr>
        </p:nvSpPr>
        <p:spPr>
          <a:xfrm>
            <a:off x="-1" y="183402"/>
            <a:ext cx="11612880" cy="704088"/>
          </a:xfrm>
        </p:spPr>
        <p:txBody>
          <a:bodyPr>
            <a:normAutofit/>
          </a:bodyPr>
          <a:lstStyle/>
          <a:p>
            <a:r>
              <a:rPr lang="en-US" altLang="en-US" dirty="0"/>
              <a:t>Example 2</a:t>
            </a:r>
          </a:p>
        </p:txBody>
      </p:sp>
      <p:sp>
        <p:nvSpPr>
          <p:cNvPr id="27719" name="TextBox 30">
            <a:extLst>
              <a:ext uri="{FF2B5EF4-FFF2-40B4-BE49-F238E27FC236}">
                <a16:creationId xmlns:a16="http://schemas.microsoft.com/office/drawing/2014/main" id="{C67E56B1-86FA-3C94-E8D2-049029E217B0}"/>
              </a:ext>
            </a:extLst>
          </p:cNvPr>
          <p:cNvSpPr txBox="1">
            <a:spLocks noChangeArrowheads="1"/>
          </p:cNvSpPr>
          <p:nvPr/>
        </p:nvSpPr>
        <p:spPr bwMode="auto">
          <a:xfrm>
            <a:off x="7747001" y="1258888"/>
            <a:ext cx="1863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MUX  8:1</a:t>
            </a:r>
            <a:endParaRPr lang="en-GB" altLang="en-US" sz="2000" b="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33" name="Title 47">
            <a:extLst>
              <a:ext uri="{FF2B5EF4-FFF2-40B4-BE49-F238E27FC236}">
                <a16:creationId xmlns:a16="http://schemas.microsoft.com/office/drawing/2014/main" id="{14C723C9-89D7-742B-64CA-794D924B329C}"/>
              </a:ext>
            </a:extLst>
          </p:cNvPr>
          <p:cNvSpPr>
            <a:spLocks noGrp="1" noChangeArrowheads="1"/>
          </p:cNvSpPr>
          <p:nvPr>
            <p:ph type="title"/>
          </p:nvPr>
        </p:nvSpPr>
        <p:spPr>
          <a:xfrm>
            <a:off x="-1" y="183402"/>
            <a:ext cx="11612880" cy="704088"/>
          </a:xfrm>
        </p:spPr>
        <p:txBody>
          <a:bodyPr>
            <a:normAutofit/>
          </a:bodyPr>
          <a:lstStyle/>
          <a:p>
            <a:r>
              <a:rPr lang="en-US" altLang="en-US" dirty="0"/>
              <a:t>Example 3</a:t>
            </a:r>
          </a:p>
        </p:txBody>
      </p:sp>
      <p:sp>
        <p:nvSpPr>
          <p:cNvPr id="29698" name="Content Placeholder 48">
            <a:extLst>
              <a:ext uri="{FF2B5EF4-FFF2-40B4-BE49-F238E27FC236}">
                <a16:creationId xmlns:a16="http://schemas.microsoft.com/office/drawing/2014/main" id="{B4BCE510-E5C7-0DB6-9200-D9087F50A29F}"/>
              </a:ext>
            </a:extLst>
          </p:cNvPr>
          <p:cNvSpPr>
            <a:spLocks noGrp="1" noChangeArrowheads="1"/>
          </p:cNvSpPr>
          <p:nvPr>
            <p:ph type="body" sz="quarter" idx="10"/>
          </p:nvPr>
        </p:nvSpPr>
        <p:spPr>
          <a:xfrm>
            <a:off x="457200" y="1188720"/>
            <a:ext cx="11277922" cy="5185186"/>
          </a:xfrm>
        </p:spPr>
        <p:txBody>
          <a:bodyPr/>
          <a:lstStyle/>
          <a:p>
            <a:r>
              <a:rPr lang="en-US" altLang="en-US"/>
              <a:t>y= x1~x2 +x2~x3~x5 +~x1x3+~x1x4+x4x5</a:t>
            </a:r>
          </a:p>
          <a:p>
            <a:r>
              <a:rPr lang="en-US" altLang="en-US"/>
              <a:t>Definition cofactors  of  y  function </a:t>
            </a:r>
            <a:endParaRPr lang="ru-RU"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         Given function f(x1,x2,x3,x4,x5) is implemented using multipleplexer 8:1</a:t>
            </a:r>
            <a:endParaRPr lang="ru-RU" altLang="en-US"/>
          </a:p>
          <a:p>
            <a:endParaRPr lang="en-US" altLang="en-US"/>
          </a:p>
        </p:txBody>
      </p:sp>
      <p:sp>
        <p:nvSpPr>
          <p:cNvPr id="17410" name="Text Box 34">
            <a:extLst>
              <a:ext uri="{FF2B5EF4-FFF2-40B4-BE49-F238E27FC236}">
                <a16:creationId xmlns:a16="http://schemas.microsoft.com/office/drawing/2014/main" id="{7A4E2B0B-B2BA-4C5C-9005-29197BF65917}"/>
              </a:ext>
            </a:extLst>
          </p:cNvPr>
          <p:cNvSpPr txBox="1">
            <a:spLocks noChangeArrowheads="1"/>
          </p:cNvSpPr>
          <p:nvPr/>
        </p:nvSpPr>
        <p:spPr bwMode="auto">
          <a:xfrm>
            <a:off x="2120900" y="2381250"/>
            <a:ext cx="3684588" cy="2616200"/>
          </a:xfrm>
          <a:prstGeom prst="rect">
            <a:avLst/>
          </a:prstGeom>
          <a:solidFill>
            <a:schemeClr val="accent1">
              <a:lumMod val="20000"/>
              <a:lumOff val="80000"/>
            </a:schemeClr>
          </a:solidFill>
          <a:ln w="9525">
            <a:noFill/>
            <a:miter lim="800000"/>
            <a:headEnd/>
            <a:tailEnd/>
          </a:ln>
        </p:spPr>
        <p:txBody>
          <a:bodyPr>
            <a:spAutoFit/>
          </a:bodyPr>
          <a:lstStyle/>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a:t>
            </a:r>
            <a:r>
              <a:rPr lang="en-US" sz="2000" dirty="0">
                <a:latin typeface="Times New Roman" pitchFamily="18" charset="0"/>
                <a:cs typeface="Times New Roman" pitchFamily="18" charset="0"/>
              </a:rPr>
              <a:t>= x4+x4</a:t>
            </a:r>
            <a:r>
              <a:rPr lang="en-US" sz="2000" dirty="0">
                <a:latin typeface="Times New Roman" pitchFamily="18" charset="0"/>
                <a:cs typeface="Times New Roman" pitchFamily="18" charset="0"/>
                <a:sym typeface="Symbol"/>
              </a:rPr>
              <a:t>x5=x4</a:t>
            </a:r>
            <a:endParaRPr lang="en-US" sz="2000" dirty="0">
              <a:latin typeface="Times New Roman" pitchFamily="18" charset="0"/>
              <a:cs typeface="Times New Roman" pitchFamily="18" charset="0"/>
            </a:endParaRPr>
          </a:p>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a:t>
            </a:r>
            <a:r>
              <a:rPr lang="en-US" sz="2000" dirty="0">
                <a:latin typeface="Times New Roman" pitchFamily="18" charset="0"/>
                <a:cs typeface="Times New Roman" pitchFamily="18" charset="0"/>
              </a:rPr>
              <a:t> =x4</a:t>
            </a:r>
            <a:r>
              <a:rPr lang="en-US" sz="2000" dirty="0">
                <a:latin typeface="Times New Roman" pitchFamily="18" charset="0"/>
                <a:cs typeface="Times New Roman" pitchFamily="18" charset="0"/>
                <a:sym typeface="Symbol"/>
              </a:rPr>
              <a:t>x5</a:t>
            </a:r>
            <a:endParaRPr lang="en-US" sz="2000" dirty="0">
              <a:latin typeface="Times New Roman" pitchFamily="18" charset="0"/>
              <a:cs typeface="Times New Roman" pitchFamily="18" charset="0"/>
            </a:endParaRPr>
          </a:p>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a:t>
            </a:r>
            <a:r>
              <a:rPr lang="en-US" sz="2000" dirty="0">
                <a:latin typeface="Times New Roman" pitchFamily="18" charset="0"/>
                <a:cs typeface="Times New Roman" pitchFamily="18" charset="0"/>
              </a:rPr>
              <a:t>=~x5+x4+x4x5=~x5+x4</a:t>
            </a:r>
          </a:p>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 </a:t>
            </a:r>
            <a:r>
              <a:rPr lang="en-US" sz="2000" dirty="0">
                <a:latin typeface="Times New Roman" pitchFamily="18" charset="0"/>
                <a:cs typeface="Times New Roman" pitchFamily="18" charset="0"/>
              </a:rPr>
              <a:t>=1</a:t>
            </a:r>
          </a:p>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a:t>
            </a:r>
            <a:r>
              <a:rPr lang="en-US" sz="2000" dirty="0">
                <a:latin typeface="Times New Roman" pitchFamily="18" charset="0"/>
                <a:cs typeface="Times New Roman" pitchFamily="18" charset="0"/>
              </a:rPr>
              <a:t> =1</a:t>
            </a:r>
          </a:p>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a:t>
            </a:r>
            <a:r>
              <a:rPr lang="en-US" sz="2000" dirty="0">
                <a:latin typeface="Times New Roman" pitchFamily="18" charset="0"/>
                <a:cs typeface="Times New Roman" pitchFamily="18" charset="0"/>
              </a:rPr>
              <a:t> = 1</a:t>
            </a:r>
          </a:p>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a:t>
            </a:r>
            <a:r>
              <a:rPr lang="en-US" sz="2000" dirty="0">
                <a:latin typeface="Times New Roman" pitchFamily="18" charset="0"/>
                <a:cs typeface="Times New Roman" pitchFamily="18" charset="0"/>
              </a:rPr>
              <a:t> =~x5+x4</a:t>
            </a:r>
          </a:p>
          <a:p>
            <a:pPr eaLnBrk="1" hangingPunct="1">
              <a:defRPr/>
            </a:pPr>
            <a:r>
              <a:rPr lang="en-US" sz="2000" dirty="0">
                <a:latin typeface="Times New Roman" pitchFamily="18" charset="0"/>
                <a:cs typeface="Times New Roman" pitchFamily="18" charset="0"/>
              </a:rPr>
              <a:t>y</a:t>
            </a:r>
            <a:r>
              <a:rPr lang="en-US" sz="2000" baseline="-25000" dirty="0">
                <a:latin typeface="Times New Roman" pitchFamily="18" charset="0"/>
                <a:cs typeface="Times New Roman" pitchFamily="18" charset="0"/>
              </a:rPr>
              <a:t>x1x2x3</a:t>
            </a:r>
            <a:r>
              <a:rPr lang="en-US" sz="2000" dirty="0">
                <a:latin typeface="Times New Roman" pitchFamily="18" charset="0"/>
                <a:cs typeface="Times New Roman" pitchFamily="18" charset="0"/>
              </a:rPr>
              <a:t> =x4x5</a:t>
            </a:r>
            <a:endParaRPr lang="ru-RU" sz="2000" dirty="0">
              <a:latin typeface="Times New Roman" pitchFamily="18" charset="0"/>
              <a:cs typeface="Times New Roman" pitchFamily="18" charset="0"/>
            </a:endParaRPr>
          </a:p>
        </p:txBody>
      </p:sp>
      <p:sp>
        <p:nvSpPr>
          <p:cNvPr id="29700" name="Text Box 28">
            <a:extLst>
              <a:ext uri="{FF2B5EF4-FFF2-40B4-BE49-F238E27FC236}">
                <a16:creationId xmlns:a16="http://schemas.microsoft.com/office/drawing/2014/main" id="{B7EBCCEE-1899-AB36-F276-9597AF1FC3C6}"/>
              </a:ext>
            </a:extLst>
          </p:cNvPr>
          <p:cNvSpPr txBox="1">
            <a:spLocks noChangeArrowheads="1"/>
          </p:cNvSpPr>
          <p:nvPr/>
        </p:nvSpPr>
        <p:spPr bwMode="auto">
          <a:xfrm>
            <a:off x="9653588" y="3438525"/>
            <a:ext cx="34131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y</a:t>
            </a:r>
            <a:endParaRPr lang="ru-RU" altLang="en-US" sz="2000" b="0"/>
          </a:p>
        </p:txBody>
      </p:sp>
      <p:sp>
        <p:nvSpPr>
          <p:cNvPr id="29701" name="Text Box 8">
            <a:extLst>
              <a:ext uri="{FF2B5EF4-FFF2-40B4-BE49-F238E27FC236}">
                <a16:creationId xmlns:a16="http://schemas.microsoft.com/office/drawing/2014/main" id="{2E322033-1D77-D453-B735-4E5B30570D4C}"/>
              </a:ext>
            </a:extLst>
          </p:cNvPr>
          <p:cNvSpPr txBox="1">
            <a:spLocks noChangeArrowheads="1"/>
          </p:cNvSpPr>
          <p:nvPr/>
        </p:nvSpPr>
        <p:spPr bwMode="auto">
          <a:xfrm>
            <a:off x="8539164" y="2552700"/>
            <a:ext cx="922337" cy="2878138"/>
          </a:xfrm>
          <a:prstGeom prst="rect">
            <a:avLst/>
          </a:prstGeom>
          <a:solidFill>
            <a:schemeClr val="accent1">
              <a:alpha val="61176"/>
            </a:schemeClr>
          </a:solidFill>
          <a:ln w="25400">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t>0   MUX</a:t>
            </a:r>
          </a:p>
          <a:p>
            <a:pPr eaLnBrk="1" hangingPunct="1"/>
            <a:r>
              <a:rPr lang="ru-RU" altLang="en-US" sz="1600" b="0"/>
              <a:t>1    8</a:t>
            </a:r>
            <a:r>
              <a:rPr lang="en-US" altLang="en-US" sz="1600" b="0"/>
              <a:t>:1</a:t>
            </a:r>
            <a:r>
              <a:rPr lang="ru-RU" altLang="en-US" sz="1600" b="0"/>
              <a:t> </a:t>
            </a:r>
          </a:p>
          <a:p>
            <a:pPr eaLnBrk="1" hangingPunct="1"/>
            <a:r>
              <a:rPr lang="ru-RU" altLang="en-US" sz="1600" b="0"/>
              <a:t>2</a:t>
            </a:r>
          </a:p>
          <a:p>
            <a:pPr eaLnBrk="1" hangingPunct="1"/>
            <a:r>
              <a:rPr lang="ru-RU" altLang="en-US" sz="1600" b="0"/>
              <a:t>3</a:t>
            </a:r>
          </a:p>
          <a:p>
            <a:pPr eaLnBrk="1" hangingPunct="1"/>
            <a:r>
              <a:rPr lang="ru-RU" altLang="en-US" sz="1600" b="0"/>
              <a:t>4</a:t>
            </a:r>
          </a:p>
          <a:p>
            <a:pPr eaLnBrk="1" hangingPunct="1"/>
            <a:r>
              <a:rPr lang="ru-RU" altLang="en-US" sz="1600" b="0"/>
              <a:t>5</a:t>
            </a:r>
          </a:p>
          <a:p>
            <a:pPr eaLnBrk="1" hangingPunct="1"/>
            <a:r>
              <a:rPr lang="ru-RU" altLang="en-US" sz="1600" b="0"/>
              <a:t>6</a:t>
            </a:r>
          </a:p>
          <a:p>
            <a:pPr eaLnBrk="1" hangingPunct="1"/>
            <a:r>
              <a:rPr lang="ru-RU" altLang="en-US" sz="1600" b="0"/>
              <a:t>7</a:t>
            </a:r>
          </a:p>
          <a:p>
            <a:pPr eaLnBrk="1" hangingPunct="1"/>
            <a:r>
              <a:rPr lang="en-US" altLang="en-US" sz="1600" b="0"/>
              <a:t>A</a:t>
            </a:r>
            <a:r>
              <a:rPr lang="ru-RU" altLang="en-US" sz="1600" b="0"/>
              <a:t>0</a:t>
            </a:r>
          </a:p>
          <a:p>
            <a:pPr eaLnBrk="1" hangingPunct="1"/>
            <a:r>
              <a:rPr lang="en-US" altLang="en-US" sz="1600" b="0"/>
              <a:t>A</a:t>
            </a:r>
            <a:r>
              <a:rPr lang="ru-RU" altLang="en-US" sz="1600" b="0"/>
              <a:t>1</a:t>
            </a:r>
          </a:p>
          <a:p>
            <a:pPr eaLnBrk="1" hangingPunct="1"/>
            <a:r>
              <a:rPr lang="en-US" altLang="en-US" sz="1600" b="0"/>
              <a:t>A</a:t>
            </a:r>
            <a:r>
              <a:rPr lang="ru-RU" altLang="en-US" sz="1600" b="0"/>
              <a:t>2</a:t>
            </a:r>
          </a:p>
          <a:p>
            <a:pPr eaLnBrk="1" hangingPunct="1"/>
            <a:endParaRPr lang="ru-RU" altLang="en-US" sz="1600" b="0"/>
          </a:p>
        </p:txBody>
      </p:sp>
      <p:sp>
        <p:nvSpPr>
          <p:cNvPr id="29702" name="Line 10">
            <a:extLst>
              <a:ext uri="{FF2B5EF4-FFF2-40B4-BE49-F238E27FC236}">
                <a16:creationId xmlns:a16="http://schemas.microsoft.com/office/drawing/2014/main" id="{AE1CC244-3620-D943-617E-ADD95670F766}"/>
              </a:ext>
            </a:extLst>
          </p:cNvPr>
          <p:cNvSpPr>
            <a:spLocks noChangeShapeType="1"/>
          </p:cNvSpPr>
          <p:nvPr/>
        </p:nvSpPr>
        <p:spPr bwMode="auto">
          <a:xfrm>
            <a:off x="8272464" y="2984500"/>
            <a:ext cx="274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3" name="Line 11">
            <a:extLst>
              <a:ext uri="{FF2B5EF4-FFF2-40B4-BE49-F238E27FC236}">
                <a16:creationId xmlns:a16="http://schemas.microsoft.com/office/drawing/2014/main" id="{F4BEA2CC-488D-DD4E-881D-882DD4741528}"/>
              </a:ext>
            </a:extLst>
          </p:cNvPr>
          <p:cNvSpPr>
            <a:spLocks noChangeShapeType="1"/>
          </p:cNvSpPr>
          <p:nvPr/>
        </p:nvSpPr>
        <p:spPr bwMode="auto">
          <a:xfrm>
            <a:off x="7807325" y="3186113"/>
            <a:ext cx="7318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4" name="Line 12">
            <a:extLst>
              <a:ext uri="{FF2B5EF4-FFF2-40B4-BE49-F238E27FC236}">
                <a16:creationId xmlns:a16="http://schemas.microsoft.com/office/drawing/2014/main" id="{B0E93634-AA36-6C66-B51C-B72092E84B69}"/>
              </a:ext>
            </a:extLst>
          </p:cNvPr>
          <p:cNvSpPr>
            <a:spLocks noChangeShapeType="1"/>
          </p:cNvSpPr>
          <p:nvPr/>
        </p:nvSpPr>
        <p:spPr bwMode="auto">
          <a:xfrm>
            <a:off x="8116888" y="3451225"/>
            <a:ext cx="430212"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9705" name="Line 13">
            <a:extLst>
              <a:ext uri="{FF2B5EF4-FFF2-40B4-BE49-F238E27FC236}">
                <a16:creationId xmlns:a16="http://schemas.microsoft.com/office/drawing/2014/main" id="{A146AAF7-C696-1218-2AA6-A5C7AE1A3E3E}"/>
              </a:ext>
            </a:extLst>
          </p:cNvPr>
          <p:cNvSpPr>
            <a:spLocks noChangeShapeType="1"/>
          </p:cNvSpPr>
          <p:nvPr/>
        </p:nvSpPr>
        <p:spPr bwMode="auto">
          <a:xfrm>
            <a:off x="8112126" y="3709988"/>
            <a:ext cx="447675"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9706" name="Line 14">
            <a:extLst>
              <a:ext uri="{FF2B5EF4-FFF2-40B4-BE49-F238E27FC236}">
                <a16:creationId xmlns:a16="http://schemas.microsoft.com/office/drawing/2014/main" id="{00A0D92E-7457-2D9B-1C1D-5170885346CC}"/>
              </a:ext>
            </a:extLst>
          </p:cNvPr>
          <p:cNvSpPr>
            <a:spLocks noChangeShapeType="1"/>
          </p:cNvSpPr>
          <p:nvPr/>
        </p:nvSpPr>
        <p:spPr bwMode="auto">
          <a:xfrm>
            <a:off x="8101013" y="3968750"/>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7" name="Line 15">
            <a:extLst>
              <a:ext uri="{FF2B5EF4-FFF2-40B4-BE49-F238E27FC236}">
                <a16:creationId xmlns:a16="http://schemas.microsoft.com/office/drawing/2014/main" id="{01807C10-C196-6AB7-2CF7-094ADAD95C33}"/>
              </a:ext>
            </a:extLst>
          </p:cNvPr>
          <p:cNvSpPr>
            <a:spLocks noChangeShapeType="1"/>
          </p:cNvSpPr>
          <p:nvPr/>
        </p:nvSpPr>
        <p:spPr bwMode="auto">
          <a:xfrm>
            <a:off x="7959726" y="4165600"/>
            <a:ext cx="593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8" name="Line 16">
            <a:extLst>
              <a:ext uri="{FF2B5EF4-FFF2-40B4-BE49-F238E27FC236}">
                <a16:creationId xmlns:a16="http://schemas.microsoft.com/office/drawing/2014/main" id="{A7CB97C6-E805-DA53-A4E8-8C63ECC4F2FB}"/>
              </a:ext>
            </a:extLst>
          </p:cNvPr>
          <p:cNvSpPr>
            <a:spLocks noChangeShapeType="1"/>
          </p:cNvSpPr>
          <p:nvPr/>
        </p:nvSpPr>
        <p:spPr bwMode="auto">
          <a:xfrm>
            <a:off x="7685088" y="4416425"/>
            <a:ext cx="8683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9" name="Line 18">
            <a:extLst>
              <a:ext uri="{FF2B5EF4-FFF2-40B4-BE49-F238E27FC236}">
                <a16:creationId xmlns:a16="http://schemas.microsoft.com/office/drawing/2014/main" id="{FFCEF20B-AB6C-BDB4-52BF-E7E559139C9F}"/>
              </a:ext>
            </a:extLst>
          </p:cNvPr>
          <p:cNvSpPr>
            <a:spLocks noChangeShapeType="1"/>
          </p:cNvSpPr>
          <p:nvPr/>
        </p:nvSpPr>
        <p:spPr bwMode="auto">
          <a:xfrm>
            <a:off x="9464676" y="3816350"/>
            <a:ext cx="307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0" name="Line 22">
            <a:extLst>
              <a:ext uri="{FF2B5EF4-FFF2-40B4-BE49-F238E27FC236}">
                <a16:creationId xmlns:a16="http://schemas.microsoft.com/office/drawing/2014/main" id="{15222A01-0CC2-9747-BB58-1F24A9383CCE}"/>
              </a:ext>
            </a:extLst>
          </p:cNvPr>
          <p:cNvSpPr>
            <a:spLocks noChangeShapeType="1"/>
          </p:cNvSpPr>
          <p:nvPr/>
        </p:nvSpPr>
        <p:spPr bwMode="auto">
          <a:xfrm flipV="1">
            <a:off x="6718300" y="2727325"/>
            <a:ext cx="18288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1" name="Text Box 24">
            <a:extLst>
              <a:ext uri="{FF2B5EF4-FFF2-40B4-BE49-F238E27FC236}">
                <a16:creationId xmlns:a16="http://schemas.microsoft.com/office/drawing/2014/main" id="{63E18E20-FAFF-1894-AF02-5747E3541D81}"/>
              </a:ext>
            </a:extLst>
          </p:cNvPr>
          <p:cNvSpPr txBox="1">
            <a:spLocks noChangeArrowheads="1"/>
          </p:cNvSpPr>
          <p:nvPr/>
        </p:nvSpPr>
        <p:spPr bwMode="auto">
          <a:xfrm>
            <a:off x="7894638" y="1881189"/>
            <a:ext cx="696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t>
            </a:r>
            <a:r>
              <a:rPr lang="ru-RU" altLang="en-US" sz="2000" b="0"/>
              <a:t>1</a:t>
            </a:r>
            <a:r>
              <a:rPr lang="en-US" altLang="en-US" sz="2000" b="0"/>
              <a:t>”</a:t>
            </a:r>
            <a:endParaRPr lang="ru-RU" altLang="en-US" sz="2000" b="0"/>
          </a:p>
        </p:txBody>
      </p:sp>
      <p:sp>
        <p:nvSpPr>
          <p:cNvPr id="29712" name="Line 30">
            <a:extLst>
              <a:ext uri="{FF2B5EF4-FFF2-40B4-BE49-F238E27FC236}">
                <a16:creationId xmlns:a16="http://schemas.microsoft.com/office/drawing/2014/main" id="{96F25B08-27F7-5B61-632B-EDE000F5259C}"/>
              </a:ext>
            </a:extLst>
          </p:cNvPr>
          <p:cNvSpPr>
            <a:spLocks noChangeShapeType="1"/>
          </p:cNvSpPr>
          <p:nvPr/>
        </p:nvSpPr>
        <p:spPr bwMode="auto">
          <a:xfrm>
            <a:off x="8102600" y="4710113"/>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3" name="Line 31">
            <a:extLst>
              <a:ext uri="{FF2B5EF4-FFF2-40B4-BE49-F238E27FC236}">
                <a16:creationId xmlns:a16="http://schemas.microsoft.com/office/drawing/2014/main" id="{5AC0E325-66E1-E1C7-3D60-C83631F1E05D}"/>
              </a:ext>
            </a:extLst>
          </p:cNvPr>
          <p:cNvSpPr>
            <a:spLocks noChangeShapeType="1"/>
          </p:cNvSpPr>
          <p:nvPr/>
        </p:nvSpPr>
        <p:spPr bwMode="auto">
          <a:xfrm>
            <a:off x="8101013" y="4975225"/>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4" name="Line 32">
            <a:extLst>
              <a:ext uri="{FF2B5EF4-FFF2-40B4-BE49-F238E27FC236}">
                <a16:creationId xmlns:a16="http://schemas.microsoft.com/office/drawing/2014/main" id="{8940F51A-544D-4A5B-C1FB-4E32442E0634}"/>
              </a:ext>
            </a:extLst>
          </p:cNvPr>
          <p:cNvSpPr>
            <a:spLocks noChangeShapeType="1"/>
          </p:cNvSpPr>
          <p:nvPr/>
        </p:nvSpPr>
        <p:spPr bwMode="auto">
          <a:xfrm>
            <a:off x="8101013" y="5194300"/>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5" name="Text Box 33">
            <a:extLst>
              <a:ext uri="{FF2B5EF4-FFF2-40B4-BE49-F238E27FC236}">
                <a16:creationId xmlns:a16="http://schemas.microsoft.com/office/drawing/2014/main" id="{B6B0A251-F5E0-5E92-F8A1-9EB7DBD227F8}"/>
              </a:ext>
            </a:extLst>
          </p:cNvPr>
          <p:cNvSpPr txBox="1">
            <a:spLocks noChangeArrowheads="1"/>
          </p:cNvSpPr>
          <p:nvPr/>
        </p:nvSpPr>
        <p:spPr bwMode="auto">
          <a:xfrm>
            <a:off x="7783513" y="4473576"/>
            <a:ext cx="5461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x3</a:t>
            </a:r>
            <a:br>
              <a:rPr lang="en-US" altLang="en-US" sz="1800" b="0"/>
            </a:br>
            <a:r>
              <a:rPr lang="en-US" altLang="en-US" sz="1800" b="0"/>
              <a:t>x2</a:t>
            </a:r>
            <a:br>
              <a:rPr lang="en-US" altLang="en-US" sz="1800" b="0"/>
            </a:br>
            <a:r>
              <a:rPr lang="en-US" altLang="en-US" sz="1800" b="0"/>
              <a:t>x1</a:t>
            </a:r>
            <a:endParaRPr lang="ru-RU" altLang="en-US" sz="1800" b="0"/>
          </a:p>
        </p:txBody>
      </p:sp>
      <p:sp>
        <p:nvSpPr>
          <p:cNvPr id="29716" name="Line 38">
            <a:extLst>
              <a:ext uri="{FF2B5EF4-FFF2-40B4-BE49-F238E27FC236}">
                <a16:creationId xmlns:a16="http://schemas.microsoft.com/office/drawing/2014/main" id="{1BC37196-FE2F-CA06-84B0-3680D7ACF92A}"/>
              </a:ext>
            </a:extLst>
          </p:cNvPr>
          <p:cNvSpPr>
            <a:spLocks noChangeShapeType="1"/>
          </p:cNvSpPr>
          <p:nvPr/>
        </p:nvSpPr>
        <p:spPr bwMode="auto">
          <a:xfrm>
            <a:off x="6348414" y="3360738"/>
            <a:ext cx="511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7" name="Line 47">
            <a:extLst>
              <a:ext uri="{FF2B5EF4-FFF2-40B4-BE49-F238E27FC236}">
                <a16:creationId xmlns:a16="http://schemas.microsoft.com/office/drawing/2014/main" id="{B865004D-095B-FF0E-2EE1-43DD736412D2}"/>
              </a:ext>
            </a:extLst>
          </p:cNvPr>
          <p:cNvSpPr>
            <a:spLocks noChangeShapeType="1"/>
          </p:cNvSpPr>
          <p:nvPr/>
        </p:nvSpPr>
        <p:spPr bwMode="auto">
          <a:xfrm>
            <a:off x="6373813" y="3036888"/>
            <a:ext cx="1073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Line 49">
            <a:extLst>
              <a:ext uri="{FF2B5EF4-FFF2-40B4-BE49-F238E27FC236}">
                <a16:creationId xmlns:a16="http://schemas.microsoft.com/office/drawing/2014/main" id="{5F782A4E-71D4-522D-3C78-D4F0FAAE5A5D}"/>
              </a:ext>
            </a:extLst>
          </p:cNvPr>
          <p:cNvSpPr>
            <a:spLocks noChangeShapeType="1"/>
          </p:cNvSpPr>
          <p:nvPr/>
        </p:nvSpPr>
        <p:spPr bwMode="auto">
          <a:xfrm>
            <a:off x="6711951" y="4810125"/>
            <a:ext cx="4238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9" name="Line 50">
            <a:extLst>
              <a:ext uri="{FF2B5EF4-FFF2-40B4-BE49-F238E27FC236}">
                <a16:creationId xmlns:a16="http://schemas.microsoft.com/office/drawing/2014/main" id="{7AEBBB9D-1A4F-0941-03D2-6125CC203BC8}"/>
              </a:ext>
            </a:extLst>
          </p:cNvPr>
          <p:cNvSpPr>
            <a:spLocks noChangeShapeType="1"/>
          </p:cNvSpPr>
          <p:nvPr/>
        </p:nvSpPr>
        <p:spPr bwMode="auto">
          <a:xfrm flipV="1">
            <a:off x="6726238" y="3028950"/>
            <a:ext cx="0" cy="1779588"/>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9720" name="Line 53">
            <a:extLst>
              <a:ext uri="{FF2B5EF4-FFF2-40B4-BE49-F238E27FC236}">
                <a16:creationId xmlns:a16="http://schemas.microsoft.com/office/drawing/2014/main" id="{BED71B6B-DBD9-FCCE-BCFF-B75AB5EF5552}"/>
              </a:ext>
            </a:extLst>
          </p:cNvPr>
          <p:cNvSpPr>
            <a:spLocks noChangeShapeType="1"/>
          </p:cNvSpPr>
          <p:nvPr/>
        </p:nvSpPr>
        <p:spPr bwMode="auto">
          <a:xfrm>
            <a:off x="8112125" y="2271714"/>
            <a:ext cx="0" cy="16986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1" name="Line 54">
            <a:extLst>
              <a:ext uri="{FF2B5EF4-FFF2-40B4-BE49-F238E27FC236}">
                <a16:creationId xmlns:a16="http://schemas.microsoft.com/office/drawing/2014/main" id="{683F58BE-8E3F-DD4F-F3C3-EEE88641A873}"/>
              </a:ext>
            </a:extLst>
          </p:cNvPr>
          <p:cNvSpPr>
            <a:spLocks noChangeShapeType="1"/>
          </p:cNvSpPr>
          <p:nvPr/>
        </p:nvSpPr>
        <p:spPr bwMode="auto">
          <a:xfrm>
            <a:off x="7685088" y="4416426"/>
            <a:ext cx="0" cy="455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2" name="Line 55">
            <a:extLst>
              <a:ext uri="{FF2B5EF4-FFF2-40B4-BE49-F238E27FC236}">
                <a16:creationId xmlns:a16="http://schemas.microsoft.com/office/drawing/2014/main" id="{7915AE25-91C8-E2C4-6A32-95A8697A18CD}"/>
              </a:ext>
            </a:extLst>
          </p:cNvPr>
          <p:cNvSpPr>
            <a:spLocks noChangeShapeType="1"/>
          </p:cNvSpPr>
          <p:nvPr/>
        </p:nvSpPr>
        <p:spPr bwMode="auto">
          <a:xfrm>
            <a:off x="7464426" y="4881563"/>
            <a:ext cx="2270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3" name="Freeform 49">
            <a:extLst>
              <a:ext uri="{FF2B5EF4-FFF2-40B4-BE49-F238E27FC236}">
                <a16:creationId xmlns:a16="http://schemas.microsoft.com/office/drawing/2014/main" id="{BC7BA708-41AB-D98E-C44B-614E9EE0E4F8}"/>
              </a:ext>
            </a:extLst>
          </p:cNvPr>
          <p:cNvSpPr>
            <a:spLocks/>
          </p:cNvSpPr>
          <p:nvPr/>
        </p:nvSpPr>
        <p:spPr bwMode="auto">
          <a:xfrm>
            <a:off x="7380288" y="2892426"/>
            <a:ext cx="425450" cy="561975"/>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4"/>
                </a:moveTo>
                <a:cubicBezTo>
                  <a:pt x="108" y="54"/>
                  <a:pt x="82" y="107"/>
                  <a:pt x="0" y="107"/>
                </a:cubicBezTo>
                <a:cubicBezTo>
                  <a:pt x="0" y="107"/>
                  <a:pt x="16" y="101"/>
                  <a:pt x="16" y="54"/>
                </a:cubicBezTo>
                <a:cubicBezTo>
                  <a:pt x="16" y="53"/>
                  <a:pt x="16" y="53"/>
                  <a:pt x="16" y="53"/>
                </a:cubicBezTo>
                <a:cubicBezTo>
                  <a:pt x="16" y="6"/>
                  <a:pt x="0" y="0"/>
                  <a:pt x="0" y="0"/>
                </a:cubicBezTo>
                <a:cubicBezTo>
                  <a:pt x="82" y="0"/>
                  <a:pt x="108" y="54"/>
                  <a:pt x="108" y="54"/>
                </a:cubicBez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4" name="Freeform 50">
            <a:extLst>
              <a:ext uri="{FF2B5EF4-FFF2-40B4-BE49-F238E27FC236}">
                <a16:creationId xmlns:a16="http://schemas.microsoft.com/office/drawing/2014/main" id="{BF179289-347D-3243-1FAB-306A327DD8B5}"/>
              </a:ext>
            </a:extLst>
          </p:cNvPr>
          <p:cNvSpPr>
            <a:spLocks/>
          </p:cNvSpPr>
          <p:nvPr/>
        </p:nvSpPr>
        <p:spPr bwMode="auto">
          <a:xfrm>
            <a:off x="7135814" y="4678364"/>
            <a:ext cx="346075" cy="427037"/>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25" name="Line 70">
            <a:extLst>
              <a:ext uri="{FF2B5EF4-FFF2-40B4-BE49-F238E27FC236}">
                <a16:creationId xmlns:a16="http://schemas.microsoft.com/office/drawing/2014/main" id="{BCBB2007-FDCA-09DC-4D78-B51A75E8F578}"/>
              </a:ext>
            </a:extLst>
          </p:cNvPr>
          <p:cNvSpPr>
            <a:spLocks noChangeShapeType="1"/>
          </p:cNvSpPr>
          <p:nvPr/>
        </p:nvSpPr>
        <p:spPr bwMode="auto">
          <a:xfrm flipV="1">
            <a:off x="7280276" y="3351213"/>
            <a:ext cx="1619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6" name="Line 71">
            <a:extLst>
              <a:ext uri="{FF2B5EF4-FFF2-40B4-BE49-F238E27FC236}">
                <a16:creationId xmlns:a16="http://schemas.microsoft.com/office/drawing/2014/main" id="{CB9FC2DE-9A30-3BC1-C7CB-387859FFBE75}"/>
              </a:ext>
            </a:extLst>
          </p:cNvPr>
          <p:cNvSpPr>
            <a:spLocks noChangeShapeType="1"/>
          </p:cNvSpPr>
          <p:nvPr/>
        </p:nvSpPr>
        <p:spPr bwMode="auto">
          <a:xfrm flipV="1">
            <a:off x="7954963" y="3189288"/>
            <a:ext cx="0" cy="97790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9727" name="Line 72">
            <a:extLst>
              <a:ext uri="{FF2B5EF4-FFF2-40B4-BE49-F238E27FC236}">
                <a16:creationId xmlns:a16="http://schemas.microsoft.com/office/drawing/2014/main" id="{A3A22F0B-FDC9-69F8-66F3-5E14AFBB73A0}"/>
              </a:ext>
            </a:extLst>
          </p:cNvPr>
          <p:cNvSpPr>
            <a:spLocks noChangeShapeType="1"/>
          </p:cNvSpPr>
          <p:nvPr/>
        </p:nvSpPr>
        <p:spPr bwMode="auto">
          <a:xfrm>
            <a:off x="6592888" y="4991100"/>
            <a:ext cx="5191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8" name="Line 73">
            <a:extLst>
              <a:ext uri="{FF2B5EF4-FFF2-40B4-BE49-F238E27FC236}">
                <a16:creationId xmlns:a16="http://schemas.microsoft.com/office/drawing/2014/main" id="{597F97D8-C000-390E-AB50-C85AEF82F315}"/>
              </a:ext>
            </a:extLst>
          </p:cNvPr>
          <p:cNvSpPr>
            <a:spLocks noChangeShapeType="1"/>
          </p:cNvSpPr>
          <p:nvPr/>
        </p:nvSpPr>
        <p:spPr bwMode="auto">
          <a:xfrm flipV="1">
            <a:off x="6586538" y="3362326"/>
            <a:ext cx="0" cy="164147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9729" name="Text Box 74">
            <a:extLst>
              <a:ext uri="{FF2B5EF4-FFF2-40B4-BE49-F238E27FC236}">
                <a16:creationId xmlns:a16="http://schemas.microsoft.com/office/drawing/2014/main" id="{601E741E-08E8-A184-DF00-A682746B61D9}"/>
              </a:ext>
            </a:extLst>
          </p:cNvPr>
          <p:cNvSpPr txBox="1">
            <a:spLocks noChangeArrowheads="1"/>
          </p:cNvSpPr>
          <p:nvPr/>
        </p:nvSpPr>
        <p:spPr bwMode="auto">
          <a:xfrm>
            <a:off x="6045200" y="2720976"/>
            <a:ext cx="666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4</a:t>
            </a:r>
            <a:endParaRPr lang="ru-RU" altLang="en-US" b="0"/>
          </a:p>
        </p:txBody>
      </p:sp>
      <p:sp>
        <p:nvSpPr>
          <p:cNvPr id="29730" name="Text Box 75">
            <a:extLst>
              <a:ext uri="{FF2B5EF4-FFF2-40B4-BE49-F238E27FC236}">
                <a16:creationId xmlns:a16="http://schemas.microsoft.com/office/drawing/2014/main" id="{091E527B-39B1-D310-0673-B365CA3993FE}"/>
              </a:ext>
            </a:extLst>
          </p:cNvPr>
          <p:cNvSpPr txBox="1">
            <a:spLocks noChangeArrowheads="1"/>
          </p:cNvSpPr>
          <p:nvPr/>
        </p:nvSpPr>
        <p:spPr bwMode="auto">
          <a:xfrm>
            <a:off x="6045200" y="3130551"/>
            <a:ext cx="666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5</a:t>
            </a:r>
            <a:endParaRPr lang="ru-RU" altLang="en-US" b="0"/>
          </a:p>
        </p:txBody>
      </p:sp>
      <p:sp>
        <p:nvSpPr>
          <p:cNvPr id="29731" name="AutoShape 879">
            <a:extLst>
              <a:ext uri="{FF2B5EF4-FFF2-40B4-BE49-F238E27FC236}">
                <a16:creationId xmlns:a16="http://schemas.microsoft.com/office/drawing/2014/main" id="{030F40BF-E901-DF6A-316C-B57152A89A20}"/>
              </a:ext>
            </a:extLst>
          </p:cNvPr>
          <p:cNvSpPr>
            <a:spLocks noChangeArrowheads="1"/>
          </p:cNvSpPr>
          <p:nvPr/>
        </p:nvSpPr>
        <p:spPr bwMode="auto">
          <a:xfrm rot="5400000">
            <a:off x="6818313" y="3209926"/>
            <a:ext cx="404813" cy="284162"/>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29732" name="Oval 880">
            <a:extLst>
              <a:ext uri="{FF2B5EF4-FFF2-40B4-BE49-F238E27FC236}">
                <a16:creationId xmlns:a16="http://schemas.microsoft.com/office/drawing/2014/main" id="{F8E49CF8-E5FE-3FB5-0CAD-B3A31EBA96A9}"/>
              </a:ext>
            </a:extLst>
          </p:cNvPr>
          <p:cNvSpPr>
            <a:spLocks noChangeArrowheads="1"/>
          </p:cNvSpPr>
          <p:nvPr/>
        </p:nvSpPr>
        <p:spPr bwMode="auto">
          <a:xfrm>
            <a:off x="7167564" y="3305176"/>
            <a:ext cx="103187" cy="111125"/>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cxnSp>
        <p:nvCxnSpPr>
          <p:cNvPr id="29734" name="Straight Connector 44">
            <a:extLst>
              <a:ext uri="{FF2B5EF4-FFF2-40B4-BE49-F238E27FC236}">
                <a16:creationId xmlns:a16="http://schemas.microsoft.com/office/drawing/2014/main" id="{CDA228BA-C200-D7F3-614A-F03F75255021}"/>
              </a:ext>
            </a:extLst>
          </p:cNvPr>
          <p:cNvCxnSpPr>
            <a:cxnSpLocks noChangeShapeType="1"/>
          </p:cNvCxnSpPr>
          <p:nvPr/>
        </p:nvCxnSpPr>
        <p:spPr bwMode="auto">
          <a:xfrm rot="16200000" flipH="1">
            <a:off x="6593682" y="2853532"/>
            <a:ext cx="274637"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9735" name="Straight Connector 2">
            <a:extLst>
              <a:ext uri="{FF2B5EF4-FFF2-40B4-BE49-F238E27FC236}">
                <a16:creationId xmlns:a16="http://schemas.microsoft.com/office/drawing/2014/main" id="{CC9A5C03-9D51-4C31-A111-C1E5B9DA8D1F}"/>
              </a:ext>
            </a:extLst>
          </p:cNvPr>
          <p:cNvCxnSpPr>
            <a:cxnSpLocks noChangeShapeType="1"/>
            <a:stCxn id="29702" idx="0"/>
          </p:cNvCxnSpPr>
          <p:nvPr/>
        </p:nvCxnSpPr>
        <p:spPr bwMode="auto">
          <a:xfrm>
            <a:off x="8272463" y="2984501"/>
            <a:ext cx="0" cy="1431925"/>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a:extLst>
              <a:ext uri="{FF2B5EF4-FFF2-40B4-BE49-F238E27FC236}">
                <a16:creationId xmlns:a16="http://schemas.microsoft.com/office/drawing/2014/main" id="{B16B8C1C-B682-CCAD-76D3-A0DA5F8CC76F}"/>
              </a:ext>
            </a:extLst>
          </p:cNvPr>
          <p:cNvSpPr>
            <a:spLocks noGrp="1" noChangeArrowheads="1"/>
          </p:cNvSpPr>
          <p:nvPr>
            <p:ph type="title"/>
          </p:nvPr>
        </p:nvSpPr>
        <p:spPr>
          <a:xfrm>
            <a:off x="-1" y="183402"/>
            <a:ext cx="11612880" cy="704088"/>
          </a:xfrm>
        </p:spPr>
        <p:txBody>
          <a:bodyPr>
            <a:normAutofit/>
          </a:bodyPr>
          <a:lstStyle/>
          <a:p>
            <a:r>
              <a:rPr lang="en-US" altLang="en-US" dirty="0"/>
              <a:t>Pyramidal Structure of Multiplexers </a:t>
            </a:r>
            <a:endParaRPr lang="ru-RU" altLang="en-US" dirty="0"/>
          </a:p>
        </p:txBody>
      </p:sp>
      <p:sp>
        <p:nvSpPr>
          <p:cNvPr id="31747" name="Content Placeholder 3">
            <a:extLst>
              <a:ext uri="{FF2B5EF4-FFF2-40B4-BE49-F238E27FC236}">
                <a16:creationId xmlns:a16="http://schemas.microsoft.com/office/drawing/2014/main" id="{132F572B-0CF9-F93B-5F71-BF0FBE54DF86}"/>
              </a:ext>
            </a:extLst>
          </p:cNvPr>
          <p:cNvSpPr>
            <a:spLocks noGrp="1" noChangeArrowheads="1"/>
          </p:cNvSpPr>
          <p:nvPr>
            <p:ph type="body" sz="quarter" idx="10"/>
          </p:nvPr>
        </p:nvSpPr>
        <p:spPr>
          <a:xfrm>
            <a:off x="457200" y="1188720"/>
            <a:ext cx="11277922" cy="5185186"/>
          </a:xfrm>
        </p:spPr>
        <p:txBody>
          <a:bodyPr/>
          <a:lstStyle/>
          <a:p>
            <a:r>
              <a:rPr lang="en-US" altLang="en-US" sz="2200" dirty="0"/>
              <a:t>Given function f(x1,x2…</a:t>
            </a:r>
            <a:r>
              <a:rPr lang="en-US" altLang="en-US" sz="2200" dirty="0" err="1"/>
              <a:t>xk</a:t>
            </a:r>
            <a:r>
              <a:rPr lang="en-US" altLang="en-US" sz="2200" dirty="0"/>
              <a:t>…</a:t>
            </a:r>
            <a:r>
              <a:rPr lang="en-US" altLang="en-US" sz="2200" dirty="0" err="1"/>
              <a:t>xn</a:t>
            </a:r>
            <a:r>
              <a:rPr lang="en-US" altLang="en-US" sz="2200" dirty="0"/>
              <a:t>).</a:t>
            </a:r>
          </a:p>
          <a:p>
            <a:r>
              <a:rPr lang="en-US" altLang="en-US" sz="2200" dirty="0"/>
              <a:t>Shannon’s extension by k variables:</a:t>
            </a:r>
          </a:p>
          <a:p>
            <a:r>
              <a:rPr lang="en-US" altLang="en-US" sz="2200" dirty="0"/>
              <a:t>F(x1,x2…</a:t>
            </a:r>
            <a:r>
              <a:rPr lang="en-US" altLang="en-US" sz="2200" dirty="0" err="1"/>
              <a:t>xn</a:t>
            </a:r>
            <a:r>
              <a:rPr lang="en-US" altLang="en-US" sz="2200" dirty="0"/>
              <a:t>) = ~x1·~x2…~</a:t>
            </a:r>
            <a:r>
              <a:rPr lang="en-US" altLang="en-US" sz="2200" dirty="0" err="1"/>
              <a:t>xk·f</a:t>
            </a:r>
            <a:r>
              <a:rPr lang="en-US" altLang="en-US" sz="2200" dirty="0"/>
              <a:t>(0,…,0,xk+1,…</a:t>
            </a:r>
            <a:r>
              <a:rPr lang="en-US" altLang="en-US" sz="2200" dirty="0" err="1"/>
              <a:t>xn</a:t>
            </a:r>
            <a:r>
              <a:rPr lang="en-US" altLang="en-US" sz="2200" dirty="0"/>
              <a:t>) + </a:t>
            </a:r>
          </a:p>
          <a:p>
            <a:r>
              <a:rPr lang="en-US" altLang="en-US" sz="2200" dirty="0"/>
              <a:t>+~x1·~x2…~xk-1·xk·f(0,…,0,1,xk+1…</a:t>
            </a:r>
            <a:r>
              <a:rPr lang="en-US" altLang="en-US" sz="2200" dirty="0" err="1"/>
              <a:t>xn</a:t>
            </a:r>
            <a:r>
              <a:rPr lang="en-US" altLang="en-US" sz="2200" dirty="0"/>
              <a:t>) +</a:t>
            </a:r>
          </a:p>
          <a:p>
            <a:r>
              <a:rPr lang="en-US" altLang="en-US" sz="2200" dirty="0"/>
              <a:t> ~x1·~x2…xk-1~xk·f(0,…,1,0,xk+1,…</a:t>
            </a:r>
            <a:r>
              <a:rPr lang="en-US" altLang="en-US" sz="2200" dirty="0" err="1"/>
              <a:t>xn</a:t>
            </a:r>
            <a:r>
              <a:rPr lang="en-US" altLang="en-US" sz="2200" dirty="0"/>
              <a:t>) + … +</a:t>
            </a:r>
          </a:p>
          <a:p>
            <a:r>
              <a:rPr lang="en-US" altLang="en-US" sz="2200" dirty="0"/>
              <a:t>+ x1·x2…</a:t>
            </a:r>
            <a:r>
              <a:rPr lang="en-US" altLang="en-US" sz="2200" dirty="0" err="1"/>
              <a:t>xk</a:t>
            </a:r>
            <a:r>
              <a:rPr lang="en-US" altLang="en-US" sz="2200" dirty="0"/>
              <a:t> ·f(1,1,…1,xk+1,…</a:t>
            </a:r>
            <a:r>
              <a:rPr lang="en-US" altLang="en-US" sz="2200" dirty="0" err="1"/>
              <a:t>xn</a:t>
            </a:r>
            <a:r>
              <a:rPr lang="en-US" altLang="en-US" sz="2200" dirty="0"/>
              <a:t>) = </a:t>
            </a:r>
          </a:p>
          <a:p>
            <a:r>
              <a:rPr lang="en-US" altLang="en-US" sz="2200" dirty="0"/>
              <a:t>=F0·~x1·~x2…~</a:t>
            </a:r>
            <a:r>
              <a:rPr lang="en-US" altLang="en-US" sz="2200" dirty="0" err="1"/>
              <a:t>xk</a:t>
            </a:r>
            <a:r>
              <a:rPr lang="en-US" altLang="en-US" sz="2200" dirty="0"/>
              <a:t> +F1·~x1·~x2…</a:t>
            </a:r>
            <a:r>
              <a:rPr lang="en-US" altLang="en-US" sz="2200" dirty="0" err="1"/>
              <a:t>xk</a:t>
            </a:r>
            <a:r>
              <a:rPr lang="en-US" altLang="en-US" sz="2200" dirty="0"/>
              <a:t> +F2·~x1·~x2…</a:t>
            </a:r>
            <a:r>
              <a:rPr lang="en-US" altLang="en-US" sz="2200" dirty="0" err="1"/>
              <a:t>xk</a:t>
            </a:r>
            <a:r>
              <a:rPr lang="en-US" altLang="en-US" sz="2200" dirty="0"/>
              <a:t> + . . .+ </a:t>
            </a:r>
          </a:p>
          <a:p>
            <a:r>
              <a:rPr lang="en-US" altLang="en-US" sz="2200" dirty="0"/>
              <a:t>+F2k-1·x1·x2…·</a:t>
            </a:r>
            <a:r>
              <a:rPr lang="en-US" altLang="en-US" sz="2200" dirty="0" err="1"/>
              <a:t>xk</a:t>
            </a:r>
            <a:r>
              <a:rPr lang="en-US" altLang="en-US" sz="2200" dirty="0"/>
              <a:t> </a:t>
            </a:r>
          </a:p>
          <a:p>
            <a:r>
              <a:rPr lang="en-US" altLang="en-US" sz="2200" dirty="0"/>
              <a:t>where F0=f(0,0,…0,xk+1 …</a:t>
            </a:r>
            <a:r>
              <a:rPr lang="en-US" altLang="en-US" sz="2200" dirty="0" err="1"/>
              <a:t>xn</a:t>
            </a:r>
            <a:r>
              <a:rPr lang="en-US" altLang="en-US" sz="2200" dirty="0"/>
              <a:t>) =f~x1…~</a:t>
            </a:r>
            <a:r>
              <a:rPr lang="en-US" altLang="en-US" sz="2200" dirty="0" err="1"/>
              <a:t>xk</a:t>
            </a:r>
            <a:r>
              <a:rPr lang="en-US" altLang="en-US" sz="2200" dirty="0"/>
              <a:t> ; F1=f(0,0,…1,xk+1,…</a:t>
            </a:r>
            <a:r>
              <a:rPr lang="en-US" altLang="en-US" sz="2200" dirty="0" err="1"/>
              <a:t>xn</a:t>
            </a:r>
            <a:r>
              <a:rPr lang="en-US" altLang="en-US" sz="2200" dirty="0"/>
              <a:t>)=</a:t>
            </a:r>
          </a:p>
          <a:p>
            <a:r>
              <a:rPr lang="en-US" altLang="en-US" sz="2200" dirty="0"/>
              <a:t>f~x1~x2…</a:t>
            </a:r>
            <a:r>
              <a:rPr lang="en-US" altLang="en-US" sz="2200" dirty="0" err="1"/>
              <a:t>xk</a:t>
            </a:r>
            <a:r>
              <a:rPr lang="en-US" altLang="en-US" sz="2200" dirty="0"/>
              <a:t>; F2 = f(0,0,…1,0,xk+1,…</a:t>
            </a:r>
            <a:r>
              <a:rPr lang="en-US" altLang="en-US" sz="2200" dirty="0" err="1"/>
              <a:t>xn</a:t>
            </a:r>
            <a:r>
              <a:rPr lang="en-US" altLang="en-US" sz="2200" dirty="0"/>
              <a:t>)=f~x1~x2…xk-1~xk;     …    </a:t>
            </a:r>
            <a:br>
              <a:rPr lang="en-US" altLang="en-US" sz="2200" dirty="0"/>
            </a:br>
            <a:r>
              <a:rPr lang="en-US" altLang="en-US" sz="2200" dirty="0"/>
              <a:t>F2k-1 = f(1,1,…1,xk+1,…</a:t>
            </a:r>
            <a:r>
              <a:rPr lang="en-US" altLang="en-US" sz="2200" dirty="0" err="1"/>
              <a:t>xn</a:t>
            </a:r>
            <a:r>
              <a:rPr lang="en-US" altLang="en-US" sz="2200" dirty="0"/>
              <a:t>)=fx1x2…</a:t>
            </a:r>
            <a:r>
              <a:rPr lang="en-US" altLang="en-US" sz="2200" dirty="0" err="1"/>
              <a:t>xk</a:t>
            </a:r>
            <a:endParaRPr lang="ru-RU" altLang="en-US" sz="2200" dirty="0"/>
          </a:p>
          <a:p>
            <a:endParaRPr lang="en-US" altLang="en-US" sz="22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101">
            <a:extLst>
              <a:ext uri="{FF2B5EF4-FFF2-40B4-BE49-F238E27FC236}">
                <a16:creationId xmlns:a16="http://schemas.microsoft.com/office/drawing/2014/main" id="{F8698E42-AFB1-AB8D-DD8D-6F48ED6346BE}"/>
              </a:ext>
            </a:extLst>
          </p:cNvPr>
          <p:cNvGrpSpPr>
            <a:grpSpLocks/>
          </p:cNvGrpSpPr>
          <p:nvPr/>
        </p:nvGrpSpPr>
        <p:grpSpPr bwMode="auto">
          <a:xfrm>
            <a:off x="2566988" y="1258888"/>
            <a:ext cx="6799262" cy="4398613"/>
            <a:chOff x="1168400" y="1473200"/>
            <a:chExt cx="6798745" cy="4067132"/>
          </a:xfrm>
        </p:grpSpPr>
        <p:grpSp>
          <p:nvGrpSpPr>
            <p:cNvPr id="32772" name="Group 93">
              <a:extLst>
                <a:ext uri="{FF2B5EF4-FFF2-40B4-BE49-F238E27FC236}">
                  <a16:creationId xmlns:a16="http://schemas.microsoft.com/office/drawing/2014/main" id="{A4D5D6E5-629B-E490-B1F1-C519946EC9B7}"/>
                </a:ext>
              </a:extLst>
            </p:cNvPr>
            <p:cNvGrpSpPr>
              <a:grpSpLocks/>
            </p:cNvGrpSpPr>
            <p:nvPr/>
          </p:nvGrpSpPr>
          <p:grpSpPr bwMode="auto">
            <a:xfrm>
              <a:off x="1168400" y="1473200"/>
              <a:ext cx="5865496" cy="4012157"/>
              <a:chOff x="1168400" y="1473200"/>
              <a:chExt cx="5865496" cy="4012157"/>
            </a:xfrm>
          </p:grpSpPr>
          <p:grpSp>
            <p:nvGrpSpPr>
              <p:cNvPr id="32781" name="Group 73">
                <a:extLst>
                  <a:ext uri="{FF2B5EF4-FFF2-40B4-BE49-F238E27FC236}">
                    <a16:creationId xmlns:a16="http://schemas.microsoft.com/office/drawing/2014/main" id="{8CBA28FA-147A-A991-AE26-98BAED21894F}"/>
                  </a:ext>
                </a:extLst>
              </p:cNvPr>
              <p:cNvGrpSpPr>
                <a:grpSpLocks/>
              </p:cNvGrpSpPr>
              <p:nvPr/>
            </p:nvGrpSpPr>
            <p:grpSpPr bwMode="auto">
              <a:xfrm>
                <a:off x="1924685" y="1473200"/>
                <a:ext cx="5109211" cy="4012157"/>
                <a:chOff x="1924685" y="1473200"/>
                <a:chExt cx="5109211" cy="4012157"/>
              </a:xfrm>
            </p:grpSpPr>
            <p:cxnSp>
              <p:nvCxnSpPr>
                <p:cNvPr id="32801" name="Straight Connector 7">
                  <a:extLst>
                    <a:ext uri="{FF2B5EF4-FFF2-40B4-BE49-F238E27FC236}">
                      <a16:creationId xmlns:a16="http://schemas.microsoft.com/office/drawing/2014/main" id="{1A6A9AF0-94C7-CC34-B5B0-948585CB3B44}"/>
                    </a:ext>
                  </a:extLst>
                </p:cNvPr>
                <p:cNvCxnSpPr>
                  <a:cxnSpLocks noChangeShapeType="1"/>
                </p:cNvCxnSpPr>
                <p:nvPr/>
              </p:nvCxnSpPr>
              <p:spPr bwMode="auto">
                <a:xfrm rot="10800000">
                  <a:off x="1932305" y="1588809"/>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2" name="Straight Connector 8">
                  <a:extLst>
                    <a:ext uri="{FF2B5EF4-FFF2-40B4-BE49-F238E27FC236}">
                      <a16:creationId xmlns:a16="http://schemas.microsoft.com/office/drawing/2014/main" id="{B8485E6A-F2F6-B977-5AE1-5256A503F067}"/>
                    </a:ext>
                  </a:extLst>
                </p:cNvPr>
                <p:cNvCxnSpPr>
                  <a:cxnSpLocks noChangeShapeType="1"/>
                </p:cNvCxnSpPr>
                <p:nvPr/>
              </p:nvCxnSpPr>
              <p:spPr bwMode="auto">
                <a:xfrm rot="10800000">
                  <a:off x="1941830" y="1696710"/>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3" name="Straight Connector 9">
                  <a:extLst>
                    <a:ext uri="{FF2B5EF4-FFF2-40B4-BE49-F238E27FC236}">
                      <a16:creationId xmlns:a16="http://schemas.microsoft.com/office/drawing/2014/main" id="{E16DA74D-E419-E0E4-17A0-8C0C1861B305}"/>
                    </a:ext>
                  </a:extLst>
                </p:cNvPr>
                <p:cNvCxnSpPr>
                  <a:cxnSpLocks noChangeShapeType="1"/>
                </p:cNvCxnSpPr>
                <p:nvPr/>
              </p:nvCxnSpPr>
              <p:spPr bwMode="auto">
                <a:xfrm rot="10800000">
                  <a:off x="1934210" y="2103886"/>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4" name="Straight Connector 10">
                  <a:extLst>
                    <a:ext uri="{FF2B5EF4-FFF2-40B4-BE49-F238E27FC236}">
                      <a16:creationId xmlns:a16="http://schemas.microsoft.com/office/drawing/2014/main" id="{26F4DCC9-FF35-CB38-3047-DC50ABD04208}"/>
                    </a:ext>
                  </a:extLst>
                </p:cNvPr>
                <p:cNvCxnSpPr>
                  <a:cxnSpLocks noChangeShapeType="1"/>
                </p:cNvCxnSpPr>
                <p:nvPr/>
              </p:nvCxnSpPr>
              <p:spPr bwMode="auto">
                <a:xfrm rot="10800000">
                  <a:off x="1941830" y="2219844"/>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5" name="Straight Connector 11">
                  <a:extLst>
                    <a:ext uri="{FF2B5EF4-FFF2-40B4-BE49-F238E27FC236}">
                      <a16:creationId xmlns:a16="http://schemas.microsoft.com/office/drawing/2014/main" id="{C2A8F3C1-3E14-B882-C664-6B71B0667BCF}"/>
                    </a:ext>
                  </a:extLst>
                </p:cNvPr>
                <p:cNvCxnSpPr>
                  <a:cxnSpLocks noChangeShapeType="1"/>
                </p:cNvCxnSpPr>
                <p:nvPr/>
              </p:nvCxnSpPr>
              <p:spPr bwMode="auto">
                <a:xfrm rot="10800000">
                  <a:off x="1939925" y="2521386"/>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6" name="Straight Connector 12">
                  <a:extLst>
                    <a:ext uri="{FF2B5EF4-FFF2-40B4-BE49-F238E27FC236}">
                      <a16:creationId xmlns:a16="http://schemas.microsoft.com/office/drawing/2014/main" id="{9E0FB023-9512-1EA8-4066-022A389D66C7}"/>
                    </a:ext>
                  </a:extLst>
                </p:cNvPr>
                <p:cNvCxnSpPr>
                  <a:cxnSpLocks noChangeShapeType="1"/>
                </p:cNvCxnSpPr>
                <p:nvPr/>
              </p:nvCxnSpPr>
              <p:spPr bwMode="auto">
                <a:xfrm rot="10800000">
                  <a:off x="1941830" y="1898146"/>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7" name="Straight Connector 13">
                  <a:extLst>
                    <a:ext uri="{FF2B5EF4-FFF2-40B4-BE49-F238E27FC236}">
                      <a16:creationId xmlns:a16="http://schemas.microsoft.com/office/drawing/2014/main" id="{BC6116A3-D310-3D9E-0C74-81727AAA40F3}"/>
                    </a:ext>
                  </a:extLst>
                </p:cNvPr>
                <p:cNvCxnSpPr>
                  <a:cxnSpLocks noChangeShapeType="1"/>
                </p:cNvCxnSpPr>
                <p:nvPr/>
              </p:nvCxnSpPr>
              <p:spPr bwMode="auto">
                <a:xfrm rot="10800000">
                  <a:off x="1924685" y="2891829"/>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8" name="Straight Connector 14">
                  <a:extLst>
                    <a:ext uri="{FF2B5EF4-FFF2-40B4-BE49-F238E27FC236}">
                      <a16:creationId xmlns:a16="http://schemas.microsoft.com/office/drawing/2014/main" id="{CF83F240-4AEF-1E56-46C1-230EC6D29ED2}"/>
                    </a:ext>
                  </a:extLst>
                </p:cNvPr>
                <p:cNvCxnSpPr>
                  <a:cxnSpLocks noChangeShapeType="1"/>
                </p:cNvCxnSpPr>
                <p:nvPr/>
              </p:nvCxnSpPr>
              <p:spPr bwMode="auto">
                <a:xfrm rot="10800000">
                  <a:off x="1926590" y="2999730"/>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09" name="Straight Connector 15">
                  <a:extLst>
                    <a:ext uri="{FF2B5EF4-FFF2-40B4-BE49-F238E27FC236}">
                      <a16:creationId xmlns:a16="http://schemas.microsoft.com/office/drawing/2014/main" id="{1770839C-8205-AA33-9AF9-90C7EA9CFD22}"/>
                    </a:ext>
                  </a:extLst>
                </p:cNvPr>
                <p:cNvCxnSpPr>
                  <a:cxnSpLocks noChangeShapeType="1"/>
                </p:cNvCxnSpPr>
                <p:nvPr/>
              </p:nvCxnSpPr>
              <p:spPr bwMode="auto">
                <a:xfrm rot="10800000">
                  <a:off x="1926590" y="3246886"/>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0" name="Straight Connector 16">
                  <a:extLst>
                    <a:ext uri="{FF2B5EF4-FFF2-40B4-BE49-F238E27FC236}">
                      <a16:creationId xmlns:a16="http://schemas.microsoft.com/office/drawing/2014/main" id="{6DD4435C-4060-455B-C9C8-779B124352EF}"/>
                    </a:ext>
                  </a:extLst>
                </p:cNvPr>
                <p:cNvCxnSpPr>
                  <a:cxnSpLocks noChangeShapeType="1"/>
                </p:cNvCxnSpPr>
                <p:nvPr/>
              </p:nvCxnSpPr>
              <p:spPr bwMode="auto">
                <a:xfrm rot="10800000">
                  <a:off x="2796540" y="3535680"/>
                  <a:ext cx="2895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1" name="Straight Connector 17">
                  <a:extLst>
                    <a:ext uri="{FF2B5EF4-FFF2-40B4-BE49-F238E27FC236}">
                      <a16:creationId xmlns:a16="http://schemas.microsoft.com/office/drawing/2014/main" id="{D343B3F5-1309-41B0-7413-307CA49D74D6}"/>
                    </a:ext>
                  </a:extLst>
                </p:cNvPr>
                <p:cNvCxnSpPr>
                  <a:cxnSpLocks noChangeShapeType="1"/>
                </p:cNvCxnSpPr>
                <p:nvPr/>
              </p:nvCxnSpPr>
              <p:spPr bwMode="auto">
                <a:xfrm rot="10800000">
                  <a:off x="2628900" y="3665220"/>
                  <a:ext cx="4572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2" name="Straight Connector 18">
                  <a:extLst>
                    <a:ext uri="{FF2B5EF4-FFF2-40B4-BE49-F238E27FC236}">
                      <a16:creationId xmlns:a16="http://schemas.microsoft.com/office/drawing/2014/main" id="{831762E0-B036-1C60-0F73-C6FB22B67736}"/>
                    </a:ext>
                  </a:extLst>
                </p:cNvPr>
                <p:cNvCxnSpPr>
                  <a:cxnSpLocks noChangeShapeType="1"/>
                </p:cNvCxnSpPr>
                <p:nvPr/>
              </p:nvCxnSpPr>
              <p:spPr bwMode="auto">
                <a:xfrm rot="10800000">
                  <a:off x="2293620" y="3924300"/>
                  <a:ext cx="79248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3" name="Straight Connector 19">
                  <a:extLst>
                    <a:ext uri="{FF2B5EF4-FFF2-40B4-BE49-F238E27FC236}">
                      <a16:creationId xmlns:a16="http://schemas.microsoft.com/office/drawing/2014/main" id="{A10B328C-DDD0-FFB0-F315-3FCC852530F9}"/>
                    </a:ext>
                  </a:extLst>
                </p:cNvPr>
                <p:cNvCxnSpPr>
                  <a:cxnSpLocks noChangeShapeType="1"/>
                </p:cNvCxnSpPr>
                <p:nvPr/>
              </p:nvCxnSpPr>
              <p:spPr bwMode="auto">
                <a:xfrm rot="10800000">
                  <a:off x="1924685" y="4354869"/>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4" name="Straight Connector 20">
                  <a:extLst>
                    <a:ext uri="{FF2B5EF4-FFF2-40B4-BE49-F238E27FC236}">
                      <a16:creationId xmlns:a16="http://schemas.microsoft.com/office/drawing/2014/main" id="{30E56573-36C5-90AA-49C8-134962FE89E7}"/>
                    </a:ext>
                  </a:extLst>
                </p:cNvPr>
                <p:cNvCxnSpPr>
                  <a:cxnSpLocks noChangeShapeType="1"/>
                </p:cNvCxnSpPr>
                <p:nvPr/>
              </p:nvCxnSpPr>
              <p:spPr bwMode="auto">
                <a:xfrm rot="10800000">
                  <a:off x="1926590" y="4462770"/>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5" name="Straight Connector 21">
                  <a:extLst>
                    <a:ext uri="{FF2B5EF4-FFF2-40B4-BE49-F238E27FC236}">
                      <a16:creationId xmlns:a16="http://schemas.microsoft.com/office/drawing/2014/main" id="{2235F65D-1C9A-B040-905E-5817EE5EA5FE}"/>
                    </a:ext>
                  </a:extLst>
                </p:cNvPr>
                <p:cNvCxnSpPr>
                  <a:cxnSpLocks noChangeShapeType="1"/>
                </p:cNvCxnSpPr>
                <p:nvPr/>
              </p:nvCxnSpPr>
              <p:spPr bwMode="auto">
                <a:xfrm rot="10800000">
                  <a:off x="1926590" y="4709926"/>
                  <a:ext cx="1162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6" name="Straight Connector 22">
                  <a:extLst>
                    <a:ext uri="{FF2B5EF4-FFF2-40B4-BE49-F238E27FC236}">
                      <a16:creationId xmlns:a16="http://schemas.microsoft.com/office/drawing/2014/main" id="{B581C98F-3317-0AA0-5C86-5E13F9FF4925}"/>
                    </a:ext>
                  </a:extLst>
                </p:cNvPr>
                <p:cNvCxnSpPr>
                  <a:cxnSpLocks noChangeShapeType="1"/>
                </p:cNvCxnSpPr>
                <p:nvPr/>
              </p:nvCxnSpPr>
              <p:spPr bwMode="auto">
                <a:xfrm rot="10800000">
                  <a:off x="2794634" y="5006340"/>
                  <a:ext cx="2895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7" name="Straight Connector 23">
                  <a:extLst>
                    <a:ext uri="{FF2B5EF4-FFF2-40B4-BE49-F238E27FC236}">
                      <a16:creationId xmlns:a16="http://schemas.microsoft.com/office/drawing/2014/main" id="{E0099CB2-FBA3-6DD4-6CEA-E823E96C35FA}"/>
                    </a:ext>
                  </a:extLst>
                </p:cNvPr>
                <p:cNvCxnSpPr>
                  <a:cxnSpLocks noChangeShapeType="1"/>
                </p:cNvCxnSpPr>
                <p:nvPr/>
              </p:nvCxnSpPr>
              <p:spPr bwMode="auto">
                <a:xfrm rot="10800000">
                  <a:off x="2646046" y="5115559"/>
                  <a:ext cx="4572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18" name="Straight Connector 24">
                  <a:extLst>
                    <a:ext uri="{FF2B5EF4-FFF2-40B4-BE49-F238E27FC236}">
                      <a16:creationId xmlns:a16="http://schemas.microsoft.com/office/drawing/2014/main" id="{1EDF6B10-4206-3F31-64BD-84E0BE9869A8}"/>
                    </a:ext>
                  </a:extLst>
                </p:cNvPr>
                <p:cNvCxnSpPr>
                  <a:cxnSpLocks noChangeShapeType="1"/>
                </p:cNvCxnSpPr>
                <p:nvPr/>
              </p:nvCxnSpPr>
              <p:spPr bwMode="auto">
                <a:xfrm rot="10800000">
                  <a:off x="2293620" y="5387022"/>
                  <a:ext cx="79248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2819" name="Oval 25">
                  <a:extLst>
                    <a:ext uri="{FF2B5EF4-FFF2-40B4-BE49-F238E27FC236}">
                      <a16:creationId xmlns:a16="http://schemas.microsoft.com/office/drawing/2014/main" id="{88E56AD2-A5BB-D3CC-CC1C-BDBB44165972}"/>
                    </a:ext>
                  </a:extLst>
                </p:cNvPr>
                <p:cNvSpPr>
                  <a:spLocks noChangeArrowheads="1"/>
                </p:cNvSpPr>
                <p:nvPr/>
              </p:nvSpPr>
              <p:spPr bwMode="auto">
                <a:xfrm>
                  <a:off x="2758440" y="3489960"/>
                  <a:ext cx="73152" cy="73152"/>
                </a:xfrm>
                <a:prstGeom prst="ellipse">
                  <a:avLst/>
                </a:prstGeom>
                <a:solidFill>
                  <a:schemeClr val="tx1"/>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cxnSp>
              <p:nvCxnSpPr>
                <p:cNvPr id="32820" name="Straight Connector 28">
                  <a:extLst>
                    <a:ext uri="{FF2B5EF4-FFF2-40B4-BE49-F238E27FC236}">
                      <a16:creationId xmlns:a16="http://schemas.microsoft.com/office/drawing/2014/main" id="{95DF5FA2-1CCB-DEF3-9D63-CFBD5106A84E}"/>
                    </a:ext>
                  </a:extLst>
                </p:cNvPr>
                <p:cNvCxnSpPr>
                  <a:cxnSpLocks noChangeShapeType="1"/>
                </p:cNvCxnSpPr>
                <p:nvPr/>
              </p:nvCxnSpPr>
              <p:spPr bwMode="auto">
                <a:xfrm rot="16200000" flipV="1">
                  <a:off x="1927098" y="2971038"/>
                  <a:ext cx="1737360" cy="152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2821" name="Oval 29">
                  <a:extLst>
                    <a:ext uri="{FF2B5EF4-FFF2-40B4-BE49-F238E27FC236}">
                      <a16:creationId xmlns:a16="http://schemas.microsoft.com/office/drawing/2014/main" id="{5175AACC-5455-DB5E-F161-D0B38F288CAE}"/>
                    </a:ext>
                  </a:extLst>
                </p:cNvPr>
                <p:cNvSpPr>
                  <a:spLocks noChangeArrowheads="1"/>
                </p:cNvSpPr>
                <p:nvPr/>
              </p:nvSpPr>
              <p:spPr bwMode="auto">
                <a:xfrm>
                  <a:off x="2761297" y="2065973"/>
                  <a:ext cx="73152" cy="73152"/>
                </a:xfrm>
                <a:prstGeom prst="ellipse">
                  <a:avLst/>
                </a:prstGeom>
                <a:solidFill>
                  <a:schemeClr val="tx1"/>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822" name="Oval 30">
                  <a:extLst>
                    <a:ext uri="{FF2B5EF4-FFF2-40B4-BE49-F238E27FC236}">
                      <a16:creationId xmlns:a16="http://schemas.microsoft.com/office/drawing/2014/main" id="{3F71819C-E917-ED6F-A156-DA1AD702B8D3}"/>
                    </a:ext>
                  </a:extLst>
                </p:cNvPr>
                <p:cNvSpPr>
                  <a:spLocks noChangeArrowheads="1"/>
                </p:cNvSpPr>
                <p:nvPr/>
              </p:nvSpPr>
              <p:spPr bwMode="auto">
                <a:xfrm>
                  <a:off x="2607627" y="3628073"/>
                  <a:ext cx="73152" cy="73152"/>
                </a:xfrm>
                <a:prstGeom prst="ellipse">
                  <a:avLst/>
                </a:prstGeom>
                <a:solidFill>
                  <a:schemeClr val="tx1"/>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823" name="Oval 31">
                  <a:extLst>
                    <a:ext uri="{FF2B5EF4-FFF2-40B4-BE49-F238E27FC236}">
                      <a16:creationId xmlns:a16="http://schemas.microsoft.com/office/drawing/2014/main" id="{E5A10AF9-3D05-6D1C-4929-46961C3C19F8}"/>
                    </a:ext>
                  </a:extLst>
                </p:cNvPr>
                <p:cNvSpPr>
                  <a:spLocks noChangeArrowheads="1"/>
                </p:cNvSpPr>
                <p:nvPr/>
              </p:nvSpPr>
              <p:spPr bwMode="auto">
                <a:xfrm>
                  <a:off x="2607627" y="2192973"/>
                  <a:ext cx="73152" cy="73152"/>
                </a:xfrm>
                <a:prstGeom prst="ellipse">
                  <a:avLst/>
                </a:prstGeom>
                <a:solidFill>
                  <a:schemeClr val="tx1"/>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cxnSp>
              <p:nvCxnSpPr>
                <p:cNvPr id="32824" name="Straight Connector 33">
                  <a:extLst>
                    <a:ext uri="{FF2B5EF4-FFF2-40B4-BE49-F238E27FC236}">
                      <a16:creationId xmlns:a16="http://schemas.microsoft.com/office/drawing/2014/main" id="{DE7123FD-E02C-95BD-9C35-37E8671C246C}"/>
                    </a:ext>
                  </a:extLst>
                </p:cNvPr>
                <p:cNvCxnSpPr>
                  <a:cxnSpLocks noChangeShapeType="1"/>
                </p:cNvCxnSpPr>
                <p:nvPr/>
              </p:nvCxnSpPr>
              <p:spPr bwMode="auto">
                <a:xfrm rot="5400000" flipH="1" flipV="1">
                  <a:off x="1778509" y="3095181"/>
                  <a:ext cx="1732851" cy="158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2825" name="Oval 34">
                  <a:extLst>
                    <a:ext uri="{FF2B5EF4-FFF2-40B4-BE49-F238E27FC236}">
                      <a16:creationId xmlns:a16="http://schemas.microsoft.com/office/drawing/2014/main" id="{10C6A190-B4D0-17C1-7084-E70BB3064E71}"/>
                    </a:ext>
                  </a:extLst>
                </p:cNvPr>
                <p:cNvSpPr>
                  <a:spLocks noChangeArrowheads="1"/>
                </p:cNvSpPr>
                <p:nvPr/>
              </p:nvSpPr>
              <p:spPr bwMode="auto">
                <a:xfrm>
                  <a:off x="2258377" y="3882073"/>
                  <a:ext cx="73152" cy="73152"/>
                </a:xfrm>
                <a:prstGeom prst="ellipse">
                  <a:avLst/>
                </a:prstGeom>
                <a:solidFill>
                  <a:schemeClr val="tx1"/>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826" name="Oval 35">
                  <a:extLst>
                    <a:ext uri="{FF2B5EF4-FFF2-40B4-BE49-F238E27FC236}">
                      <a16:creationId xmlns:a16="http://schemas.microsoft.com/office/drawing/2014/main" id="{44631C24-8E50-506B-0A8A-18E7230D4EDD}"/>
                    </a:ext>
                  </a:extLst>
                </p:cNvPr>
                <p:cNvSpPr>
                  <a:spLocks noChangeArrowheads="1"/>
                </p:cNvSpPr>
                <p:nvPr/>
              </p:nvSpPr>
              <p:spPr bwMode="auto">
                <a:xfrm>
                  <a:off x="2252027" y="2485073"/>
                  <a:ext cx="73152" cy="73152"/>
                </a:xfrm>
                <a:prstGeom prst="ellipse">
                  <a:avLst/>
                </a:prstGeom>
                <a:solidFill>
                  <a:schemeClr val="tx1"/>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cxnSp>
              <p:nvCxnSpPr>
                <p:cNvPr id="32827" name="Straight Connector 38">
                  <a:extLst>
                    <a:ext uri="{FF2B5EF4-FFF2-40B4-BE49-F238E27FC236}">
                      <a16:creationId xmlns:a16="http://schemas.microsoft.com/office/drawing/2014/main" id="{1BCFE828-E3A3-6F6F-1F53-C245A0EA0460}"/>
                    </a:ext>
                  </a:extLst>
                </p:cNvPr>
                <p:cNvCxnSpPr>
                  <a:cxnSpLocks noChangeShapeType="1"/>
                </p:cNvCxnSpPr>
                <p:nvPr/>
              </p:nvCxnSpPr>
              <p:spPr bwMode="auto">
                <a:xfrm rot="16200000" flipV="1">
                  <a:off x="1535144" y="3282982"/>
                  <a:ext cx="1515364" cy="539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28" name="Straight Connector 42">
                  <a:extLst>
                    <a:ext uri="{FF2B5EF4-FFF2-40B4-BE49-F238E27FC236}">
                      <a16:creationId xmlns:a16="http://schemas.microsoft.com/office/drawing/2014/main" id="{3748FC3A-AFA7-F199-B341-02B19BDFC271}"/>
                    </a:ext>
                  </a:extLst>
                </p:cNvPr>
                <p:cNvCxnSpPr>
                  <a:cxnSpLocks noChangeShapeType="1"/>
                </p:cNvCxnSpPr>
                <p:nvPr/>
              </p:nvCxnSpPr>
              <p:spPr bwMode="auto">
                <a:xfrm rot="5400000">
                  <a:off x="2657475" y="3976693"/>
                  <a:ext cx="27432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829" name="Straight Connector 45">
                  <a:extLst>
                    <a:ext uri="{FF2B5EF4-FFF2-40B4-BE49-F238E27FC236}">
                      <a16:creationId xmlns:a16="http://schemas.microsoft.com/office/drawing/2014/main" id="{1943E8D8-27EB-97D3-6E20-F50DD3B03040}"/>
                    </a:ext>
                  </a:extLst>
                </p:cNvPr>
                <p:cNvCxnSpPr>
                  <a:cxnSpLocks noChangeShapeType="1"/>
                </p:cNvCxnSpPr>
                <p:nvPr/>
              </p:nvCxnSpPr>
              <p:spPr bwMode="auto">
                <a:xfrm rot="16200000" flipH="1">
                  <a:off x="2352675" y="4562475"/>
                  <a:ext cx="8826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30" name="Straight Connector 47">
                  <a:extLst>
                    <a:ext uri="{FF2B5EF4-FFF2-40B4-BE49-F238E27FC236}">
                      <a16:creationId xmlns:a16="http://schemas.microsoft.com/office/drawing/2014/main" id="{E1892EF8-8237-3E18-002C-435393530539}"/>
                    </a:ext>
                  </a:extLst>
                </p:cNvPr>
                <p:cNvCxnSpPr>
                  <a:cxnSpLocks noChangeShapeType="1"/>
                </p:cNvCxnSpPr>
                <p:nvPr/>
              </p:nvCxnSpPr>
              <p:spPr bwMode="auto">
                <a:xfrm rot="5400000">
                  <a:off x="2506980" y="4093850"/>
                  <a:ext cx="27432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831" name="Straight Connector 48">
                  <a:extLst>
                    <a:ext uri="{FF2B5EF4-FFF2-40B4-BE49-F238E27FC236}">
                      <a16:creationId xmlns:a16="http://schemas.microsoft.com/office/drawing/2014/main" id="{44B7A601-2BAC-0CBE-01CC-DCACDEC62598}"/>
                    </a:ext>
                  </a:extLst>
                </p:cNvPr>
                <p:cNvCxnSpPr>
                  <a:cxnSpLocks noChangeShapeType="1"/>
                </p:cNvCxnSpPr>
                <p:nvPr/>
              </p:nvCxnSpPr>
              <p:spPr bwMode="auto">
                <a:xfrm rot="16200000" flipH="1">
                  <a:off x="2200275" y="4672012"/>
                  <a:ext cx="8826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2832" name="Rectangle 4">
                  <a:extLst>
                    <a:ext uri="{FF2B5EF4-FFF2-40B4-BE49-F238E27FC236}">
                      <a16:creationId xmlns:a16="http://schemas.microsoft.com/office/drawing/2014/main" id="{2AE00649-8113-0709-FE1B-66E8ED1A93A4}"/>
                    </a:ext>
                  </a:extLst>
                </p:cNvPr>
                <p:cNvSpPr>
                  <a:spLocks noChangeArrowheads="1"/>
                </p:cNvSpPr>
                <p:nvPr/>
              </p:nvSpPr>
              <p:spPr bwMode="auto">
                <a:xfrm>
                  <a:off x="3082925" y="4301762"/>
                  <a:ext cx="1188585" cy="1183595"/>
                </a:xfrm>
                <a:prstGeom prst="rect">
                  <a:avLst/>
                </a:prstGeom>
                <a:solidFill>
                  <a:schemeClr val="accent1">
                    <a:lumMod val="60000"/>
                    <a:lumOff val="40000"/>
                  </a:schemeClr>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cxnSp>
              <p:nvCxnSpPr>
                <p:cNvPr id="32833" name="Straight Connector 49">
                  <a:extLst>
                    <a:ext uri="{FF2B5EF4-FFF2-40B4-BE49-F238E27FC236}">
                      <a16:creationId xmlns:a16="http://schemas.microsoft.com/office/drawing/2014/main" id="{46422C9C-B147-11B9-2A56-15EA65EC6D4D}"/>
                    </a:ext>
                  </a:extLst>
                </p:cNvPr>
                <p:cNvCxnSpPr>
                  <a:cxnSpLocks noChangeShapeType="1"/>
                </p:cNvCxnSpPr>
                <p:nvPr/>
              </p:nvCxnSpPr>
              <p:spPr bwMode="auto">
                <a:xfrm rot="5400000">
                  <a:off x="2157094" y="4179574"/>
                  <a:ext cx="27432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834" name="Straight Connector 51">
                  <a:extLst>
                    <a:ext uri="{FF2B5EF4-FFF2-40B4-BE49-F238E27FC236}">
                      <a16:creationId xmlns:a16="http://schemas.microsoft.com/office/drawing/2014/main" id="{BDE0662A-CABB-F031-D48E-9E9692DDFCF5}"/>
                    </a:ext>
                  </a:extLst>
                </p:cNvPr>
                <p:cNvCxnSpPr>
                  <a:cxnSpLocks noChangeShapeType="1"/>
                </p:cNvCxnSpPr>
                <p:nvPr/>
              </p:nvCxnSpPr>
              <p:spPr bwMode="auto">
                <a:xfrm rot="16200000" flipH="1">
                  <a:off x="1754187" y="4846637"/>
                  <a:ext cx="1079501"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35" name="Straight Connector 53">
                  <a:extLst>
                    <a:ext uri="{FF2B5EF4-FFF2-40B4-BE49-F238E27FC236}">
                      <a16:creationId xmlns:a16="http://schemas.microsoft.com/office/drawing/2014/main" id="{96F20E52-981A-A6F7-FB34-9394655AB4B8}"/>
                    </a:ext>
                  </a:extLst>
                </p:cNvPr>
                <p:cNvCxnSpPr>
                  <a:cxnSpLocks noChangeShapeType="1"/>
                </p:cNvCxnSpPr>
                <p:nvPr/>
              </p:nvCxnSpPr>
              <p:spPr bwMode="auto">
                <a:xfrm rot="10800000">
                  <a:off x="4699001" y="3190873"/>
                  <a:ext cx="86423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36" name="Straight Connector 54">
                  <a:extLst>
                    <a:ext uri="{FF2B5EF4-FFF2-40B4-BE49-F238E27FC236}">
                      <a16:creationId xmlns:a16="http://schemas.microsoft.com/office/drawing/2014/main" id="{A170AA28-BC92-87C3-6140-986FAE590177}"/>
                    </a:ext>
                  </a:extLst>
                </p:cNvPr>
                <p:cNvCxnSpPr>
                  <a:cxnSpLocks noChangeShapeType="1"/>
                </p:cNvCxnSpPr>
                <p:nvPr/>
              </p:nvCxnSpPr>
              <p:spPr bwMode="auto">
                <a:xfrm rot="10800000" flipV="1">
                  <a:off x="4229100" y="3308348"/>
                  <a:ext cx="13360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37" name="Straight Connector 55">
                  <a:extLst>
                    <a:ext uri="{FF2B5EF4-FFF2-40B4-BE49-F238E27FC236}">
                      <a16:creationId xmlns:a16="http://schemas.microsoft.com/office/drawing/2014/main" id="{4BF822CB-53FE-99E4-A862-3A17AFDBE7F0}"/>
                    </a:ext>
                  </a:extLst>
                </p:cNvPr>
                <p:cNvCxnSpPr>
                  <a:cxnSpLocks noChangeShapeType="1"/>
                </p:cNvCxnSpPr>
                <p:nvPr/>
              </p:nvCxnSpPr>
              <p:spPr bwMode="auto">
                <a:xfrm rot="10800000">
                  <a:off x="4673600" y="3667741"/>
                  <a:ext cx="8915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38" name="Straight Connector 56">
                  <a:extLst>
                    <a:ext uri="{FF2B5EF4-FFF2-40B4-BE49-F238E27FC236}">
                      <a16:creationId xmlns:a16="http://schemas.microsoft.com/office/drawing/2014/main" id="{2877DF71-75E7-68C1-E33F-74837131AAAF}"/>
                    </a:ext>
                  </a:extLst>
                </p:cNvPr>
                <p:cNvCxnSpPr>
                  <a:cxnSpLocks noChangeShapeType="1"/>
                </p:cNvCxnSpPr>
                <p:nvPr/>
              </p:nvCxnSpPr>
              <p:spPr bwMode="auto">
                <a:xfrm rot="10800000">
                  <a:off x="5240654" y="3834765"/>
                  <a:ext cx="3200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39" name="Straight Connector 57">
                  <a:extLst>
                    <a:ext uri="{FF2B5EF4-FFF2-40B4-BE49-F238E27FC236}">
                      <a16:creationId xmlns:a16="http://schemas.microsoft.com/office/drawing/2014/main" id="{81875AA2-5D3D-3650-9173-357E319DEB3C}"/>
                    </a:ext>
                  </a:extLst>
                </p:cNvPr>
                <p:cNvCxnSpPr>
                  <a:cxnSpLocks noChangeShapeType="1"/>
                </p:cNvCxnSpPr>
                <p:nvPr/>
              </p:nvCxnSpPr>
              <p:spPr bwMode="auto">
                <a:xfrm rot="10800000">
                  <a:off x="5259706" y="3943984"/>
                  <a:ext cx="3200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40" name="Straight Connector 58">
                  <a:extLst>
                    <a:ext uri="{FF2B5EF4-FFF2-40B4-BE49-F238E27FC236}">
                      <a16:creationId xmlns:a16="http://schemas.microsoft.com/office/drawing/2014/main" id="{2DABD5A4-A405-5A85-1840-C81BAE617442}"/>
                    </a:ext>
                  </a:extLst>
                </p:cNvPr>
                <p:cNvCxnSpPr>
                  <a:cxnSpLocks noChangeShapeType="1"/>
                </p:cNvCxnSpPr>
                <p:nvPr/>
              </p:nvCxnSpPr>
              <p:spPr bwMode="auto">
                <a:xfrm rot="10800000">
                  <a:off x="5242560" y="4215447"/>
                  <a:ext cx="3200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2841" name="Rectangle 3">
                  <a:extLst>
                    <a:ext uri="{FF2B5EF4-FFF2-40B4-BE49-F238E27FC236}">
                      <a16:creationId xmlns:a16="http://schemas.microsoft.com/office/drawing/2014/main" id="{1A2EE6CB-2959-B61E-CA6E-821791FD8982}"/>
                    </a:ext>
                  </a:extLst>
                </p:cNvPr>
                <p:cNvSpPr>
                  <a:spLocks noChangeArrowheads="1"/>
                </p:cNvSpPr>
                <p:nvPr/>
              </p:nvSpPr>
              <p:spPr bwMode="auto">
                <a:xfrm>
                  <a:off x="5559425" y="3107137"/>
                  <a:ext cx="1152525" cy="1210039"/>
                </a:xfrm>
                <a:prstGeom prst="rect">
                  <a:avLst/>
                </a:prstGeom>
                <a:solidFill>
                  <a:schemeClr val="accent1">
                    <a:lumMod val="60000"/>
                    <a:lumOff val="40000"/>
                  </a:schemeClr>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842" name="Rectangle 6">
                  <a:extLst>
                    <a:ext uri="{FF2B5EF4-FFF2-40B4-BE49-F238E27FC236}">
                      <a16:creationId xmlns:a16="http://schemas.microsoft.com/office/drawing/2014/main" id="{4281E60A-69CA-2587-A9FA-1D9CAD7E6F42}"/>
                    </a:ext>
                  </a:extLst>
                </p:cNvPr>
                <p:cNvSpPr>
                  <a:spLocks noChangeArrowheads="1"/>
                </p:cNvSpPr>
                <p:nvPr/>
              </p:nvSpPr>
              <p:spPr bwMode="auto">
                <a:xfrm>
                  <a:off x="3101975" y="1473200"/>
                  <a:ext cx="1152525" cy="1183595"/>
                </a:xfrm>
                <a:prstGeom prst="rect">
                  <a:avLst/>
                </a:prstGeom>
                <a:solidFill>
                  <a:schemeClr val="accent1">
                    <a:lumMod val="60000"/>
                    <a:lumOff val="40000"/>
                  </a:schemeClr>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843" name="Rectangle 5">
                  <a:extLst>
                    <a:ext uri="{FF2B5EF4-FFF2-40B4-BE49-F238E27FC236}">
                      <a16:creationId xmlns:a16="http://schemas.microsoft.com/office/drawing/2014/main" id="{CF255DFC-4B34-D450-9D07-594DA9340FAE}"/>
                    </a:ext>
                  </a:extLst>
                </p:cNvPr>
                <p:cNvSpPr>
                  <a:spLocks noChangeArrowheads="1"/>
                </p:cNvSpPr>
                <p:nvPr/>
              </p:nvSpPr>
              <p:spPr bwMode="auto">
                <a:xfrm>
                  <a:off x="3082924" y="2821969"/>
                  <a:ext cx="1178018" cy="1183595"/>
                </a:xfrm>
                <a:prstGeom prst="rect">
                  <a:avLst/>
                </a:prstGeom>
                <a:solidFill>
                  <a:schemeClr val="accent1">
                    <a:lumMod val="60000"/>
                    <a:lumOff val="40000"/>
                  </a:schemeClr>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cxnSp>
              <p:nvCxnSpPr>
                <p:cNvPr id="32844" name="Straight Connector 63">
                  <a:extLst>
                    <a:ext uri="{FF2B5EF4-FFF2-40B4-BE49-F238E27FC236}">
                      <a16:creationId xmlns:a16="http://schemas.microsoft.com/office/drawing/2014/main" id="{0400026E-CA48-04D9-3D8A-93A25E630E3D}"/>
                    </a:ext>
                  </a:extLst>
                </p:cNvPr>
                <p:cNvCxnSpPr>
                  <a:cxnSpLocks noChangeShapeType="1"/>
                  <a:stCxn id="32842" idx="3"/>
                </p:cNvCxnSpPr>
                <p:nvPr/>
              </p:nvCxnSpPr>
              <p:spPr bwMode="auto">
                <a:xfrm>
                  <a:off x="4254500" y="2064998"/>
                  <a:ext cx="457199" cy="1322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45" name="Straight Connector 65">
                  <a:extLst>
                    <a:ext uri="{FF2B5EF4-FFF2-40B4-BE49-F238E27FC236}">
                      <a16:creationId xmlns:a16="http://schemas.microsoft.com/office/drawing/2014/main" id="{07BA09B9-F01A-B7BB-2A4D-64DFBCFCE703}"/>
                    </a:ext>
                  </a:extLst>
                </p:cNvPr>
                <p:cNvCxnSpPr>
                  <a:cxnSpLocks noChangeShapeType="1"/>
                </p:cNvCxnSpPr>
                <p:nvPr/>
              </p:nvCxnSpPr>
              <p:spPr bwMode="auto">
                <a:xfrm rot="5400000">
                  <a:off x="4155313" y="2626486"/>
                  <a:ext cx="110642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46" name="Straight Connector 68">
                  <a:extLst>
                    <a:ext uri="{FF2B5EF4-FFF2-40B4-BE49-F238E27FC236}">
                      <a16:creationId xmlns:a16="http://schemas.microsoft.com/office/drawing/2014/main" id="{39CBE6C5-08BD-23D3-7836-0F8F3E992A55}"/>
                    </a:ext>
                  </a:extLst>
                </p:cNvPr>
                <p:cNvCxnSpPr>
                  <a:cxnSpLocks noChangeShapeType="1"/>
                </p:cNvCxnSpPr>
                <p:nvPr/>
              </p:nvCxnSpPr>
              <p:spPr bwMode="auto">
                <a:xfrm>
                  <a:off x="4229099" y="4948420"/>
                  <a:ext cx="50286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47" name="Straight Connector 69">
                  <a:extLst>
                    <a:ext uri="{FF2B5EF4-FFF2-40B4-BE49-F238E27FC236}">
                      <a16:creationId xmlns:a16="http://schemas.microsoft.com/office/drawing/2014/main" id="{4E4ECCBA-FEF5-2B2A-3F37-1BDEF3932D07}"/>
                    </a:ext>
                  </a:extLst>
                </p:cNvPr>
                <p:cNvCxnSpPr>
                  <a:cxnSpLocks noChangeShapeType="1"/>
                </p:cNvCxnSpPr>
                <p:nvPr/>
              </p:nvCxnSpPr>
              <p:spPr bwMode="auto">
                <a:xfrm rot="16200000" flipH="1">
                  <a:off x="4047072" y="4310533"/>
                  <a:ext cx="1268138" cy="238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2848" name="Straight Connector 72">
                  <a:extLst>
                    <a:ext uri="{FF2B5EF4-FFF2-40B4-BE49-F238E27FC236}">
                      <a16:creationId xmlns:a16="http://schemas.microsoft.com/office/drawing/2014/main" id="{8F925F13-53C6-499E-38CF-448FB097461F}"/>
                    </a:ext>
                  </a:extLst>
                </p:cNvPr>
                <p:cNvCxnSpPr>
                  <a:cxnSpLocks noChangeShapeType="1"/>
                </p:cNvCxnSpPr>
                <p:nvPr/>
              </p:nvCxnSpPr>
              <p:spPr bwMode="auto">
                <a:xfrm rot="10800000">
                  <a:off x="6713856" y="3721734"/>
                  <a:ext cx="3200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2782" name="Straight Connector 75">
                <a:extLst>
                  <a:ext uri="{FF2B5EF4-FFF2-40B4-BE49-F238E27FC236}">
                    <a16:creationId xmlns:a16="http://schemas.microsoft.com/office/drawing/2014/main" id="{A1436D95-65F8-9A48-DCBD-E0D948ABC9C5}"/>
                  </a:ext>
                </a:extLst>
              </p:cNvPr>
              <p:cNvCxnSpPr>
                <a:cxnSpLocks noChangeShapeType="1"/>
              </p:cNvCxnSpPr>
              <p:nvPr/>
            </p:nvCxnSpPr>
            <p:spPr bwMode="auto">
              <a:xfrm rot="5400000">
                <a:off x="1970564" y="1802924"/>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83" name="Straight Connector 76">
                <a:extLst>
                  <a:ext uri="{FF2B5EF4-FFF2-40B4-BE49-F238E27FC236}">
                    <a16:creationId xmlns:a16="http://schemas.microsoft.com/office/drawing/2014/main" id="{91D18606-13A6-4BD2-2694-D330E3482C55}"/>
                  </a:ext>
                </a:extLst>
              </p:cNvPr>
              <p:cNvCxnSpPr>
                <a:cxnSpLocks noChangeShapeType="1"/>
              </p:cNvCxnSpPr>
              <p:nvPr/>
            </p:nvCxnSpPr>
            <p:spPr bwMode="auto">
              <a:xfrm rot="5400000">
                <a:off x="2865914" y="2364899"/>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84" name="Straight Connector 77">
                <a:extLst>
                  <a:ext uri="{FF2B5EF4-FFF2-40B4-BE49-F238E27FC236}">
                    <a16:creationId xmlns:a16="http://schemas.microsoft.com/office/drawing/2014/main" id="{EF77730A-06C5-3737-E054-5A0B23C9FD5D}"/>
                  </a:ext>
                </a:extLst>
              </p:cNvPr>
              <p:cNvCxnSpPr>
                <a:cxnSpLocks noChangeShapeType="1"/>
              </p:cNvCxnSpPr>
              <p:nvPr/>
            </p:nvCxnSpPr>
            <p:spPr bwMode="auto">
              <a:xfrm rot="5400000">
                <a:off x="2018189" y="3145949"/>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85" name="Straight Connector 78">
                <a:extLst>
                  <a:ext uri="{FF2B5EF4-FFF2-40B4-BE49-F238E27FC236}">
                    <a16:creationId xmlns:a16="http://schemas.microsoft.com/office/drawing/2014/main" id="{5A9042B6-21B1-354E-235A-675806D818D0}"/>
                  </a:ext>
                </a:extLst>
              </p:cNvPr>
              <p:cNvCxnSpPr>
                <a:cxnSpLocks noChangeShapeType="1"/>
              </p:cNvCxnSpPr>
              <p:nvPr/>
            </p:nvCxnSpPr>
            <p:spPr bwMode="auto">
              <a:xfrm rot="5400000">
                <a:off x="2884964" y="3793649"/>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86" name="Straight Connector 79">
                <a:extLst>
                  <a:ext uri="{FF2B5EF4-FFF2-40B4-BE49-F238E27FC236}">
                    <a16:creationId xmlns:a16="http://schemas.microsoft.com/office/drawing/2014/main" id="{BA0B8A58-6ADC-9D60-CC7B-4776EC9D99BA}"/>
                  </a:ext>
                </a:extLst>
              </p:cNvPr>
              <p:cNvCxnSpPr>
                <a:cxnSpLocks noChangeShapeType="1"/>
              </p:cNvCxnSpPr>
              <p:nvPr/>
            </p:nvCxnSpPr>
            <p:spPr bwMode="auto">
              <a:xfrm rot="5400000">
                <a:off x="1948339" y="4568349"/>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87" name="Straight Connector 80">
                <a:extLst>
                  <a:ext uri="{FF2B5EF4-FFF2-40B4-BE49-F238E27FC236}">
                    <a16:creationId xmlns:a16="http://schemas.microsoft.com/office/drawing/2014/main" id="{F0B16C8B-C29B-ACEB-7626-DF0D7049C2D6}"/>
                  </a:ext>
                </a:extLst>
              </p:cNvPr>
              <p:cNvCxnSpPr>
                <a:cxnSpLocks noChangeShapeType="1"/>
              </p:cNvCxnSpPr>
              <p:nvPr/>
            </p:nvCxnSpPr>
            <p:spPr bwMode="auto">
              <a:xfrm rot="5400000">
                <a:off x="2907189" y="5260499"/>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88" name="Straight Connector 81">
                <a:extLst>
                  <a:ext uri="{FF2B5EF4-FFF2-40B4-BE49-F238E27FC236}">
                    <a16:creationId xmlns:a16="http://schemas.microsoft.com/office/drawing/2014/main" id="{42B813FF-4C04-8F99-456F-2458121147DB}"/>
                  </a:ext>
                </a:extLst>
              </p:cNvPr>
              <p:cNvCxnSpPr>
                <a:cxnSpLocks noChangeShapeType="1"/>
              </p:cNvCxnSpPr>
              <p:nvPr/>
            </p:nvCxnSpPr>
            <p:spPr bwMode="auto">
              <a:xfrm rot="5400000">
                <a:off x="5377339" y="4085749"/>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89" name="Straight Connector 82">
                <a:extLst>
                  <a:ext uri="{FF2B5EF4-FFF2-40B4-BE49-F238E27FC236}">
                    <a16:creationId xmlns:a16="http://schemas.microsoft.com/office/drawing/2014/main" id="{8A8BEC5F-0658-2230-6FD0-8A53A6C8EC01}"/>
                  </a:ext>
                </a:extLst>
              </p:cNvPr>
              <p:cNvCxnSpPr>
                <a:cxnSpLocks noChangeShapeType="1"/>
              </p:cNvCxnSpPr>
              <p:nvPr/>
            </p:nvCxnSpPr>
            <p:spPr bwMode="auto">
              <a:xfrm rot="5400000">
                <a:off x="3579019" y="4169569"/>
                <a:ext cx="137160"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32790" name="Straight Connector 83">
                <a:extLst>
                  <a:ext uri="{FF2B5EF4-FFF2-40B4-BE49-F238E27FC236}">
                    <a16:creationId xmlns:a16="http://schemas.microsoft.com/office/drawing/2014/main" id="{9E327F26-E133-C2EC-20A5-2768000ACD4F}"/>
                  </a:ext>
                </a:extLst>
              </p:cNvPr>
              <p:cNvCxnSpPr>
                <a:cxnSpLocks noChangeShapeType="1"/>
              </p:cNvCxnSpPr>
              <p:nvPr/>
            </p:nvCxnSpPr>
            <p:spPr bwMode="auto">
              <a:xfrm rot="5400000">
                <a:off x="4630130" y="3489933"/>
                <a:ext cx="253628"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32791" name="Left Brace 84">
                <a:extLst>
                  <a:ext uri="{FF2B5EF4-FFF2-40B4-BE49-F238E27FC236}">
                    <a16:creationId xmlns:a16="http://schemas.microsoft.com/office/drawing/2014/main" id="{83ABB1BD-726C-C946-BB98-D4B7F742954C}"/>
                  </a:ext>
                </a:extLst>
              </p:cNvPr>
              <p:cNvSpPr>
                <a:spLocks/>
              </p:cNvSpPr>
              <p:nvPr/>
            </p:nvSpPr>
            <p:spPr bwMode="auto">
              <a:xfrm>
                <a:off x="1729745" y="1566863"/>
                <a:ext cx="170497" cy="349568"/>
              </a:xfrm>
              <a:prstGeom prst="leftBrace">
                <a:avLst>
                  <a:gd name="adj1" fmla="val 17541"/>
                  <a:gd name="adj2" fmla="val 48708"/>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792" name="Left Brace 85">
                <a:extLst>
                  <a:ext uri="{FF2B5EF4-FFF2-40B4-BE49-F238E27FC236}">
                    <a16:creationId xmlns:a16="http://schemas.microsoft.com/office/drawing/2014/main" id="{C9CFBEC1-E57A-D984-D37C-CBD4C3D261F1}"/>
                  </a:ext>
                </a:extLst>
              </p:cNvPr>
              <p:cNvSpPr>
                <a:spLocks/>
              </p:cNvSpPr>
              <p:nvPr/>
            </p:nvSpPr>
            <p:spPr bwMode="auto">
              <a:xfrm>
                <a:off x="1693609" y="2870200"/>
                <a:ext cx="170497" cy="381525"/>
              </a:xfrm>
              <a:prstGeom prst="leftBrace">
                <a:avLst>
                  <a:gd name="adj1" fmla="val 17550"/>
                  <a:gd name="adj2" fmla="val 48708"/>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793" name="Left Brace 86">
                <a:extLst>
                  <a:ext uri="{FF2B5EF4-FFF2-40B4-BE49-F238E27FC236}">
                    <a16:creationId xmlns:a16="http://schemas.microsoft.com/office/drawing/2014/main" id="{3EE5D9C9-04E1-0EE2-B081-1DA5A3DD4153}"/>
                  </a:ext>
                </a:extLst>
              </p:cNvPr>
              <p:cNvSpPr>
                <a:spLocks/>
              </p:cNvSpPr>
              <p:nvPr/>
            </p:nvSpPr>
            <p:spPr bwMode="auto">
              <a:xfrm>
                <a:off x="1704607" y="4343400"/>
                <a:ext cx="170497" cy="389905"/>
              </a:xfrm>
              <a:prstGeom prst="leftBrace">
                <a:avLst>
                  <a:gd name="adj1" fmla="val 17543"/>
                  <a:gd name="adj2" fmla="val 48708"/>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000"/>
              </a:p>
            </p:txBody>
          </p:sp>
          <p:sp>
            <p:nvSpPr>
              <p:cNvPr id="32794" name="TextBox 87">
                <a:extLst>
                  <a:ext uri="{FF2B5EF4-FFF2-40B4-BE49-F238E27FC236}">
                    <a16:creationId xmlns:a16="http://schemas.microsoft.com/office/drawing/2014/main" id="{D8149C3F-E267-D5D8-A251-0D3E0A2E4B7B}"/>
                  </a:ext>
                </a:extLst>
              </p:cNvPr>
              <p:cNvSpPr txBox="1">
                <a:spLocks noChangeArrowheads="1"/>
              </p:cNvSpPr>
              <p:nvPr/>
            </p:nvSpPr>
            <p:spPr bwMode="auto">
              <a:xfrm>
                <a:off x="1187450" y="1581150"/>
                <a:ext cx="460330"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{0,1}</a:t>
                </a:r>
              </a:p>
            </p:txBody>
          </p:sp>
          <p:sp>
            <p:nvSpPr>
              <p:cNvPr id="32795" name="TextBox 88">
                <a:extLst>
                  <a:ext uri="{FF2B5EF4-FFF2-40B4-BE49-F238E27FC236}">
                    <a16:creationId xmlns:a16="http://schemas.microsoft.com/office/drawing/2014/main" id="{F9B71BC1-0FEB-50E1-E471-58AC96E3DC02}"/>
                  </a:ext>
                </a:extLst>
              </p:cNvPr>
              <p:cNvSpPr txBox="1">
                <a:spLocks noChangeArrowheads="1"/>
              </p:cNvSpPr>
              <p:nvPr/>
            </p:nvSpPr>
            <p:spPr bwMode="auto">
              <a:xfrm>
                <a:off x="1168400" y="2895600"/>
                <a:ext cx="460330"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{0,1}</a:t>
                </a:r>
              </a:p>
            </p:txBody>
          </p:sp>
          <p:sp>
            <p:nvSpPr>
              <p:cNvPr id="32796" name="TextBox 89">
                <a:extLst>
                  <a:ext uri="{FF2B5EF4-FFF2-40B4-BE49-F238E27FC236}">
                    <a16:creationId xmlns:a16="http://schemas.microsoft.com/office/drawing/2014/main" id="{1BA42739-071F-EFCF-A50E-B00763FD7AE3}"/>
                  </a:ext>
                </a:extLst>
              </p:cNvPr>
              <p:cNvSpPr txBox="1">
                <a:spLocks noChangeArrowheads="1"/>
              </p:cNvSpPr>
              <p:nvPr/>
            </p:nvSpPr>
            <p:spPr bwMode="auto">
              <a:xfrm>
                <a:off x="1196975" y="4371974"/>
                <a:ext cx="460330"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{0,1}</a:t>
                </a:r>
              </a:p>
            </p:txBody>
          </p:sp>
          <p:sp>
            <p:nvSpPr>
              <p:cNvPr id="32797" name="TextBox 90">
                <a:extLst>
                  <a:ext uri="{FF2B5EF4-FFF2-40B4-BE49-F238E27FC236}">
                    <a16:creationId xmlns:a16="http://schemas.microsoft.com/office/drawing/2014/main" id="{4E73EAE0-EB0D-36C5-1E24-B82E965E79A1}"/>
                  </a:ext>
                </a:extLst>
              </p:cNvPr>
              <p:cNvSpPr txBox="1">
                <a:spLocks noChangeArrowheads="1"/>
              </p:cNvSpPr>
              <p:nvPr/>
            </p:nvSpPr>
            <p:spPr bwMode="auto">
              <a:xfrm>
                <a:off x="1558920" y="1924050"/>
                <a:ext cx="348133"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Xn</a:t>
                </a:r>
              </a:p>
            </p:txBody>
          </p:sp>
          <p:sp>
            <p:nvSpPr>
              <p:cNvPr id="32798" name="TextBox 91">
                <a:extLst>
                  <a:ext uri="{FF2B5EF4-FFF2-40B4-BE49-F238E27FC236}">
                    <a16:creationId xmlns:a16="http://schemas.microsoft.com/office/drawing/2014/main" id="{091F997B-4D9E-40E3-2A53-F9C0EB671DDA}"/>
                  </a:ext>
                </a:extLst>
              </p:cNvPr>
              <p:cNvSpPr txBox="1">
                <a:spLocks noChangeArrowheads="1"/>
              </p:cNvSpPr>
              <p:nvPr/>
            </p:nvSpPr>
            <p:spPr bwMode="auto">
              <a:xfrm>
                <a:off x="1539870" y="2095500"/>
                <a:ext cx="461934"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Xn-1</a:t>
                </a:r>
              </a:p>
            </p:txBody>
          </p:sp>
          <p:sp>
            <p:nvSpPr>
              <p:cNvPr id="32799" name="TextBox 92">
                <a:extLst>
                  <a:ext uri="{FF2B5EF4-FFF2-40B4-BE49-F238E27FC236}">
                    <a16:creationId xmlns:a16="http://schemas.microsoft.com/office/drawing/2014/main" id="{553E9CB7-011B-82DD-EC0C-8823E4238E54}"/>
                  </a:ext>
                </a:extLst>
              </p:cNvPr>
              <p:cNvSpPr txBox="1">
                <a:spLocks noChangeArrowheads="1"/>
              </p:cNvSpPr>
              <p:nvPr/>
            </p:nvSpPr>
            <p:spPr bwMode="auto">
              <a:xfrm>
                <a:off x="1520820" y="2362200"/>
                <a:ext cx="485975"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Xk+1</a:t>
                </a:r>
              </a:p>
            </p:txBody>
          </p:sp>
          <p:cxnSp>
            <p:nvCxnSpPr>
              <p:cNvPr id="32800" name="Straight Connector 75">
                <a:extLst>
                  <a:ext uri="{FF2B5EF4-FFF2-40B4-BE49-F238E27FC236}">
                    <a16:creationId xmlns:a16="http://schemas.microsoft.com/office/drawing/2014/main" id="{98976AF0-0583-233C-0A17-1ACF72C6161C}"/>
                  </a:ext>
                </a:extLst>
              </p:cNvPr>
              <p:cNvCxnSpPr>
                <a:cxnSpLocks noChangeShapeType="1"/>
              </p:cNvCxnSpPr>
              <p:nvPr/>
            </p:nvCxnSpPr>
            <p:spPr bwMode="auto">
              <a:xfrm rot="5400000">
                <a:off x="1943970" y="2389057"/>
                <a:ext cx="169085" cy="0"/>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grpSp>
        <p:sp>
          <p:nvSpPr>
            <p:cNvPr id="32773" name="TextBox 94">
              <a:extLst>
                <a:ext uri="{FF2B5EF4-FFF2-40B4-BE49-F238E27FC236}">
                  <a16:creationId xmlns:a16="http://schemas.microsoft.com/office/drawing/2014/main" id="{C7BD5E11-0C72-8093-B168-77438A43E82C}"/>
                </a:ext>
              </a:extLst>
            </p:cNvPr>
            <p:cNvSpPr txBox="1">
              <a:spLocks noChangeArrowheads="1"/>
            </p:cNvSpPr>
            <p:nvPr/>
          </p:nvSpPr>
          <p:spPr bwMode="auto">
            <a:xfrm>
              <a:off x="3200400" y="1478281"/>
              <a:ext cx="1156225" cy="1365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dirty="0"/>
                <a:t>0          MUX 0</a:t>
              </a:r>
            </a:p>
            <a:p>
              <a:pPr eaLnBrk="1" hangingPunct="1"/>
              <a:r>
                <a:rPr lang="en-US" altLang="en-US" sz="1000" dirty="0"/>
                <a:t>1          </a:t>
              </a:r>
            </a:p>
            <a:p>
              <a:pPr eaLnBrk="1" hangingPunct="1"/>
              <a:r>
                <a:rPr lang="en-US" altLang="en-US" sz="1000" dirty="0"/>
                <a:t>2</a:t>
              </a:r>
              <a:r>
                <a:rPr lang="en-US" altLang="en-US" sz="1000" baseline="30000" dirty="0"/>
                <a:t>P</a:t>
              </a:r>
              <a:r>
                <a:rPr lang="en-US" altLang="en-US" sz="1000" dirty="0"/>
                <a:t>-1</a:t>
              </a:r>
            </a:p>
            <a:p>
              <a:pPr eaLnBrk="1" hangingPunct="1"/>
              <a:endParaRPr lang="en-US" altLang="en-US" sz="1000" dirty="0"/>
            </a:p>
            <a:p>
              <a:pPr eaLnBrk="1" hangingPunct="1"/>
              <a:r>
                <a:rPr lang="en-US" altLang="en-US" sz="1000" dirty="0"/>
                <a:t>A0</a:t>
              </a:r>
              <a:endParaRPr lang="en-US" altLang="en-US" sz="1000" baseline="30000" dirty="0"/>
            </a:p>
            <a:p>
              <a:pPr eaLnBrk="1" hangingPunct="1"/>
              <a:r>
                <a:rPr lang="en-US" altLang="en-US" sz="1000" dirty="0"/>
                <a:t>A1</a:t>
              </a:r>
              <a:endParaRPr lang="en-US" altLang="en-US" sz="1000" baseline="30000" dirty="0"/>
            </a:p>
            <a:p>
              <a:pPr eaLnBrk="1" hangingPunct="1"/>
              <a:r>
                <a:rPr lang="en-US" altLang="en-US" sz="1000" dirty="0"/>
                <a:t>…</a:t>
              </a:r>
            </a:p>
            <a:p>
              <a:pPr eaLnBrk="1" hangingPunct="1"/>
              <a:r>
                <a:rPr lang="en-US" altLang="en-US" sz="1000" dirty="0"/>
                <a:t>AP-1</a:t>
              </a:r>
            </a:p>
            <a:p>
              <a:pPr eaLnBrk="1" hangingPunct="1"/>
              <a:r>
                <a:rPr lang="en-US" altLang="en-US" sz="1000" dirty="0"/>
                <a:t>              </a:t>
              </a:r>
            </a:p>
          </p:txBody>
        </p:sp>
        <p:sp>
          <p:nvSpPr>
            <p:cNvPr id="32774" name="TextBox 96">
              <a:extLst>
                <a:ext uri="{FF2B5EF4-FFF2-40B4-BE49-F238E27FC236}">
                  <a16:creationId xmlns:a16="http://schemas.microsoft.com/office/drawing/2014/main" id="{A2E94088-D6EE-099A-15F8-DA2AC49B9F86}"/>
                </a:ext>
              </a:extLst>
            </p:cNvPr>
            <p:cNvSpPr txBox="1">
              <a:spLocks noChangeArrowheads="1"/>
            </p:cNvSpPr>
            <p:nvPr/>
          </p:nvSpPr>
          <p:spPr bwMode="auto">
            <a:xfrm>
              <a:off x="3208019" y="2827021"/>
              <a:ext cx="1148605" cy="1365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0          MUX1</a:t>
              </a:r>
            </a:p>
            <a:p>
              <a:pPr eaLnBrk="1" hangingPunct="1"/>
              <a:r>
                <a:rPr lang="en-US" altLang="en-US" sz="1000"/>
                <a:t>1        </a:t>
              </a:r>
            </a:p>
            <a:p>
              <a:pPr eaLnBrk="1" hangingPunct="1"/>
              <a:r>
                <a:rPr lang="en-US" altLang="en-US" sz="1000"/>
                <a:t>…</a:t>
              </a:r>
            </a:p>
            <a:p>
              <a:pPr eaLnBrk="1" hangingPunct="1"/>
              <a:r>
                <a:rPr lang="en-US" altLang="en-US" sz="1000"/>
                <a:t>2</a:t>
              </a:r>
              <a:r>
                <a:rPr lang="en-US" altLang="en-US" sz="1000" baseline="30000"/>
                <a:t>P</a:t>
              </a:r>
              <a:r>
                <a:rPr lang="en-US" altLang="en-US" sz="1000"/>
                <a:t>-1</a:t>
              </a:r>
            </a:p>
            <a:p>
              <a:pPr eaLnBrk="1" hangingPunct="1"/>
              <a:r>
                <a:rPr lang="en-US" altLang="en-US" sz="1000"/>
                <a:t>A0</a:t>
              </a:r>
              <a:endParaRPr lang="en-US" altLang="en-US" sz="1000" baseline="30000"/>
            </a:p>
            <a:p>
              <a:pPr eaLnBrk="1" hangingPunct="1"/>
              <a:r>
                <a:rPr lang="en-US" altLang="en-US" sz="1000"/>
                <a:t>A1</a:t>
              </a:r>
              <a:endParaRPr lang="en-US" altLang="en-US" sz="1000" baseline="30000"/>
            </a:p>
            <a:p>
              <a:pPr eaLnBrk="1" hangingPunct="1"/>
              <a:r>
                <a:rPr lang="en-US" altLang="en-US" sz="1000"/>
                <a:t>…</a:t>
              </a:r>
            </a:p>
            <a:p>
              <a:pPr eaLnBrk="1" hangingPunct="1"/>
              <a:r>
                <a:rPr lang="en-US" altLang="en-US" sz="1000"/>
                <a:t>AP-1</a:t>
              </a:r>
            </a:p>
            <a:p>
              <a:pPr eaLnBrk="1" hangingPunct="1"/>
              <a:r>
                <a:rPr lang="en-US" altLang="en-US" sz="1000"/>
                <a:t>               </a:t>
              </a:r>
            </a:p>
          </p:txBody>
        </p:sp>
        <p:sp>
          <p:nvSpPr>
            <p:cNvPr id="32775" name="TextBox 97">
              <a:extLst>
                <a:ext uri="{FF2B5EF4-FFF2-40B4-BE49-F238E27FC236}">
                  <a16:creationId xmlns:a16="http://schemas.microsoft.com/office/drawing/2014/main" id="{0710BC40-C884-02F8-E156-1DA3CB0D6136}"/>
                </a:ext>
              </a:extLst>
            </p:cNvPr>
            <p:cNvSpPr txBox="1">
              <a:spLocks noChangeArrowheads="1"/>
            </p:cNvSpPr>
            <p:nvPr/>
          </p:nvSpPr>
          <p:spPr bwMode="auto">
            <a:xfrm>
              <a:off x="3134266" y="4316722"/>
              <a:ext cx="1201763" cy="1223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dirty="0"/>
                <a:t>0          MUX 2</a:t>
              </a:r>
              <a:r>
                <a:rPr lang="en-US" altLang="en-US" sz="1000" baseline="30000" dirty="0"/>
                <a:t>k</a:t>
              </a:r>
              <a:r>
                <a:rPr lang="en-US" altLang="en-US" sz="1000" dirty="0"/>
                <a:t>-1               </a:t>
              </a:r>
            </a:p>
            <a:p>
              <a:pPr eaLnBrk="1" hangingPunct="1"/>
              <a:r>
                <a:rPr lang="en-US" altLang="en-US" sz="1000" dirty="0"/>
                <a:t>1          </a:t>
              </a:r>
            </a:p>
            <a:p>
              <a:pPr eaLnBrk="1" hangingPunct="1"/>
              <a:r>
                <a:rPr lang="en-US" altLang="en-US" sz="1000" dirty="0"/>
                <a:t>…</a:t>
              </a:r>
            </a:p>
            <a:p>
              <a:pPr eaLnBrk="1" hangingPunct="1"/>
              <a:r>
                <a:rPr lang="en-US" altLang="en-US" sz="1000" dirty="0"/>
                <a:t>2</a:t>
              </a:r>
              <a:r>
                <a:rPr lang="en-US" altLang="en-US" sz="1000" baseline="30000" dirty="0"/>
                <a:t>P</a:t>
              </a:r>
              <a:r>
                <a:rPr lang="en-US" altLang="en-US" sz="1000" dirty="0"/>
                <a:t>-1</a:t>
              </a:r>
            </a:p>
            <a:p>
              <a:pPr eaLnBrk="1" hangingPunct="1"/>
              <a:r>
                <a:rPr lang="en-US" altLang="en-US" sz="1000" dirty="0"/>
                <a:t>A0</a:t>
              </a:r>
              <a:endParaRPr lang="en-US" altLang="en-US" sz="1000" baseline="30000" dirty="0"/>
            </a:p>
            <a:p>
              <a:pPr eaLnBrk="1" hangingPunct="1"/>
              <a:r>
                <a:rPr lang="en-US" altLang="en-US" sz="1000" dirty="0"/>
                <a:t>A1</a:t>
              </a:r>
              <a:endParaRPr lang="en-US" altLang="en-US" sz="1000" baseline="30000" dirty="0"/>
            </a:p>
            <a:p>
              <a:pPr eaLnBrk="1" hangingPunct="1"/>
              <a:r>
                <a:rPr lang="en-US" altLang="en-US" sz="1000" dirty="0"/>
                <a:t>…</a:t>
              </a:r>
            </a:p>
            <a:p>
              <a:pPr eaLnBrk="1" hangingPunct="1"/>
              <a:r>
                <a:rPr lang="en-US" altLang="en-US" sz="1000" dirty="0"/>
                <a:t>AP-1</a:t>
              </a:r>
            </a:p>
          </p:txBody>
        </p:sp>
        <p:sp>
          <p:nvSpPr>
            <p:cNvPr id="32776" name="TextBox 98">
              <a:extLst>
                <a:ext uri="{FF2B5EF4-FFF2-40B4-BE49-F238E27FC236}">
                  <a16:creationId xmlns:a16="http://schemas.microsoft.com/office/drawing/2014/main" id="{B503DFA5-016E-A60E-FDC2-AE409F76D1C9}"/>
                </a:ext>
              </a:extLst>
            </p:cNvPr>
            <p:cNvSpPr txBox="1">
              <a:spLocks noChangeArrowheads="1"/>
            </p:cNvSpPr>
            <p:nvPr/>
          </p:nvSpPr>
          <p:spPr bwMode="auto">
            <a:xfrm>
              <a:off x="5661660" y="3116582"/>
              <a:ext cx="962123" cy="1365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0          MUX</a:t>
              </a:r>
            </a:p>
            <a:p>
              <a:pPr eaLnBrk="1" hangingPunct="1"/>
              <a:r>
                <a:rPr lang="en-US" altLang="en-US" sz="1000"/>
                <a:t>1          </a:t>
              </a:r>
            </a:p>
            <a:p>
              <a:pPr eaLnBrk="1" hangingPunct="1"/>
              <a:r>
                <a:rPr lang="en-US" altLang="en-US" sz="1000"/>
                <a:t>…</a:t>
              </a:r>
            </a:p>
            <a:p>
              <a:pPr eaLnBrk="1" hangingPunct="1"/>
              <a:r>
                <a:rPr lang="en-US" altLang="en-US" sz="1000"/>
                <a:t>2</a:t>
              </a:r>
              <a:r>
                <a:rPr lang="en-US" altLang="en-US" sz="1000" baseline="30000"/>
                <a:t>k</a:t>
              </a:r>
              <a:r>
                <a:rPr lang="en-US" altLang="en-US" sz="1000"/>
                <a:t>-1</a:t>
              </a:r>
            </a:p>
            <a:p>
              <a:pPr eaLnBrk="1" hangingPunct="1"/>
              <a:r>
                <a:rPr lang="en-US" altLang="en-US" sz="1000"/>
                <a:t>A0</a:t>
              </a:r>
              <a:endParaRPr lang="en-US" altLang="en-US" sz="1000" baseline="30000"/>
            </a:p>
            <a:p>
              <a:pPr eaLnBrk="1" hangingPunct="1"/>
              <a:r>
                <a:rPr lang="en-US" altLang="en-US" sz="1000"/>
                <a:t>A1</a:t>
              </a:r>
              <a:endParaRPr lang="en-US" altLang="en-US" sz="1000" baseline="30000"/>
            </a:p>
            <a:p>
              <a:pPr eaLnBrk="1" hangingPunct="1"/>
              <a:r>
                <a:rPr lang="en-US" altLang="en-US" sz="1000"/>
                <a:t>…</a:t>
              </a:r>
            </a:p>
            <a:p>
              <a:pPr eaLnBrk="1" hangingPunct="1"/>
              <a:r>
                <a:rPr lang="en-US" altLang="en-US" sz="1000"/>
                <a:t>Ak-1</a:t>
              </a:r>
            </a:p>
            <a:p>
              <a:pPr eaLnBrk="1" hangingPunct="1"/>
              <a:r>
                <a:rPr lang="en-US" altLang="en-US" sz="1000"/>
                <a:t>                              </a:t>
              </a:r>
            </a:p>
          </p:txBody>
        </p:sp>
        <p:sp>
          <p:nvSpPr>
            <p:cNvPr id="32777" name="TextBox 99">
              <a:extLst>
                <a:ext uri="{FF2B5EF4-FFF2-40B4-BE49-F238E27FC236}">
                  <a16:creationId xmlns:a16="http://schemas.microsoft.com/office/drawing/2014/main" id="{CA79FC3B-4732-92D2-CC4A-2209E8C55641}"/>
                </a:ext>
              </a:extLst>
            </p:cNvPr>
            <p:cNvSpPr txBox="1">
              <a:spLocks noChangeArrowheads="1"/>
            </p:cNvSpPr>
            <p:nvPr/>
          </p:nvSpPr>
          <p:spPr bwMode="auto">
            <a:xfrm>
              <a:off x="7058025" y="3552825"/>
              <a:ext cx="909120"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f(x1,x2…xn)</a:t>
              </a:r>
            </a:p>
          </p:txBody>
        </p:sp>
        <p:sp>
          <p:nvSpPr>
            <p:cNvPr id="32778" name="TextBox 100">
              <a:extLst>
                <a:ext uri="{FF2B5EF4-FFF2-40B4-BE49-F238E27FC236}">
                  <a16:creationId xmlns:a16="http://schemas.microsoft.com/office/drawing/2014/main" id="{F2A5E476-4586-EF8D-ED52-60831E1C36A1}"/>
                </a:ext>
              </a:extLst>
            </p:cNvPr>
            <p:cNvSpPr txBox="1">
              <a:spLocks noChangeArrowheads="1"/>
            </p:cNvSpPr>
            <p:nvPr/>
          </p:nvSpPr>
          <p:spPr bwMode="auto">
            <a:xfrm>
              <a:off x="4905371" y="3729163"/>
              <a:ext cx="482491"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Xk</a:t>
              </a:r>
            </a:p>
          </p:txBody>
        </p:sp>
        <p:sp>
          <p:nvSpPr>
            <p:cNvPr id="32779" name="TextBox 100">
              <a:extLst>
                <a:ext uri="{FF2B5EF4-FFF2-40B4-BE49-F238E27FC236}">
                  <a16:creationId xmlns:a16="http://schemas.microsoft.com/office/drawing/2014/main" id="{8EC3C5EF-4BBB-4438-4585-922D0DFB97A1}"/>
                </a:ext>
              </a:extLst>
            </p:cNvPr>
            <p:cNvSpPr txBox="1">
              <a:spLocks noChangeArrowheads="1"/>
            </p:cNvSpPr>
            <p:nvPr/>
          </p:nvSpPr>
          <p:spPr bwMode="auto">
            <a:xfrm>
              <a:off x="4905371" y="3856961"/>
              <a:ext cx="482491"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Xk-1</a:t>
              </a:r>
            </a:p>
          </p:txBody>
        </p:sp>
        <p:sp>
          <p:nvSpPr>
            <p:cNvPr id="32780" name="TextBox 100">
              <a:extLst>
                <a:ext uri="{FF2B5EF4-FFF2-40B4-BE49-F238E27FC236}">
                  <a16:creationId xmlns:a16="http://schemas.microsoft.com/office/drawing/2014/main" id="{E96E3CCE-37FC-2E3F-60EB-31E60114F695}"/>
                </a:ext>
              </a:extLst>
            </p:cNvPr>
            <p:cNvSpPr txBox="1">
              <a:spLocks noChangeArrowheads="1"/>
            </p:cNvSpPr>
            <p:nvPr/>
          </p:nvSpPr>
          <p:spPr bwMode="auto">
            <a:xfrm>
              <a:off x="4947899" y="4142045"/>
              <a:ext cx="482491" cy="227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000"/>
                <a:t>X1</a:t>
              </a:r>
            </a:p>
          </p:txBody>
        </p:sp>
      </p:grpSp>
      <p:sp>
        <p:nvSpPr>
          <p:cNvPr id="32771" name="Title 106">
            <a:extLst>
              <a:ext uri="{FF2B5EF4-FFF2-40B4-BE49-F238E27FC236}">
                <a16:creationId xmlns:a16="http://schemas.microsoft.com/office/drawing/2014/main" id="{DE0AED8A-6DFA-8769-E0B1-4E8C2404D3F7}"/>
              </a:ext>
            </a:extLst>
          </p:cNvPr>
          <p:cNvSpPr>
            <a:spLocks noGrp="1" noChangeArrowheads="1"/>
          </p:cNvSpPr>
          <p:nvPr>
            <p:ph type="title"/>
          </p:nvPr>
        </p:nvSpPr>
        <p:spPr>
          <a:xfrm>
            <a:off x="-1" y="183402"/>
            <a:ext cx="11612880" cy="704088"/>
          </a:xfrm>
        </p:spPr>
        <p:txBody>
          <a:bodyPr wrap="none">
            <a:spAutoFit/>
          </a:bodyPr>
          <a:lstStyle/>
          <a:p>
            <a:r>
              <a:rPr lang="en-US" altLang="en-US"/>
              <a:t>Pyramidal Structure of Multiplexers (2)</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8">
            <a:extLst>
              <a:ext uri="{FF2B5EF4-FFF2-40B4-BE49-F238E27FC236}">
                <a16:creationId xmlns:a16="http://schemas.microsoft.com/office/drawing/2014/main" id="{9D140450-578C-E7E8-0CAB-50B41CCCBDA6}"/>
              </a:ext>
            </a:extLst>
          </p:cNvPr>
          <p:cNvSpPr>
            <a:spLocks noGrp="1" noChangeArrowheads="1"/>
          </p:cNvSpPr>
          <p:nvPr>
            <p:ph type="title"/>
          </p:nvPr>
        </p:nvSpPr>
        <p:spPr>
          <a:xfrm>
            <a:off x="-1" y="183402"/>
            <a:ext cx="11612880" cy="704088"/>
          </a:xfrm>
        </p:spPr>
        <p:txBody>
          <a:bodyPr>
            <a:normAutofit/>
          </a:bodyPr>
          <a:lstStyle/>
          <a:p>
            <a:r>
              <a:rPr lang="en-US" altLang="en-US" dirty="0"/>
              <a:t>Example (1)</a:t>
            </a:r>
          </a:p>
        </p:txBody>
      </p:sp>
      <p:sp>
        <p:nvSpPr>
          <p:cNvPr id="33795" name="Content Placeholder 20">
            <a:extLst>
              <a:ext uri="{FF2B5EF4-FFF2-40B4-BE49-F238E27FC236}">
                <a16:creationId xmlns:a16="http://schemas.microsoft.com/office/drawing/2014/main" id="{4C9A3C42-9929-0215-D11F-64DD1EF2B082}"/>
              </a:ext>
            </a:extLst>
          </p:cNvPr>
          <p:cNvSpPr>
            <a:spLocks noGrp="1" noChangeArrowheads="1"/>
          </p:cNvSpPr>
          <p:nvPr>
            <p:ph type="body" sz="quarter" idx="10"/>
          </p:nvPr>
        </p:nvSpPr>
        <p:spPr>
          <a:xfrm>
            <a:off x="457200" y="1188720"/>
            <a:ext cx="11277922" cy="5185186"/>
          </a:xfrm>
        </p:spPr>
        <p:txBody>
          <a:bodyPr/>
          <a:lstStyle/>
          <a:p>
            <a:r>
              <a:rPr lang="en-US" altLang="en-US" dirty="0"/>
              <a:t>Implementation of given function using two-level scheme of multiplexers</a:t>
            </a:r>
            <a:r>
              <a:rPr lang="ru-RU" altLang="en-US" dirty="0"/>
              <a:t> 4:1</a:t>
            </a:r>
          </a:p>
          <a:p>
            <a:endParaRPr lang="en-US" altLang="en-US" dirty="0"/>
          </a:p>
        </p:txBody>
      </p:sp>
      <p:grpSp>
        <p:nvGrpSpPr>
          <p:cNvPr id="33796" name="Group 192">
            <a:extLst>
              <a:ext uri="{FF2B5EF4-FFF2-40B4-BE49-F238E27FC236}">
                <a16:creationId xmlns:a16="http://schemas.microsoft.com/office/drawing/2014/main" id="{E26AB028-D0C0-FB8C-671B-1089A4F4D85A}"/>
              </a:ext>
            </a:extLst>
          </p:cNvPr>
          <p:cNvGrpSpPr>
            <a:grpSpLocks/>
          </p:cNvGrpSpPr>
          <p:nvPr/>
        </p:nvGrpSpPr>
        <p:grpSpPr bwMode="auto">
          <a:xfrm>
            <a:off x="6656389" y="3036889"/>
            <a:ext cx="1698625" cy="1679575"/>
            <a:chOff x="2562" y="935"/>
            <a:chExt cx="1070" cy="1058"/>
          </a:xfrm>
        </p:grpSpPr>
        <p:sp>
          <p:nvSpPr>
            <p:cNvPr id="33854" name="Text Box 9">
              <a:extLst>
                <a:ext uri="{FF2B5EF4-FFF2-40B4-BE49-F238E27FC236}">
                  <a16:creationId xmlns:a16="http://schemas.microsoft.com/office/drawing/2014/main" id="{81637DC6-5A80-8B68-370C-D0794E00F0DC}"/>
                </a:ext>
              </a:extLst>
            </p:cNvPr>
            <p:cNvSpPr txBox="1">
              <a:spLocks noChangeArrowheads="1"/>
            </p:cNvSpPr>
            <p:nvPr/>
          </p:nvSpPr>
          <p:spPr bwMode="auto">
            <a:xfrm>
              <a:off x="2744" y="935"/>
              <a:ext cx="717" cy="1058"/>
            </a:xfrm>
            <a:prstGeom prst="rect">
              <a:avLst/>
            </a:prstGeom>
            <a:solidFill>
              <a:schemeClr val="accent1">
                <a:lumMod val="60000"/>
                <a:lumOff val="40000"/>
              </a:schemeClr>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dirty="0"/>
                <a:t>i0    MUX</a:t>
              </a:r>
            </a:p>
            <a:p>
              <a:pPr eaLnBrk="1" hangingPunct="1"/>
              <a:r>
                <a:rPr lang="ru-RU" altLang="en-US" sz="1400" b="0" dirty="0"/>
                <a:t>i1</a:t>
              </a:r>
            </a:p>
            <a:p>
              <a:pPr eaLnBrk="1" hangingPunct="1"/>
              <a:r>
                <a:rPr lang="ru-RU" altLang="en-US" sz="1400" b="0" dirty="0"/>
                <a:t>i2            y</a:t>
              </a:r>
            </a:p>
            <a:p>
              <a:pPr eaLnBrk="1" hangingPunct="1"/>
              <a:r>
                <a:rPr lang="ru-RU" altLang="en-US" sz="1400" b="0" dirty="0"/>
                <a:t>i3</a:t>
              </a:r>
            </a:p>
            <a:p>
              <a:pPr eaLnBrk="1" hangingPunct="1"/>
              <a:endParaRPr lang="en-US" altLang="en-US" sz="1400" b="0" dirty="0"/>
            </a:p>
            <a:p>
              <a:pPr eaLnBrk="1" hangingPunct="1"/>
              <a:r>
                <a:rPr lang="en-US" altLang="en-US" sz="1400" b="0" dirty="0"/>
                <a:t>a0</a:t>
              </a:r>
            </a:p>
            <a:p>
              <a:pPr eaLnBrk="1" hangingPunct="1"/>
              <a:r>
                <a:rPr lang="ru-RU" altLang="en-US" sz="1400" b="0" dirty="0"/>
                <a:t>a1</a:t>
              </a:r>
            </a:p>
          </p:txBody>
        </p:sp>
        <p:sp>
          <p:nvSpPr>
            <p:cNvPr id="33855" name="Line 12">
              <a:extLst>
                <a:ext uri="{FF2B5EF4-FFF2-40B4-BE49-F238E27FC236}">
                  <a16:creationId xmlns:a16="http://schemas.microsoft.com/office/drawing/2014/main" id="{176BC8B9-82C6-6BE5-8033-4CC2458B40A5}"/>
                </a:ext>
              </a:extLst>
            </p:cNvPr>
            <p:cNvSpPr>
              <a:spLocks noChangeShapeType="1"/>
            </p:cNvSpPr>
            <p:nvPr/>
          </p:nvSpPr>
          <p:spPr bwMode="auto">
            <a:xfrm>
              <a:off x="2570" y="1031"/>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6" name="Line 13">
              <a:extLst>
                <a:ext uri="{FF2B5EF4-FFF2-40B4-BE49-F238E27FC236}">
                  <a16:creationId xmlns:a16="http://schemas.microsoft.com/office/drawing/2014/main" id="{7DF5E4F6-D88E-EF5C-EF05-6CBBFD74FC67}"/>
                </a:ext>
              </a:extLst>
            </p:cNvPr>
            <p:cNvSpPr>
              <a:spLocks noChangeShapeType="1"/>
            </p:cNvSpPr>
            <p:nvPr/>
          </p:nvSpPr>
          <p:spPr bwMode="auto">
            <a:xfrm>
              <a:off x="2570" y="1175"/>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7" name="Line 14">
              <a:extLst>
                <a:ext uri="{FF2B5EF4-FFF2-40B4-BE49-F238E27FC236}">
                  <a16:creationId xmlns:a16="http://schemas.microsoft.com/office/drawing/2014/main" id="{70E4A5BD-4152-05D8-5B46-3DDFFE57FF69}"/>
                </a:ext>
              </a:extLst>
            </p:cNvPr>
            <p:cNvSpPr>
              <a:spLocks noChangeShapeType="1"/>
            </p:cNvSpPr>
            <p:nvPr/>
          </p:nvSpPr>
          <p:spPr bwMode="auto">
            <a:xfrm>
              <a:off x="2562" y="1312"/>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8" name="Line 15">
              <a:extLst>
                <a:ext uri="{FF2B5EF4-FFF2-40B4-BE49-F238E27FC236}">
                  <a16:creationId xmlns:a16="http://schemas.microsoft.com/office/drawing/2014/main" id="{A68789FA-D690-9AE0-1893-2F217AE49D02}"/>
                </a:ext>
              </a:extLst>
            </p:cNvPr>
            <p:cNvSpPr>
              <a:spLocks noChangeShapeType="1"/>
            </p:cNvSpPr>
            <p:nvPr/>
          </p:nvSpPr>
          <p:spPr bwMode="auto">
            <a:xfrm>
              <a:off x="2562" y="1448"/>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59" name="Line 16">
              <a:extLst>
                <a:ext uri="{FF2B5EF4-FFF2-40B4-BE49-F238E27FC236}">
                  <a16:creationId xmlns:a16="http://schemas.microsoft.com/office/drawing/2014/main" id="{B6D23CBD-B061-9083-59FF-C359BF37EA72}"/>
                </a:ext>
              </a:extLst>
            </p:cNvPr>
            <p:cNvSpPr>
              <a:spLocks noChangeShapeType="1"/>
            </p:cNvSpPr>
            <p:nvPr/>
          </p:nvSpPr>
          <p:spPr bwMode="auto">
            <a:xfrm>
              <a:off x="2570" y="171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0" name="Line 17">
              <a:extLst>
                <a:ext uri="{FF2B5EF4-FFF2-40B4-BE49-F238E27FC236}">
                  <a16:creationId xmlns:a16="http://schemas.microsoft.com/office/drawing/2014/main" id="{85E2F920-6F0A-F60B-69C6-A19BB2BE6386}"/>
                </a:ext>
              </a:extLst>
            </p:cNvPr>
            <p:cNvSpPr>
              <a:spLocks noChangeShapeType="1"/>
            </p:cNvSpPr>
            <p:nvPr/>
          </p:nvSpPr>
          <p:spPr bwMode="auto">
            <a:xfrm>
              <a:off x="2578" y="1849"/>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61" name="Line 18">
              <a:extLst>
                <a:ext uri="{FF2B5EF4-FFF2-40B4-BE49-F238E27FC236}">
                  <a16:creationId xmlns:a16="http://schemas.microsoft.com/office/drawing/2014/main" id="{557F0890-4CAE-1B86-3997-F871D3E3A644}"/>
                </a:ext>
              </a:extLst>
            </p:cNvPr>
            <p:cNvSpPr>
              <a:spLocks noChangeShapeType="1"/>
            </p:cNvSpPr>
            <p:nvPr/>
          </p:nvSpPr>
          <p:spPr bwMode="auto">
            <a:xfrm>
              <a:off x="3462" y="1392"/>
              <a:ext cx="17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3797" name="Text Box 194">
            <a:extLst>
              <a:ext uri="{FF2B5EF4-FFF2-40B4-BE49-F238E27FC236}">
                <a16:creationId xmlns:a16="http://schemas.microsoft.com/office/drawing/2014/main" id="{8646CF82-2C4D-6B77-28C6-142CE6DD2059}"/>
              </a:ext>
            </a:extLst>
          </p:cNvPr>
          <p:cNvSpPr txBox="1">
            <a:spLocks noChangeArrowheads="1"/>
          </p:cNvSpPr>
          <p:nvPr/>
        </p:nvSpPr>
        <p:spPr bwMode="auto">
          <a:xfrm>
            <a:off x="8399464" y="3573464"/>
            <a:ext cx="719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graphicFrame>
        <p:nvGraphicFramePr>
          <p:cNvPr id="17" name="Table 16">
            <a:extLst>
              <a:ext uri="{FF2B5EF4-FFF2-40B4-BE49-F238E27FC236}">
                <a16:creationId xmlns:a16="http://schemas.microsoft.com/office/drawing/2014/main" id="{B1A94721-8AC2-4CB6-9488-E40E647E5A2A}"/>
              </a:ext>
            </a:extLst>
          </p:cNvPr>
          <p:cNvGraphicFramePr>
            <a:graphicFrameLocks noGrp="1"/>
          </p:cNvGraphicFramePr>
          <p:nvPr>
            <p:extLst>
              <p:ext uri="{D42A27DB-BD31-4B8C-83A1-F6EECF244321}">
                <p14:modId xmlns:p14="http://schemas.microsoft.com/office/powerpoint/2010/main" val="2667223163"/>
              </p:ext>
            </p:extLst>
          </p:nvPr>
        </p:nvGraphicFramePr>
        <p:xfrm>
          <a:off x="2341564" y="1709744"/>
          <a:ext cx="2997200" cy="4664069"/>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bg1"/>
                          </a:solidFill>
                          <a:effectLst/>
                          <a:latin typeface="Arial" pitchFamily="34" charset="0"/>
                          <a:cs typeface="Times New Roman" pitchFamily="18" charset="0"/>
                        </a:rPr>
                        <a:t>x</a:t>
                      </a:r>
                      <a:r>
                        <a:rPr kumimoji="0" lang="en-US" sz="1200" b="0" i="0" u="none" strike="noStrike" cap="none" normalizeH="0" baseline="-30000" dirty="0">
                          <a:ln>
                            <a:noFill/>
                          </a:ln>
                          <a:solidFill>
                            <a:schemeClr val="bg1"/>
                          </a:solidFill>
                          <a:effectLst/>
                          <a:latin typeface="Arial" pitchFamily="34" charset="0"/>
                          <a:cs typeface="Times New Roman" pitchFamily="18" charset="0"/>
                        </a:rPr>
                        <a:t>1</a:t>
                      </a:r>
                      <a:r>
                        <a:rPr kumimoji="0" lang="en-US" sz="1200" b="0" i="0" u="none" strike="noStrike" cap="none" normalizeH="0" baseline="0" dirty="0">
                          <a:ln>
                            <a:noFill/>
                          </a:ln>
                          <a:solidFill>
                            <a:schemeClr val="bg1"/>
                          </a:solidFill>
                          <a:effectLst/>
                          <a:latin typeface="Arial" pitchFamily="34" charset="0"/>
                          <a:cs typeface="Times New Roman" pitchFamily="18" charset="0"/>
                        </a:rPr>
                        <a:t> x</a:t>
                      </a:r>
                      <a:r>
                        <a:rPr kumimoji="0" lang="en-US" sz="1200" b="0" i="0" u="none" strike="noStrike" cap="none" normalizeH="0" baseline="-30000" dirty="0">
                          <a:ln>
                            <a:noFill/>
                          </a:ln>
                          <a:solidFill>
                            <a:schemeClr val="bg1"/>
                          </a:solidFill>
                          <a:effectLst/>
                          <a:latin typeface="Arial" pitchFamily="34" charset="0"/>
                          <a:cs typeface="Times New Roman" pitchFamily="18" charset="0"/>
                        </a:rPr>
                        <a:t>2</a:t>
                      </a:r>
                      <a:r>
                        <a:rPr kumimoji="0" lang="en-US" sz="1200" b="0" i="0" u="none" strike="noStrike" cap="none" normalizeH="0" baseline="0" dirty="0">
                          <a:ln>
                            <a:noFill/>
                          </a:ln>
                          <a:solidFill>
                            <a:schemeClr val="bg1"/>
                          </a:solidFill>
                          <a:effectLst/>
                          <a:latin typeface="Arial" pitchFamily="34" charset="0"/>
                          <a:cs typeface="Times New Roman" pitchFamily="18" charset="0"/>
                        </a:rPr>
                        <a:t> x</a:t>
                      </a:r>
                      <a:r>
                        <a:rPr kumimoji="0" lang="en-US" sz="1200" b="0" i="0" u="none" strike="noStrike" cap="none" normalizeH="0" baseline="-30000" dirty="0">
                          <a:ln>
                            <a:noFill/>
                          </a:ln>
                          <a:solidFill>
                            <a:schemeClr val="bg1"/>
                          </a:solidFill>
                          <a:effectLst/>
                          <a:latin typeface="Arial" pitchFamily="34" charset="0"/>
                          <a:cs typeface="Times New Roman" pitchFamily="18" charset="0"/>
                        </a:rPr>
                        <a:t>3</a:t>
                      </a:r>
                      <a:r>
                        <a:rPr kumimoji="0" lang="en-US" sz="1200" b="0" i="0" u="none" strike="noStrike" cap="none" normalizeH="0" baseline="0" dirty="0">
                          <a:ln>
                            <a:noFill/>
                          </a:ln>
                          <a:solidFill>
                            <a:schemeClr val="bg1"/>
                          </a:solidFill>
                          <a:effectLst/>
                          <a:latin typeface="Arial" pitchFamily="34" charset="0"/>
                          <a:cs typeface="Times New Roman" pitchFamily="18" charset="0"/>
                        </a:rPr>
                        <a:t> x</a:t>
                      </a:r>
                      <a:r>
                        <a:rPr kumimoji="0" lang="en-US" sz="1200" b="0" i="0" u="none" strike="noStrike" cap="none" normalizeH="0" baseline="-30000" dirty="0">
                          <a:ln>
                            <a:noFill/>
                          </a:ln>
                          <a:solidFill>
                            <a:schemeClr val="bg1"/>
                          </a:solidFill>
                          <a:effectLst/>
                          <a:latin typeface="Arial" pitchFamily="34" charset="0"/>
                          <a:cs typeface="Times New Roman" pitchFamily="18" charset="0"/>
                        </a:rPr>
                        <a:t>4</a:t>
                      </a:r>
                      <a:endParaRPr kumimoji="0" lang="en-US" sz="1200" b="0" i="0" u="none" strike="noStrike" cap="none" normalizeH="0" baseline="0" dirty="0">
                        <a:ln>
                          <a:noFill/>
                        </a:ln>
                        <a:solidFill>
                          <a:schemeClr val="bg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bg1"/>
                          </a:solidFill>
                          <a:effectLst/>
                          <a:latin typeface="Arial" pitchFamily="34" charset="0"/>
                          <a:cs typeface="Times New Roman" pitchFamily="18" charset="0"/>
                        </a:rPr>
                        <a:t>y</a:t>
                      </a:r>
                      <a:endParaRPr kumimoji="0" lang="en-US" sz="1200" b="0" i="0" u="none" strike="noStrike" cap="none" normalizeH="0" baseline="0" dirty="0">
                        <a:ln>
                          <a:noFill/>
                        </a:ln>
                        <a:solidFill>
                          <a:schemeClr val="bg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0"/>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0  0  0  0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1"/>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0  0  0  1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2"/>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0  0  1  0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3"/>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0  0  1  1</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4"/>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0  1  0  0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5"/>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0  1  0  1</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6"/>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0  1  1  0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7"/>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0  1  1  1</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8"/>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1  0  0  0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09"/>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1  0  0  1</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10"/>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1  0  1  0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11"/>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1  0  1  1  </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12"/>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1  1  0  0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13"/>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1  1  0  1</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14"/>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1  1  1  0</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1</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15"/>
                  </a:ext>
                </a:extLst>
              </a:tr>
              <a:tr h="2743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Arial" pitchFamily="34" charset="0"/>
                          <a:cs typeface="Times New Roman" pitchFamily="18" charset="0"/>
                        </a:rPr>
                        <a:t>1  1  1  1 </a:t>
                      </a:r>
                      <a:endParaRPr kumimoji="0" lang="en-US" sz="1200" b="0" i="0" u="none" strike="noStrike" cap="none" normalizeH="0" baseline="0">
                        <a:ln>
                          <a:noFill/>
                        </a:ln>
                        <a:solidFill>
                          <a:schemeClr val="tx1"/>
                        </a:solidFill>
                        <a:effectLst/>
                        <a:latin typeface="Arial" pitchFamily="34" charset="0"/>
                        <a:cs typeface="Arial" pitchFamily="34" charset="0"/>
                      </a:endParaRPr>
                    </a:p>
                  </a:txBody>
                  <a:tcPr marT="45726" marB="45726"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pitchFamily="34" charset="0"/>
                          <a:cs typeface="Times New Roman" pitchFamily="18" charset="0"/>
                        </a:rPr>
                        <a:t>0</a:t>
                      </a:r>
                      <a:endParaRPr kumimoji="0" lang="en-US" sz="1200" b="0" i="0" u="none" strike="noStrike" cap="none" normalizeH="0" baseline="0" dirty="0">
                        <a:ln>
                          <a:noFill/>
                        </a:ln>
                        <a:solidFill>
                          <a:schemeClr val="tx1"/>
                        </a:solidFill>
                        <a:effectLst/>
                        <a:latin typeface="Arial" pitchFamily="34" charset="0"/>
                        <a:cs typeface="Arial" pitchFamily="34" charset="0"/>
                      </a:endParaRPr>
                    </a:p>
                  </a:txBody>
                  <a:tcPr marT="45726" marB="45726" horzOverflow="overflow"/>
                </a:tc>
                <a:extLst>
                  <a:ext uri="{0D108BD9-81ED-4DB2-BD59-A6C34878D82A}">
                    <a16:rowId xmlns:a16="http://schemas.microsoft.com/office/drawing/2014/main" val="10016"/>
                  </a:ext>
                </a:extLst>
              </a:tr>
            </a:tbl>
          </a:graphicData>
        </a:graphic>
      </p:graphicFrame>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56">
            <a:extLst>
              <a:ext uri="{FF2B5EF4-FFF2-40B4-BE49-F238E27FC236}">
                <a16:creationId xmlns:a16="http://schemas.microsoft.com/office/drawing/2014/main" id="{05C7822A-2E08-44EB-A4E8-46C6FE8A9C92}"/>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3640295" y="1417639"/>
            <a:ext cx="4332287" cy="5003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32B07AD-FE90-AB7F-7B42-9211091E1004}"/>
              </a:ext>
            </a:extLst>
          </p:cNvPr>
          <p:cNvSpPr>
            <a:spLocks noGrp="1"/>
          </p:cNvSpPr>
          <p:nvPr>
            <p:ph type="title"/>
          </p:nvPr>
        </p:nvSpPr>
        <p:spPr/>
        <p:txBody>
          <a:bodyPr>
            <a:normAutofit/>
          </a:bodyPr>
          <a:lstStyle/>
          <a:p>
            <a:r>
              <a:rPr lang="en-US" dirty="0"/>
              <a:t>Example (2)</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4">
            <a:extLst>
              <a:ext uri="{FF2B5EF4-FFF2-40B4-BE49-F238E27FC236}">
                <a16:creationId xmlns:a16="http://schemas.microsoft.com/office/drawing/2014/main" id="{F2266665-ACE6-2A75-A939-E3F79478C8BE}"/>
              </a:ext>
            </a:extLst>
          </p:cNvPr>
          <p:cNvSpPr>
            <a:spLocks noGrp="1" noChangeArrowheads="1"/>
          </p:cNvSpPr>
          <p:nvPr>
            <p:ph type="title"/>
          </p:nvPr>
        </p:nvSpPr>
        <p:spPr>
          <a:xfrm>
            <a:off x="-1" y="183402"/>
            <a:ext cx="11612880" cy="704088"/>
          </a:xfrm>
        </p:spPr>
        <p:txBody>
          <a:bodyPr>
            <a:normAutofit/>
          </a:bodyPr>
          <a:lstStyle/>
          <a:p>
            <a:r>
              <a:rPr lang="en-US" altLang="en-US" dirty="0"/>
              <a:t>Shannon Cofactors</a:t>
            </a:r>
            <a:endParaRPr lang="ru-RU" altLang="en-US" dirty="0"/>
          </a:p>
        </p:txBody>
      </p:sp>
      <p:sp>
        <p:nvSpPr>
          <p:cNvPr id="37891" name="Content Placeholder 5">
            <a:extLst>
              <a:ext uri="{FF2B5EF4-FFF2-40B4-BE49-F238E27FC236}">
                <a16:creationId xmlns:a16="http://schemas.microsoft.com/office/drawing/2014/main" id="{48F0B2DE-BB5E-4FC6-86FD-A0DCED8A5FE5}"/>
              </a:ext>
            </a:extLst>
          </p:cNvPr>
          <p:cNvSpPr>
            <a:spLocks noGrp="1" noChangeArrowheads="1"/>
          </p:cNvSpPr>
          <p:nvPr>
            <p:ph type="body" sz="quarter" idx="10"/>
          </p:nvPr>
        </p:nvSpPr>
        <p:spPr>
          <a:xfrm>
            <a:off x="457200" y="1188720"/>
            <a:ext cx="11277922" cy="5185186"/>
          </a:xfrm>
        </p:spPr>
        <p:txBody>
          <a:bodyPr/>
          <a:lstStyle/>
          <a:p>
            <a:pPr lvl="1"/>
            <a:r>
              <a:rPr lang="en-US" altLang="en-US" dirty="0"/>
              <a:t>f</a:t>
            </a:r>
            <a:r>
              <a:rPr lang="ru-RU" altLang="en-US" dirty="0"/>
              <a:t>(</a:t>
            </a:r>
            <a:r>
              <a:rPr lang="en-US" altLang="en-US" dirty="0"/>
              <a:t>x</a:t>
            </a:r>
            <a:r>
              <a:rPr lang="ru-RU" altLang="en-US" dirty="0"/>
              <a:t>1,</a:t>
            </a:r>
            <a:r>
              <a:rPr lang="en-US" altLang="en-US" dirty="0"/>
              <a:t>x</a:t>
            </a:r>
            <a:r>
              <a:rPr lang="ru-RU" altLang="en-US" dirty="0"/>
              <a:t>2, . . . </a:t>
            </a:r>
            <a:r>
              <a:rPr lang="en-US" altLang="en-US" dirty="0" err="1"/>
              <a:t>xn</a:t>
            </a:r>
            <a:r>
              <a:rPr lang="ru-RU" altLang="en-US" dirty="0"/>
              <a:t>) = ~</a:t>
            </a:r>
            <a:r>
              <a:rPr lang="en-US" altLang="en-US" dirty="0" err="1"/>
              <a:t>xif</a:t>
            </a:r>
            <a:r>
              <a:rPr lang="ru-RU" altLang="en-US" dirty="0"/>
              <a:t>~</a:t>
            </a:r>
            <a:r>
              <a:rPr lang="en-US" altLang="en-US" dirty="0"/>
              <a:t>xi</a:t>
            </a:r>
            <a:r>
              <a:rPr lang="ru-RU" altLang="en-US" dirty="0"/>
              <a:t>(</a:t>
            </a:r>
            <a:r>
              <a:rPr lang="en-US" altLang="en-US" dirty="0"/>
              <a:t>x</a:t>
            </a:r>
            <a:r>
              <a:rPr lang="ru-RU" altLang="en-US" dirty="0"/>
              <a:t>1,</a:t>
            </a:r>
            <a:r>
              <a:rPr lang="en-US" altLang="en-US" dirty="0"/>
              <a:t>x</a:t>
            </a:r>
            <a:r>
              <a:rPr lang="ru-RU" altLang="en-US" dirty="0"/>
              <a:t>2 . . .</a:t>
            </a:r>
            <a:r>
              <a:rPr lang="en-US" altLang="en-US" dirty="0"/>
              <a:t>xi</a:t>
            </a:r>
            <a:r>
              <a:rPr lang="ru-RU" altLang="en-US" dirty="0"/>
              <a:t>-1, </a:t>
            </a:r>
            <a:r>
              <a:rPr lang="en-US" altLang="en-US" dirty="0"/>
              <a:t>xi</a:t>
            </a:r>
            <a:r>
              <a:rPr lang="ru-RU" altLang="en-US" dirty="0"/>
              <a:t>+1 . . .</a:t>
            </a:r>
            <a:r>
              <a:rPr lang="en-US" altLang="en-US" dirty="0" err="1"/>
              <a:t>xn</a:t>
            </a:r>
            <a:r>
              <a:rPr lang="ru-RU" altLang="en-US" dirty="0"/>
              <a:t>) </a:t>
            </a:r>
            <a:r>
              <a:rPr lang="ru-RU" altLang="en-US" dirty="0">
                <a:sym typeface="Symbol" panose="05050102010706020507" pitchFamily="18" charset="2"/>
              </a:rPr>
              <a:t>+</a:t>
            </a:r>
            <a:r>
              <a:rPr lang="ru-RU" altLang="en-US" dirty="0"/>
              <a:t> </a:t>
            </a:r>
            <a:r>
              <a:rPr lang="en-US" altLang="en-US" dirty="0"/>
              <a:t>xi</a:t>
            </a:r>
            <a:r>
              <a:rPr lang="ru-RU" altLang="en-US" dirty="0"/>
              <a:t> </a:t>
            </a:r>
            <a:r>
              <a:rPr lang="en-US" altLang="en-US" dirty="0" err="1"/>
              <a:t>fxi</a:t>
            </a:r>
            <a:r>
              <a:rPr lang="ru-RU" altLang="en-US" dirty="0"/>
              <a:t> (</a:t>
            </a:r>
            <a:r>
              <a:rPr lang="en-US" altLang="en-US" dirty="0"/>
              <a:t>x</a:t>
            </a:r>
            <a:r>
              <a:rPr lang="ru-RU" altLang="en-US" dirty="0"/>
              <a:t>1,</a:t>
            </a:r>
            <a:r>
              <a:rPr lang="en-US" altLang="en-US" dirty="0"/>
              <a:t>x</a:t>
            </a:r>
            <a:r>
              <a:rPr lang="ru-RU" altLang="en-US" dirty="0"/>
              <a:t>2 . .</a:t>
            </a:r>
            <a:r>
              <a:rPr lang="en-US" altLang="en-US" dirty="0"/>
              <a:t> </a:t>
            </a:r>
            <a:r>
              <a:rPr lang="ru-RU" altLang="en-US" dirty="0"/>
              <a:t>.</a:t>
            </a:r>
            <a:r>
              <a:rPr lang="en-US" altLang="en-US" dirty="0"/>
              <a:t>xi</a:t>
            </a:r>
            <a:r>
              <a:rPr lang="ru-RU" altLang="en-US" dirty="0"/>
              <a:t>-1,</a:t>
            </a:r>
            <a:r>
              <a:rPr lang="en-US" altLang="en-US" dirty="0"/>
              <a:t> xi</a:t>
            </a:r>
            <a:r>
              <a:rPr lang="ru-RU" altLang="en-US" dirty="0"/>
              <a:t>+1 </a:t>
            </a:r>
            <a:r>
              <a:rPr lang="en-US" altLang="en-US" dirty="0"/>
              <a:t>…</a:t>
            </a:r>
            <a:r>
              <a:rPr lang="en-US" altLang="en-US" dirty="0" err="1"/>
              <a:t>xn</a:t>
            </a:r>
            <a:r>
              <a:rPr lang="ru-RU" altLang="en-US" dirty="0"/>
              <a:t>)</a:t>
            </a:r>
            <a:endParaRPr lang="en-US" altLang="en-US" dirty="0"/>
          </a:p>
          <a:p>
            <a:pPr lvl="1"/>
            <a:r>
              <a:rPr lang="en-US" altLang="en-US" dirty="0" err="1"/>
              <a:t>f~xi,fxi</a:t>
            </a:r>
            <a:r>
              <a:rPr lang="en-US" altLang="en-US" dirty="0"/>
              <a:t>  - cofactors of f by  literals ~xi and xi.</a:t>
            </a:r>
          </a:p>
          <a:p>
            <a:pPr lvl="1"/>
            <a:r>
              <a:rPr lang="en-US" altLang="en-US" dirty="0"/>
              <a:t>Cofactor (</a:t>
            </a:r>
            <a:r>
              <a:rPr lang="en-US" altLang="en-US" dirty="0" err="1"/>
              <a:t>fx</a:t>
            </a:r>
            <a:r>
              <a:rPr lang="en-US" altLang="en-US" dirty="0"/>
              <a:t>): the function that is obtained when substituting 1 for x in f.</a:t>
            </a:r>
          </a:p>
          <a:p>
            <a:pPr lvl="1"/>
            <a:r>
              <a:rPr lang="en-US" altLang="en-US" dirty="0"/>
              <a:t>ROBDD is a compressed Shannon co-factoring tree:</a:t>
            </a:r>
          </a:p>
          <a:p>
            <a:pPr lvl="2"/>
            <a:r>
              <a:rPr lang="en-US" altLang="en-US" dirty="0"/>
              <a:t>f = </a:t>
            </a:r>
            <a:r>
              <a:rPr lang="en-US" altLang="en-US" dirty="0" err="1"/>
              <a:t>v·fv</a:t>
            </a:r>
            <a:r>
              <a:rPr lang="en-US" altLang="en-US" dirty="0"/>
              <a:t> + ~</a:t>
            </a:r>
            <a:r>
              <a:rPr lang="en-US" altLang="en-US" dirty="0" err="1"/>
              <a:t>v·f~v</a:t>
            </a:r>
            <a:r>
              <a:rPr lang="en-US" altLang="en-US" dirty="0"/>
              <a:t> </a:t>
            </a:r>
          </a:p>
          <a:p>
            <a:pPr lvl="2"/>
            <a:r>
              <a:rPr lang="en-US" altLang="en-US" dirty="0" err="1"/>
              <a:t>Leafs</a:t>
            </a:r>
            <a:r>
              <a:rPr lang="en-US" altLang="en-US" dirty="0"/>
              <a:t> are constants “0” and “1”</a:t>
            </a:r>
          </a:p>
          <a:p>
            <a:pPr lvl="2"/>
            <a:r>
              <a:rPr lang="en-US" altLang="en-US" dirty="0"/>
              <a:t>Each node is written as a triple: f = (</a:t>
            </a:r>
            <a:r>
              <a:rPr lang="en-US" altLang="en-US" dirty="0" err="1"/>
              <a:t>v,g,h</a:t>
            </a:r>
            <a:r>
              <a:rPr lang="en-US" altLang="en-US" dirty="0"/>
              <a:t>) where g=</a:t>
            </a:r>
            <a:r>
              <a:rPr lang="en-US" altLang="en-US" dirty="0" err="1"/>
              <a:t>fv</a:t>
            </a:r>
            <a:r>
              <a:rPr lang="en-US" altLang="en-US" dirty="0"/>
              <a:t> , h=</a:t>
            </a:r>
            <a:r>
              <a:rPr lang="en-US" altLang="en-US" dirty="0" err="1"/>
              <a:t>f~v</a:t>
            </a:r>
            <a:r>
              <a:rPr lang="en-US" altLang="en-US" dirty="0"/>
              <a:t>.</a:t>
            </a:r>
            <a:br>
              <a:rPr lang="en-US" altLang="en-US" dirty="0"/>
            </a:br>
            <a:r>
              <a:rPr lang="en-US" altLang="en-US" dirty="0"/>
              <a:t>v is a top variable of f.</a:t>
            </a:r>
          </a:p>
          <a:p>
            <a:pPr lvl="2"/>
            <a:r>
              <a:rPr lang="en-US" altLang="en-US" dirty="0"/>
              <a:t>This triple is read as: f = if v then g else h = </a:t>
            </a:r>
            <a:r>
              <a:rPr lang="en-US" altLang="en-US" dirty="0" err="1"/>
              <a:t>ite</a:t>
            </a:r>
            <a:r>
              <a:rPr lang="en-US" altLang="en-US" dirty="0"/>
              <a:t> (</a:t>
            </a:r>
            <a:r>
              <a:rPr lang="en-US" altLang="en-US" dirty="0" err="1"/>
              <a:t>v,g,h</a:t>
            </a:r>
            <a:r>
              <a:rPr lang="en-US" altLang="en-US" dirty="0"/>
              <a:t>) = </a:t>
            </a:r>
            <a:r>
              <a:rPr lang="en-US" altLang="en-US" dirty="0" err="1"/>
              <a:t>v·g</a:t>
            </a:r>
            <a:r>
              <a:rPr lang="en-US" altLang="en-US" dirty="0"/>
              <a:t>+~</a:t>
            </a:r>
            <a:r>
              <a:rPr lang="en-US" altLang="en-US" dirty="0" err="1"/>
              <a:t>v·h</a:t>
            </a:r>
            <a:r>
              <a:rPr lang="en-US" altLang="en-US" dirty="0"/>
              <a:t>.</a:t>
            </a:r>
          </a:p>
          <a:p>
            <a:pPr lvl="2"/>
            <a:r>
              <a:rPr lang="en-US" altLang="en-US" dirty="0"/>
              <a:t>a multiplexer can be put into compliance to each node.</a:t>
            </a:r>
            <a:endParaRPr lang="ru-RU" altLang="en-US" dirty="0"/>
          </a:p>
          <a:p>
            <a:endParaRPr lang="ru-RU"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81" name="Title 57">
            <a:extLst>
              <a:ext uri="{FF2B5EF4-FFF2-40B4-BE49-F238E27FC236}">
                <a16:creationId xmlns:a16="http://schemas.microsoft.com/office/drawing/2014/main" id="{727F7565-25C7-424F-05F3-BAF3E963C2E0}"/>
              </a:ext>
            </a:extLst>
          </p:cNvPr>
          <p:cNvSpPr>
            <a:spLocks noGrp="1" noChangeArrowheads="1"/>
          </p:cNvSpPr>
          <p:nvPr>
            <p:ph type="title"/>
          </p:nvPr>
        </p:nvSpPr>
        <p:spPr>
          <a:xfrm>
            <a:off x="-1" y="183402"/>
            <a:ext cx="11612880" cy="704088"/>
          </a:xfrm>
        </p:spPr>
        <p:txBody>
          <a:bodyPr>
            <a:normAutofit/>
          </a:bodyPr>
          <a:lstStyle/>
          <a:p>
            <a:r>
              <a:rPr lang="en-US" altLang="en-US" dirty="0"/>
              <a:t>Cofactors</a:t>
            </a:r>
            <a:endParaRPr lang="ru-RU" altLang="en-US" dirty="0"/>
          </a:p>
        </p:txBody>
      </p:sp>
      <p:sp>
        <p:nvSpPr>
          <p:cNvPr id="39938" name="Content Placeholder 58">
            <a:extLst>
              <a:ext uri="{FF2B5EF4-FFF2-40B4-BE49-F238E27FC236}">
                <a16:creationId xmlns:a16="http://schemas.microsoft.com/office/drawing/2014/main" id="{7F9D5953-E4BC-539E-3F50-067F062248D4}"/>
              </a:ext>
            </a:extLst>
          </p:cNvPr>
          <p:cNvSpPr>
            <a:spLocks noGrp="1" noChangeArrowheads="1"/>
          </p:cNvSpPr>
          <p:nvPr>
            <p:ph type="body" sz="quarter" idx="10"/>
          </p:nvPr>
        </p:nvSpPr>
        <p:spPr>
          <a:xfrm>
            <a:off x="457200" y="1188720"/>
            <a:ext cx="11277922" cy="5185186"/>
          </a:xfrm>
        </p:spPr>
        <p:txBody>
          <a:bodyPr/>
          <a:lstStyle/>
          <a:p>
            <a:pPr marL="0" indent="0">
              <a:buNone/>
            </a:pPr>
            <a:r>
              <a:rPr lang="en-US" altLang="en-US" dirty="0"/>
              <a:t>                                                         		  f=~</a:t>
            </a:r>
            <a:r>
              <a:rPr lang="en-US" altLang="en-US" dirty="0" err="1"/>
              <a:t>v</a:t>
            </a:r>
            <a:r>
              <a:rPr lang="en-US" altLang="en-US" dirty="0" err="1">
                <a:sym typeface="Symbol" panose="05050102010706020507" pitchFamily="18" charset="2"/>
              </a:rPr>
              <a:t>h+vg</a:t>
            </a:r>
            <a:endParaRPr lang="en-US" altLang="en-US" dirty="0">
              <a:sym typeface="Symbol" panose="05050102010706020507" pitchFamily="18" charset="2"/>
            </a:endParaRPr>
          </a:p>
          <a:p>
            <a:pPr marL="0" indent="0">
              <a:buNone/>
            </a:pPr>
            <a:endParaRPr lang="en-US" altLang="en-US" dirty="0"/>
          </a:p>
          <a:p>
            <a:pPr marL="0" indent="0">
              <a:buNone/>
            </a:pPr>
            <a:endParaRPr lang="en-US" altLang="en-US" dirty="0"/>
          </a:p>
          <a:p>
            <a:pPr marL="0" indent="0">
              <a:buNone/>
            </a:pPr>
            <a:r>
              <a:rPr lang="en-US" altLang="en-US" dirty="0"/>
              <a:t>                                                                                              f=(</a:t>
            </a:r>
            <a:r>
              <a:rPr lang="en-US" altLang="en-US" dirty="0" err="1"/>
              <a:t>a+b</a:t>
            </a:r>
            <a:r>
              <a:rPr lang="en-US" altLang="en-US" dirty="0"/>
              <a:t>)</a:t>
            </a:r>
            <a:r>
              <a:rPr lang="en-US" altLang="en-US" dirty="0">
                <a:sym typeface="Symbol" panose="05050102010706020507" pitchFamily="18" charset="2"/>
              </a:rPr>
              <a:t>c</a:t>
            </a:r>
            <a:endParaRPr lang="ru-RU" altLang="en-US" dirty="0">
              <a:sym typeface="Symbol" panose="05050102010706020507" pitchFamily="18" charset="2"/>
            </a:endParaRPr>
          </a:p>
          <a:p>
            <a:pPr marL="0" indent="0">
              <a:buNone/>
            </a:pPr>
            <a:endParaRPr lang="en-US" altLang="en-US" dirty="0"/>
          </a:p>
          <a:p>
            <a:pPr marL="0" indent="0">
              <a:buNone/>
            </a:pPr>
            <a:r>
              <a:rPr lang="en-US" altLang="en-US" dirty="0"/>
              <a:t>      f=0           f=1                          f=</a:t>
            </a:r>
            <a:r>
              <a:rPr lang="en-US" altLang="en-US" dirty="0" err="1"/>
              <a:t>b</a:t>
            </a:r>
            <a:r>
              <a:rPr lang="en-US" altLang="en-US" dirty="0" err="1">
                <a:sym typeface="Symbol" panose="05050102010706020507" pitchFamily="18" charset="2"/>
              </a:rPr>
              <a:t>c</a:t>
            </a:r>
            <a:endParaRPr lang="ru-RU" altLang="en-US" dirty="0">
              <a:sym typeface="Symbol" panose="05050102010706020507" pitchFamily="18" charset="2"/>
            </a:endParaRPr>
          </a:p>
          <a:p>
            <a:pPr marL="0" indent="0">
              <a:buNone/>
            </a:pPr>
            <a:endParaRPr lang="en-US" altLang="en-US" dirty="0"/>
          </a:p>
          <a:p>
            <a:pPr marL="0" indent="0">
              <a:buNone/>
            </a:pPr>
            <a:r>
              <a:rPr lang="en-US" altLang="en-US" dirty="0"/>
              <a:t>                                            					f=c</a:t>
            </a:r>
          </a:p>
          <a:p>
            <a:pPr marL="0" indent="0">
              <a:buNone/>
            </a:pPr>
            <a:r>
              <a:rPr lang="en-US" altLang="en-US" dirty="0"/>
              <a:t>								     </a:t>
            </a:r>
          </a:p>
          <a:p>
            <a:pPr marL="0" indent="0">
              <a:buNone/>
            </a:pPr>
            <a:r>
              <a:rPr lang="en-US" altLang="en-US" dirty="0"/>
              <a:t>								     								</a:t>
            </a:r>
            <a:endParaRPr lang="ru-RU" altLang="en-US" dirty="0">
              <a:sym typeface="Symbol" panose="05050102010706020507" pitchFamily="18" charset="2"/>
            </a:endParaRPr>
          </a:p>
          <a:p>
            <a:pPr marL="0" indent="0">
              <a:buNone/>
            </a:pPr>
            <a:endParaRPr lang="en-US" altLang="en-US" dirty="0"/>
          </a:p>
        </p:txBody>
      </p:sp>
      <p:sp>
        <p:nvSpPr>
          <p:cNvPr id="39939" name="AutoShape 8">
            <a:extLst>
              <a:ext uri="{FF2B5EF4-FFF2-40B4-BE49-F238E27FC236}">
                <a16:creationId xmlns:a16="http://schemas.microsoft.com/office/drawing/2014/main" id="{DC4C63A2-ACE7-1408-B486-83FB6E0BB293}"/>
              </a:ext>
            </a:extLst>
          </p:cNvPr>
          <p:cNvSpPr>
            <a:spLocks noChangeArrowheads="1"/>
          </p:cNvSpPr>
          <p:nvPr/>
        </p:nvSpPr>
        <p:spPr bwMode="auto">
          <a:xfrm rot="10800000">
            <a:off x="2574925" y="2111375"/>
            <a:ext cx="1200150" cy="4572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00 h 21600"/>
              <a:gd name="T14" fmla="*/ 17111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b="0"/>
              <a:t>MUX</a:t>
            </a:r>
          </a:p>
        </p:txBody>
      </p:sp>
      <p:sp>
        <p:nvSpPr>
          <p:cNvPr id="39940" name="Line 9">
            <a:extLst>
              <a:ext uri="{FF2B5EF4-FFF2-40B4-BE49-F238E27FC236}">
                <a16:creationId xmlns:a16="http://schemas.microsoft.com/office/drawing/2014/main" id="{9535F5B3-D726-AE26-C5CB-4A13B45BCF27}"/>
              </a:ext>
            </a:extLst>
          </p:cNvPr>
          <p:cNvSpPr>
            <a:spLocks noChangeShapeType="1"/>
          </p:cNvSpPr>
          <p:nvPr/>
        </p:nvSpPr>
        <p:spPr bwMode="auto">
          <a:xfrm flipV="1">
            <a:off x="3178175" y="1835150"/>
            <a:ext cx="0" cy="266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1" name="Line 10">
            <a:extLst>
              <a:ext uri="{FF2B5EF4-FFF2-40B4-BE49-F238E27FC236}">
                <a16:creationId xmlns:a16="http://schemas.microsoft.com/office/drawing/2014/main" id="{34458EB9-802B-BC84-EFB1-33797DF27825}"/>
              </a:ext>
            </a:extLst>
          </p:cNvPr>
          <p:cNvSpPr>
            <a:spLocks noChangeShapeType="1"/>
          </p:cNvSpPr>
          <p:nvPr/>
        </p:nvSpPr>
        <p:spPr bwMode="auto">
          <a:xfrm>
            <a:off x="2800350" y="2568576"/>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2" name="Line 11">
            <a:extLst>
              <a:ext uri="{FF2B5EF4-FFF2-40B4-BE49-F238E27FC236}">
                <a16:creationId xmlns:a16="http://schemas.microsoft.com/office/drawing/2014/main" id="{9D3198B1-6E6A-2644-5841-FF4CB0D243B3}"/>
              </a:ext>
            </a:extLst>
          </p:cNvPr>
          <p:cNvSpPr>
            <a:spLocks noChangeShapeType="1"/>
          </p:cNvSpPr>
          <p:nvPr/>
        </p:nvSpPr>
        <p:spPr bwMode="auto">
          <a:xfrm>
            <a:off x="3435350" y="2566988"/>
            <a:ext cx="0" cy="2905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3" name="Line 12">
            <a:extLst>
              <a:ext uri="{FF2B5EF4-FFF2-40B4-BE49-F238E27FC236}">
                <a16:creationId xmlns:a16="http://schemas.microsoft.com/office/drawing/2014/main" id="{9B92678B-5616-729A-A406-04D6C5F2E1D3}"/>
              </a:ext>
            </a:extLst>
          </p:cNvPr>
          <p:cNvSpPr>
            <a:spLocks noChangeShapeType="1"/>
          </p:cNvSpPr>
          <p:nvPr/>
        </p:nvSpPr>
        <p:spPr bwMode="auto">
          <a:xfrm>
            <a:off x="3611564" y="2335213"/>
            <a:ext cx="376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4" name="Text Box 13">
            <a:extLst>
              <a:ext uri="{FF2B5EF4-FFF2-40B4-BE49-F238E27FC236}">
                <a16:creationId xmlns:a16="http://schemas.microsoft.com/office/drawing/2014/main" id="{67C087FE-32C8-886B-195C-8C1D36E5F388}"/>
              </a:ext>
            </a:extLst>
          </p:cNvPr>
          <p:cNvSpPr txBox="1">
            <a:spLocks noChangeArrowheads="1"/>
          </p:cNvSpPr>
          <p:nvPr/>
        </p:nvSpPr>
        <p:spPr bwMode="auto">
          <a:xfrm>
            <a:off x="3176588" y="1508125"/>
            <a:ext cx="4508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f</a:t>
            </a:r>
          </a:p>
        </p:txBody>
      </p:sp>
      <p:sp>
        <p:nvSpPr>
          <p:cNvPr id="39945" name="Text Box 14">
            <a:extLst>
              <a:ext uri="{FF2B5EF4-FFF2-40B4-BE49-F238E27FC236}">
                <a16:creationId xmlns:a16="http://schemas.microsoft.com/office/drawing/2014/main" id="{B9C28B7C-4F7F-45CC-EA99-946BD5825A00}"/>
              </a:ext>
            </a:extLst>
          </p:cNvPr>
          <p:cNvSpPr txBox="1">
            <a:spLocks noChangeArrowheads="1"/>
          </p:cNvSpPr>
          <p:nvPr/>
        </p:nvSpPr>
        <p:spPr bwMode="auto">
          <a:xfrm>
            <a:off x="3930650" y="2220913"/>
            <a:ext cx="452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v</a:t>
            </a:r>
          </a:p>
        </p:txBody>
      </p:sp>
      <p:sp>
        <p:nvSpPr>
          <p:cNvPr id="39946" name="Text Box 15">
            <a:extLst>
              <a:ext uri="{FF2B5EF4-FFF2-40B4-BE49-F238E27FC236}">
                <a16:creationId xmlns:a16="http://schemas.microsoft.com/office/drawing/2014/main" id="{1D61EAD5-5BD8-70E1-DAD6-345018ABABC3}"/>
              </a:ext>
            </a:extLst>
          </p:cNvPr>
          <p:cNvSpPr txBox="1">
            <a:spLocks noChangeArrowheads="1"/>
          </p:cNvSpPr>
          <p:nvPr/>
        </p:nvSpPr>
        <p:spPr bwMode="auto">
          <a:xfrm>
            <a:off x="2574925" y="2743200"/>
            <a:ext cx="452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h</a:t>
            </a:r>
          </a:p>
        </p:txBody>
      </p:sp>
      <p:sp>
        <p:nvSpPr>
          <p:cNvPr id="39947" name="Text Box 16">
            <a:extLst>
              <a:ext uri="{FF2B5EF4-FFF2-40B4-BE49-F238E27FC236}">
                <a16:creationId xmlns:a16="http://schemas.microsoft.com/office/drawing/2014/main" id="{95FD688E-A708-47B9-452A-4684AD64F554}"/>
              </a:ext>
            </a:extLst>
          </p:cNvPr>
          <p:cNvSpPr txBox="1">
            <a:spLocks noChangeArrowheads="1"/>
          </p:cNvSpPr>
          <p:nvPr/>
        </p:nvSpPr>
        <p:spPr bwMode="auto">
          <a:xfrm>
            <a:off x="3365500" y="2743200"/>
            <a:ext cx="452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g</a:t>
            </a:r>
          </a:p>
        </p:txBody>
      </p:sp>
      <p:sp>
        <p:nvSpPr>
          <p:cNvPr id="39948" name="Text Box 17">
            <a:extLst>
              <a:ext uri="{FF2B5EF4-FFF2-40B4-BE49-F238E27FC236}">
                <a16:creationId xmlns:a16="http://schemas.microsoft.com/office/drawing/2014/main" id="{204F36C2-7F37-EDD3-4DD6-DF3F383AD5BD}"/>
              </a:ext>
            </a:extLst>
          </p:cNvPr>
          <p:cNvSpPr txBox="1">
            <a:spLocks noChangeArrowheads="1"/>
          </p:cNvSpPr>
          <p:nvPr/>
        </p:nvSpPr>
        <p:spPr bwMode="auto">
          <a:xfrm>
            <a:off x="2649539" y="2297113"/>
            <a:ext cx="4524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latin typeface="Times New Roman" panose="02020603050405020304" pitchFamily="18" charset="0"/>
              </a:rPr>
              <a:t>0</a:t>
            </a:r>
          </a:p>
        </p:txBody>
      </p:sp>
      <p:sp>
        <p:nvSpPr>
          <p:cNvPr id="39949" name="Text Box 18">
            <a:extLst>
              <a:ext uri="{FF2B5EF4-FFF2-40B4-BE49-F238E27FC236}">
                <a16:creationId xmlns:a16="http://schemas.microsoft.com/office/drawing/2014/main" id="{A9FB15C9-DC83-069E-F8C5-08777173E846}"/>
              </a:ext>
            </a:extLst>
          </p:cNvPr>
          <p:cNvSpPr txBox="1">
            <a:spLocks noChangeArrowheads="1"/>
          </p:cNvSpPr>
          <p:nvPr/>
        </p:nvSpPr>
        <p:spPr bwMode="auto">
          <a:xfrm>
            <a:off x="3355975" y="2300288"/>
            <a:ext cx="4524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latin typeface="Times New Roman" panose="02020603050405020304" pitchFamily="18" charset="0"/>
              </a:rPr>
              <a:t>1</a:t>
            </a:r>
          </a:p>
        </p:txBody>
      </p:sp>
      <p:grpSp>
        <p:nvGrpSpPr>
          <p:cNvPr id="39950" name="Group 19">
            <a:extLst>
              <a:ext uri="{FF2B5EF4-FFF2-40B4-BE49-F238E27FC236}">
                <a16:creationId xmlns:a16="http://schemas.microsoft.com/office/drawing/2014/main" id="{4B67E0D1-86C5-69D6-04A5-12C47BB5D420}"/>
              </a:ext>
            </a:extLst>
          </p:cNvPr>
          <p:cNvGrpSpPr>
            <a:grpSpLocks/>
          </p:cNvGrpSpPr>
          <p:nvPr/>
        </p:nvGrpSpPr>
        <p:grpSpPr bwMode="auto">
          <a:xfrm>
            <a:off x="4783138" y="2308225"/>
            <a:ext cx="450850" cy="115888"/>
            <a:chOff x="2448" y="3600"/>
            <a:chExt cx="288" cy="96"/>
          </a:xfrm>
        </p:grpSpPr>
        <p:sp>
          <p:nvSpPr>
            <p:cNvPr id="39982" name="Line 20">
              <a:extLst>
                <a:ext uri="{FF2B5EF4-FFF2-40B4-BE49-F238E27FC236}">
                  <a16:creationId xmlns:a16="http://schemas.microsoft.com/office/drawing/2014/main" id="{8DD680D2-0DFA-43ED-E0F9-32DDC84BD6FA}"/>
                </a:ext>
              </a:extLst>
            </p:cNvPr>
            <p:cNvSpPr>
              <a:spLocks noChangeShapeType="1"/>
            </p:cNvSpPr>
            <p:nvPr/>
          </p:nvSpPr>
          <p:spPr bwMode="auto">
            <a:xfrm>
              <a:off x="2448" y="3600"/>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3" name="Line 21">
              <a:extLst>
                <a:ext uri="{FF2B5EF4-FFF2-40B4-BE49-F238E27FC236}">
                  <a16:creationId xmlns:a16="http://schemas.microsoft.com/office/drawing/2014/main" id="{EEFFF7ED-AF0C-BADC-1B1B-019F682AFD32}"/>
                </a:ext>
              </a:extLst>
            </p:cNvPr>
            <p:cNvSpPr>
              <a:spLocks noChangeShapeType="1"/>
            </p:cNvSpPr>
            <p:nvPr/>
          </p:nvSpPr>
          <p:spPr bwMode="auto">
            <a:xfrm>
              <a:off x="2448" y="3648"/>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984" name="Line 22">
              <a:extLst>
                <a:ext uri="{FF2B5EF4-FFF2-40B4-BE49-F238E27FC236}">
                  <a16:creationId xmlns:a16="http://schemas.microsoft.com/office/drawing/2014/main" id="{56FCA783-C8FF-D8DF-1F33-919A99F186CF}"/>
                </a:ext>
              </a:extLst>
            </p:cNvPr>
            <p:cNvSpPr>
              <a:spLocks noChangeShapeType="1"/>
            </p:cNvSpPr>
            <p:nvPr/>
          </p:nvSpPr>
          <p:spPr bwMode="auto">
            <a:xfrm>
              <a:off x="2448" y="3696"/>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9951" name="Oval 23">
            <a:extLst>
              <a:ext uri="{FF2B5EF4-FFF2-40B4-BE49-F238E27FC236}">
                <a16:creationId xmlns:a16="http://schemas.microsoft.com/office/drawing/2014/main" id="{A07F5C82-BB0C-D670-1875-66E8925BC9E1}"/>
              </a:ext>
            </a:extLst>
          </p:cNvPr>
          <p:cNvSpPr>
            <a:spLocks noChangeArrowheads="1"/>
          </p:cNvSpPr>
          <p:nvPr/>
        </p:nvSpPr>
        <p:spPr bwMode="auto">
          <a:xfrm>
            <a:off x="6221413" y="1892300"/>
            <a:ext cx="474662" cy="363538"/>
          </a:xfrm>
          <a:prstGeom prst="ellipse">
            <a:avLst/>
          </a:prstGeom>
          <a:solidFill>
            <a:srgbClr val="33CCCC"/>
          </a:solidFill>
          <a:ln w="9525">
            <a:solidFill>
              <a:srgbClr val="003366"/>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endParaRPr lang="ru-RU" altLang="en-US" sz="1800" b="0">
              <a:solidFill>
                <a:srgbClr val="000000"/>
              </a:solidFill>
            </a:endParaRPr>
          </a:p>
        </p:txBody>
      </p:sp>
      <p:sp>
        <p:nvSpPr>
          <p:cNvPr id="39952" name="Line 24">
            <a:extLst>
              <a:ext uri="{FF2B5EF4-FFF2-40B4-BE49-F238E27FC236}">
                <a16:creationId xmlns:a16="http://schemas.microsoft.com/office/drawing/2014/main" id="{E91FA5CA-4748-5296-B9F1-712F3BD42FCD}"/>
              </a:ext>
            </a:extLst>
          </p:cNvPr>
          <p:cNvSpPr>
            <a:spLocks noChangeShapeType="1"/>
          </p:cNvSpPr>
          <p:nvPr/>
        </p:nvSpPr>
        <p:spPr bwMode="auto">
          <a:xfrm flipH="1">
            <a:off x="5865814" y="2220913"/>
            <a:ext cx="427037" cy="438150"/>
          </a:xfrm>
          <a:prstGeom prst="line">
            <a:avLst/>
          </a:prstGeom>
          <a:noFill/>
          <a:ln w="3175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8929" name="Oval 25">
            <a:extLst>
              <a:ext uri="{FF2B5EF4-FFF2-40B4-BE49-F238E27FC236}">
                <a16:creationId xmlns:a16="http://schemas.microsoft.com/office/drawing/2014/main" id="{80C0D658-DFA2-4E32-A81C-7146C7E019DB}"/>
              </a:ext>
            </a:extLst>
          </p:cNvPr>
          <p:cNvSpPr>
            <a:spLocks noChangeArrowheads="1"/>
          </p:cNvSpPr>
          <p:nvPr/>
        </p:nvSpPr>
        <p:spPr bwMode="auto">
          <a:xfrm>
            <a:off x="6221413" y="1892300"/>
            <a:ext cx="474662" cy="363538"/>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a:defRPr/>
            </a:pPr>
            <a:r>
              <a:rPr lang="en-US"/>
              <a:t>v</a:t>
            </a:r>
            <a:endParaRPr lang="ru-RU"/>
          </a:p>
        </p:txBody>
      </p:sp>
      <p:sp>
        <p:nvSpPr>
          <p:cNvPr id="38930" name="Oval 26">
            <a:extLst>
              <a:ext uri="{FF2B5EF4-FFF2-40B4-BE49-F238E27FC236}">
                <a16:creationId xmlns:a16="http://schemas.microsoft.com/office/drawing/2014/main" id="{3D9645CE-B65B-4373-AE33-91A907E741D9}"/>
              </a:ext>
            </a:extLst>
          </p:cNvPr>
          <p:cNvSpPr>
            <a:spLocks noChangeArrowheads="1"/>
          </p:cNvSpPr>
          <p:nvPr/>
        </p:nvSpPr>
        <p:spPr bwMode="auto">
          <a:xfrm>
            <a:off x="5543551" y="2636839"/>
            <a:ext cx="474663" cy="352425"/>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a:defRPr/>
            </a:pPr>
            <a:r>
              <a:rPr lang="en-US"/>
              <a:t>h</a:t>
            </a:r>
            <a:endParaRPr lang="ru-RU"/>
          </a:p>
        </p:txBody>
      </p:sp>
      <p:sp>
        <p:nvSpPr>
          <p:cNvPr id="38931" name="Oval 28">
            <a:extLst>
              <a:ext uri="{FF2B5EF4-FFF2-40B4-BE49-F238E27FC236}">
                <a16:creationId xmlns:a16="http://schemas.microsoft.com/office/drawing/2014/main" id="{5987CFCF-90B5-47DB-BB20-9333E82ABA51}"/>
              </a:ext>
            </a:extLst>
          </p:cNvPr>
          <p:cNvSpPr>
            <a:spLocks noChangeArrowheads="1"/>
          </p:cNvSpPr>
          <p:nvPr/>
        </p:nvSpPr>
        <p:spPr bwMode="auto">
          <a:xfrm>
            <a:off x="6862763" y="2641600"/>
            <a:ext cx="474662" cy="363538"/>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a:defRPr/>
            </a:pPr>
            <a:r>
              <a:rPr lang="en-US" dirty="0"/>
              <a:t>g</a:t>
            </a:r>
            <a:endParaRPr lang="ru-RU" dirty="0"/>
          </a:p>
        </p:txBody>
      </p:sp>
      <p:sp>
        <p:nvSpPr>
          <p:cNvPr id="39956" name="Line 29">
            <a:extLst>
              <a:ext uri="{FF2B5EF4-FFF2-40B4-BE49-F238E27FC236}">
                <a16:creationId xmlns:a16="http://schemas.microsoft.com/office/drawing/2014/main" id="{4997DF24-441E-FB30-8B66-B1422CEBE83D}"/>
              </a:ext>
            </a:extLst>
          </p:cNvPr>
          <p:cNvSpPr>
            <a:spLocks noChangeShapeType="1"/>
          </p:cNvSpPr>
          <p:nvPr/>
        </p:nvSpPr>
        <p:spPr bwMode="auto">
          <a:xfrm>
            <a:off x="6604000" y="2205038"/>
            <a:ext cx="496888" cy="436562"/>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57" name="Line 71">
            <a:extLst>
              <a:ext uri="{FF2B5EF4-FFF2-40B4-BE49-F238E27FC236}">
                <a16:creationId xmlns:a16="http://schemas.microsoft.com/office/drawing/2014/main" id="{6E806BF1-864B-EB2B-AEE2-022BB5751830}"/>
              </a:ext>
            </a:extLst>
          </p:cNvPr>
          <p:cNvSpPr>
            <a:spLocks noChangeShapeType="1"/>
          </p:cNvSpPr>
          <p:nvPr/>
        </p:nvSpPr>
        <p:spPr bwMode="auto">
          <a:xfrm flipH="1">
            <a:off x="6578601" y="1749426"/>
            <a:ext cx="284163" cy="111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4" name="Rectangle 73">
            <a:extLst>
              <a:ext uri="{FF2B5EF4-FFF2-40B4-BE49-F238E27FC236}">
                <a16:creationId xmlns:a16="http://schemas.microsoft.com/office/drawing/2014/main" id="{677A3CA8-5759-484D-AE55-FE6CEBDEBA86}"/>
              </a:ext>
            </a:extLst>
          </p:cNvPr>
          <p:cNvSpPr>
            <a:spLocks noChangeArrowheads="1"/>
          </p:cNvSpPr>
          <p:nvPr/>
        </p:nvSpPr>
        <p:spPr bwMode="auto">
          <a:xfrm>
            <a:off x="2328864" y="3513138"/>
            <a:ext cx="530225" cy="330200"/>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0</a:t>
            </a:r>
            <a:endParaRPr lang="ru-RU" sz="2000"/>
          </a:p>
        </p:txBody>
      </p:sp>
      <p:sp>
        <p:nvSpPr>
          <p:cNvPr id="39959" name="Line 74">
            <a:extLst>
              <a:ext uri="{FF2B5EF4-FFF2-40B4-BE49-F238E27FC236}">
                <a16:creationId xmlns:a16="http://schemas.microsoft.com/office/drawing/2014/main" id="{AAF123F4-68B3-3166-1711-02C261EFE81F}"/>
              </a:ext>
            </a:extLst>
          </p:cNvPr>
          <p:cNvSpPr>
            <a:spLocks noChangeShapeType="1"/>
          </p:cNvSpPr>
          <p:nvPr/>
        </p:nvSpPr>
        <p:spPr bwMode="auto">
          <a:xfrm flipH="1">
            <a:off x="2613026" y="3306763"/>
            <a:ext cx="212725" cy="165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6" name="Rectangle 75">
            <a:extLst>
              <a:ext uri="{FF2B5EF4-FFF2-40B4-BE49-F238E27FC236}">
                <a16:creationId xmlns:a16="http://schemas.microsoft.com/office/drawing/2014/main" id="{7B5872B8-C18A-4209-8670-C9E6232913D1}"/>
              </a:ext>
            </a:extLst>
          </p:cNvPr>
          <p:cNvSpPr>
            <a:spLocks noChangeArrowheads="1"/>
          </p:cNvSpPr>
          <p:nvPr/>
        </p:nvSpPr>
        <p:spPr bwMode="auto">
          <a:xfrm>
            <a:off x="3325814" y="3506789"/>
            <a:ext cx="530225" cy="327025"/>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1</a:t>
            </a:r>
            <a:endParaRPr lang="ru-RU" sz="2000"/>
          </a:p>
        </p:txBody>
      </p:sp>
      <p:sp>
        <p:nvSpPr>
          <p:cNvPr id="39961" name="Line 76">
            <a:extLst>
              <a:ext uri="{FF2B5EF4-FFF2-40B4-BE49-F238E27FC236}">
                <a16:creationId xmlns:a16="http://schemas.microsoft.com/office/drawing/2014/main" id="{001F824B-46A1-DCBC-6D93-AE6D44627823}"/>
              </a:ext>
            </a:extLst>
          </p:cNvPr>
          <p:cNvSpPr>
            <a:spLocks noChangeShapeType="1"/>
          </p:cNvSpPr>
          <p:nvPr/>
        </p:nvSpPr>
        <p:spPr bwMode="auto">
          <a:xfrm flipH="1">
            <a:off x="3609976" y="3319463"/>
            <a:ext cx="212725" cy="1635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962" name="Oval 79">
            <a:extLst>
              <a:ext uri="{FF2B5EF4-FFF2-40B4-BE49-F238E27FC236}">
                <a16:creationId xmlns:a16="http://schemas.microsoft.com/office/drawing/2014/main" id="{2CF29B7F-CD1A-697A-7662-B16379B58C45}"/>
              </a:ext>
            </a:extLst>
          </p:cNvPr>
          <p:cNvSpPr>
            <a:spLocks noChangeArrowheads="1"/>
          </p:cNvSpPr>
          <p:nvPr/>
        </p:nvSpPr>
        <p:spPr bwMode="auto">
          <a:xfrm>
            <a:off x="2968625" y="4554539"/>
            <a:ext cx="573088" cy="439737"/>
          </a:xfrm>
          <a:prstGeom prst="ellipse">
            <a:avLst/>
          </a:prstGeom>
          <a:solidFill>
            <a:srgbClr val="F9F9A5"/>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r>
              <a:rPr lang="en-US" altLang="en-US" b="0" i="1">
                <a:latin typeface="Times New Roman" panose="02020603050405020304" pitchFamily="18" charset="0"/>
              </a:rPr>
              <a:t>x</a:t>
            </a:r>
            <a:endParaRPr lang="en-US" altLang="en-US" b="0" i="1" baseline="-25000">
              <a:latin typeface="Times New Roman" panose="02020603050405020304" pitchFamily="18" charset="0"/>
            </a:endParaRPr>
          </a:p>
        </p:txBody>
      </p:sp>
      <p:sp>
        <p:nvSpPr>
          <p:cNvPr id="39963" name="Oval 104">
            <a:extLst>
              <a:ext uri="{FF2B5EF4-FFF2-40B4-BE49-F238E27FC236}">
                <a16:creationId xmlns:a16="http://schemas.microsoft.com/office/drawing/2014/main" id="{2CB5B570-5C5D-7DAF-4246-871AA6C8D80A}"/>
              </a:ext>
            </a:extLst>
          </p:cNvPr>
          <p:cNvSpPr>
            <a:spLocks noChangeArrowheads="1"/>
          </p:cNvSpPr>
          <p:nvPr/>
        </p:nvSpPr>
        <p:spPr bwMode="auto">
          <a:xfrm>
            <a:off x="2968625" y="4554539"/>
            <a:ext cx="573088" cy="439737"/>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r>
              <a:rPr lang="en-US" altLang="en-US" sz="2000" b="0" i="1" dirty="0">
                <a:solidFill>
                  <a:schemeClr val="bg1"/>
                </a:solidFill>
                <a:latin typeface="Times New Roman" panose="02020603050405020304" pitchFamily="18" charset="0"/>
              </a:rPr>
              <a:t>x</a:t>
            </a:r>
            <a:endParaRPr lang="en-US" altLang="en-US" sz="2000" b="0" i="1" baseline="-25000" dirty="0">
              <a:solidFill>
                <a:schemeClr val="bg1"/>
              </a:solidFill>
              <a:latin typeface="Times New Roman" panose="02020603050405020304" pitchFamily="18" charset="0"/>
            </a:endParaRPr>
          </a:p>
        </p:txBody>
      </p:sp>
      <p:sp>
        <p:nvSpPr>
          <p:cNvPr id="39964" name="Line 105">
            <a:extLst>
              <a:ext uri="{FF2B5EF4-FFF2-40B4-BE49-F238E27FC236}">
                <a16:creationId xmlns:a16="http://schemas.microsoft.com/office/drawing/2014/main" id="{17982C19-BA27-1D06-6566-5FF6D4C940D7}"/>
              </a:ext>
            </a:extLst>
          </p:cNvPr>
          <p:cNvSpPr>
            <a:spLocks noChangeShapeType="1"/>
          </p:cNvSpPr>
          <p:nvPr/>
        </p:nvSpPr>
        <p:spPr bwMode="auto">
          <a:xfrm flipH="1">
            <a:off x="2760663" y="4937125"/>
            <a:ext cx="279400" cy="3302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65" name="Line 106">
            <a:extLst>
              <a:ext uri="{FF2B5EF4-FFF2-40B4-BE49-F238E27FC236}">
                <a16:creationId xmlns:a16="http://schemas.microsoft.com/office/drawing/2014/main" id="{B0AA21BD-BCF7-9B40-2245-5AB136BB1ADA}"/>
              </a:ext>
            </a:extLst>
          </p:cNvPr>
          <p:cNvSpPr>
            <a:spLocks noChangeShapeType="1"/>
          </p:cNvSpPr>
          <p:nvPr/>
        </p:nvSpPr>
        <p:spPr bwMode="auto">
          <a:xfrm>
            <a:off x="3468689" y="4937125"/>
            <a:ext cx="261937" cy="31273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66" name="Line 108">
            <a:extLst>
              <a:ext uri="{FF2B5EF4-FFF2-40B4-BE49-F238E27FC236}">
                <a16:creationId xmlns:a16="http://schemas.microsoft.com/office/drawing/2014/main" id="{E040C8E5-BA85-9E98-B9DF-7315BAD0507E}"/>
              </a:ext>
            </a:extLst>
          </p:cNvPr>
          <p:cNvSpPr>
            <a:spLocks noChangeShapeType="1"/>
          </p:cNvSpPr>
          <p:nvPr/>
        </p:nvSpPr>
        <p:spPr bwMode="auto">
          <a:xfrm flipH="1">
            <a:off x="3325814" y="4365626"/>
            <a:ext cx="212725" cy="1635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43" name="Oval 109">
            <a:extLst>
              <a:ext uri="{FF2B5EF4-FFF2-40B4-BE49-F238E27FC236}">
                <a16:creationId xmlns:a16="http://schemas.microsoft.com/office/drawing/2014/main" id="{57EA5975-615C-45FD-BCB7-0A47B4C6C90A}"/>
              </a:ext>
            </a:extLst>
          </p:cNvPr>
          <p:cNvSpPr>
            <a:spLocks noChangeArrowheads="1"/>
          </p:cNvSpPr>
          <p:nvPr/>
        </p:nvSpPr>
        <p:spPr bwMode="auto">
          <a:xfrm>
            <a:off x="7731125" y="3167063"/>
            <a:ext cx="573088" cy="442912"/>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t>a</a:t>
            </a:r>
          </a:p>
        </p:txBody>
      </p:sp>
      <p:sp>
        <p:nvSpPr>
          <p:cNvPr id="38944" name="Oval 110">
            <a:extLst>
              <a:ext uri="{FF2B5EF4-FFF2-40B4-BE49-F238E27FC236}">
                <a16:creationId xmlns:a16="http://schemas.microsoft.com/office/drawing/2014/main" id="{1146A6A8-23A7-4BC8-BE16-7DE7DA9657BC}"/>
              </a:ext>
            </a:extLst>
          </p:cNvPr>
          <p:cNvSpPr>
            <a:spLocks noChangeArrowheads="1"/>
          </p:cNvSpPr>
          <p:nvPr/>
        </p:nvSpPr>
        <p:spPr bwMode="auto">
          <a:xfrm>
            <a:off x="6783389" y="3865564"/>
            <a:ext cx="573087" cy="441325"/>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t>b</a:t>
            </a:r>
            <a:endParaRPr lang="en-US" sz="2000" baseline="-25000" dirty="0"/>
          </a:p>
        </p:txBody>
      </p:sp>
      <p:sp>
        <p:nvSpPr>
          <p:cNvPr id="38945" name="Oval 111">
            <a:extLst>
              <a:ext uri="{FF2B5EF4-FFF2-40B4-BE49-F238E27FC236}">
                <a16:creationId xmlns:a16="http://schemas.microsoft.com/office/drawing/2014/main" id="{62437CC0-9795-43AB-8D4B-39BABF654F95}"/>
              </a:ext>
            </a:extLst>
          </p:cNvPr>
          <p:cNvSpPr>
            <a:spLocks noChangeArrowheads="1"/>
          </p:cNvSpPr>
          <p:nvPr/>
        </p:nvSpPr>
        <p:spPr bwMode="auto">
          <a:xfrm>
            <a:off x="8229600" y="4418014"/>
            <a:ext cx="573088" cy="439737"/>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t>c</a:t>
            </a:r>
            <a:endParaRPr lang="en-US" sz="2000" baseline="-25000" dirty="0"/>
          </a:p>
        </p:txBody>
      </p:sp>
      <p:sp>
        <p:nvSpPr>
          <p:cNvPr id="38949" name="Rectangle 112">
            <a:extLst>
              <a:ext uri="{FF2B5EF4-FFF2-40B4-BE49-F238E27FC236}">
                <a16:creationId xmlns:a16="http://schemas.microsoft.com/office/drawing/2014/main" id="{2CDF1BB4-CE90-4BCA-8BC1-2F423F23598F}"/>
              </a:ext>
            </a:extLst>
          </p:cNvPr>
          <p:cNvSpPr>
            <a:spLocks noChangeArrowheads="1"/>
          </p:cNvSpPr>
          <p:nvPr/>
        </p:nvSpPr>
        <p:spPr bwMode="auto">
          <a:xfrm>
            <a:off x="6946901" y="5253038"/>
            <a:ext cx="530225" cy="32861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0</a:t>
            </a:r>
            <a:endParaRPr lang="ru-RU" sz="2000"/>
          </a:p>
        </p:txBody>
      </p:sp>
      <p:sp>
        <p:nvSpPr>
          <p:cNvPr id="38950" name="Rectangle 115">
            <a:extLst>
              <a:ext uri="{FF2B5EF4-FFF2-40B4-BE49-F238E27FC236}">
                <a16:creationId xmlns:a16="http://schemas.microsoft.com/office/drawing/2014/main" id="{14483776-CABE-4E26-8FDE-8FDD7180D53B}"/>
              </a:ext>
            </a:extLst>
          </p:cNvPr>
          <p:cNvSpPr>
            <a:spLocks noChangeArrowheads="1"/>
          </p:cNvSpPr>
          <p:nvPr/>
        </p:nvSpPr>
        <p:spPr bwMode="auto">
          <a:xfrm>
            <a:off x="8229601" y="5253038"/>
            <a:ext cx="530225" cy="32861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1</a:t>
            </a:r>
            <a:endParaRPr lang="ru-RU" sz="2000"/>
          </a:p>
        </p:txBody>
      </p:sp>
      <p:sp>
        <p:nvSpPr>
          <p:cNvPr id="39972" name="Line 118">
            <a:extLst>
              <a:ext uri="{FF2B5EF4-FFF2-40B4-BE49-F238E27FC236}">
                <a16:creationId xmlns:a16="http://schemas.microsoft.com/office/drawing/2014/main" id="{0DD3BD3C-2280-4FD0-C388-283693AD2427}"/>
              </a:ext>
            </a:extLst>
          </p:cNvPr>
          <p:cNvSpPr>
            <a:spLocks noChangeShapeType="1"/>
          </p:cNvSpPr>
          <p:nvPr/>
        </p:nvSpPr>
        <p:spPr bwMode="auto">
          <a:xfrm flipH="1">
            <a:off x="7161214" y="3476626"/>
            <a:ext cx="606425" cy="40481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73" name="Line 120">
            <a:extLst>
              <a:ext uri="{FF2B5EF4-FFF2-40B4-BE49-F238E27FC236}">
                <a16:creationId xmlns:a16="http://schemas.microsoft.com/office/drawing/2014/main" id="{285F94F6-6889-9928-65D5-88BD62B3C10B}"/>
              </a:ext>
            </a:extLst>
          </p:cNvPr>
          <p:cNvSpPr>
            <a:spLocks noChangeShapeType="1"/>
          </p:cNvSpPr>
          <p:nvPr/>
        </p:nvSpPr>
        <p:spPr bwMode="auto">
          <a:xfrm>
            <a:off x="8147050" y="3578226"/>
            <a:ext cx="330200" cy="8350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74" name="Line 121">
            <a:extLst>
              <a:ext uri="{FF2B5EF4-FFF2-40B4-BE49-F238E27FC236}">
                <a16:creationId xmlns:a16="http://schemas.microsoft.com/office/drawing/2014/main" id="{C0D17E60-EF44-B857-9D13-282145C2B964}"/>
              </a:ext>
            </a:extLst>
          </p:cNvPr>
          <p:cNvSpPr>
            <a:spLocks noChangeShapeType="1"/>
          </p:cNvSpPr>
          <p:nvPr/>
        </p:nvSpPr>
        <p:spPr bwMode="auto">
          <a:xfrm>
            <a:off x="7019926" y="4310063"/>
            <a:ext cx="212725" cy="93345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75" name="Line 122">
            <a:extLst>
              <a:ext uri="{FF2B5EF4-FFF2-40B4-BE49-F238E27FC236}">
                <a16:creationId xmlns:a16="http://schemas.microsoft.com/office/drawing/2014/main" id="{DA3F9B16-930E-96E3-9BF3-8F1210842172}"/>
              </a:ext>
            </a:extLst>
          </p:cNvPr>
          <p:cNvSpPr>
            <a:spLocks noChangeShapeType="1"/>
          </p:cNvSpPr>
          <p:nvPr/>
        </p:nvSpPr>
        <p:spPr bwMode="auto">
          <a:xfrm>
            <a:off x="7304088" y="4211639"/>
            <a:ext cx="925512" cy="3270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76" name="Line 123">
            <a:extLst>
              <a:ext uri="{FF2B5EF4-FFF2-40B4-BE49-F238E27FC236}">
                <a16:creationId xmlns:a16="http://schemas.microsoft.com/office/drawing/2014/main" id="{D85EB3E6-ABC3-879F-3D70-C9E4F6829717}"/>
              </a:ext>
            </a:extLst>
          </p:cNvPr>
          <p:cNvSpPr>
            <a:spLocks noChangeShapeType="1"/>
          </p:cNvSpPr>
          <p:nvPr/>
        </p:nvSpPr>
        <p:spPr bwMode="auto">
          <a:xfrm flipH="1">
            <a:off x="7304088" y="4759326"/>
            <a:ext cx="996950" cy="49371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77" name="Line 124">
            <a:extLst>
              <a:ext uri="{FF2B5EF4-FFF2-40B4-BE49-F238E27FC236}">
                <a16:creationId xmlns:a16="http://schemas.microsoft.com/office/drawing/2014/main" id="{9C549CC2-970B-5DF3-22D3-3C764A90ACBF}"/>
              </a:ext>
            </a:extLst>
          </p:cNvPr>
          <p:cNvSpPr>
            <a:spLocks noChangeShapeType="1"/>
          </p:cNvSpPr>
          <p:nvPr/>
        </p:nvSpPr>
        <p:spPr bwMode="auto">
          <a:xfrm>
            <a:off x="8513763" y="4868864"/>
            <a:ext cx="0" cy="38417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9978" name="Line 150">
            <a:extLst>
              <a:ext uri="{FF2B5EF4-FFF2-40B4-BE49-F238E27FC236}">
                <a16:creationId xmlns:a16="http://schemas.microsoft.com/office/drawing/2014/main" id="{90F59109-754C-D688-DDB2-D4FE8029A0AC}"/>
              </a:ext>
            </a:extLst>
          </p:cNvPr>
          <p:cNvSpPr>
            <a:spLocks noChangeShapeType="1"/>
          </p:cNvSpPr>
          <p:nvPr/>
        </p:nvSpPr>
        <p:spPr bwMode="auto">
          <a:xfrm flipH="1">
            <a:off x="8162926" y="3003550"/>
            <a:ext cx="212725" cy="165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63" name="Rectangle 112">
            <a:extLst>
              <a:ext uri="{FF2B5EF4-FFF2-40B4-BE49-F238E27FC236}">
                <a16:creationId xmlns:a16="http://schemas.microsoft.com/office/drawing/2014/main" id="{8504C661-7F7E-4BDC-94F6-45F40B43429C}"/>
              </a:ext>
            </a:extLst>
          </p:cNvPr>
          <p:cNvSpPr>
            <a:spLocks noChangeArrowheads="1"/>
          </p:cNvSpPr>
          <p:nvPr/>
        </p:nvSpPr>
        <p:spPr bwMode="auto">
          <a:xfrm>
            <a:off x="2425701" y="5275264"/>
            <a:ext cx="530225" cy="327025"/>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0</a:t>
            </a:r>
            <a:endParaRPr lang="ru-RU" sz="2000"/>
          </a:p>
        </p:txBody>
      </p:sp>
      <p:sp>
        <p:nvSpPr>
          <p:cNvPr id="38964" name="Rectangle 115">
            <a:extLst>
              <a:ext uri="{FF2B5EF4-FFF2-40B4-BE49-F238E27FC236}">
                <a16:creationId xmlns:a16="http://schemas.microsoft.com/office/drawing/2014/main" id="{AB750D5E-CCCB-4E5B-94DE-84512A8A62E2}"/>
              </a:ext>
            </a:extLst>
          </p:cNvPr>
          <p:cNvSpPr>
            <a:spLocks noChangeArrowheads="1"/>
          </p:cNvSpPr>
          <p:nvPr/>
        </p:nvSpPr>
        <p:spPr bwMode="auto">
          <a:xfrm>
            <a:off x="3581401" y="5253038"/>
            <a:ext cx="530225" cy="328612"/>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1</a:t>
            </a:r>
            <a:endParaRPr lang="ru-RU" sz="200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2E565609-F556-4A3F-B12A-89009B0EC6E1}"/>
              </a:ext>
            </a:extLst>
          </p:cNvPr>
          <p:cNvGraphicFramePr>
            <a:graphicFrameLocks noGrp="1"/>
          </p:cNvGraphicFramePr>
          <p:nvPr>
            <p:extLst>
              <p:ext uri="{D42A27DB-BD31-4B8C-83A1-F6EECF244321}">
                <p14:modId xmlns:p14="http://schemas.microsoft.com/office/powerpoint/2010/main" val="1807660382"/>
              </p:ext>
            </p:extLst>
          </p:nvPr>
        </p:nvGraphicFramePr>
        <p:xfrm>
          <a:off x="2832100" y="1819276"/>
          <a:ext cx="2006600" cy="3776663"/>
        </p:xfrm>
        <a:graphic>
          <a:graphicData uri="http://schemas.openxmlformats.org/drawingml/2006/table">
            <a:tbl>
              <a:tblPr firstRow="1" bandRow="1">
                <a:tableStyleId>{5C22544A-7EE6-4342-B048-85BDC9FD1C3A}</a:tableStyleId>
              </a:tblPr>
              <a:tblGrid>
                <a:gridCol w="1193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4501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a b c d</a:t>
                      </a:r>
                      <a:endParaRPr kumimoji="0" lang="ru-RU" sz="2000" b="0" i="0" u="none" strike="noStrike" cap="none" normalizeH="0" baseline="0" dirty="0">
                        <a:ln>
                          <a:noFill/>
                        </a:ln>
                        <a:solidFill>
                          <a:schemeClr val="bg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y</a:t>
                      </a:r>
                      <a:endParaRPr kumimoji="0" lang="ru-RU" sz="2000" b="0" i="0" u="none" strike="noStrike" cap="none" normalizeH="0" baseline="0" dirty="0">
                        <a:ln>
                          <a:noFill/>
                        </a:ln>
                        <a:solidFill>
                          <a:schemeClr val="bg1"/>
                        </a:solidFill>
                        <a:effectLst/>
                        <a:latin typeface="Arial" charset="0"/>
                        <a:cs typeface="Arial" charset="0"/>
                      </a:endParaRPr>
                    </a:p>
                  </a:txBody>
                  <a:tcPr marT="45728" marB="45728" horzOverflow="overflow"/>
                </a:tc>
                <a:extLst>
                  <a:ext uri="{0D108BD9-81ED-4DB2-BD59-A6C34878D82A}">
                    <a16:rowId xmlns:a16="http://schemas.microsoft.com/office/drawing/2014/main" val="10000"/>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0 0 0 0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1"/>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0 0 0 1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2"/>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0 0 1 0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3"/>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0 0 1 1 </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4"/>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0 1 0 0</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5"/>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0 1 0 1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6"/>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0 1 1 0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7"/>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0 1 1 1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8"/>
                  </a:ext>
                </a:extLst>
              </a:tr>
            </a:tbl>
          </a:graphicData>
        </a:graphic>
      </p:graphicFrame>
      <p:graphicFrame>
        <p:nvGraphicFramePr>
          <p:cNvPr id="8" name="Table 7">
            <a:extLst>
              <a:ext uri="{FF2B5EF4-FFF2-40B4-BE49-F238E27FC236}">
                <a16:creationId xmlns:a16="http://schemas.microsoft.com/office/drawing/2014/main" id="{A5FADA12-151F-4446-B0A6-07C62EF089C3}"/>
              </a:ext>
            </a:extLst>
          </p:cNvPr>
          <p:cNvGraphicFramePr>
            <a:graphicFrameLocks noGrp="1"/>
          </p:cNvGraphicFramePr>
          <p:nvPr>
            <p:extLst>
              <p:ext uri="{D42A27DB-BD31-4B8C-83A1-F6EECF244321}">
                <p14:modId xmlns:p14="http://schemas.microsoft.com/office/powerpoint/2010/main" val="3320353190"/>
              </p:ext>
            </p:extLst>
          </p:nvPr>
        </p:nvGraphicFramePr>
        <p:xfrm>
          <a:off x="7632700" y="1828801"/>
          <a:ext cx="2006600" cy="3743325"/>
        </p:xfrm>
        <a:graphic>
          <a:graphicData uri="http://schemas.openxmlformats.org/drawingml/2006/table">
            <a:tbl>
              <a:tblPr firstRow="1" bandRow="1">
                <a:tableStyleId>{5C22544A-7EE6-4342-B048-85BDC9FD1C3A}</a:tableStyleId>
              </a:tblPr>
              <a:tblGrid>
                <a:gridCol w="125095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tblGrid>
              <a:tr h="42606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a b c d</a:t>
                      </a:r>
                      <a:endParaRPr kumimoji="0" lang="ru-RU" sz="2000" b="0" i="0" u="none" strike="noStrike" cap="none" normalizeH="0" baseline="0" dirty="0">
                        <a:ln>
                          <a:noFill/>
                        </a:ln>
                        <a:solidFill>
                          <a:schemeClr val="bg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y</a:t>
                      </a:r>
                      <a:endParaRPr kumimoji="0" lang="ru-RU" sz="2000" b="0" i="0" u="none" strike="noStrike" cap="none" normalizeH="0" baseline="0" dirty="0">
                        <a:ln>
                          <a:noFill/>
                        </a:ln>
                        <a:solidFill>
                          <a:schemeClr val="bg1"/>
                        </a:solidFill>
                        <a:effectLst/>
                        <a:latin typeface="Arial" charset="0"/>
                        <a:cs typeface="Arial" charset="0"/>
                      </a:endParaRPr>
                    </a:p>
                  </a:txBody>
                  <a:tcPr marT="45729" marB="45729" horzOverflow="overflow"/>
                </a:tc>
                <a:extLst>
                  <a:ext uri="{0D108BD9-81ED-4DB2-BD59-A6C34878D82A}">
                    <a16:rowId xmlns:a16="http://schemas.microsoft.com/office/drawing/2014/main" val="10000"/>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1 0 0 0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1"/>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1 0 0 1</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2"/>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1 0 1 0</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3"/>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1 0 1 1 </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4"/>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1 1 0 0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5"/>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1 1 0 1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6"/>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1 1 1 0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7"/>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1 1 1 1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8"/>
                  </a:ext>
                </a:extLst>
              </a:tr>
            </a:tbl>
          </a:graphicData>
        </a:graphic>
      </p:graphicFrame>
      <p:sp>
        <p:nvSpPr>
          <p:cNvPr id="42050" name="Title 8">
            <a:extLst>
              <a:ext uri="{FF2B5EF4-FFF2-40B4-BE49-F238E27FC236}">
                <a16:creationId xmlns:a16="http://schemas.microsoft.com/office/drawing/2014/main" id="{F9129BF9-01C3-8059-C8A9-B5A03E40C428}"/>
              </a:ext>
            </a:extLst>
          </p:cNvPr>
          <p:cNvSpPr>
            <a:spLocks noGrp="1" noChangeArrowheads="1"/>
          </p:cNvSpPr>
          <p:nvPr>
            <p:ph type="title"/>
          </p:nvPr>
        </p:nvSpPr>
        <p:spPr>
          <a:xfrm>
            <a:off x="-1" y="183402"/>
            <a:ext cx="11612880" cy="704088"/>
          </a:xfrm>
        </p:spPr>
        <p:txBody>
          <a:bodyPr>
            <a:normAutofit/>
          </a:bodyPr>
          <a:lstStyle/>
          <a:p>
            <a:r>
              <a:rPr lang="en-US" altLang="en-US" dirty="0"/>
              <a:t>Example</a:t>
            </a:r>
            <a:endParaRPr lang="ru-RU" altLang="en-US" dirty="0"/>
          </a:p>
        </p:txBody>
      </p:sp>
      <p:sp>
        <p:nvSpPr>
          <p:cNvPr id="42051" name="Content Placeholder 11">
            <a:extLst>
              <a:ext uri="{FF2B5EF4-FFF2-40B4-BE49-F238E27FC236}">
                <a16:creationId xmlns:a16="http://schemas.microsoft.com/office/drawing/2014/main" id="{9CF36E92-F3A3-4C93-061F-1602903D558D}"/>
              </a:ext>
            </a:extLst>
          </p:cNvPr>
          <p:cNvSpPr>
            <a:spLocks noGrp="1" noChangeArrowheads="1"/>
          </p:cNvSpPr>
          <p:nvPr>
            <p:ph type="body" sz="quarter" idx="10"/>
          </p:nvPr>
        </p:nvSpPr>
        <p:spPr>
          <a:xfrm>
            <a:off x="457200" y="1188720"/>
            <a:ext cx="11277922" cy="5185186"/>
          </a:xfrm>
        </p:spPr>
        <p:txBody>
          <a:bodyPr/>
          <a:lstStyle/>
          <a:p>
            <a:pPr marL="0" indent="0">
              <a:buNone/>
            </a:pPr>
            <a:r>
              <a:rPr lang="en-US" altLang="en-US" dirty="0"/>
              <a:t>                                Y = f(</a:t>
            </a:r>
            <a:r>
              <a:rPr lang="en-US" altLang="en-US" dirty="0" err="1"/>
              <a:t>a,b,c,d</a:t>
            </a:r>
            <a:r>
              <a:rPr lang="en-US" altLang="en-US" dirty="0"/>
              <a:t>)</a:t>
            </a:r>
            <a:endParaRPr lang="ru-RU"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Group 50">
            <a:extLst>
              <a:ext uri="{FF2B5EF4-FFF2-40B4-BE49-F238E27FC236}">
                <a16:creationId xmlns:a16="http://schemas.microsoft.com/office/drawing/2014/main" id="{04FC8EC7-4EB9-5D23-8F2D-D097EB55EFCE}"/>
              </a:ext>
            </a:extLst>
          </p:cNvPr>
          <p:cNvGrpSpPr>
            <a:grpSpLocks/>
          </p:cNvGrpSpPr>
          <p:nvPr/>
        </p:nvGrpSpPr>
        <p:grpSpPr bwMode="auto">
          <a:xfrm>
            <a:off x="2224089" y="1644651"/>
            <a:ext cx="7540625" cy="3725863"/>
            <a:chOff x="700088" y="1390650"/>
            <a:chExt cx="7540626" cy="3725863"/>
          </a:xfrm>
        </p:grpSpPr>
        <p:sp>
          <p:nvSpPr>
            <p:cNvPr id="44037" name="Text Box 47">
              <a:extLst>
                <a:ext uri="{FF2B5EF4-FFF2-40B4-BE49-F238E27FC236}">
                  <a16:creationId xmlns:a16="http://schemas.microsoft.com/office/drawing/2014/main" id="{652AC423-C8EC-3494-566D-68B56FBA33F1}"/>
                </a:ext>
              </a:extLst>
            </p:cNvPr>
            <p:cNvSpPr txBox="1">
              <a:spLocks noChangeArrowheads="1"/>
            </p:cNvSpPr>
            <p:nvPr/>
          </p:nvSpPr>
          <p:spPr bwMode="auto">
            <a:xfrm>
              <a:off x="4056838" y="2294563"/>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endParaRPr lang="ru-RU" altLang="en-US" b="0"/>
            </a:p>
          </p:txBody>
        </p:sp>
        <p:sp>
          <p:nvSpPr>
            <p:cNvPr id="44038" name="Text Box 49">
              <a:extLst>
                <a:ext uri="{FF2B5EF4-FFF2-40B4-BE49-F238E27FC236}">
                  <a16:creationId xmlns:a16="http://schemas.microsoft.com/office/drawing/2014/main" id="{A3ED0F1B-99F2-DCD4-91F0-D3A5CC5C3FA9}"/>
                </a:ext>
              </a:extLst>
            </p:cNvPr>
            <p:cNvSpPr txBox="1">
              <a:spLocks noChangeArrowheads="1"/>
            </p:cNvSpPr>
            <p:nvPr/>
          </p:nvSpPr>
          <p:spPr bwMode="auto">
            <a:xfrm>
              <a:off x="947738" y="339883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a:t>
              </a:r>
              <a:endParaRPr lang="ru-RU" altLang="en-US" b="0"/>
            </a:p>
          </p:txBody>
        </p:sp>
        <p:sp>
          <p:nvSpPr>
            <p:cNvPr id="40968" name="Oval 5">
              <a:extLst>
                <a:ext uri="{FF2B5EF4-FFF2-40B4-BE49-F238E27FC236}">
                  <a16:creationId xmlns:a16="http://schemas.microsoft.com/office/drawing/2014/main" id="{906C69BB-A2B0-46C3-833F-6050B12F9E8E}"/>
                </a:ext>
              </a:extLst>
            </p:cNvPr>
            <p:cNvSpPr>
              <a:spLocks noChangeArrowheads="1"/>
            </p:cNvSpPr>
            <p:nvPr/>
          </p:nvSpPr>
          <p:spPr bwMode="auto">
            <a:xfrm>
              <a:off x="2679700" y="1520825"/>
              <a:ext cx="579438" cy="436563"/>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a</a:t>
              </a:r>
              <a:endParaRPr lang="en-US" sz="2000" baseline="-25000" dirty="0">
                <a:solidFill>
                  <a:schemeClr val="bg1"/>
                </a:solidFill>
                <a:latin typeface="+mj-lt"/>
              </a:endParaRPr>
            </a:p>
          </p:txBody>
        </p:sp>
        <p:sp>
          <p:nvSpPr>
            <p:cNvPr id="40969" name="Oval 6">
              <a:extLst>
                <a:ext uri="{FF2B5EF4-FFF2-40B4-BE49-F238E27FC236}">
                  <a16:creationId xmlns:a16="http://schemas.microsoft.com/office/drawing/2014/main" id="{B643F7E4-6CC3-47DB-AFEF-1D169413FAC0}"/>
                </a:ext>
              </a:extLst>
            </p:cNvPr>
            <p:cNvSpPr>
              <a:spLocks noChangeArrowheads="1"/>
            </p:cNvSpPr>
            <p:nvPr/>
          </p:nvSpPr>
          <p:spPr bwMode="auto">
            <a:xfrm>
              <a:off x="3443288" y="2311400"/>
              <a:ext cx="579437" cy="436563"/>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b</a:t>
              </a:r>
              <a:endParaRPr lang="en-US" sz="2000" baseline="-25000" dirty="0">
                <a:solidFill>
                  <a:schemeClr val="bg1"/>
                </a:solidFill>
                <a:latin typeface="+mj-lt"/>
              </a:endParaRPr>
            </a:p>
          </p:txBody>
        </p:sp>
        <p:sp>
          <p:nvSpPr>
            <p:cNvPr id="40970" name="Oval 7">
              <a:extLst>
                <a:ext uri="{FF2B5EF4-FFF2-40B4-BE49-F238E27FC236}">
                  <a16:creationId xmlns:a16="http://schemas.microsoft.com/office/drawing/2014/main" id="{BD3FE00A-153A-442A-B6D5-E76CA0F961EA}"/>
                </a:ext>
              </a:extLst>
            </p:cNvPr>
            <p:cNvSpPr>
              <a:spLocks noChangeArrowheads="1"/>
            </p:cNvSpPr>
            <p:nvPr/>
          </p:nvSpPr>
          <p:spPr bwMode="auto">
            <a:xfrm>
              <a:off x="1958975" y="2311400"/>
              <a:ext cx="579438" cy="436563"/>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b</a:t>
              </a:r>
              <a:endParaRPr lang="en-US" sz="2000" baseline="-25000" dirty="0">
                <a:solidFill>
                  <a:schemeClr val="bg1"/>
                </a:solidFill>
                <a:latin typeface="+mj-lt"/>
              </a:endParaRPr>
            </a:p>
          </p:txBody>
        </p:sp>
        <p:sp>
          <p:nvSpPr>
            <p:cNvPr id="40971" name="Oval 8">
              <a:extLst>
                <a:ext uri="{FF2B5EF4-FFF2-40B4-BE49-F238E27FC236}">
                  <a16:creationId xmlns:a16="http://schemas.microsoft.com/office/drawing/2014/main" id="{2688C77F-D600-498D-8AC3-24C32B27715A}"/>
                </a:ext>
              </a:extLst>
            </p:cNvPr>
            <p:cNvSpPr>
              <a:spLocks noChangeArrowheads="1"/>
            </p:cNvSpPr>
            <p:nvPr/>
          </p:nvSpPr>
          <p:spPr bwMode="auto">
            <a:xfrm>
              <a:off x="2679700" y="3124200"/>
              <a:ext cx="579438" cy="436563"/>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c</a:t>
              </a:r>
              <a:endParaRPr lang="en-US" sz="2000" baseline="-25000" dirty="0">
                <a:solidFill>
                  <a:schemeClr val="bg1"/>
                </a:solidFill>
                <a:latin typeface="+mj-lt"/>
              </a:endParaRPr>
            </a:p>
          </p:txBody>
        </p:sp>
        <p:sp>
          <p:nvSpPr>
            <p:cNvPr id="40972" name="Oval 9">
              <a:extLst>
                <a:ext uri="{FF2B5EF4-FFF2-40B4-BE49-F238E27FC236}">
                  <a16:creationId xmlns:a16="http://schemas.microsoft.com/office/drawing/2014/main" id="{78C99352-A3AA-4DCA-8D07-D322709BDCF0}"/>
                </a:ext>
              </a:extLst>
            </p:cNvPr>
            <p:cNvSpPr>
              <a:spLocks noChangeArrowheads="1"/>
            </p:cNvSpPr>
            <p:nvPr/>
          </p:nvSpPr>
          <p:spPr bwMode="auto">
            <a:xfrm>
              <a:off x="1266031" y="3103563"/>
              <a:ext cx="579437" cy="434975"/>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c</a:t>
              </a:r>
              <a:endParaRPr lang="en-US" sz="2000" baseline="-25000" dirty="0">
                <a:solidFill>
                  <a:schemeClr val="bg1"/>
                </a:solidFill>
                <a:latin typeface="+mj-lt"/>
              </a:endParaRPr>
            </a:p>
          </p:txBody>
        </p:sp>
        <p:sp>
          <p:nvSpPr>
            <p:cNvPr id="44044" name="Oval 10">
              <a:extLst>
                <a:ext uri="{FF2B5EF4-FFF2-40B4-BE49-F238E27FC236}">
                  <a16:creationId xmlns:a16="http://schemas.microsoft.com/office/drawing/2014/main" id="{564052F9-BCB2-948D-9BAC-FE2583B29913}"/>
                </a:ext>
              </a:extLst>
            </p:cNvPr>
            <p:cNvSpPr>
              <a:spLocks noChangeArrowheads="1"/>
            </p:cNvSpPr>
            <p:nvPr/>
          </p:nvSpPr>
          <p:spPr bwMode="auto">
            <a:xfrm>
              <a:off x="1887538" y="3883025"/>
              <a:ext cx="579438" cy="436563"/>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r>
                <a:rPr lang="en-US" altLang="en-US" sz="2000" b="0" i="1">
                  <a:solidFill>
                    <a:schemeClr val="bg1"/>
                  </a:solidFill>
                  <a:latin typeface="Times New Roman" panose="02020603050405020304" pitchFamily="18" charset="0"/>
                </a:rPr>
                <a:t>a</a:t>
              </a:r>
              <a:endParaRPr lang="en-US" altLang="en-US" sz="2000" b="0" i="1" baseline="-25000">
                <a:solidFill>
                  <a:schemeClr val="bg1"/>
                </a:solidFill>
                <a:latin typeface="Times New Roman" panose="02020603050405020304" pitchFamily="18" charset="0"/>
              </a:endParaRPr>
            </a:p>
          </p:txBody>
        </p:sp>
        <p:sp>
          <p:nvSpPr>
            <p:cNvPr id="40974" name="Rectangle 12">
              <a:extLst>
                <a:ext uri="{FF2B5EF4-FFF2-40B4-BE49-F238E27FC236}">
                  <a16:creationId xmlns:a16="http://schemas.microsoft.com/office/drawing/2014/main" id="{D3D2315C-A67A-4763-BF26-A1B5DDE795FD}"/>
                </a:ext>
              </a:extLst>
            </p:cNvPr>
            <p:cNvSpPr>
              <a:spLocks noChangeArrowheads="1"/>
            </p:cNvSpPr>
            <p:nvPr/>
          </p:nvSpPr>
          <p:spPr bwMode="auto">
            <a:xfrm>
              <a:off x="2940050" y="4706938"/>
              <a:ext cx="719138" cy="325437"/>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dirty="0"/>
                <a:t>1</a:t>
              </a:r>
              <a:endParaRPr lang="ru-RU" sz="2000" dirty="0"/>
            </a:p>
          </p:txBody>
        </p:sp>
        <p:sp>
          <p:nvSpPr>
            <p:cNvPr id="40975" name="Rectangle 13">
              <a:extLst>
                <a:ext uri="{FF2B5EF4-FFF2-40B4-BE49-F238E27FC236}">
                  <a16:creationId xmlns:a16="http://schemas.microsoft.com/office/drawing/2014/main" id="{3BAC288E-BB91-4BBE-B17B-99E93C4262BF}"/>
                </a:ext>
              </a:extLst>
            </p:cNvPr>
            <p:cNvSpPr>
              <a:spLocks noChangeArrowheads="1"/>
            </p:cNvSpPr>
            <p:nvPr/>
          </p:nvSpPr>
          <p:spPr bwMode="auto">
            <a:xfrm>
              <a:off x="1382713" y="4686300"/>
              <a:ext cx="677862" cy="323850"/>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dirty="0"/>
                <a:t>0</a:t>
              </a:r>
              <a:endParaRPr lang="ru-RU" sz="2000" dirty="0"/>
            </a:p>
          </p:txBody>
        </p:sp>
        <p:sp>
          <p:nvSpPr>
            <p:cNvPr id="44047" name="Line 14">
              <a:extLst>
                <a:ext uri="{FF2B5EF4-FFF2-40B4-BE49-F238E27FC236}">
                  <a16:creationId xmlns:a16="http://schemas.microsoft.com/office/drawing/2014/main" id="{9773975C-A6FC-0E42-C037-34FD6E4399D1}"/>
                </a:ext>
              </a:extLst>
            </p:cNvPr>
            <p:cNvSpPr>
              <a:spLocks noChangeShapeType="1"/>
            </p:cNvSpPr>
            <p:nvPr/>
          </p:nvSpPr>
          <p:spPr bwMode="auto">
            <a:xfrm flipH="1">
              <a:off x="2392363" y="1933575"/>
              <a:ext cx="395288" cy="4064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48" name="Line 15">
              <a:extLst>
                <a:ext uri="{FF2B5EF4-FFF2-40B4-BE49-F238E27FC236}">
                  <a16:creationId xmlns:a16="http://schemas.microsoft.com/office/drawing/2014/main" id="{1F6862B7-869B-B78F-17EB-724AE494AB26}"/>
                </a:ext>
              </a:extLst>
            </p:cNvPr>
            <p:cNvSpPr>
              <a:spLocks noChangeShapeType="1"/>
            </p:cNvSpPr>
            <p:nvPr/>
          </p:nvSpPr>
          <p:spPr bwMode="auto">
            <a:xfrm flipH="1">
              <a:off x="1609726" y="2720975"/>
              <a:ext cx="395288" cy="4064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49" name="Line 16">
              <a:extLst>
                <a:ext uri="{FF2B5EF4-FFF2-40B4-BE49-F238E27FC236}">
                  <a16:creationId xmlns:a16="http://schemas.microsoft.com/office/drawing/2014/main" id="{39E01266-3181-3D45-530B-68C9AA244FE0}"/>
                </a:ext>
              </a:extLst>
            </p:cNvPr>
            <p:cNvSpPr>
              <a:spLocks noChangeShapeType="1"/>
            </p:cNvSpPr>
            <p:nvPr/>
          </p:nvSpPr>
          <p:spPr bwMode="auto">
            <a:xfrm>
              <a:off x="3184526" y="1900238"/>
              <a:ext cx="431800" cy="43497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50" name="Arc 17">
              <a:extLst>
                <a:ext uri="{FF2B5EF4-FFF2-40B4-BE49-F238E27FC236}">
                  <a16:creationId xmlns:a16="http://schemas.microsoft.com/office/drawing/2014/main" id="{4B9E7A33-8DF8-274A-186E-D0D073605E23}"/>
                </a:ext>
              </a:extLst>
            </p:cNvPr>
            <p:cNvSpPr>
              <a:spLocks/>
            </p:cNvSpPr>
            <p:nvPr/>
          </p:nvSpPr>
          <p:spPr bwMode="auto">
            <a:xfrm rot="10800000" flipH="1">
              <a:off x="950913" y="2547938"/>
              <a:ext cx="2655888" cy="2128838"/>
            </a:xfrm>
            <a:custGeom>
              <a:avLst/>
              <a:gdLst>
                <a:gd name="T0" fmla="*/ 0 w 21521"/>
                <a:gd name="T1" fmla="*/ 0 h 20791"/>
                <a:gd name="T2" fmla="*/ 0 w 21521"/>
                <a:gd name="T3" fmla="*/ 0 h 20791"/>
                <a:gd name="T4" fmla="*/ 0 w 21521"/>
                <a:gd name="T5" fmla="*/ 0 h 20791"/>
                <a:gd name="T6" fmla="*/ 0 60000 65536"/>
                <a:gd name="T7" fmla="*/ 0 60000 65536"/>
                <a:gd name="T8" fmla="*/ 0 60000 65536"/>
                <a:gd name="T9" fmla="*/ 0 w 21521"/>
                <a:gd name="T10" fmla="*/ 0 h 20791"/>
                <a:gd name="T11" fmla="*/ 21521 w 21521"/>
                <a:gd name="T12" fmla="*/ 20791 h 20791"/>
              </a:gdLst>
              <a:ahLst/>
              <a:cxnLst>
                <a:cxn ang="T6">
                  <a:pos x="T0" y="T1"/>
                </a:cxn>
                <a:cxn ang="T7">
                  <a:pos x="T2" y="T3"/>
                </a:cxn>
                <a:cxn ang="T8">
                  <a:pos x="T4" y="T5"/>
                </a:cxn>
              </a:cxnLst>
              <a:rect l="T9" t="T10" r="T11" b="T12"/>
              <a:pathLst>
                <a:path w="21521" h="20791" fill="none" extrusionOk="0">
                  <a:moveTo>
                    <a:pt x="5856" y="-1"/>
                  </a:moveTo>
                  <a:cubicBezTo>
                    <a:pt x="14514" y="2438"/>
                    <a:pt x="20755" y="9988"/>
                    <a:pt x="21521" y="18950"/>
                  </a:cubicBezTo>
                </a:path>
                <a:path w="21521" h="20791" stroke="0" extrusionOk="0">
                  <a:moveTo>
                    <a:pt x="5856" y="-1"/>
                  </a:moveTo>
                  <a:cubicBezTo>
                    <a:pt x="14514" y="2438"/>
                    <a:pt x="20755" y="9988"/>
                    <a:pt x="21521" y="18950"/>
                  </a:cubicBezTo>
                  <a:lnTo>
                    <a:pt x="0" y="20791"/>
                  </a:lnTo>
                  <a:lnTo>
                    <a:pt x="5856" y="-1"/>
                  </a:lnTo>
                  <a:close/>
                </a:path>
              </a:pathLst>
            </a:custGeom>
            <a:noFill/>
            <a:ln w="25400">
              <a:solidFill>
                <a:schemeClr val="tx1"/>
              </a:solidFill>
              <a:prstDash val="dash"/>
              <a:round/>
              <a:headEnd type="triangle" w="lg" len="lg"/>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44051" name="Line 18">
              <a:extLst>
                <a:ext uri="{FF2B5EF4-FFF2-40B4-BE49-F238E27FC236}">
                  <a16:creationId xmlns:a16="http://schemas.microsoft.com/office/drawing/2014/main" id="{C7B6332A-2BDC-0897-59A7-E91DE2A1C2AA}"/>
                </a:ext>
              </a:extLst>
            </p:cNvPr>
            <p:cNvSpPr>
              <a:spLocks noChangeShapeType="1"/>
            </p:cNvSpPr>
            <p:nvPr/>
          </p:nvSpPr>
          <p:spPr bwMode="auto">
            <a:xfrm flipH="1">
              <a:off x="3400426" y="2744788"/>
              <a:ext cx="358775" cy="19526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52" name="Line 19">
              <a:extLst>
                <a:ext uri="{FF2B5EF4-FFF2-40B4-BE49-F238E27FC236}">
                  <a16:creationId xmlns:a16="http://schemas.microsoft.com/office/drawing/2014/main" id="{033B1A46-0BD7-2833-7AC7-4D9A1E23A0DE}"/>
                </a:ext>
              </a:extLst>
            </p:cNvPr>
            <p:cNvSpPr>
              <a:spLocks noChangeShapeType="1"/>
            </p:cNvSpPr>
            <p:nvPr/>
          </p:nvSpPr>
          <p:spPr bwMode="auto">
            <a:xfrm flipH="1">
              <a:off x="3111501" y="1390650"/>
              <a:ext cx="215900" cy="1079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053" name="Line 20">
              <a:extLst>
                <a:ext uri="{FF2B5EF4-FFF2-40B4-BE49-F238E27FC236}">
                  <a16:creationId xmlns:a16="http://schemas.microsoft.com/office/drawing/2014/main" id="{802E04A1-E43A-AB47-1E15-0E90C2722CB4}"/>
                </a:ext>
              </a:extLst>
            </p:cNvPr>
            <p:cNvSpPr>
              <a:spLocks noChangeShapeType="1"/>
            </p:cNvSpPr>
            <p:nvPr/>
          </p:nvSpPr>
          <p:spPr bwMode="auto">
            <a:xfrm>
              <a:off x="2478088" y="2659063"/>
              <a:ext cx="360363" cy="4873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54" name="Line 21">
              <a:extLst>
                <a:ext uri="{FF2B5EF4-FFF2-40B4-BE49-F238E27FC236}">
                  <a16:creationId xmlns:a16="http://schemas.microsoft.com/office/drawing/2014/main" id="{3A13DA9B-E5E3-B0BE-406B-01706FA2C92E}"/>
                </a:ext>
              </a:extLst>
            </p:cNvPr>
            <p:cNvSpPr>
              <a:spLocks noChangeShapeType="1"/>
            </p:cNvSpPr>
            <p:nvPr/>
          </p:nvSpPr>
          <p:spPr bwMode="auto">
            <a:xfrm flipH="1">
              <a:off x="2319338" y="3557588"/>
              <a:ext cx="504825" cy="3810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solidFill>
                  <a:schemeClr val="bg1"/>
                </a:solidFill>
              </a:endParaRPr>
            </a:p>
          </p:txBody>
        </p:sp>
        <p:sp>
          <p:nvSpPr>
            <p:cNvPr id="44055" name="Line 22">
              <a:extLst>
                <a:ext uri="{FF2B5EF4-FFF2-40B4-BE49-F238E27FC236}">
                  <a16:creationId xmlns:a16="http://schemas.microsoft.com/office/drawing/2014/main" id="{7EF59CA1-106A-473B-7BD4-0DD109F16234}"/>
                </a:ext>
              </a:extLst>
            </p:cNvPr>
            <p:cNvSpPr>
              <a:spLocks noChangeShapeType="1"/>
            </p:cNvSpPr>
            <p:nvPr/>
          </p:nvSpPr>
          <p:spPr bwMode="auto">
            <a:xfrm>
              <a:off x="3040063" y="3557588"/>
              <a:ext cx="287338" cy="11398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56" name="Line 23">
              <a:extLst>
                <a:ext uri="{FF2B5EF4-FFF2-40B4-BE49-F238E27FC236}">
                  <a16:creationId xmlns:a16="http://schemas.microsoft.com/office/drawing/2014/main" id="{4E6E5C2B-A0A5-D523-A149-3178CBD6201E}"/>
                </a:ext>
              </a:extLst>
            </p:cNvPr>
            <p:cNvSpPr>
              <a:spLocks noChangeShapeType="1"/>
            </p:cNvSpPr>
            <p:nvPr/>
          </p:nvSpPr>
          <p:spPr bwMode="auto">
            <a:xfrm>
              <a:off x="2392363" y="4262438"/>
              <a:ext cx="792163" cy="43497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57" name="Line 24">
              <a:extLst>
                <a:ext uri="{FF2B5EF4-FFF2-40B4-BE49-F238E27FC236}">
                  <a16:creationId xmlns:a16="http://schemas.microsoft.com/office/drawing/2014/main" id="{17DBA7B0-7701-02C8-47F5-FF08E4B49FC7}"/>
                </a:ext>
              </a:extLst>
            </p:cNvPr>
            <p:cNvSpPr>
              <a:spLocks noChangeShapeType="1"/>
            </p:cNvSpPr>
            <p:nvPr/>
          </p:nvSpPr>
          <p:spPr bwMode="auto">
            <a:xfrm>
              <a:off x="1384301" y="3503613"/>
              <a:ext cx="142875" cy="11938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58" name="Line 25">
              <a:extLst>
                <a:ext uri="{FF2B5EF4-FFF2-40B4-BE49-F238E27FC236}">
                  <a16:creationId xmlns:a16="http://schemas.microsoft.com/office/drawing/2014/main" id="{A20AA245-3228-560B-63EA-8D475F5D745B}"/>
                </a:ext>
              </a:extLst>
            </p:cNvPr>
            <p:cNvSpPr>
              <a:spLocks noChangeShapeType="1"/>
            </p:cNvSpPr>
            <p:nvPr/>
          </p:nvSpPr>
          <p:spPr bwMode="auto">
            <a:xfrm flipH="1">
              <a:off x="1600201" y="4262438"/>
              <a:ext cx="358775" cy="434975"/>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59" name="Arc 26">
              <a:extLst>
                <a:ext uri="{FF2B5EF4-FFF2-40B4-BE49-F238E27FC236}">
                  <a16:creationId xmlns:a16="http://schemas.microsoft.com/office/drawing/2014/main" id="{E52762CE-8AA7-92BD-8673-7CD6EDFDB05E}"/>
                </a:ext>
              </a:extLst>
            </p:cNvPr>
            <p:cNvSpPr>
              <a:spLocks/>
            </p:cNvSpPr>
            <p:nvPr/>
          </p:nvSpPr>
          <p:spPr bwMode="auto">
            <a:xfrm>
              <a:off x="700088" y="3365500"/>
              <a:ext cx="2524125" cy="1427163"/>
            </a:xfrm>
            <a:custGeom>
              <a:avLst/>
              <a:gdLst>
                <a:gd name="T0" fmla="*/ 0 w 21567"/>
                <a:gd name="T1" fmla="*/ 0 h 19580"/>
                <a:gd name="T2" fmla="*/ 0 w 21567"/>
                <a:gd name="T3" fmla="*/ 0 h 19580"/>
                <a:gd name="T4" fmla="*/ 0 w 21567"/>
                <a:gd name="T5" fmla="*/ 0 h 19580"/>
                <a:gd name="T6" fmla="*/ 0 60000 65536"/>
                <a:gd name="T7" fmla="*/ 0 60000 65536"/>
                <a:gd name="T8" fmla="*/ 0 60000 65536"/>
                <a:gd name="T9" fmla="*/ 0 w 21567"/>
                <a:gd name="T10" fmla="*/ 0 h 19580"/>
                <a:gd name="T11" fmla="*/ 21567 w 21567"/>
                <a:gd name="T12" fmla="*/ 19580 h 19580"/>
              </a:gdLst>
              <a:ahLst/>
              <a:cxnLst>
                <a:cxn ang="T6">
                  <a:pos x="T0" y="T1"/>
                </a:cxn>
                <a:cxn ang="T7">
                  <a:pos x="T2" y="T3"/>
                </a:cxn>
                <a:cxn ang="T8">
                  <a:pos x="T4" y="T5"/>
                </a:cxn>
              </a:cxnLst>
              <a:rect l="T9" t="T10" r="T11" b="T12"/>
              <a:pathLst>
                <a:path w="21567" h="19580" fill="none" extrusionOk="0">
                  <a:moveTo>
                    <a:pt x="9120" y="0"/>
                  </a:moveTo>
                  <a:cubicBezTo>
                    <a:pt x="16343" y="3364"/>
                    <a:pt x="21126" y="10431"/>
                    <a:pt x="21567" y="18386"/>
                  </a:cubicBezTo>
                </a:path>
                <a:path w="21567" h="19580" stroke="0" extrusionOk="0">
                  <a:moveTo>
                    <a:pt x="9120" y="0"/>
                  </a:moveTo>
                  <a:cubicBezTo>
                    <a:pt x="16343" y="3364"/>
                    <a:pt x="21126" y="10431"/>
                    <a:pt x="21567" y="18386"/>
                  </a:cubicBezTo>
                  <a:lnTo>
                    <a:pt x="0" y="19580"/>
                  </a:lnTo>
                  <a:lnTo>
                    <a:pt x="9120" y="0"/>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060" name="Text Box 46">
              <a:extLst>
                <a:ext uri="{FF2B5EF4-FFF2-40B4-BE49-F238E27FC236}">
                  <a16:creationId xmlns:a16="http://schemas.microsoft.com/office/drawing/2014/main" id="{0A974D31-D276-FEAF-BD05-2AC5768868E6}"/>
                </a:ext>
              </a:extLst>
            </p:cNvPr>
            <p:cNvSpPr txBox="1">
              <a:spLocks noChangeArrowheads="1"/>
            </p:cNvSpPr>
            <p:nvPr/>
          </p:nvSpPr>
          <p:spPr bwMode="auto">
            <a:xfrm>
              <a:off x="1104405" y="2149475"/>
              <a:ext cx="114349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c+b</a:t>
              </a:r>
              <a:r>
                <a:rPr lang="en-US" altLang="en-US" b="0">
                  <a:sym typeface="Symbol" panose="05050102010706020507" pitchFamily="18" charset="2"/>
                </a:rPr>
                <a:t>d</a:t>
              </a:r>
              <a:endParaRPr lang="ru-RU" altLang="en-US" b="0"/>
            </a:p>
          </p:txBody>
        </p:sp>
        <p:sp>
          <p:nvSpPr>
            <p:cNvPr id="44061" name="Text Box 48">
              <a:extLst>
                <a:ext uri="{FF2B5EF4-FFF2-40B4-BE49-F238E27FC236}">
                  <a16:creationId xmlns:a16="http://schemas.microsoft.com/office/drawing/2014/main" id="{F8A432E7-5D0F-2C90-2A47-E416F42BBD45}"/>
                </a:ext>
              </a:extLst>
            </p:cNvPr>
            <p:cNvSpPr txBox="1">
              <a:spLocks noChangeArrowheads="1"/>
            </p:cNvSpPr>
            <p:nvPr/>
          </p:nvSpPr>
          <p:spPr bwMode="auto">
            <a:xfrm>
              <a:off x="2046288" y="3103563"/>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c+d</a:t>
              </a:r>
              <a:endParaRPr lang="ru-RU" altLang="en-US" b="0"/>
            </a:p>
          </p:txBody>
        </p:sp>
        <p:sp>
          <p:nvSpPr>
            <p:cNvPr id="44062" name="Text Box 50">
              <a:extLst>
                <a:ext uri="{FF2B5EF4-FFF2-40B4-BE49-F238E27FC236}">
                  <a16:creationId xmlns:a16="http://schemas.microsoft.com/office/drawing/2014/main" id="{844D6BD9-C591-6772-B201-6AB3DBA46797}"/>
                </a:ext>
              </a:extLst>
            </p:cNvPr>
            <p:cNvSpPr txBox="1">
              <a:spLocks noChangeArrowheads="1"/>
            </p:cNvSpPr>
            <p:nvPr/>
          </p:nvSpPr>
          <p:spPr bwMode="auto">
            <a:xfrm>
              <a:off x="1600201" y="37211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dirty="0"/>
                <a:t>d</a:t>
              </a:r>
              <a:endParaRPr lang="ru-RU" altLang="en-US" b="0" dirty="0"/>
            </a:p>
          </p:txBody>
        </p:sp>
        <p:sp>
          <p:nvSpPr>
            <p:cNvPr id="40992" name="Oval 27">
              <a:extLst>
                <a:ext uri="{FF2B5EF4-FFF2-40B4-BE49-F238E27FC236}">
                  <a16:creationId xmlns:a16="http://schemas.microsoft.com/office/drawing/2014/main" id="{432312C4-3BFE-47D5-B8DD-075498AF033E}"/>
                </a:ext>
              </a:extLst>
            </p:cNvPr>
            <p:cNvSpPr>
              <a:spLocks noChangeArrowheads="1"/>
            </p:cNvSpPr>
            <p:nvPr/>
          </p:nvSpPr>
          <p:spPr bwMode="auto">
            <a:xfrm>
              <a:off x="7448551" y="1670050"/>
              <a:ext cx="579438" cy="436563"/>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a</a:t>
              </a:r>
              <a:endParaRPr lang="en-US" sz="2000" baseline="-25000" dirty="0">
                <a:solidFill>
                  <a:schemeClr val="bg1"/>
                </a:solidFill>
                <a:latin typeface="+mj-lt"/>
              </a:endParaRPr>
            </a:p>
          </p:txBody>
        </p:sp>
        <p:sp>
          <p:nvSpPr>
            <p:cNvPr id="40993" name="Oval 28">
              <a:extLst>
                <a:ext uri="{FF2B5EF4-FFF2-40B4-BE49-F238E27FC236}">
                  <a16:creationId xmlns:a16="http://schemas.microsoft.com/office/drawing/2014/main" id="{1AFA8AFB-FDAF-4638-8F0C-FFA83BC6683D}"/>
                </a:ext>
              </a:extLst>
            </p:cNvPr>
            <p:cNvSpPr>
              <a:spLocks noChangeArrowheads="1"/>
            </p:cNvSpPr>
            <p:nvPr/>
          </p:nvSpPr>
          <p:spPr bwMode="auto">
            <a:xfrm>
              <a:off x="6508751" y="2417763"/>
              <a:ext cx="579438" cy="436562"/>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c</a:t>
              </a:r>
              <a:endParaRPr lang="en-US" sz="2000" baseline="-25000" dirty="0">
                <a:solidFill>
                  <a:schemeClr val="bg1"/>
                </a:solidFill>
                <a:latin typeface="+mj-lt"/>
              </a:endParaRPr>
            </a:p>
          </p:txBody>
        </p:sp>
        <p:sp>
          <p:nvSpPr>
            <p:cNvPr id="40994" name="Oval 29">
              <a:extLst>
                <a:ext uri="{FF2B5EF4-FFF2-40B4-BE49-F238E27FC236}">
                  <a16:creationId xmlns:a16="http://schemas.microsoft.com/office/drawing/2014/main" id="{3B4CFCE5-F526-43E1-947B-2B2BB3551574}"/>
                </a:ext>
              </a:extLst>
            </p:cNvPr>
            <p:cNvSpPr>
              <a:spLocks noChangeArrowheads="1"/>
            </p:cNvSpPr>
            <p:nvPr/>
          </p:nvSpPr>
          <p:spPr bwMode="auto">
            <a:xfrm>
              <a:off x="6224589" y="3133725"/>
              <a:ext cx="579437" cy="436563"/>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d</a:t>
              </a:r>
              <a:endParaRPr lang="en-US" sz="2000" baseline="-25000" dirty="0">
                <a:solidFill>
                  <a:schemeClr val="bg1"/>
                </a:solidFill>
                <a:latin typeface="+mj-lt"/>
              </a:endParaRPr>
            </a:p>
          </p:txBody>
        </p:sp>
        <p:sp>
          <p:nvSpPr>
            <p:cNvPr id="40995" name="Oval 31">
              <a:extLst>
                <a:ext uri="{FF2B5EF4-FFF2-40B4-BE49-F238E27FC236}">
                  <a16:creationId xmlns:a16="http://schemas.microsoft.com/office/drawing/2014/main" id="{1DA64FA0-F029-4DD8-9DA9-E0883B1EBA7A}"/>
                </a:ext>
              </a:extLst>
            </p:cNvPr>
            <p:cNvSpPr>
              <a:spLocks noChangeArrowheads="1"/>
            </p:cNvSpPr>
            <p:nvPr/>
          </p:nvSpPr>
          <p:spPr bwMode="auto">
            <a:xfrm>
              <a:off x="6508751" y="4054475"/>
              <a:ext cx="579438" cy="436563"/>
            </a:xfrm>
            <a:prstGeom prst="ellipse">
              <a:avLst/>
            </a:prstGeom>
            <a:solidFill>
              <a:schemeClr val="accent1"/>
            </a:solidFill>
            <a:ln w="22225">
              <a:solidFill>
                <a:srgbClr val="000000"/>
              </a:solidFill>
              <a:round/>
              <a:headEnd/>
              <a:tailEnd/>
            </a:ln>
          </p:spPr>
          <p:txBody>
            <a:bodyPr/>
            <a:lstStyle/>
            <a:p>
              <a:pPr algn="ctr">
                <a:defRPr/>
              </a:pPr>
              <a:r>
                <a:rPr lang="en-US" sz="2000" dirty="0">
                  <a:solidFill>
                    <a:schemeClr val="bg1"/>
                  </a:solidFill>
                  <a:latin typeface="+mj-lt"/>
                </a:rPr>
                <a:t>b</a:t>
              </a:r>
              <a:endParaRPr lang="en-US" sz="2000" baseline="-25000" dirty="0">
                <a:solidFill>
                  <a:schemeClr val="bg1"/>
                </a:solidFill>
                <a:latin typeface="+mj-lt"/>
              </a:endParaRPr>
            </a:p>
          </p:txBody>
        </p:sp>
        <p:sp>
          <p:nvSpPr>
            <p:cNvPr id="40996" name="Rectangle 34">
              <a:extLst>
                <a:ext uri="{FF2B5EF4-FFF2-40B4-BE49-F238E27FC236}">
                  <a16:creationId xmlns:a16="http://schemas.microsoft.com/office/drawing/2014/main" id="{44B85AF7-362F-497C-9DB0-8E1798F5AB7D}"/>
                </a:ext>
              </a:extLst>
            </p:cNvPr>
            <p:cNvSpPr>
              <a:spLocks noChangeArrowheads="1"/>
            </p:cNvSpPr>
            <p:nvPr/>
          </p:nvSpPr>
          <p:spPr bwMode="auto">
            <a:xfrm>
              <a:off x="7521576" y="4791075"/>
              <a:ext cx="719138" cy="32543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1</a:t>
              </a:r>
              <a:endParaRPr lang="ru-RU" sz="2000"/>
            </a:p>
          </p:txBody>
        </p:sp>
        <p:sp>
          <p:nvSpPr>
            <p:cNvPr id="40997" name="Rectangle 35">
              <a:extLst>
                <a:ext uri="{FF2B5EF4-FFF2-40B4-BE49-F238E27FC236}">
                  <a16:creationId xmlns:a16="http://schemas.microsoft.com/office/drawing/2014/main" id="{9FD98A73-7DE4-4F52-A204-4C35BBADDE0E}"/>
                </a:ext>
              </a:extLst>
            </p:cNvPr>
            <p:cNvSpPr>
              <a:spLocks noChangeArrowheads="1"/>
            </p:cNvSpPr>
            <p:nvPr/>
          </p:nvSpPr>
          <p:spPr bwMode="auto">
            <a:xfrm>
              <a:off x="5792789" y="4759325"/>
              <a:ext cx="677862" cy="32543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t>0</a:t>
              </a:r>
              <a:endParaRPr lang="ru-RU" sz="2000"/>
            </a:p>
          </p:txBody>
        </p:sp>
        <p:sp>
          <p:nvSpPr>
            <p:cNvPr id="44069" name="Line 36">
              <a:extLst>
                <a:ext uri="{FF2B5EF4-FFF2-40B4-BE49-F238E27FC236}">
                  <a16:creationId xmlns:a16="http://schemas.microsoft.com/office/drawing/2014/main" id="{A794E505-0944-1205-CAEA-AA0B12C0E168}"/>
                </a:ext>
              </a:extLst>
            </p:cNvPr>
            <p:cNvSpPr>
              <a:spLocks noChangeShapeType="1"/>
            </p:cNvSpPr>
            <p:nvPr/>
          </p:nvSpPr>
          <p:spPr bwMode="auto">
            <a:xfrm flipH="1">
              <a:off x="6945313" y="2103438"/>
              <a:ext cx="792163" cy="200501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0" name="Line 37">
              <a:extLst>
                <a:ext uri="{FF2B5EF4-FFF2-40B4-BE49-F238E27FC236}">
                  <a16:creationId xmlns:a16="http://schemas.microsoft.com/office/drawing/2014/main" id="{BAED6E05-00B9-03DB-75AD-09BE60FC35A2}"/>
                </a:ext>
              </a:extLst>
            </p:cNvPr>
            <p:cNvSpPr>
              <a:spLocks noChangeShapeType="1"/>
            </p:cNvSpPr>
            <p:nvPr/>
          </p:nvSpPr>
          <p:spPr bwMode="auto">
            <a:xfrm flipH="1">
              <a:off x="6888163" y="1941513"/>
              <a:ext cx="560388" cy="48736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1" name="Line 38">
              <a:extLst>
                <a:ext uri="{FF2B5EF4-FFF2-40B4-BE49-F238E27FC236}">
                  <a16:creationId xmlns:a16="http://schemas.microsoft.com/office/drawing/2014/main" id="{CE419CAD-C4CC-9FD0-E627-CB9E61B6E140}"/>
                </a:ext>
              </a:extLst>
            </p:cNvPr>
            <p:cNvSpPr>
              <a:spLocks noChangeShapeType="1"/>
            </p:cNvSpPr>
            <p:nvPr/>
          </p:nvSpPr>
          <p:spPr bwMode="auto">
            <a:xfrm>
              <a:off x="7016751" y="2786063"/>
              <a:ext cx="1008063" cy="1973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2" name="Line 39">
              <a:extLst>
                <a:ext uri="{FF2B5EF4-FFF2-40B4-BE49-F238E27FC236}">
                  <a16:creationId xmlns:a16="http://schemas.microsoft.com/office/drawing/2014/main" id="{6B6FF875-783D-FFC4-509A-8846CD2B1E7E}"/>
                </a:ext>
              </a:extLst>
            </p:cNvPr>
            <p:cNvSpPr>
              <a:spLocks noChangeShapeType="1"/>
            </p:cNvSpPr>
            <p:nvPr/>
          </p:nvSpPr>
          <p:spPr bwMode="auto">
            <a:xfrm>
              <a:off x="7031038" y="4391025"/>
              <a:ext cx="936625" cy="37941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3" name="Line 40">
              <a:extLst>
                <a:ext uri="{FF2B5EF4-FFF2-40B4-BE49-F238E27FC236}">
                  <a16:creationId xmlns:a16="http://schemas.microsoft.com/office/drawing/2014/main" id="{5E4D24CC-2500-56A3-192C-164CA73C5DA0}"/>
                </a:ext>
              </a:extLst>
            </p:cNvPr>
            <p:cNvSpPr>
              <a:spLocks noChangeShapeType="1"/>
            </p:cNvSpPr>
            <p:nvPr/>
          </p:nvSpPr>
          <p:spPr bwMode="auto">
            <a:xfrm>
              <a:off x="6584951" y="3567113"/>
              <a:ext cx="215900" cy="4873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4" name="Line 41">
              <a:extLst>
                <a:ext uri="{FF2B5EF4-FFF2-40B4-BE49-F238E27FC236}">
                  <a16:creationId xmlns:a16="http://schemas.microsoft.com/office/drawing/2014/main" id="{5B392913-9223-749F-4607-AE31ECB00AF9}"/>
                </a:ext>
              </a:extLst>
            </p:cNvPr>
            <p:cNvSpPr>
              <a:spLocks noChangeShapeType="1"/>
            </p:cNvSpPr>
            <p:nvPr/>
          </p:nvSpPr>
          <p:spPr bwMode="auto">
            <a:xfrm flipH="1">
              <a:off x="6584951" y="2862263"/>
              <a:ext cx="144463" cy="27146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5" name="Line 42">
              <a:extLst>
                <a:ext uri="{FF2B5EF4-FFF2-40B4-BE49-F238E27FC236}">
                  <a16:creationId xmlns:a16="http://schemas.microsoft.com/office/drawing/2014/main" id="{16AEB994-B16F-1D6C-B745-FB36F64C06D5}"/>
                </a:ext>
              </a:extLst>
            </p:cNvPr>
            <p:cNvSpPr>
              <a:spLocks noChangeShapeType="1"/>
            </p:cNvSpPr>
            <p:nvPr/>
          </p:nvSpPr>
          <p:spPr bwMode="auto">
            <a:xfrm flipH="1">
              <a:off x="6008688" y="3513138"/>
              <a:ext cx="287338" cy="1246188"/>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6" name="Line 43">
              <a:extLst>
                <a:ext uri="{FF2B5EF4-FFF2-40B4-BE49-F238E27FC236}">
                  <a16:creationId xmlns:a16="http://schemas.microsoft.com/office/drawing/2014/main" id="{32E8A69E-9D4F-99FB-4879-8B233F036A15}"/>
                </a:ext>
              </a:extLst>
            </p:cNvPr>
            <p:cNvSpPr>
              <a:spLocks noChangeShapeType="1"/>
            </p:cNvSpPr>
            <p:nvPr/>
          </p:nvSpPr>
          <p:spPr bwMode="auto">
            <a:xfrm flipH="1">
              <a:off x="6224588" y="4433888"/>
              <a:ext cx="360363" cy="325438"/>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4077" name="Line 44">
              <a:extLst>
                <a:ext uri="{FF2B5EF4-FFF2-40B4-BE49-F238E27FC236}">
                  <a16:creationId xmlns:a16="http://schemas.microsoft.com/office/drawing/2014/main" id="{99FDCE21-DC44-B73B-25CA-B50D5736207C}"/>
                </a:ext>
              </a:extLst>
            </p:cNvPr>
            <p:cNvSpPr>
              <a:spLocks noChangeShapeType="1"/>
            </p:cNvSpPr>
            <p:nvPr/>
          </p:nvSpPr>
          <p:spPr bwMode="auto">
            <a:xfrm flipH="1">
              <a:off x="7874001" y="1552575"/>
              <a:ext cx="215900" cy="1079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078" name="Text Box 51">
              <a:extLst>
                <a:ext uri="{FF2B5EF4-FFF2-40B4-BE49-F238E27FC236}">
                  <a16:creationId xmlns:a16="http://schemas.microsoft.com/office/drawing/2014/main" id="{1F247C18-09ED-E500-F77F-31BB33C9B11A}"/>
                </a:ext>
              </a:extLst>
            </p:cNvPr>
            <p:cNvSpPr txBox="1">
              <a:spLocks noChangeArrowheads="1"/>
            </p:cNvSpPr>
            <p:nvPr/>
          </p:nvSpPr>
          <p:spPr bwMode="auto">
            <a:xfrm>
              <a:off x="7059613" y="409733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endParaRPr lang="ru-RU" altLang="en-US" b="0"/>
            </a:p>
          </p:txBody>
        </p:sp>
        <p:sp>
          <p:nvSpPr>
            <p:cNvPr id="44079" name="Text Box 52">
              <a:extLst>
                <a:ext uri="{FF2B5EF4-FFF2-40B4-BE49-F238E27FC236}">
                  <a16:creationId xmlns:a16="http://schemas.microsoft.com/office/drawing/2014/main" id="{C74968C6-B149-5EF8-0C6D-ECAE4DD6ECA6}"/>
                </a:ext>
              </a:extLst>
            </p:cNvPr>
            <p:cNvSpPr txBox="1">
              <a:spLocks noChangeArrowheads="1"/>
            </p:cNvSpPr>
            <p:nvPr/>
          </p:nvSpPr>
          <p:spPr bwMode="auto">
            <a:xfrm>
              <a:off x="5462588" y="3113088"/>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r>
                <a:rPr lang="en-US" altLang="en-US" b="0">
                  <a:sym typeface="Symbol" panose="05050102010706020507" pitchFamily="18" charset="2"/>
                </a:rPr>
                <a:t></a:t>
              </a:r>
              <a:r>
                <a:rPr lang="en-US" altLang="en-US" b="0"/>
                <a:t>d</a:t>
              </a:r>
              <a:endParaRPr lang="ru-RU" altLang="en-US" b="0"/>
            </a:p>
          </p:txBody>
        </p:sp>
        <p:sp>
          <p:nvSpPr>
            <p:cNvPr id="44080" name="Text Box 53">
              <a:extLst>
                <a:ext uri="{FF2B5EF4-FFF2-40B4-BE49-F238E27FC236}">
                  <a16:creationId xmlns:a16="http://schemas.microsoft.com/office/drawing/2014/main" id="{703F37F5-4F05-BC1B-D0EA-EE7CE9AF635A}"/>
                </a:ext>
              </a:extLst>
            </p:cNvPr>
            <p:cNvSpPr txBox="1">
              <a:spLocks noChangeArrowheads="1"/>
            </p:cNvSpPr>
            <p:nvPr/>
          </p:nvSpPr>
          <p:spPr bwMode="auto">
            <a:xfrm>
              <a:off x="5356226" y="2381250"/>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c+b</a:t>
              </a:r>
              <a:r>
                <a:rPr lang="en-US" altLang="en-US" b="0">
                  <a:sym typeface="Symbol" panose="05050102010706020507" pitchFamily="18" charset="2"/>
                </a:rPr>
                <a:t></a:t>
              </a:r>
              <a:r>
                <a:rPr lang="en-US" altLang="en-US" b="0"/>
                <a:t>d</a:t>
              </a:r>
              <a:endParaRPr lang="ru-RU" altLang="en-US" b="0"/>
            </a:p>
          </p:txBody>
        </p:sp>
      </p:grpSp>
      <p:sp>
        <p:nvSpPr>
          <p:cNvPr id="44035" name="Title 51">
            <a:extLst>
              <a:ext uri="{FF2B5EF4-FFF2-40B4-BE49-F238E27FC236}">
                <a16:creationId xmlns:a16="http://schemas.microsoft.com/office/drawing/2014/main" id="{FE41C2DC-96B3-72DF-0957-BA4E7D37374B}"/>
              </a:ext>
            </a:extLst>
          </p:cNvPr>
          <p:cNvSpPr>
            <a:spLocks noGrp="1" noChangeArrowheads="1"/>
          </p:cNvSpPr>
          <p:nvPr>
            <p:ph type="title"/>
          </p:nvPr>
        </p:nvSpPr>
        <p:spPr>
          <a:xfrm>
            <a:off x="-1" y="183402"/>
            <a:ext cx="11612880" cy="704088"/>
          </a:xfrm>
        </p:spPr>
        <p:txBody>
          <a:bodyPr>
            <a:normAutofit/>
          </a:bodyPr>
          <a:lstStyle/>
          <a:p>
            <a:r>
              <a:rPr lang="en-US" altLang="en-US" dirty="0"/>
              <a:t>Example</a:t>
            </a:r>
            <a:endParaRPr lang="ru-RU" altLang="en-US" dirty="0"/>
          </a:p>
        </p:txBody>
      </p:sp>
      <p:sp>
        <p:nvSpPr>
          <p:cNvPr id="44036" name="Content Placeholder 52">
            <a:extLst>
              <a:ext uri="{FF2B5EF4-FFF2-40B4-BE49-F238E27FC236}">
                <a16:creationId xmlns:a16="http://schemas.microsoft.com/office/drawing/2014/main" id="{E820586A-C208-601F-C1B4-E56E61180B53}"/>
              </a:ext>
            </a:extLst>
          </p:cNvPr>
          <p:cNvSpPr>
            <a:spLocks noGrp="1" noChangeArrowheads="1"/>
          </p:cNvSpPr>
          <p:nvPr>
            <p:ph type="body" sz="quarter" idx="10"/>
          </p:nvPr>
        </p:nvSpPr>
        <p:spPr>
          <a:xfrm>
            <a:off x="859971" y="1188720"/>
            <a:ext cx="10875151" cy="5185186"/>
          </a:xfrm>
        </p:spPr>
        <p:txBody>
          <a:bodyPr/>
          <a:lstStyle/>
          <a:p>
            <a:pPr marL="0" indent="0">
              <a:buNone/>
            </a:pPr>
            <a:r>
              <a:rPr lang="en-US" altLang="en-US" dirty="0"/>
              <a:t>                                     f=</a:t>
            </a:r>
            <a:r>
              <a:rPr lang="en-US" altLang="en-US" dirty="0" err="1"/>
              <a:t>a</a:t>
            </a:r>
            <a:r>
              <a:rPr lang="en-US" altLang="en-US" dirty="0" err="1">
                <a:sym typeface="Symbol" panose="05050102010706020507" pitchFamily="18" charset="2"/>
              </a:rPr>
              <a:t></a:t>
            </a:r>
            <a:r>
              <a:rPr lang="en-US" altLang="en-US" dirty="0" err="1"/>
              <a:t>b</a:t>
            </a:r>
            <a:r>
              <a:rPr lang="en-US" altLang="en-US" dirty="0"/>
              <a:t>+~</a:t>
            </a:r>
            <a:r>
              <a:rPr lang="en-US" altLang="en-US" dirty="0" err="1"/>
              <a:t>a</a:t>
            </a:r>
            <a:r>
              <a:rPr lang="en-US" altLang="en-US" dirty="0" err="1">
                <a:sym typeface="Symbol" panose="05050102010706020507" pitchFamily="18" charset="2"/>
              </a:rPr>
              <a:t>c+b</a:t>
            </a:r>
            <a:r>
              <a:rPr lang="en-US" altLang="en-US" dirty="0">
                <a:sym typeface="Symbol" panose="05050102010706020507" pitchFamily="18" charset="2"/>
              </a:rPr>
              <a:t>~</a:t>
            </a:r>
            <a:r>
              <a:rPr lang="en-US" altLang="en-US" dirty="0" err="1">
                <a:sym typeface="Symbol" panose="05050102010706020507" pitchFamily="18" charset="2"/>
              </a:rPr>
              <a:t>cd</a:t>
            </a:r>
            <a:endParaRPr lang="en-US" altLang="en-US" dirty="0">
              <a:sym typeface="Symbol" panose="05050102010706020507" pitchFamily="18" charset="2"/>
            </a:endParaRPr>
          </a:p>
          <a:p>
            <a:pPr marL="0" indent="0">
              <a:buNone/>
            </a:pPr>
            <a:endParaRPr lang="en-US" altLang="en-US" dirty="0"/>
          </a:p>
          <a:p>
            <a:pPr marL="0" indent="0">
              <a:buNone/>
            </a:pPr>
            <a:endParaRPr lang="en-US" altLang="en-US" dirty="0"/>
          </a:p>
          <a:p>
            <a:pPr marL="0" indent="0">
              <a:buNone/>
            </a:pPr>
            <a:r>
              <a:rPr lang="en-US" altLang="en-US" dirty="0"/>
              <a:t> </a:t>
            </a:r>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r>
              <a:rPr lang="en-US" altLang="en-US" dirty="0"/>
              <a:t> Two different orderings, the same function</a:t>
            </a:r>
            <a:endParaRPr lang="ru-RU" altLang="en-US" dirty="0"/>
          </a:p>
          <a:p>
            <a:endParaRPr lang="ru-RU"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78">
            <a:extLst>
              <a:ext uri="{FF2B5EF4-FFF2-40B4-BE49-F238E27FC236}">
                <a16:creationId xmlns:a16="http://schemas.microsoft.com/office/drawing/2014/main" id="{A696409B-2DC1-884A-9630-84E13399CEA6}"/>
              </a:ext>
            </a:extLst>
          </p:cNvPr>
          <p:cNvGrpSpPr>
            <a:grpSpLocks/>
          </p:cNvGrpSpPr>
          <p:nvPr/>
        </p:nvGrpSpPr>
        <p:grpSpPr bwMode="auto">
          <a:xfrm>
            <a:off x="2485231" y="1238025"/>
            <a:ext cx="7221537" cy="4027487"/>
            <a:chOff x="985838" y="1122363"/>
            <a:chExt cx="7221538" cy="4572000"/>
          </a:xfrm>
        </p:grpSpPr>
        <p:grpSp>
          <p:nvGrpSpPr>
            <p:cNvPr id="46084" name="Group 84">
              <a:extLst>
                <a:ext uri="{FF2B5EF4-FFF2-40B4-BE49-F238E27FC236}">
                  <a16:creationId xmlns:a16="http://schemas.microsoft.com/office/drawing/2014/main" id="{2478FF5E-C70B-C6EE-8FD3-E45B34A7E816}"/>
                </a:ext>
              </a:extLst>
            </p:cNvPr>
            <p:cNvGrpSpPr>
              <a:grpSpLocks/>
            </p:cNvGrpSpPr>
            <p:nvPr/>
          </p:nvGrpSpPr>
          <p:grpSpPr bwMode="auto">
            <a:xfrm>
              <a:off x="4906963" y="1122363"/>
              <a:ext cx="3300413" cy="4572000"/>
              <a:chOff x="3091" y="707"/>
              <a:chExt cx="2079" cy="2880"/>
            </a:xfrm>
          </p:grpSpPr>
          <p:sp>
            <p:nvSpPr>
              <p:cNvPr id="2" name="AutoShape 25">
                <a:extLst>
                  <a:ext uri="{FF2B5EF4-FFF2-40B4-BE49-F238E27FC236}">
                    <a16:creationId xmlns:a16="http://schemas.microsoft.com/office/drawing/2014/main" id="{0BB15E31-DA74-4157-A3A7-4E8C1156A767}"/>
                  </a:ext>
                </a:extLst>
              </p:cNvPr>
              <p:cNvSpPr>
                <a:spLocks noChangeArrowheads="1"/>
              </p:cNvSpPr>
              <p:nvPr/>
            </p:nvSpPr>
            <p:spPr bwMode="auto">
              <a:xfrm rot="10800000">
                <a:off x="3296" y="2938"/>
                <a:ext cx="765" cy="27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10 h 21600"/>
                  <a:gd name="T14" fmla="*/ 17111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25400">
                <a:solidFill>
                  <a:schemeClr val="tx1"/>
                </a:solidFill>
                <a:miter lim="800000"/>
                <a:headEnd/>
                <a:tailEnd/>
              </a:ln>
            </p:spPr>
            <p:txBody>
              <a:bodyPr rot="10800000" wrap="none" anchor="ctr"/>
              <a:lstStyle/>
              <a:p>
                <a:pPr algn="ctr" eaLnBrk="1" hangingPunct="1">
                  <a:defRPr/>
                </a:pPr>
                <a:r>
                  <a:rPr lang="en-US" sz="1400">
                    <a:solidFill>
                      <a:schemeClr val="bg1"/>
                    </a:solidFill>
                    <a:latin typeface="+mj-lt"/>
                  </a:rPr>
                  <a:t>MUX</a:t>
                </a:r>
              </a:p>
            </p:txBody>
          </p:sp>
          <p:sp>
            <p:nvSpPr>
              <p:cNvPr id="42009" name="Line 26">
                <a:extLst>
                  <a:ext uri="{FF2B5EF4-FFF2-40B4-BE49-F238E27FC236}">
                    <a16:creationId xmlns:a16="http://schemas.microsoft.com/office/drawing/2014/main" id="{44E387EE-68BE-4008-BA6A-19A1D1EFBEDE}"/>
                  </a:ext>
                </a:extLst>
              </p:cNvPr>
              <p:cNvSpPr>
                <a:spLocks noChangeShapeType="1"/>
              </p:cNvSpPr>
              <p:nvPr/>
            </p:nvSpPr>
            <p:spPr bwMode="auto">
              <a:xfrm flipV="1">
                <a:off x="3680" y="2770"/>
                <a:ext cx="0" cy="178"/>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10" name="Line 27">
                <a:extLst>
                  <a:ext uri="{FF2B5EF4-FFF2-40B4-BE49-F238E27FC236}">
                    <a16:creationId xmlns:a16="http://schemas.microsoft.com/office/drawing/2014/main" id="{261A1B6A-862A-44F3-A40C-385641D44960}"/>
                  </a:ext>
                </a:extLst>
              </p:cNvPr>
              <p:cNvSpPr>
                <a:spLocks noChangeShapeType="1"/>
              </p:cNvSpPr>
              <p:nvPr/>
            </p:nvSpPr>
            <p:spPr bwMode="auto">
              <a:xfrm>
                <a:off x="3440" y="3227"/>
                <a:ext cx="0" cy="194"/>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11" name="Line 28">
                <a:extLst>
                  <a:ext uri="{FF2B5EF4-FFF2-40B4-BE49-F238E27FC236}">
                    <a16:creationId xmlns:a16="http://schemas.microsoft.com/office/drawing/2014/main" id="{4264DE07-4D1A-442E-A470-DB0A7319F8F8}"/>
                  </a:ext>
                </a:extLst>
              </p:cNvPr>
              <p:cNvSpPr>
                <a:spLocks noChangeShapeType="1"/>
              </p:cNvSpPr>
              <p:nvPr/>
            </p:nvSpPr>
            <p:spPr bwMode="auto">
              <a:xfrm>
                <a:off x="3844" y="3226"/>
                <a:ext cx="0" cy="194"/>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12" name="Line 29">
                <a:extLst>
                  <a:ext uri="{FF2B5EF4-FFF2-40B4-BE49-F238E27FC236}">
                    <a16:creationId xmlns:a16="http://schemas.microsoft.com/office/drawing/2014/main" id="{27502DB4-CDA9-4256-B747-D92478577F62}"/>
                  </a:ext>
                </a:extLst>
              </p:cNvPr>
              <p:cNvSpPr>
                <a:spLocks noChangeShapeType="1"/>
              </p:cNvSpPr>
              <p:nvPr/>
            </p:nvSpPr>
            <p:spPr bwMode="auto">
              <a:xfrm>
                <a:off x="3956" y="3070"/>
                <a:ext cx="240" cy="0"/>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13" name="Text Box 30">
                <a:extLst>
                  <a:ext uri="{FF2B5EF4-FFF2-40B4-BE49-F238E27FC236}">
                    <a16:creationId xmlns:a16="http://schemas.microsoft.com/office/drawing/2014/main" id="{237D7762-2C2B-4CEC-ABB7-0E0162485AE3}"/>
                  </a:ext>
                </a:extLst>
              </p:cNvPr>
              <p:cNvSpPr txBox="1">
                <a:spLocks noChangeArrowheads="1"/>
              </p:cNvSpPr>
              <p:nvPr/>
            </p:nvSpPr>
            <p:spPr bwMode="auto">
              <a:xfrm>
                <a:off x="4160" y="2993"/>
                <a:ext cx="288" cy="220"/>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b</a:t>
                </a:r>
              </a:p>
            </p:txBody>
          </p:sp>
          <p:sp>
            <p:nvSpPr>
              <p:cNvPr id="42014" name="Text Box 31">
                <a:extLst>
                  <a:ext uri="{FF2B5EF4-FFF2-40B4-BE49-F238E27FC236}">
                    <a16:creationId xmlns:a16="http://schemas.microsoft.com/office/drawing/2014/main" id="{850780CA-9921-457A-AAE9-34AD62DE233D}"/>
                  </a:ext>
                </a:extLst>
              </p:cNvPr>
              <p:cNvSpPr txBox="1">
                <a:spLocks noChangeArrowheads="1"/>
              </p:cNvSpPr>
              <p:nvPr/>
            </p:nvSpPr>
            <p:spPr bwMode="auto">
              <a:xfrm>
                <a:off x="3296" y="3343"/>
                <a:ext cx="288" cy="220"/>
              </a:xfrm>
              <a:prstGeom prst="rect">
                <a:avLst/>
              </a:prstGeom>
              <a:noFill/>
              <a:ln w="25400">
                <a:noFill/>
                <a:miter lim="800000"/>
                <a:headEnd/>
                <a:tailEnd/>
              </a:ln>
            </p:spPr>
            <p:txBody>
              <a:bodyPr>
                <a:spAutoFit/>
              </a:bodyPr>
              <a:lstStyle/>
              <a:p>
                <a:pPr eaLnBrk="1" hangingPunct="1">
                  <a:spcBef>
                    <a:spcPct val="50000"/>
                  </a:spcBef>
                  <a:defRPr/>
                </a:pPr>
                <a:endParaRPr lang="ru-RU" sz="1400">
                  <a:latin typeface="+mj-lt"/>
                </a:endParaRPr>
              </a:p>
            </p:txBody>
          </p:sp>
          <p:sp>
            <p:nvSpPr>
              <p:cNvPr id="42015" name="Text Box 32">
                <a:extLst>
                  <a:ext uri="{FF2B5EF4-FFF2-40B4-BE49-F238E27FC236}">
                    <a16:creationId xmlns:a16="http://schemas.microsoft.com/office/drawing/2014/main" id="{871D7919-9F20-4007-B70F-B033759930FF}"/>
                  </a:ext>
                </a:extLst>
              </p:cNvPr>
              <p:cNvSpPr txBox="1">
                <a:spLocks noChangeArrowheads="1"/>
              </p:cNvSpPr>
              <p:nvPr/>
            </p:nvSpPr>
            <p:spPr bwMode="auto">
              <a:xfrm>
                <a:off x="3752" y="3367"/>
                <a:ext cx="288" cy="220"/>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1</a:t>
                </a:r>
              </a:p>
            </p:txBody>
          </p:sp>
          <p:sp>
            <p:nvSpPr>
              <p:cNvPr id="42016" name="Text Box 33">
                <a:extLst>
                  <a:ext uri="{FF2B5EF4-FFF2-40B4-BE49-F238E27FC236}">
                    <a16:creationId xmlns:a16="http://schemas.microsoft.com/office/drawing/2014/main" id="{45E041FC-1619-469B-B882-252450AD3390}"/>
                  </a:ext>
                </a:extLst>
              </p:cNvPr>
              <p:cNvSpPr txBox="1">
                <a:spLocks noChangeArrowheads="1"/>
              </p:cNvSpPr>
              <p:nvPr/>
            </p:nvSpPr>
            <p:spPr bwMode="auto">
              <a:xfrm>
                <a:off x="3344" y="3068"/>
                <a:ext cx="288" cy="187"/>
              </a:xfrm>
              <a:prstGeom prst="rect">
                <a:avLst/>
              </a:prstGeom>
              <a:noFill/>
              <a:ln w="25400">
                <a:noFill/>
                <a:miter lim="800000"/>
                <a:headEnd/>
                <a:tailEnd/>
              </a:ln>
            </p:spPr>
            <p:txBody>
              <a:bodyPr>
                <a:spAutoFit/>
              </a:bodyPr>
              <a:lstStyle/>
              <a:p>
                <a:pPr eaLnBrk="1" hangingPunct="1">
                  <a:spcBef>
                    <a:spcPct val="50000"/>
                  </a:spcBef>
                  <a:defRPr/>
                </a:pPr>
                <a:r>
                  <a:rPr lang="en-US" sz="1100">
                    <a:solidFill>
                      <a:schemeClr val="bg1"/>
                    </a:solidFill>
                    <a:latin typeface="+mj-lt"/>
                  </a:rPr>
                  <a:t>0</a:t>
                </a:r>
              </a:p>
            </p:txBody>
          </p:sp>
          <p:sp>
            <p:nvSpPr>
              <p:cNvPr id="42017" name="Text Box 34">
                <a:extLst>
                  <a:ext uri="{FF2B5EF4-FFF2-40B4-BE49-F238E27FC236}">
                    <a16:creationId xmlns:a16="http://schemas.microsoft.com/office/drawing/2014/main" id="{97E2DB7B-1930-4C5E-A761-69AD69581208}"/>
                  </a:ext>
                </a:extLst>
              </p:cNvPr>
              <p:cNvSpPr txBox="1">
                <a:spLocks noChangeArrowheads="1"/>
              </p:cNvSpPr>
              <p:nvPr/>
            </p:nvSpPr>
            <p:spPr bwMode="auto">
              <a:xfrm>
                <a:off x="3794" y="3070"/>
                <a:ext cx="288" cy="186"/>
              </a:xfrm>
              <a:prstGeom prst="rect">
                <a:avLst/>
              </a:prstGeom>
              <a:noFill/>
              <a:ln w="25400">
                <a:noFill/>
                <a:miter lim="800000"/>
                <a:headEnd/>
                <a:tailEnd/>
              </a:ln>
            </p:spPr>
            <p:txBody>
              <a:bodyPr>
                <a:spAutoFit/>
              </a:bodyPr>
              <a:lstStyle/>
              <a:p>
                <a:pPr eaLnBrk="1" hangingPunct="1">
                  <a:spcBef>
                    <a:spcPct val="50000"/>
                  </a:spcBef>
                  <a:defRPr/>
                </a:pPr>
                <a:r>
                  <a:rPr lang="en-US" sz="1100">
                    <a:solidFill>
                      <a:schemeClr val="bg1"/>
                    </a:solidFill>
                    <a:latin typeface="+mj-lt"/>
                  </a:rPr>
                  <a:t>1</a:t>
                </a:r>
              </a:p>
            </p:txBody>
          </p:sp>
          <p:sp>
            <p:nvSpPr>
              <p:cNvPr id="3" name="AutoShape 35">
                <a:extLst>
                  <a:ext uri="{FF2B5EF4-FFF2-40B4-BE49-F238E27FC236}">
                    <a16:creationId xmlns:a16="http://schemas.microsoft.com/office/drawing/2014/main" id="{4DAB629B-35B2-43B8-AF63-CFAE1C75B7D7}"/>
                  </a:ext>
                </a:extLst>
              </p:cNvPr>
              <p:cNvSpPr>
                <a:spLocks noChangeArrowheads="1"/>
              </p:cNvSpPr>
              <p:nvPr/>
            </p:nvSpPr>
            <p:spPr bwMode="auto">
              <a:xfrm rot="10800000">
                <a:off x="3115" y="2384"/>
                <a:ext cx="765" cy="2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26 h 21600"/>
                  <a:gd name="T14" fmla="*/ 17111 w 21600"/>
                  <a:gd name="T15" fmla="*/ 1707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25400">
                <a:solidFill>
                  <a:schemeClr val="tx1"/>
                </a:solidFill>
                <a:miter lim="800000"/>
                <a:headEnd/>
                <a:tailEnd/>
              </a:ln>
            </p:spPr>
            <p:txBody>
              <a:bodyPr rot="10800000" wrap="none" anchor="ctr"/>
              <a:lstStyle/>
              <a:p>
                <a:pPr algn="ctr" eaLnBrk="1" hangingPunct="1">
                  <a:defRPr/>
                </a:pPr>
                <a:r>
                  <a:rPr lang="en-US" sz="1400">
                    <a:solidFill>
                      <a:schemeClr val="bg1"/>
                    </a:solidFill>
                    <a:latin typeface="+mj-lt"/>
                  </a:rPr>
                  <a:t>MUX</a:t>
                </a:r>
              </a:p>
            </p:txBody>
          </p:sp>
          <p:sp>
            <p:nvSpPr>
              <p:cNvPr id="42019" name="Line 37">
                <a:extLst>
                  <a:ext uri="{FF2B5EF4-FFF2-40B4-BE49-F238E27FC236}">
                    <a16:creationId xmlns:a16="http://schemas.microsoft.com/office/drawing/2014/main" id="{2FCD4094-2F1A-4F3C-A97B-6B2EEDB74BD3}"/>
                  </a:ext>
                </a:extLst>
              </p:cNvPr>
              <p:cNvSpPr>
                <a:spLocks noChangeShapeType="1"/>
              </p:cNvSpPr>
              <p:nvPr/>
            </p:nvSpPr>
            <p:spPr bwMode="auto">
              <a:xfrm>
                <a:off x="3680" y="2656"/>
                <a:ext cx="0" cy="195"/>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20" name="Line 39">
                <a:extLst>
                  <a:ext uri="{FF2B5EF4-FFF2-40B4-BE49-F238E27FC236}">
                    <a16:creationId xmlns:a16="http://schemas.microsoft.com/office/drawing/2014/main" id="{92D77188-FA59-444C-A206-400127BA9289}"/>
                  </a:ext>
                </a:extLst>
              </p:cNvPr>
              <p:cNvSpPr>
                <a:spLocks noChangeShapeType="1"/>
              </p:cNvSpPr>
              <p:nvPr/>
            </p:nvSpPr>
            <p:spPr bwMode="auto">
              <a:xfrm>
                <a:off x="3775" y="2501"/>
                <a:ext cx="240" cy="0"/>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21" name="Text Box 40">
                <a:extLst>
                  <a:ext uri="{FF2B5EF4-FFF2-40B4-BE49-F238E27FC236}">
                    <a16:creationId xmlns:a16="http://schemas.microsoft.com/office/drawing/2014/main" id="{C02359EF-DD92-44C2-AF45-C8F88D806E26}"/>
                  </a:ext>
                </a:extLst>
              </p:cNvPr>
              <p:cNvSpPr txBox="1">
                <a:spLocks noChangeArrowheads="1"/>
              </p:cNvSpPr>
              <p:nvPr/>
            </p:nvSpPr>
            <p:spPr bwMode="auto">
              <a:xfrm>
                <a:off x="3979" y="2423"/>
                <a:ext cx="288" cy="219"/>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d</a:t>
                </a:r>
              </a:p>
            </p:txBody>
          </p:sp>
          <p:sp>
            <p:nvSpPr>
              <p:cNvPr id="42022" name="Text Box 41">
                <a:extLst>
                  <a:ext uri="{FF2B5EF4-FFF2-40B4-BE49-F238E27FC236}">
                    <a16:creationId xmlns:a16="http://schemas.microsoft.com/office/drawing/2014/main" id="{11084F58-329A-4E3D-A60B-BD8A704E012D}"/>
                  </a:ext>
                </a:extLst>
              </p:cNvPr>
              <p:cNvSpPr txBox="1">
                <a:spLocks noChangeArrowheads="1"/>
              </p:cNvSpPr>
              <p:nvPr/>
            </p:nvSpPr>
            <p:spPr bwMode="auto">
              <a:xfrm>
                <a:off x="3536" y="2773"/>
                <a:ext cx="288" cy="198"/>
              </a:xfrm>
              <a:prstGeom prst="rect">
                <a:avLst/>
              </a:prstGeom>
              <a:noFill/>
              <a:ln w="25400">
                <a:noFill/>
                <a:miter lim="800000"/>
                <a:headEnd/>
                <a:tailEnd/>
              </a:ln>
            </p:spPr>
            <p:txBody>
              <a:bodyPr>
                <a:spAutoFit/>
              </a:bodyPr>
              <a:lstStyle/>
              <a:p>
                <a:pPr eaLnBrk="1" hangingPunct="1">
                  <a:spcBef>
                    <a:spcPct val="50000"/>
                  </a:spcBef>
                  <a:defRPr/>
                </a:pPr>
                <a:endParaRPr lang="ru-RU" sz="1200">
                  <a:latin typeface="+mj-lt"/>
                </a:endParaRPr>
              </a:p>
            </p:txBody>
          </p:sp>
          <p:sp>
            <p:nvSpPr>
              <p:cNvPr id="42023" name="Text Box 43">
                <a:extLst>
                  <a:ext uri="{FF2B5EF4-FFF2-40B4-BE49-F238E27FC236}">
                    <a16:creationId xmlns:a16="http://schemas.microsoft.com/office/drawing/2014/main" id="{EA0473E0-A8A4-45CB-A766-39A72C4D8EBB}"/>
                  </a:ext>
                </a:extLst>
              </p:cNvPr>
              <p:cNvSpPr txBox="1">
                <a:spLocks noChangeArrowheads="1"/>
              </p:cNvSpPr>
              <p:nvPr/>
            </p:nvSpPr>
            <p:spPr bwMode="auto">
              <a:xfrm>
                <a:off x="3170" y="2497"/>
                <a:ext cx="288" cy="187"/>
              </a:xfrm>
              <a:prstGeom prst="rect">
                <a:avLst/>
              </a:prstGeom>
              <a:noFill/>
              <a:ln w="25400">
                <a:noFill/>
                <a:miter lim="800000"/>
                <a:headEnd/>
                <a:tailEnd/>
              </a:ln>
            </p:spPr>
            <p:txBody>
              <a:bodyPr>
                <a:spAutoFit/>
              </a:bodyPr>
              <a:lstStyle/>
              <a:p>
                <a:pPr eaLnBrk="1" hangingPunct="1">
                  <a:spcBef>
                    <a:spcPct val="50000"/>
                  </a:spcBef>
                  <a:defRPr/>
                </a:pPr>
                <a:r>
                  <a:rPr lang="en-US" sz="1100">
                    <a:solidFill>
                      <a:schemeClr val="bg1"/>
                    </a:solidFill>
                    <a:latin typeface="+mj-lt"/>
                  </a:rPr>
                  <a:t>0</a:t>
                </a:r>
              </a:p>
            </p:txBody>
          </p:sp>
          <p:sp>
            <p:nvSpPr>
              <p:cNvPr id="42024" name="Text Box 44">
                <a:extLst>
                  <a:ext uri="{FF2B5EF4-FFF2-40B4-BE49-F238E27FC236}">
                    <a16:creationId xmlns:a16="http://schemas.microsoft.com/office/drawing/2014/main" id="{51D2DA21-95F8-4B6B-99D5-3B24DD210D0F}"/>
                  </a:ext>
                </a:extLst>
              </p:cNvPr>
              <p:cNvSpPr txBox="1">
                <a:spLocks noChangeArrowheads="1"/>
              </p:cNvSpPr>
              <p:nvPr/>
            </p:nvSpPr>
            <p:spPr bwMode="auto">
              <a:xfrm>
                <a:off x="3601" y="2501"/>
                <a:ext cx="288" cy="187"/>
              </a:xfrm>
              <a:prstGeom prst="rect">
                <a:avLst/>
              </a:prstGeom>
              <a:noFill/>
              <a:ln w="25400">
                <a:noFill/>
                <a:miter lim="800000"/>
                <a:headEnd/>
                <a:tailEnd/>
              </a:ln>
            </p:spPr>
            <p:txBody>
              <a:bodyPr>
                <a:spAutoFit/>
              </a:bodyPr>
              <a:lstStyle/>
              <a:p>
                <a:pPr eaLnBrk="1" hangingPunct="1">
                  <a:spcBef>
                    <a:spcPct val="50000"/>
                  </a:spcBef>
                  <a:defRPr/>
                </a:pPr>
                <a:r>
                  <a:rPr lang="en-US" sz="1100" dirty="0">
                    <a:solidFill>
                      <a:schemeClr val="bg1"/>
                    </a:solidFill>
                    <a:latin typeface="+mj-lt"/>
                  </a:rPr>
                  <a:t>1</a:t>
                </a:r>
              </a:p>
            </p:txBody>
          </p:sp>
          <p:sp>
            <p:nvSpPr>
              <p:cNvPr id="4" name="AutoShape 46">
                <a:extLst>
                  <a:ext uri="{FF2B5EF4-FFF2-40B4-BE49-F238E27FC236}">
                    <a16:creationId xmlns:a16="http://schemas.microsoft.com/office/drawing/2014/main" id="{6708F8E3-B11C-456A-8D54-EF25D9DA5743}"/>
                  </a:ext>
                </a:extLst>
              </p:cNvPr>
              <p:cNvSpPr>
                <a:spLocks noChangeArrowheads="1"/>
              </p:cNvSpPr>
              <p:nvPr/>
            </p:nvSpPr>
            <p:spPr bwMode="auto">
              <a:xfrm rot="10800000">
                <a:off x="4018" y="1108"/>
                <a:ext cx="765" cy="27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10 h 21600"/>
                  <a:gd name="T14" fmla="*/ 17111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25400">
                <a:solidFill>
                  <a:schemeClr val="tx1"/>
                </a:solidFill>
                <a:miter lim="800000"/>
                <a:headEnd/>
                <a:tailEnd/>
              </a:ln>
            </p:spPr>
            <p:txBody>
              <a:bodyPr rot="10800000" wrap="none" anchor="ctr"/>
              <a:lstStyle/>
              <a:p>
                <a:pPr algn="ctr" eaLnBrk="1" hangingPunct="1">
                  <a:defRPr/>
                </a:pPr>
                <a:r>
                  <a:rPr lang="en-US" sz="1400" dirty="0">
                    <a:solidFill>
                      <a:schemeClr val="bg1"/>
                    </a:solidFill>
                    <a:latin typeface="+mj-lt"/>
                  </a:rPr>
                  <a:t>MUX</a:t>
                </a:r>
              </a:p>
            </p:txBody>
          </p:sp>
          <p:sp>
            <p:nvSpPr>
              <p:cNvPr id="42026" name="Line 47">
                <a:extLst>
                  <a:ext uri="{FF2B5EF4-FFF2-40B4-BE49-F238E27FC236}">
                    <a16:creationId xmlns:a16="http://schemas.microsoft.com/office/drawing/2014/main" id="{053A52F7-6009-40B9-AF4C-8F87D3A890A0}"/>
                  </a:ext>
                </a:extLst>
              </p:cNvPr>
              <p:cNvSpPr>
                <a:spLocks noChangeShapeType="1"/>
              </p:cNvSpPr>
              <p:nvPr/>
            </p:nvSpPr>
            <p:spPr bwMode="auto">
              <a:xfrm flipV="1">
                <a:off x="4402" y="924"/>
                <a:ext cx="0" cy="178"/>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27" name="Line 48">
                <a:extLst>
                  <a:ext uri="{FF2B5EF4-FFF2-40B4-BE49-F238E27FC236}">
                    <a16:creationId xmlns:a16="http://schemas.microsoft.com/office/drawing/2014/main" id="{A33A7CF1-32DB-4E94-89CA-EA99762635D4}"/>
                  </a:ext>
                </a:extLst>
              </p:cNvPr>
              <p:cNvSpPr>
                <a:spLocks noChangeShapeType="1"/>
              </p:cNvSpPr>
              <p:nvPr/>
            </p:nvSpPr>
            <p:spPr bwMode="auto">
              <a:xfrm>
                <a:off x="4162" y="1381"/>
                <a:ext cx="0" cy="194"/>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28" name="Line 49">
                <a:extLst>
                  <a:ext uri="{FF2B5EF4-FFF2-40B4-BE49-F238E27FC236}">
                    <a16:creationId xmlns:a16="http://schemas.microsoft.com/office/drawing/2014/main" id="{99C277A3-C6BF-4DA4-A083-A5664B0451F7}"/>
                  </a:ext>
                </a:extLst>
              </p:cNvPr>
              <p:cNvSpPr>
                <a:spLocks noChangeShapeType="1"/>
              </p:cNvSpPr>
              <p:nvPr/>
            </p:nvSpPr>
            <p:spPr bwMode="auto">
              <a:xfrm>
                <a:off x="4566" y="1380"/>
                <a:ext cx="0" cy="194"/>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29" name="Line 50">
                <a:extLst>
                  <a:ext uri="{FF2B5EF4-FFF2-40B4-BE49-F238E27FC236}">
                    <a16:creationId xmlns:a16="http://schemas.microsoft.com/office/drawing/2014/main" id="{3FDD71B8-C1DC-42E6-9471-78AFB0D4541C}"/>
                  </a:ext>
                </a:extLst>
              </p:cNvPr>
              <p:cNvSpPr>
                <a:spLocks noChangeShapeType="1"/>
              </p:cNvSpPr>
              <p:nvPr/>
            </p:nvSpPr>
            <p:spPr bwMode="auto">
              <a:xfrm>
                <a:off x="4678" y="1225"/>
                <a:ext cx="240" cy="0"/>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30" name="Text Box 51">
                <a:extLst>
                  <a:ext uri="{FF2B5EF4-FFF2-40B4-BE49-F238E27FC236}">
                    <a16:creationId xmlns:a16="http://schemas.microsoft.com/office/drawing/2014/main" id="{27EB1B01-79EE-4887-A999-B50C6C894BFF}"/>
                  </a:ext>
                </a:extLst>
              </p:cNvPr>
              <p:cNvSpPr txBox="1">
                <a:spLocks noChangeArrowheads="1"/>
              </p:cNvSpPr>
              <p:nvPr/>
            </p:nvSpPr>
            <p:spPr bwMode="auto">
              <a:xfrm>
                <a:off x="4306" y="707"/>
                <a:ext cx="288" cy="220"/>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f</a:t>
                </a:r>
              </a:p>
            </p:txBody>
          </p:sp>
          <p:sp>
            <p:nvSpPr>
              <p:cNvPr id="42031" name="Text Box 52">
                <a:extLst>
                  <a:ext uri="{FF2B5EF4-FFF2-40B4-BE49-F238E27FC236}">
                    <a16:creationId xmlns:a16="http://schemas.microsoft.com/office/drawing/2014/main" id="{8E117961-0A53-45F1-8022-8EE1209CB994}"/>
                  </a:ext>
                </a:extLst>
              </p:cNvPr>
              <p:cNvSpPr txBox="1">
                <a:spLocks noChangeArrowheads="1"/>
              </p:cNvSpPr>
              <p:nvPr/>
            </p:nvSpPr>
            <p:spPr bwMode="auto">
              <a:xfrm>
                <a:off x="4882" y="1147"/>
                <a:ext cx="288" cy="219"/>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a</a:t>
                </a:r>
              </a:p>
            </p:txBody>
          </p:sp>
          <p:sp>
            <p:nvSpPr>
              <p:cNvPr id="42032" name="Text Box 53">
                <a:extLst>
                  <a:ext uri="{FF2B5EF4-FFF2-40B4-BE49-F238E27FC236}">
                    <a16:creationId xmlns:a16="http://schemas.microsoft.com/office/drawing/2014/main" id="{63F57B5B-FA2E-4A09-B18A-B88365C35D86}"/>
                  </a:ext>
                </a:extLst>
              </p:cNvPr>
              <p:cNvSpPr txBox="1">
                <a:spLocks noChangeArrowheads="1"/>
              </p:cNvSpPr>
              <p:nvPr/>
            </p:nvSpPr>
            <p:spPr bwMode="auto">
              <a:xfrm>
                <a:off x="4018" y="1497"/>
                <a:ext cx="288" cy="220"/>
              </a:xfrm>
              <a:prstGeom prst="rect">
                <a:avLst/>
              </a:prstGeom>
              <a:noFill/>
              <a:ln w="25400">
                <a:noFill/>
                <a:miter lim="800000"/>
                <a:headEnd/>
                <a:tailEnd/>
              </a:ln>
            </p:spPr>
            <p:txBody>
              <a:bodyPr>
                <a:spAutoFit/>
              </a:bodyPr>
              <a:lstStyle/>
              <a:p>
                <a:pPr eaLnBrk="1" hangingPunct="1">
                  <a:spcBef>
                    <a:spcPct val="50000"/>
                  </a:spcBef>
                  <a:defRPr/>
                </a:pPr>
                <a:endParaRPr lang="ru-RU" sz="1400">
                  <a:latin typeface="+mj-lt"/>
                </a:endParaRPr>
              </a:p>
            </p:txBody>
          </p:sp>
          <p:sp>
            <p:nvSpPr>
              <p:cNvPr id="42033" name="Text Box 54">
                <a:extLst>
                  <a:ext uri="{FF2B5EF4-FFF2-40B4-BE49-F238E27FC236}">
                    <a16:creationId xmlns:a16="http://schemas.microsoft.com/office/drawing/2014/main" id="{E3D15174-2E04-4131-B850-B59A00044BF7}"/>
                  </a:ext>
                </a:extLst>
              </p:cNvPr>
              <p:cNvSpPr txBox="1">
                <a:spLocks noChangeArrowheads="1"/>
              </p:cNvSpPr>
              <p:nvPr/>
            </p:nvSpPr>
            <p:spPr bwMode="auto">
              <a:xfrm>
                <a:off x="4522" y="1497"/>
                <a:ext cx="288" cy="220"/>
              </a:xfrm>
              <a:prstGeom prst="rect">
                <a:avLst/>
              </a:prstGeom>
              <a:noFill/>
              <a:ln w="25400">
                <a:noFill/>
                <a:miter lim="800000"/>
                <a:headEnd/>
                <a:tailEnd/>
              </a:ln>
            </p:spPr>
            <p:txBody>
              <a:bodyPr>
                <a:spAutoFit/>
              </a:bodyPr>
              <a:lstStyle/>
              <a:p>
                <a:pPr eaLnBrk="1" hangingPunct="1">
                  <a:spcBef>
                    <a:spcPct val="50000"/>
                  </a:spcBef>
                  <a:defRPr/>
                </a:pPr>
                <a:endParaRPr lang="ru-RU" sz="1400">
                  <a:latin typeface="+mj-lt"/>
                </a:endParaRPr>
              </a:p>
            </p:txBody>
          </p:sp>
          <p:sp>
            <p:nvSpPr>
              <p:cNvPr id="42034" name="Text Box 55">
                <a:extLst>
                  <a:ext uri="{FF2B5EF4-FFF2-40B4-BE49-F238E27FC236}">
                    <a16:creationId xmlns:a16="http://schemas.microsoft.com/office/drawing/2014/main" id="{F7D47BA0-0B5E-46F6-B28E-FACE13F49EDE}"/>
                  </a:ext>
                </a:extLst>
              </p:cNvPr>
              <p:cNvSpPr txBox="1">
                <a:spLocks noChangeArrowheads="1"/>
              </p:cNvSpPr>
              <p:nvPr/>
            </p:nvSpPr>
            <p:spPr bwMode="auto">
              <a:xfrm>
                <a:off x="4087" y="1222"/>
                <a:ext cx="288" cy="186"/>
              </a:xfrm>
              <a:prstGeom prst="rect">
                <a:avLst/>
              </a:prstGeom>
              <a:noFill/>
              <a:ln w="25400">
                <a:noFill/>
                <a:miter lim="800000"/>
                <a:headEnd/>
                <a:tailEnd/>
              </a:ln>
            </p:spPr>
            <p:txBody>
              <a:bodyPr>
                <a:spAutoFit/>
              </a:bodyPr>
              <a:lstStyle/>
              <a:p>
                <a:pPr eaLnBrk="1" hangingPunct="1">
                  <a:spcBef>
                    <a:spcPct val="50000"/>
                  </a:spcBef>
                  <a:defRPr/>
                </a:pPr>
                <a:r>
                  <a:rPr lang="en-US" sz="1100">
                    <a:solidFill>
                      <a:schemeClr val="bg1"/>
                    </a:solidFill>
                    <a:latin typeface="+mj-lt"/>
                  </a:rPr>
                  <a:t>0</a:t>
                </a:r>
              </a:p>
            </p:txBody>
          </p:sp>
          <p:sp>
            <p:nvSpPr>
              <p:cNvPr id="42035" name="Text Box 56">
                <a:extLst>
                  <a:ext uri="{FF2B5EF4-FFF2-40B4-BE49-F238E27FC236}">
                    <a16:creationId xmlns:a16="http://schemas.microsoft.com/office/drawing/2014/main" id="{8AF40968-3CB6-45E3-82D1-B9CE45A271FC}"/>
                  </a:ext>
                </a:extLst>
              </p:cNvPr>
              <p:cNvSpPr txBox="1">
                <a:spLocks noChangeArrowheads="1"/>
              </p:cNvSpPr>
              <p:nvPr/>
            </p:nvSpPr>
            <p:spPr bwMode="auto">
              <a:xfrm>
                <a:off x="4488" y="1217"/>
                <a:ext cx="288" cy="187"/>
              </a:xfrm>
              <a:prstGeom prst="rect">
                <a:avLst/>
              </a:prstGeom>
              <a:noFill/>
              <a:ln w="25400">
                <a:noFill/>
                <a:miter lim="800000"/>
                <a:headEnd/>
                <a:tailEnd/>
              </a:ln>
            </p:spPr>
            <p:txBody>
              <a:bodyPr>
                <a:spAutoFit/>
              </a:bodyPr>
              <a:lstStyle/>
              <a:p>
                <a:pPr eaLnBrk="1" hangingPunct="1">
                  <a:spcBef>
                    <a:spcPct val="50000"/>
                  </a:spcBef>
                  <a:defRPr/>
                </a:pPr>
                <a:r>
                  <a:rPr lang="en-US" sz="1100">
                    <a:solidFill>
                      <a:schemeClr val="bg1"/>
                    </a:solidFill>
                    <a:latin typeface="+mj-lt"/>
                  </a:rPr>
                  <a:t>1</a:t>
                </a:r>
              </a:p>
            </p:txBody>
          </p:sp>
          <p:sp>
            <p:nvSpPr>
              <p:cNvPr id="42036" name="AutoShape 58">
                <a:extLst>
                  <a:ext uri="{FF2B5EF4-FFF2-40B4-BE49-F238E27FC236}">
                    <a16:creationId xmlns:a16="http://schemas.microsoft.com/office/drawing/2014/main" id="{1AAB989A-634A-4ECA-93C2-21F76400C612}"/>
                  </a:ext>
                </a:extLst>
              </p:cNvPr>
              <p:cNvSpPr>
                <a:spLocks noChangeArrowheads="1"/>
              </p:cNvSpPr>
              <p:nvPr/>
            </p:nvSpPr>
            <p:spPr bwMode="auto">
              <a:xfrm rot="10800000">
                <a:off x="3776" y="1740"/>
                <a:ext cx="765" cy="27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10 h 21600"/>
                  <a:gd name="T14" fmla="*/ 17111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25400">
                <a:solidFill>
                  <a:schemeClr val="tx1"/>
                </a:solidFill>
                <a:miter lim="800000"/>
                <a:headEnd/>
                <a:tailEnd/>
              </a:ln>
            </p:spPr>
            <p:txBody>
              <a:bodyPr rot="10800000" wrap="none" anchor="ctr"/>
              <a:lstStyle/>
              <a:p>
                <a:pPr algn="ctr" eaLnBrk="1" hangingPunct="1">
                  <a:defRPr/>
                </a:pPr>
                <a:r>
                  <a:rPr lang="en-US" sz="1400">
                    <a:latin typeface="+mj-lt"/>
                  </a:rPr>
                  <a:t>MUX</a:t>
                </a:r>
              </a:p>
            </p:txBody>
          </p:sp>
          <p:sp>
            <p:nvSpPr>
              <p:cNvPr id="42037" name="Line 59">
                <a:extLst>
                  <a:ext uri="{FF2B5EF4-FFF2-40B4-BE49-F238E27FC236}">
                    <a16:creationId xmlns:a16="http://schemas.microsoft.com/office/drawing/2014/main" id="{A505AA76-AECB-417D-9301-CC4005D240DA}"/>
                  </a:ext>
                </a:extLst>
              </p:cNvPr>
              <p:cNvSpPr>
                <a:spLocks noChangeShapeType="1"/>
              </p:cNvSpPr>
              <p:nvPr/>
            </p:nvSpPr>
            <p:spPr bwMode="auto">
              <a:xfrm flipV="1">
                <a:off x="4167" y="1556"/>
                <a:ext cx="0" cy="178"/>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38" name="Line 60">
                <a:extLst>
                  <a:ext uri="{FF2B5EF4-FFF2-40B4-BE49-F238E27FC236}">
                    <a16:creationId xmlns:a16="http://schemas.microsoft.com/office/drawing/2014/main" id="{53E5A171-48E1-43A0-960A-5AB8FCB26972}"/>
                  </a:ext>
                </a:extLst>
              </p:cNvPr>
              <p:cNvSpPr>
                <a:spLocks noChangeShapeType="1"/>
              </p:cNvSpPr>
              <p:nvPr/>
            </p:nvSpPr>
            <p:spPr bwMode="auto">
              <a:xfrm>
                <a:off x="3941" y="2012"/>
                <a:ext cx="0" cy="208"/>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39" name="Line 61">
                <a:extLst>
                  <a:ext uri="{FF2B5EF4-FFF2-40B4-BE49-F238E27FC236}">
                    <a16:creationId xmlns:a16="http://schemas.microsoft.com/office/drawing/2014/main" id="{44114158-C535-425E-9F61-414777F867DD}"/>
                  </a:ext>
                </a:extLst>
              </p:cNvPr>
              <p:cNvSpPr>
                <a:spLocks noChangeShapeType="1"/>
              </p:cNvSpPr>
              <p:nvPr/>
            </p:nvSpPr>
            <p:spPr bwMode="auto">
              <a:xfrm>
                <a:off x="4324" y="2012"/>
                <a:ext cx="0" cy="193"/>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40" name="Line 62">
                <a:extLst>
                  <a:ext uri="{FF2B5EF4-FFF2-40B4-BE49-F238E27FC236}">
                    <a16:creationId xmlns:a16="http://schemas.microsoft.com/office/drawing/2014/main" id="{D6035B5B-ABDD-4970-BCC7-02362812E534}"/>
                  </a:ext>
                </a:extLst>
              </p:cNvPr>
              <p:cNvSpPr>
                <a:spLocks noChangeShapeType="1"/>
              </p:cNvSpPr>
              <p:nvPr/>
            </p:nvSpPr>
            <p:spPr bwMode="auto">
              <a:xfrm>
                <a:off x="4436" y="1857"/>
                <a:ext cx="240" cy="0"/>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41" name="Text Box 63">
                <a:extLst>
                  <a:ext uri="{FF2B5EF4-FFF2-40B4-BE49-F238E27FC236}">
                    <a16:creationId xmlns:a16="http://schemas.microsoft.com/office/drawing/2014/main" id="{335313E3-8D59-4017-8639-F5DCAC7FB421}"/>
                  </a:ext>
                </a:extLst>
              </p:cNvPr>
              <p:cNvSpPr txBox="1">
                <a:spLocks noChangeArrowheads="1"/>
              </p:cNvSpPr>
              <p:nvPr/>
            </p:nvSpPr>
            <p:spPr bwMode="auto">
              <a:xfrm>
                <a:off x="4256" y="1507"/>
                <a:ext cx="288" cy="220"/>
              </a:xfrm>
              <a:prstGeom prst="rect">
                <a:avLst/>
              </a:prstGeom>
              <a:noFill/>
              <a:ln w="25400">
                <a:noFill/>
                <a:miter lim="800000"/>
                <a:headEnd/>
                <a:tailEnd/>
              </a:ln>
            </p:spPr>
            <p:txBody>
              <a:bodyPr>
                <a:spAutoFit/>
              </a:bodyPr>
              <a:lstStyle/>
              <a:p>
                <a:pPr eaLnBrk="1" hangingPunct="1">
                  <a:spcBef>
                    <a:spcPct val="50000"/>
                  </a:spcBef>
                  <a:defRPr/>
                </a:pPr>
                <a:endParaRPr lang="ru-RU" sz="1400">
                  <a:latin typeface="+mj-lt"/>
                </a:endParaRPr>
              </a:p>
            </p:txBody>
          </p:sp>
          <p:sp>
            <p:nvSpPr>
              <p:cNvPr id="42042" name="Text Box 64">
                <a:extLst>
                  <a:ext uri="{FF2B5EF4-FFF2-40B4-BE49-F238E27FC236}">
                    <a16:creationId xmlns:a16="http://schemas.microsoft.com/office/drawing/2014/main" id="{274D414B-F4BB-4D4A-B350-D0D70CD2B760}"/>
                  </a:ext>
                </a:extLst>
              </p:cNvPr>
              <p:cNvSpPr txBox="1">
                <a:spLocks noChangeArrowheads="1"/>
              </p:cNvSpPr>
              <p:nvPr/>
            </p:nvSpPr>
            <p:spPr bwMode="auto">
              <a:xfrm>
                <a:off x="4640" y="1779"/>
                <a:ext cx="288" cy="220"/>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c</a:t>
                </a:r>
              </a:p>
            </p:txBody>
          </p:sp>
          <p:sp>
            <p:nvSpPr>
              <p:cNvPr id="42043" name="Text Box 66">
                <a:extLst>
                  <a:ext uri="{FF2B5EF4-FFF2-40B4-BE49-F238E27FC236}">
                    <a16:creationId xmlns:a16="http://schemas.microsoft.com/office/drawing/2014/main" id="{DBEFCDEF-879B-41E8-BAB5-B84C2D5765EF}"/>
                  </a:ext>
                </a:extLst>
              </p:cNvPr>
              <p:cNvSpPr txBox="1">
                <a:spLocks noChangeArrowheads="1"/>
              </p:cNvSpPr>
              <p:nvPr/>
            </p:nvSpPr>
            <p:spPr bwMode="auto">
              <a:xfrm>
                <a:off x="4280" y="2129"/>
                <a:ext cx="288" cy="219"/>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1</a:t>
                </a:r>
              </a:p>
            </p:txBody>
          </p:sp>
          <p:sp>
            <p:nvSpPr>
              <p:cNvPr id="42044" name="Text Box 67">
                <a:extLst>
                  <a:ext uri="{FF2B5EF4-FFF2-40B4-BE49-F238E27FC236}">
                    <a16:creationId xmlns:a16="http://schemas.microsoft.com/office/drawing/2014/main" id="{6A96DF52-2CE0-488B-B72E-CF82D06ED218}"/>
                  </a:ext>
                </a:extLst>
              </p:cNvPr>
              <p:cNvSpPr txBox="1">
                <a:spLocks noChangeArrowheads="1"/>
              </p:cNvSpPr>
              <p:nvPr/>
            </p:nvSpPr>
            <p:spPr bwMode="auto">
              <a:xfrm>
                <a:off x="3824" y="1854"/>
                <a:ext cx="288" cy="200"/>
              </a:xfrm>
              <a:prstGeom prst="rect">
                <a:avLst/>
              </a:prstGeom>
              <a:noFill/>
              <a:ln w="25400">
                <a:noFill/>
                <a:miter lim="800000"/>
                <a:headEnd/>
                <a:tailEnd/>
              </a:ln>
            </p:spPr>
            <p:txBody>
              <a:bodyPr>
                <a:spAutoFit/>
              </a:bodyPr>
              <a:lstStyle/>
              <a:p>
                <a:pPr eaLnBrk="1" hangingPunct="1">
                  <a:spcBef>
                    <a:spcPct val="50000"/>
                  </a:spcBef>
                  <a:defRPr/>
                </a:pPr>
                <a:r>
                  <a:rPr lang="en-US" sz="1200">
                    <a:latin typeface="+mj-lt"/>
                  </a:rPr>
                  <a:t>0</a:t>
                </a:r>
              </a:p>
            </p:txBody>
          </p:sp>
          <p:sp>
            <p:nvSpPr>
              <p:cNvPr id="42045" name="Text Box 68">
                <a:extLst>
                  <a:ext uri="{FF2B5EF4-FFF2-40B4-BE49-F238E27FC236}">
                    <a16:creationId xmlns:a16="http://schemas.microsoft.com/office/drawing/2014/main" id="{3EE4A754-C955-43E1-A488-A94D634BE33C}"/>
                  </a:ext>
                </a:extLst>
              </p:cNvPr>
              <p:cNvSpPr txBox="1">
                <a:spLocks noChangeArrowheads="1"/>
              </p:cNvSpPr>
              <p:nvPr/>
            </p:nvSpPr>
            <p:spPr bwMode="auto">
              <a:xfrm>
                <a:off x="4274" y="1857"/>
                <a:ext cx="288" cy="198"/>
              </a:xfrm>
              <a:prstGeom prst="rect">
                <a:avLst/>
              </a:prstGeom>
              <a:noFill/>
              <a:ln w="25400">
                <a:noFill/>
                <a:miter lim="800000"/>
                <a:headEnd/>
                <a:tailEnd/>
              </a:ln>
            </p:spPr>
            <p:txBody>
              <a:bodyPr>
                <a:spAutoFit/>
              </a:bodyPr>
              <a:lstStyle/>
              <a:p>
                <a:pPr eaLnBrk="1" hangingPunct="1">
                  <a:spcBef>
                    <a:spcPct val="50000"/>
                  </a:spcBef>
                  <a:defRPr/>
                </a:pPr>
                <a:r>
                  <a:rPr lang="en-US" sz="1200">
                    <a:latin typeface="+mj-lt"/>
                  </a:rPr>
                  <a:t>1</a:t>
                </a:r>
              </a:p>
            </p:txBody>
          </p:sp>
          <p:sp>
            <p:nvSpPr>
              <p:cNvPr id="42046" name="Text Box 69">
                <a:extLst>
                  <a:ext uri="{FF2B5EF4-FFF2-40B4-BE49-F238E27FC236}">
                    <a16:creationId xmlns:a16="http://schemas.microsoft.com/office/drawing/2014/main" id="{27149893-6CB1-4B01-8E32-07E69DD04FCD}"/>
                  </a:ext>
                </a:extLst>
              </p:cNvPr>
              <p:cNvSpPr txBox="1">
                <a:spLocks noChangeArrowheads="1"/>
              </p:cNvSpPr>
              <p:nvPr/>
            </p:nvSpPr>
            <p:spPr bwMode="auto">
              <a:xfrm>
                <a:off x="3344" y="3359"/>
                <a:ext cx="288" cy="220"/>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0</a:t>
                </a:r>
              </a:p>
            </p:txBody>
          </p:sp>
          <p:sp>
            <p:nvSpPr>
              <p:cNvPr id="42047" name="Line 70">
                <a:extLst>
                  <a:ext uri="{FF2B5EF4-FFF2-40B4-BE49-F238E27FC236}">
                    <a16:creationId xmlns:a16="http://schemas.microsoft.com/office/drawing/2014/main" id="{67C64D46-86EA-4A28-8FB1-1B17DED38651}"/>
                  </a:ext>
                </a:extLst>
              </p:cNvPr>
              <p:cNvSpPr>
                <a:spLocks noChangeShapeType="1"/>
              </p:cNvSpPr>
              <p:nvPr/>
            </p:nvSpPr>
            <p:spPr bwMode="auto">
              <a:xfrm>
                <a:off x="3680" y="2878"/>
                <a:ext cx="1248" cy="0"/>
              </a:xfrm>
              <a:prstGeom prst="line">
                <a:avLst/>
              </a:prstGeom>
              <a:noFill/>
              <a:ln w="25400">
                <a:solidFill>
                  <a:schemeClr val="tx1"/>
                </a:solidFill>
                <a:round/>
                <a:headEnd type="oval" w="med" len="med"/>
                <a:tailEnd/>
              </a:ln>
            </p:spPr>
            <p:txBody>
              <a:bodyPr/>
              <a:lstStyle/>
              <a:p>
                <a:pPr eaLnBrk="1" hangingPunct="1">
                  <a:defRPr/>
                </a:pPr>
                <a:endParaRPr lang="en-GB">
                  <a:latin typeface="+mj-lt"/>
                </a:endParaRPr>
              </a:p>
            </p:txBody>
          </p:sp>
          <p:sp>
            <p:nvSpPr>
              <p:cNvPr id="42048" name="Line 71">
                <a:extLst>
                  <a:ext uri="{FF2B5EF4-FFF2-40B4-BE49-F238E27FC236}">
                    <a16:creationId xmlns:a16="http://schemas.microsoft.com/office/drawing/2014/main" id="{DBA6EEDE-B4DF-45C0-B6F4-EEE88AC82CAB}"/>
                  </a:ext>
                </a:extLst>
              </p:cNvPr>
              <p:cNvSpPr>
                <a:spLocks noChangeShapeType="1"/>
              </p:cNvSpPr>
              <p:nvPr/>
            </p:nvSpPr>
            <p:spPr bwMode="auto">
              <a:xfrm flipV="1">
                <a:off x="4928" y="1578"/>
                <a:ext cx="4" cy="1300"/>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49" name="Line 72">
                <a:extLst>
                  <a:ext uri="{FF2B5EF4-FFF2-40B4-BE49-F238E27FC236}">
                    <a16:creationId xmlns:a16="http://schemas.microsoft.com/office/drawing/2014/main" id="{809B3EB7-5330-44A3-9BE6-29D9387894EF}"/>
                  </a:ext>
                </a:extLst>
              </p:cNvPr>
              <p:cNvSpPr>
                <a:spLocks noChangeShapeType="1"/>
              </p:cNvSpPr>
              <p:nvPr/>
            </p:nvSpPr>
            <p:spPr bwMode="auto">
              <a:xfrm>
                <a:off x="4562" y="1578"/>
                <a:ext cx="360" cy="0"/>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50" name="Line 73">
                <a:extLst>
                  <a:ext uri="{FF2B5EF4-FFF2-40B4-BE49-F238E27FC236}">
                    <a16:creationId xmlns:a16="http://schemas.microsoft.com/office/drawing/2014/main" id="{2F321F18-6B65-4400-8D1B-6E5C4ACE16B3}"/>
                  </a:ext>
                </a:extLst>
              </p:cNvPr>
              <p:cNvSpPr>
                <a:spLocks noChangeShapeType="1"/>
              </p:cNvSpPr>
              <p:nvPr/>
            </p:nvSpPr>
            <p:spPr bwMode="auto">
              <a:xfrm>
                <a:off x="3248" y="2669"/>
                <a:ext cx="0" cy="195"/>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51" name="Text Box 74">
                <a:extLst>
                  <a:ext uri="{FF2B5EF4-FFF2-40B4-BE49-F238E27FC236}">
                    <a16:creationId xmlns:a16="http://schemas.microsoft.com/office/drawing/2014/main" id="{62579C60-2765-47AF-8C21-DC347F65E9EE}"/>
                  </a:ext>
                </a:extLst>
              </p:cNvPr>
              <p:cNvSpPr txBox="1">
                <a:spLocks noChangeArrowheads="1"/>
              </p:cNvSpPr>
              <p:nvPr/>
            </p:nvSpPr>
            <p:spPr bwMode="auto">
              <a:xfrm>
                <a:off x="3091" y="2757"/>
                <a:ext cx="288" cy="220"/>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0</a:t>
                </a:r>
              </a:p>
            </p:txBody>
          </p:sp>
          <p:sp>
            <p:nvSpPr>
              <p:cNvPr id="5" name="AutoShape 76">
                <a:extLst>
                  <a:ext uri="{FF2B5EF4-FFF2-40B4-BE49-F238E27FC236}">
                    <a16:creationId xmlns:a16="http://schemas.microsoft.com/office/drawing/2014/main" id="{7E14CA49-0EF7-4F27-85E5-1C4F5547BFD9}"/>
                  </a:ext>
                </a:extLst>
              </p:cNvPr>
              <p:cNvSpPr>
                <a:spLocks noChangeArrowheads="1"/>
              </p:cNvSpPr>
              <p:nvPr/>
            </p:nvSpPr>
            <p:spPr bwMode="auto">
              <a:xfrm rot="10800000">
                <a:off x="3776" y="1740"/>
                <a:ext cx="765" cy="27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10 h 21600"/>
                  <a:gd name="T14" fmla="*/ 17111 w 21600"/>
                  <a:gd name="T15" fmla="*/ 1709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25400">
                <a:solidFill>
                  <a:schemeClr val="tx1"/>
                </a:solidFill>
                <a:miter lim="800000"/>
                <a:headEnd/>
                <a:tailEnd/>
              </a:ln>
            </p:spPr>
            <p:txBody>
              <a:bodyPr rot="10800000" wrap="none" anchor="ctr"/>
              <a:lstStyle/>
              <a:p>
                <a:pPr algn="ctr" eaLnBrk="1" hangingPunct="1">
                  <a:defRPr/>
                </a:pPr>
                <a:r>
                  <a:rPr lang="en-US" sz="1400" dirty="0">
                    <a:solidFill>
                      <a:schemeClr val="bg1"/>
                    </a:solidFill>
                    <a:latin typeface="+mj-lt"/>
                  </a:rPr>
                  <a:t>MUX</a:t>
                </a:r>
              </a:p>
            </p:txBody>
          </p:sp>
          <p:sp>
            <p:nvSpPr>
              <p:cNvPr id="42054" name="Line 79">
                <a:extLst>
                  <a:ext uri="{FF2B5EF4-FFF2-40B4-BE49-F238E27FC236}">
                    <a16:creationId xmlns:a16="http://schemas.microsoft.com/office/drawing/2014/main" id="{787DF983-5C0F-4809-A062-D354627FD941}"/>
                  </a:ext>
                </a:extLst>
              </p:cNvPr>
              <p:cNvSpPr>
                <a:spLocks noChangeShapeType="1"/>
              </p:cNvSpPr>
              <p:nvPr/>
            </p:nvSpPr>
            <p:spPr bwMode="auto">
              <a:xfrm>
                <a:off x="4324" y="2012"/>
                <a:ext cx="0" cy="193"/>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55" name="Line 80">
                <a:extLst>
                  <a:ext uri="{FF2B5EF4-FFF2-40B4-BE49-F238E27FC236}">
                    <a16:creationId xmlns:a16="http://schemas.microsoft.com/office/drawing/2014/main" id="{3796569D-7C68-4E38-AA99-A37036A70221}"/>
                  </a:ext>
                </a:extLst>
              </p:cNvPr>
              <p:cNvSpPr>
                <a:spLocks noChangeShapeType="1"/>
              </p:cNvSpPr>
              <p:nvPr/>
            </p:nvSpPr>
            <p:spPr bwMode="auto">
              <a:xfrm>
                <a:off x="4436" y="1857"/>
                <a:ext cx="240" cy="0"/>
              </a:xfrm>
              <a:prstGeom prst="line">
                <a:avLst/>
              </a:prstGeom>
              <a:noFill/>
              <a:ln w="25400">
                <a:solidFill>
                  <a:schemeClr val="tx1"/>
                </a:solidFill>
                <a:round/>
                <a:headEnd/>
                <a:tailEnd/>
              </a:ln>
            </p:spPr>
            <p:txBody>
              <a:bodyPr/>
              <a:lstStyle/>
              <a:p>
                <a:pPr eaLnBrk="1" hangingPunct="1">
                  <a:defRPr/>
                </a:pPr>
                <a:endParaRPr lang="en-GB">
                  <a:latin typeface="+mj-lt"/>
                </a:endParaRPr>
              </a:p>
            </p:txBody>
          </p:sp>
          <p:sp>
            <p:nvSpPr>
              <p:cNvPr id="42056" name="Text Box 81">
                <a:extLst>
                  <a:ext uri="{FF2B5EF4-FFF2-40B4-BE49-F238E27FC236}">
                    <a16:creationId xmlns:a16="http://schemas.microsoft.com/office/drawing/2014/main" id="{22263C95-2B74-4C94-95EF-014ADC348046}"/>
                  </a:ext>
                </a:extLst>
              </p:cNvPr>
              <p:cNvSpPr txBox="1">
                <a:spLocks noChangeArrowheads="1"/>
              </p:cNvSpPr>
              <p:nvPr/>
            </p:nvSpPr>
            <p:spPr bwMode="auto">
              <a:xfrm>
                <a:off x="4256" y="1507"/>
                <a:ext cx="288" cy="220"/>
              </a:xfrm>
              <a:prstGeom prst="rect">
                <a:avLst/>
              </a:prstGeom>
              <a:noFill/>
              <a:ln w="25400">
                <a:noFill/>
                <a:miter lim="800000"/>
                <a:headEnd/>
                <a:tailEnd/>
              </a:ln>
            </p:spPr>
            <p:txBody>
              <a:bodyPr>
                <a:spAutoFit/>
              </a:bodyPr>
              <a:lstStyle/>
              <a:p>
                <a:pPr eaLnBrk="1" hangingPunct="1">
                  <a:spcBef>
                    <a:spcPct val="50000"/>
                  </a:spcBef>
                  <a:defRPr/>
                </a:pPr>
                <a:endParaRPr lang="ru-RU" sz="1400">
                  <a:latin typeface="+mj-lt"/>
                </a:endParaRPr>
              </a:p>
            </p:txBody>
          </p:sp>
          <p:sp>
            <p:nvSpPr>
              <p:cNvPr id="42057" name="Text Box 82">
                <a:extLst>
                  <a:ext uri="{FF2B5EF4-FFF2-40B4-BE49-F238E27FC236}">
                    <a16:creationId xmlns:a16="http://schemas.microsoft.com/office/drawing/2014/main" id="{0FCB1600-E3EA-4303-B6FD-569E14BFCBED}"/>
                  </a:ext>
                </a:extLst>
              </p:cNvPr>
              <p:cNvSpPr txBox="1">
                <a:spLocks noChangeArrowheads="1"/>
              </p:cNvSpPr>
              <p:nvPr/>
            </p:nvSpPr>
            <p:spPr bwMode="auto">
              <a:xfrm>
                <a:off x="4640" y="1779"/>
                <a:ext cx="288" cy="220"/>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c</a:t>
                </a:r>
              </a:p>
            </p:txBody>
          </p:sp>
          <p:sp>
            <p:nvSpPr>
              <p:cNvPr id="42058" name="Text Box 84">
                <a:extLst>
                  <a:ext uri="{FF2B5EF4-FFF2-40B4-BE49-F238E27FC236}">
                    <a16:creationId xmlns:a16="http://schemas.microsoft.com/office/drawing/2014/main" id="{3FCF5078-1D2F-4D56-AB2B-4AB3CCBABC5B}"/>
                  </a:ext>
                </a:extLst>
              </p:cNvPr>
              <p:cNvSpPr txBox="1">
                <a:spLocks noChangeArrowheads="1"/>
              </p:cNvSpPr>
              <p:nvPr/>
            </p:nvSpPr>
            <p:spPr bwMode="auto">
              <a:xfrm>
                <a:off x="4280" y="2129"/>
                <a:ext cx="288" cy="219"/>
              </a:xfrm>
              <a:prstGeom prst="rect">
                <a:avLst/>
              </a:prstGeom>
              <a:noFill/>
              <a:ln w="25400">
                <a:noFill/>
                <a:miter lim="800000"/>
                <a:headEnd/>
                <a:tailEnd/>
              </a:ln>
            </p:spPr>
            <p:txBody>
              <a:bodyPr>
                <a:spAutoFit/>
              </a:bodyPr>
              <a:lstStyle/>
              <a:p>
                <a:pPr eaLnBrk="1" hangingPunct="1">
                  <a:spcBef>
                    <a:spcPct val="50000"/>
                  </a:spcBef>
                  <a:defRPr/>
                </a:pPr>
                <a:r>
                  <a:rPr lang="en-US" sz="1400">
                    <a:latin typeface="+mj-lt"/>
                  </a:rPr>
                  <a:t>1</a:t>
                </a:r>
              </a:p>
            </p:txBody>
          </p:sp>
          <p:sp>
            <p:nvSpPr>
              <p:cNvPr id="42059" name="Text Box 85">
                <a:extLst>
                  <a:ext uri="{FF2B5EF4-FFF2-40B4-BE49-F238E27FC236}">
                    <a16:creationId xmlns:a16="http://schemas.microsoft.com/office/drawing/2014/main" id="{C696C31E-B98B-415B-A69A-1C390A6686D6}"/>
                  </a:ext>
                </a:extLst>
              </p:cNvPr>
              <p:cNvSpPr txBox="1">
                <a:spLocks noChangeArrowheads="1"/>
              </p:cNvSpPr>
              <p:nvPr/>
            </p:nvSpPr>
            <p:spPr bwMode="auto">
              <a:xfrm>
                <a:off x="3838" y="1861"/>
                <a:ext cx="288" cy="186"/>
              </a:xfrm>
              <a:prstGeom prst="rect">
                <a:avLst/>
              </a:prstGeom>
              <a:noFill/>
              <a:ln w="25400">
                <a:noFill/>
                <a:miter lim="800000"/>
                <a:headEnd/>
                <a:tailEnd/>
              </a:ln>
            </p:spPr>
            <p:txBody>
              <a:bodyPr>
                <a:spAutoFit/>
              </a:bodyPr>
              <a:lstStyle/>
              <a:p>
                <a:pPr eaLnBrk="1" hangingPunct="1">
                  <a:spcBef>
                    <a:spcPct val="50000"/>
                  </a:spcBef>
                  <a:defRPr/>
                </a:pPr>
                <a:r>
                  <a:rPr lang="en-US" sz="1100">
                    <a:solidFill>
                      <a:schemeClr val="bg1"/>
                    </a:solidFill>
                    <a:latin typeface="+mj-lt"/>
                  </a:rPr>
                  <a:t>0</a:t>
                </a:r>
              </a:p>
            </p:txBody>
          </p:sp>
          <p:sp>
            <p:nvSpPr>
              <p:cNvPr id="42060" name="Text Box 86">
                <a:extLst>
                  <a:ext uri="{FF2B5EF4-FFF2-40B4-BE49-F238E27FC236}">
                    <a16:creationId xmlns:a16="http://schemas.microsoft.com/office/drawing/2014/main" id="{AD093BBE-B854-4DBB-93DC-560FEA32AEA7}"/>
                  </a:ext>
                </a:extLst>
              </p:cNvPr>
              <p:cNvSpPr txBox="1">
                <a:spLocks noChangeArrowheads="1"/>
              </p:cNvSpPr>
              <p:nvPr/>
            </p:nvSpPr>
            <p:spPr bwMode="auto">
              <a:xfrm>
                <a:off x="4246" y="1849"/>
                <a:ext cx="288" cy="187"/>
              </a:xfrm>
              <a:prstGeom prst="rect">
                <a:avLst/>
              </a:prstGeom>
              <a:noFill/>
              <a:ln w="25400">
                <a:noFill/>
                <a:miter lim="800000"/>
                <a:headEnd/>
                <a:tailEnd/>
              </a:ln>
            </p:spPr>
            <p:txBody>
              <a:bodyPr>
                <a:spAutoFit/>
              </a:bodyPr>
              <a:lstStyle/>
              <a:p>
                <a:pPr eaLnBrk="1" hangingPunct="1">
                  <a:spcBef>
                    <a:spcPct val="50000"/>
                  </a:spcBef>
                  <a:defRPr/>
                </a:pPr>
                <a:r>
                  <a:rPr lang="en-US" sz="1100">
                    <a:solidFill>
                      <a:schemeClr val="bg1"/>
                    </a:solidFill>
                    <a:latin typeface="+mj-lt"/>
                  </a:rPr>
                  <a:t>1</a:t>
                </a:r>
              </a:p>
            </p:txBody>
          </p:sp>
          <p:sp>
            <p:nvSpPr>
              <p:cNvPr id="42061" name="Line 87">
                <a:extLst>
                  <a:ext uri="{FF2B5EF4-FFF2-40B4-BE49-F238E27FC236}">
                    <a16:creationId xmlns:a16="http://schemas.microsoft.com/office/drawing/2014/main" id="{CC832724-3172-4FC9-91C0-4B737C0C7D23}"/>
                  </a:ext>
                </a:extLst>
              </p:cNvPr>
              <p:cNvSpPr>
                <a:spLocks noChangeShapeType="1"/>
              </p:cNvSpPr>
              <p:nvPr/>
            </p:nvSpPr>
            <p:spPr bwMode="auto">
              <a:xfrm flipV="1">
                <a:off x="3486" y="2212"/>
                <a:ext cx="0" cy="165"/>
              </a:xfrm>
              <a:prstGeom prst="line">
                <a:avLst/>
              </a:prstGeom>
              <a:noFill/>
              <a:ln w="28575">
                <a:solidFill>
                  <a:schemeClr val="tx1"/>
                </a:solidFill>
                <a:round/>
                <a:headEnd/>
                <a:tailEnd/>
              </a:ln>
            </p:spPr>
            <p:txBody>
              <a:bodyPr/>
              <a:lstStyle/>
              <a:p>
                <a:pPr eaLnBrk="1" hangingPunct="1">
                  <a:defRPr/>
                </a:pPr>
                <a:endParaRPr lang="en-GB">
                  <a:latin typeface="+mj-lt"/>
                </a:endParaRPr>
              </a:p>
            </p:txBody>
          </p:sp>
          <p:sp>
            <p:nvSpPr>
              <p:cNvPr id="42062" name="Line 29">
                <a:extLst>
                  <a:ext uri="{FF2B5EF4-FFF2-40B4-BE49-F238E27FC236}">
                    <a16:creationId xmlns:a16="http://schemas.microsoft.com/office/drawing/2014/main" id="{FCCD9FF3-1469-4038-805C-D3660281675C}"/>
                  </a:ext>
                </a:extLst>
              </p:cNvPr>
              <p:cNvSpPr>
                <a:spLocks noChangeShapeType="1"/>
              </p:cNvSpPr>
              <p:nvPr/>
            </p:nvSpPr>
            <p:spPr bwMode="auto">
              <a:xfrm>
                <a:off x="3485" y="2218"/>
                <a:ext cx="461" cy="0"/>
              </a:xfrm>
              <a:prstGeom prst="line">
                <a:avLst/>
              </a:prstGeom>
              <a:noFill/>
              <a:ln w="25400">
                <a:solidFill>
                  <a:schemeClr val="tx1"/>
                </a:solidFill>
                <a:round/>
                <a:headEnd/>
                <a:tailEnd/>
              </a:ln>
            </p:spPr>
            <p:txBody>
              <a:bodyPr/>
              <a:lstStyle/>
              <a:p>
                <a:pPr eaLnBrk="1" hangingPunct="1">
                  <a:defRPr/>
                </a:pPr>
                <a:endParaRPr lang="en-GB">
                  <a:latin typeface="+mj-lt"/>
                </a:endParaRPr>
              </a:p>
            </p:txBody>
          </p:sp>
        </p:grpSp>
        <p:grpSp>
          <p:nvGrpSpPr>
            <p:cNvPr id="46085" name="Group 82">
              <a:extLst>
                <a:ext uri="{FF2B5EF4-FFF2-40B4-BE49-F238E27FC236}">
                  <a16:creationId xmlns:a16="http://schemas.microsoft.com/office/drawing/2014/main" id="{9ACA6FCA-F480-608A-9F07-EA4EFB613DF3}"/>
                </a:ext>
              </a:extLst>
            </p:cNvPr>
            <p:cNvGrpSpPr>
              <a:grpSpLocks/>
            </p:cNvGrpSpPr>
            <p:nvPr/>
          </p:nvGrpSpPr>
          <p:grpSpPr bwMode="auto">
            <a:xfrm>
              <a:off x="985838" y="1682750"/>
              <a:ext cx="2663825" cy="3836988"/>
              <a:chOff x="621" y="1060"/>
              <a:chExt cx="1678" cy="2417"/>
            </a:xfrm>
          </p:grpSpPr>
          <p:sp>
            <p:nvSpPr>
              <p:cNvPr id="6" name="Oval 90">
                <a:extLst>
                  <a:ext uri="{FF2B5EF4-FFF2-40B4-BE49-F238E27FC236}">
                    <a16:creationId xmlns:a16="http://schemas.microsoft.com/office/drawing/2014/main" id="{09C92E03-1D7E-4382-BA3E-F46191EEFA4E}"/>
                  </a:ext>
                </a:extLst>
              </p:cNvPr>
              <p:cNvSpPr>
                <a:spLocks noChangeArrowheads="1"/>
              </p:cNvSpPr>
              <p:nvPr/>
            </p:nvSpPr>
            <p:spPr bwMode="auto">
              <a:xfrm>
                <a:off x="1800" y="1149"/>
                <a:ext cx="365" cy="295"/>
              </a:xfrm>
              <a:prstGeom prst="ellipse">
                <a:avLst/>
              </a:prstGeom>
              <a:solidFill>
                <a:schemeClr val="accent1"/>
              </a:solidFill>
              <a:ln w="22225">
                <a:solidFill>
                  <a:srgbClr val="000000"/>
                </a:solidFill>
                <a:round/>
                <a:headEnd/>
                <a:tailEnd/>
              </a:ln>
            </p:spPr>
            <p:txBody>
              <a:bodyPr/>
              <a:lstStyle/>
              <a:p>
                <a:pPr algn="ctr">
                  <a:defRPr/>
                </a:pPr>
                <a:r>
                  <a:rPr lang="en-US" sz="1600" dirty="0">
                    <a:solidFill>
                      <a:schemeClr val="bg1"/>
                    </a:solidFill>
                    <a:latin typeface="+mj-lt"/>
                  </a:rPr>
                  <a:t>a</a:t>
                </a:r>
                <a:endParaRPr lang="en-US" sz="1600" baseline="-25000" dirty="0">
                  <a:solidFill>
                    <a:schemeClr val="bg1"/>
                  </a:solidFill>
                  <a:latin typeface="+mj-lt"/>
                </a:endParaRPr>
              </a:p>
            </p:txBody>
          </p:sp>
          <p:sp>
            <p:nvSpPr>
              <p:cNvPr id="41990" name="Oval 91">
                <a:extLst>
                  <a:ext uri="{FF2B5EF4-FFF2-40B4-BE49-F238E27FC236}">
                    <a16:creationId xmlns:a16="http://schemas.microsoft.com/office/drawing/2014/main" id="{AC46354D-D814-4026-A2E4-6F0BFB09F7AB}"/>
                  </a:ext>
                </a:extLst>
              </p:cNvPr>
              <p:cNvSpPr>
                <a:spLocks noChangeArrowheads="1"/>
              </p:cNvSpPr>
              <p:nvPr/>
            </p:nvSpPr>
            <p:spPr bwMode="auto">
              <a:xfrm>
                <a:off x="1208" y="1647"/>
                <a:ext cx="365" cy="296"/>
              </a:xfrm>
              <a:prstGeom prst="ellipse">
                <a:avLst/>
              </a:prstGeom>
              <a:solidFill>
                <a:schemeClr val="accent1"/>
              </a:solidFill>
              <a:ln w="22225">
                <a:solidFill>
                  <a:srgbClr val="000000"/>
                </a:solidFill>
                <a:round/>
                <a:headEnd/>
                <a:tailEnd/>
              </a:ln>
            </p:spPr>
            <p:txBody>
              <a:bodyPr/>
              <a:lstStyle/>
              <a:p>
                <a:pPr algn="ctr">
                  <a:defRPr/>
                </a:pPr>
                <a:r>
                  <a:rPr lang="en-US" sz="1600">
                    <a:solidFill>
                      <a:schemeClr val="bg1"/>
                    </a:solidFill>
                    <a:latin typeface="+mj-lt"/>
                  </a:rPr>
                  <a:t>c</a:t>
                </a:r>
                <a:endParaRPr lang="en-US" sz="1600" baseline="-25000">
                  <a:solidFill>
                    <a:schemeClr val="bg1"/>
                  </a:solidFill>
                  <a:latin typeface="+mj-lt"/>
                </a:endParaRPr>
              </a:p>
            </p:txBody>
          </p:sp>
          <p:sp>
            <p:nvSpPr>
              <p:cNvPr id="41991" name="Oval 92">
                <a:extLst>
                  <a:ext uri="{FF2B5EF4-FFF2-40B4-BE49-F238E27FC236}">
                    <a16:creationId xmlns:a16="http://schemas.microsoft.com/office/drawing/2014/main" id="{817A5C28-A856-4DD9-8BDD-9E89BFECB37B}"/>
                  </a:ext>
                </a:extLst>
              </p:cNvPr>
              <p:cNvSpPr>
                <a:spLocks noChangeArrowheads="1"/>
              </p:cNvSpPr>
              <p:nvPr/>
            </p:nvSpPr>
            <p:spPr bwMode="auto">
              <a:xfrm>
                <a:off x="1029" y="2133"/>
                <a:ext cx="365" cy="296"/>
              </a:xfrm>
              <a:prstGeom prst="ellipse">
                <a:avLst/>
              </a:prstGeom>
              <a:solidFill>
                <a:schemeClr val="accent1"/>
              </a:solidFill>
              <a:ln w="22225">
                <a:solidFill>
                  <a:srgbClr val="000000"/>
                </a:solidFill>
                <a:round/>
                <a:headEnd/>
                <a:tailEnd/>
              </a:ln>
            </p:spPr>
            <p:txBody>
              <a:bodyPr/>
              <a:lstStyle/>
              <a:p>
                <a:pPr algn="ctr">
                  <a:defRPr/>
                </a:pPr>
                <a:r>
                  <a:rPr lang="en-US" sz="1600">
                    <a:solidFill>
                      <a:schemeClr val="bg1"/>
                    </a:solidFill>
                    <a:latin typeface="+mj-lt"/>
                  </a:rPr>
                  <a:t>d</a:t>
                </a:r>
                <a:endParaRPr lang="en-US" sz="1600" baseline="-25000">
                  <a:solidFill>
                    <a:schemeClr val="bg1"/>
                  </a:solidFill>
                  <a:latin typeface="+mj-lt"/>
                </a:endParaRPr>
              </a:p>
            </p:txBody>
          </p:sp>
          <p:sp>
            <p:nvSpPr>
              <p:cNvPr id="41992" name="Oval 93">
                <a:extLst>
                  <a:ext uri="{FF2B5EF4-FFF2-40B4-BE49-F238E27FC236}">
                    <a16:creationId xmlns:a16="http://schemas.microsoft.com/office/drawing/2014/main" id="{B1C5BEE3-D7B5-4078-B622-5E439B9C25EE}"/>
                  </a:ext>
                </a:extLst>
              </p:cNvPr>
              <p:cNvSpPr>
                <a:spLocks noChangeArrowheads="1"/>
              </p:cNvSpPr>
              <p:nvPr/>
            </p:nvSpPr>
            <p:spPr bwMode="auto">
              <a:xfrm>
                <a:off x="1208" y="2759"/>
                <a:ext cx="365" cy="294"/>
              </a:xfrm>
              <a:prstGeom prst="ellipse">
                <a:avLst/>
              </a:prstGeom>
              <a:solidFill>
                <a:schemeClr val="accent1"/>
              </a:solidFill>
              <a:ln w="22225">
                <a:solidFill>
                  <a:srgbClr val="000000"/>
                </a:solidFill>
                <a:round/>
                <a:headEnd/>
                <a:tailEnd/>
              </a:ln>
            </p:spPr>
            <p:txBody>
              <a:bodyPr/>
              <a:lstStyle/>
              <a:p>
                <a:pPr algn="ctr">
                  <a:defRPr/>
                </a:pPr>
                <a:r>
                  <a:rPr lang="en-US" sz="1600" dirty="0">
                    <a:solidFill>
                      <a:schemeClr val="bg1"/>
                    </a:solidFill>
                    <a:latin typeface="+mj-lt"/>
                  </a:rPr>
                  <a:t>b</a:t>
                </a:r>
                <a:endParaRPr lang="en-US" sz="1600" baseline="-25000" dirty="0">
                  <a:solidFill>
                    <a:schemeClr val="bg1"/>
                  </a:solidFill>
                  <a:latin typeface="+mj-lt"/>
                </a:endParaRPr>
              </a:p>
            </p:txBody>
          </p:sp>
          <p:sp>
            <p:nvSpPr>
              <p:cNvPr id="41994" name="Rectangle 94">
                <a:extLst>
                  <a:ext uri="{FF2B5EF4-FFF2-40B4-BE49-F238E27FC236}">
                    <a16:creationId xmlns:a16="http://schemas.microsoft.com/office/drawing/2014/main" id="{4EBE9921-C753-4691-B43F-8BA1BC932899}"/>
                  </a:ext>
                </a:extLst>
              </p:cNvPr>
              <p:cNvSpPr>
                <a:spLocks noChangeArrowheads="1"/>
              </p:cNvSpPr>
              <p:nvPr/>
            </p:nvSpPr>
            <p:spPr bwMode="auto">
              <a:xfrm>
                <a:off x="1846" y="3257"/>
                <a:ext cx="453" cy="220"/>
              </a:xfrm>
              <a:prstGeom prst="rect">
                <a:avLst/>
              </a:prstGeom>
              <a:solidFill>
                <a:schemeClr val="accent1"/>
              </a:solidFill>
              <a:ln w="9525">
                <a:solidFill>
                  <a:schemeClr val="tx1"/>
                </a:solidFill>
                <a:miter lim="800000"/>
                <a:headEnd/>
                <a:tailEnd/>
              </a:ln>
            </p:spPr>
            <p:txBody>
              <a:bodyPr wrap="none" anchor="ctr"/>
              <a:lstStyle/>
              <a:p>
                <a:pPr algn="ctr" eaLnBrk="1" hangingPunct="1">
                  <a:defRPr/>
                </a:pPr>
                <a:r>
                  <a:rPr lang="en-US" sz="1400">
                    <a:solidFill>
                      <a:schemeClr val="bg1"/>
                    </a:solidFill>
                    <a:latin typeface="+mj-lt"/>
                  </a:rPr>
                  <a:t>1</a:t>
                </a:r>
                <a:endParaRPr lang="ru-RU" sz="1400">
                  <a:solidFill>
                    <a:schemeClr val="bg1"/>
                  </a:solidFill>
                  <a:latin typeface="+mj-lt"/>
                </a:endParaRPr>
              </a:p>
            </p:txBody>
          </p:sp>
          <p:sp>
            <p:nvSpPr>
              <p:cNvPr id="41995" name="Rectangle 95">
                <a:extLst>
                  <a:ext uri="{FF2B5EF4-FFF2-40B4-BE49-F238E27FC236}">
                    <a16:creationId xmlns:a16="http://schemas.microsoft.com/office/drawing/2014/main" id="{DA75E35E-5672-4F73-9539-9EE354B3F971}"/>
                  </a:ext>
                </a:extLst>
              </p:cNvPr>
              <p:cNvSpPr>
                <a:spLocks noChangeArrowheads="1"/>
              </p:cNvSpPr>
              <p:nvPr/>
            </p:nvSpPr>
            <p:spPr bwMode="auto">
              <a:xfrm>
                <a:off x="757" y="3237"/>
                <a:ext cx="427" cy="219"/>
              </a:xfrm>
              <a:prstGeom prst="rect">
                <a:avLst/>
              </a:prstGeom>
              <a:solidFill>
                <a:schemeClr val="accent1"/>
              </a:solidFill>
              <a:ln w="9525">
                <a:solidFill>
                  <a:schemeClr val="tx1"/>
                </a:solidFill>
                <a:miter lim="800000"/>
                <a:headEnd/>
                <a:tailEnd/>
              </a:ln>
            </p:spPr>
            <p:txBody>
              <a:bodyPr wrap="none" anchor="ctr"/>
              <a:lstStyle/>
              <a:p>
                <a:pPr algn="ctr" eaLnBrk="1" hangingPunct="1">
                  <a:defRPr/>
                </a:pPr>
                <a:r>
                  <a:rPr lang="en-US" sz="1400">
                    <a:solidFill>
                      <a:schemeClr val="bg1"/>
                    </a:solidFill>
                    <a:latin typeface="+mj-lt"/>
                  </a:rPr>
                  <a:t>0</a:t>
                </a:r>
                <a:endParaRPr lang="ru-RU" sz="1400">
                  <a:solidFill>
                    <a:schemeClr val="bg1"/>
                  </a:solidFill>
                  <a:latin typeface="+mj-lt"/>
                </a:endParaRPr>
              </a:p>
            </p:txBody>
          </p:sp>
          <p:sp>
            <p:nvSpPr>
              <p:cNvPr id="41996" name="Line 96">
                <a:extLst>
                  <a:ext uri="{FF2B5EF4-FFF2-40B4-BE49-F238E27FC236}">
                    <a16:creationId xmlns:a16="http://schemas.microsoft.com/office/drawing/2014/main" id="{1854D965-4078-4A09-BBD2-B0A0C2C4689A}"/>
                  </a:ext>
                </a:extLst>
              </p:cNvPr>
              <p:cNvSpPr>
                <a:spLocks noChangeShapeType="1"/>
              </p:cNvSpPr>
              <p:nvPr/>
            </p:nvSpPr>
            <p:spPr bwMode="auto">
              <a:xfrm flipH="1">
                <a:off x="1483" y="1434"/>
                <a:ext cx="499" cy="1360"/>
              </a:xfrm>
              <a:prstGeom prst="line">
                <a:avLst/>
              </a:prstGeom>
              <a:noFill/>
              <a:ln w="25400">
                <a:solidFill>
                  <a:schemeClr val="tx1"/>
                </a:solidFill>
                <a:round/>
                <a:headEnd/>
                <a:tailEnd type="triangle" w="lg" len="lg"/>
              </a:ln>
            </p:spPr>
            <p:txBody>
              <a:bodyPr/>
              <a:lstStyle/>
              <a:p>
                <a:pPr eaLnBrk="1" hangingPunct="1">
                  <a:defRPr/>
                </a:pPr>
                <a:endParaRPr lang="en-GB">
                  <a:latin typeface="+mj-lt"/>
                </a:endParaRPr>
              </a:p>
            </p:txBody>
          </p:sp>
          <p:sp>
            <p:nvSpPr>
              <p:cNvPr id="41997" name="Line 97">
                <a:extLst>
                  <a:ext uri="{FF2B5EF4-FFF2-40B4-BE49-F238E27FC236}">
                    <a16:creationId xmlns:a16="http://schemas.microsoft.com/office/drawing/2014/main" id="{234F86F1-0340-480E-AAAF-077123A6614E}"/>
                  </a:ext>
                </a:extLst>
              </p:cNvPr>
              <p:cNvSpPr>
                <a:spLocks noChangeShapeType="1"/>
              </p:cNvSpPr>
              <p:nvPr/>
            </p:nvSpPr>
            <p:spPr bwMode="auto">
              <a:xfrm flipH="1">
                <a:off x="1447" y="1325"/>
                <a:ext cx="353" cy="330"/>
              </a:xfrm>
              <a:prstGeom prst="line">
                <a:avLst/>
              </a:prstGeom>
              <a:noFill/>
              <a:ln w="25400">
                <a:solidFill>
                  <a:schemeClr val="tx1"/>
                </a:solidFill>
                <a:prstDash val="dash"/>
                <a:round/>
                <a:headEnd/>
                <a:tailEnd type="triangle" w="lg" len="lg"/>
              </a:ln>
            </p:spPr>
            <p:txBody>
              <a:bodyPr/>
              <a:lstStyle/>
              <a:p>
                <a:pPr eaLnBrk="1" hangingPunct="1">
                  <a:defRPr/>
                </a:pPr>
                <a:endParaRPr lang="en-GB">
                  <a:latin typeface="+mj-lt"/>
                </a:endParaRPr>
              </a:p>
            </p:txBody>
          </p:sp>
          <p:sp>
            <p:nvSpPr>
              <p:cNvPr id="41998" name="Line 98">
                <a:extLst>
                  <a:ext uri="{FF2B5EF4-FFF2-40B4-BE49-F238E27FC236}">
                    <a16:creationId xmlns:a16="http://schemas.microsoft.com/office/drawing/2014/main" id="{7FDBD298-395D-442E-826F-D83F59EFDB4D}"/>
                  </a:ext>
                </a:extLst>
              </p:cNvPr>
              <p:cNvSpPr>
                <a:spLocks noChangeShapeType="1"/>
              </p:cNvSpPr>
              <p:nvPr/>
            </p:nvSpPr>
            <p:spPr bwMode="auto">
              <a:xfrm>
                <a:off x="1528" y="1897"/>
                <a:ext cx="635" cy="1341"/>
              </a:xfrm>
              <a:prstGeom prst="line">
                <a:avLst/>
              </a:prstGeom>
              <a:noFill/>
              <a:ln w="25400">
                <a:solidFill>
                  <a:schemeClr val="tx1"/>
                </a:solidFill>
                <a:round/>
                <a:headEnd/>
                <a:tailEnd type="triangle" w="lg" len="lg"/>
              </a:ln>
            </p:spPr>
            <p:txBody>
              <a:bodyPr/>
              <a:lstStyle/>
              <a:p>
                <a:pPr eaLnBrk="1" hangingPunct="1">
                  <a:defRPr/>
                </a:pPr>
                <a:endParaRPr lang="en-GB">
                  <a:latin typeface="+mj-lt"/>
                </a:endParaRPr>
              </a:p>
            </p:txBody>
          </p:sp>
          <p:sp>
            <p:nvSpPr>
              <p:cNvPr id="41999" name="Line 99">
                <a:extLst>
                  <a:ext uri="{FF2B5EF4-FFF2-40B4-BE49-F238E27FC236}">
                    <a16:creationId xmlns:a16="http://schemas.microsoft.com/office/drawing/2014/main" id="{BEDA836B-0208-49A6-AE78-47365D9F22F9}"/>
                  </a:ext>
                </a:extLst>
              </p:cNvPr>
              <p:cNvSpPr>
                <a:spLocks noChangeShapeType="1"/>
              </p:cNvSpPr>
              <p:nvPr/>
            </p:nvSpPr>
            <p:spPr bwMode="auto">
              <a:xfrm>
                <a:off x="1537" y="2985"/>
                <a:ext cx="590" cy="258"/>
              </a:xfrm>
              <a:prstGeom prst="line">
                <a:avLst/>
              </a:prstGeom>
              <a:noFill/>
              <a:ln w="25400">
                <a:solidFill>
                  <a:schemeClr val="tx1"/>
                </a:solidFill>
                <a:round/>
                <a:headEnd/>
                <a:tailEnd type="triangle" w="lg" len="lg"/>
              </a:ln>
            </p:spPr>
            <p:txBody>
              <a:bodyPr/>
              <a:lstStyle/>
              <a:p>
                <a:pPr eaLnBrk="1" hangingPunct="1">
                  <a:defRPr/>
                </a:pPr>
                <a:endParaRPr lang="en-GB">
                  <a:latin typeface="+mj-lt"/>
                </a:endParaRPr>
              </a:p>
            </p:txBody>
          </p:sp>
          <p:sp>
            <p:nvSpPr>
              <p:cNvPr id="42000" name="Line 100">
                <a:extLst>
                  <a:ext uri="{FF2B5EF4-FFF2-40B4-BE49-F238E27FC236}">
                    <a16:creationId xmlns:a16="http://schemas.microsoft.com/office/drawing/2014/main" id="{99358C2D-5F35-4645-8F22-DFDAE0B257E8}"/>
                  </a:ext>
                </a:extLst>
              </p:cNvPr>
              <p:cNvSpPr>
                <a:spLocks noChangeShapeType="1"/>
              </p:cNvSpPr>
              <p:nvPr/>
            </p:nvSpPr>
            <p:spPr bwMode="auto">
              <a:xfrm>
                <a:off x="1256" y="2427"/>
                <a:ext cx="136" cy="330"/>
              </a:xfrm>
              <a:prstGeom prst="line">
                <a:avLst/>
              </a:prstGeom>
              <a:noFill/>
              <a:ln w="25400">
                <a:solidFill>
                  <a:schemeClr val="tx1"/>
                </a:solidFill>
                <a:round/>
                <a:headEnd/>
                <a:tailEnd type="triangle" w="lg" len="lg"/>
              </a:ln>
            </p:spPr>
            <p:txBody>
              <a:bodyPr/>
              <a:lstStyle/>
              <a:p>
                <a:pPr eaLnBrk="1" hangingPunct="1">
                  <a:defRPr/>
                </a:pPr>
                <a:endParaRPr lang="en-GB">
                  <a:latin typeface="+mj-lt"/>
                </a:endParaRPr>
              </a:p>
            </p:txBody>
          </p:sp>
          <p:sp>
            <p:nvSpPr>
              <p:cNvPr id="42001" name="Line 101">
                <a:extLst>
                  <a:ext uri="{FF2B5EF4-FFF2-40B4-BE49-F238E27FC236}">
                    <a16:creationId xmlns:a16="http://schemas.microsoft.com/office/drawing/2014/main" id="{00311E2B-1AFD-44AA-B11E-7C1E0BE19E49}"/>
                  </a:ext>
                </a:extLst>
              </p:cNvPr>
              <p:cNvSpPr>
                <a:spLocks noChangeShapeType="1"/>
              </p:cNvSpPr>
              <p:nvPr/>
            </p:nvSpPr>
            <p:spPr bwMode="auto">
              <a:xfrm flipH="1">
                <a:off x="1256" y="1949"/>
                <a:ext cx="91" cy="184"/>
              </a:xfrm>
              <a:prstGeom prst="line">
                <a:avLst/>
              </a:prstGeom>
              <a:noFill/>
              <a:ln w="25400">
                <a:solidFill>
                  <a:schemeClr val="tx1"/>
                </a:solidFill>
                <a:prstDash val="dash"/>
                <a:round/>
                <a:headEnd/>
                <a:tailEnd type="triangle" w="lg" len="lg"/>
              </a:ln>
            </p:spPr>
            <p:txBody>
              <a:bodyPr/>
              <a:lstStyle/>
              <a:p>
                <a:pPr eaLnBrk="1" hangingPunct="1">
                  <a:defRPr/>
                </a:pPr>
                <a:endParaRPr lang="en-GB">
                  <a:latin typeface="+mj-lt"/>
                </a:endParaRPr>
              </a:p>
            </p:txBody>
          </p:sp>
          <p:sp>
            <p:nvSpPr>
              <p:cNvPr id="42002" name="Line 102">
                <a:extLst>
                  <a:ext uri="{FF2B5EF4-FFF2-40B4-BE49-F238E27FC236}">
                    <a16:creationId xmlns:a16="http://schemas.microsoft.com/office/drawing/2014/main" id="{02BAA0A0-DD8E-4B86-8D56-43F521F774E6}"/>
                  </a:ext>
                </a:extLst>
              </p:cNvPr>
              <p:cNvSpPr>
                <a:spLocks noChangeShapeType="1"/>
              </p:cNvSpPr>
              <p:nvPr/>
            </p:nvSpPr>
            <p:spPr bwMode="auto">
              <a:xfrm flipH="1">
                <a:off x="893" y="2391"/>
                <a:ext cx="181" cy="847"/>
              </a:xfrm>
              <a:prstGeom prst="line">
                <a:avLst/>
              </a:prstGeom>
              <a:noFill/>
              <a:ln w="25400">
                <a:solidFill>
                  <a:schemeClr val="tx1"/>
                </a:solidFill>
                <a:prstDash val="dash"/>
                <a:round/>
                <a:headEnd/>
                <a:tailEnd type="triangle" w="lg" len="lg"/>
              </a:ln>
            </p:spPr>
            <p:txBody>
              <a:bodyPr/>
              <a:lstStyle/>
              <a:p>
                <a:pPr eaLnBrk="1" hangingPunct="1">
                  <a:defRPr/>
                </a:pPr>
                <a:endParaRPr lang="en-GB">
                  <a:latin typeface="+mj-lt"/>
                </a:endParaRPr>
              </a:p>
            </p:txBody>
          </p:sp>
          <p:sp>
            <p:nvSpPr>
              <p:cNvPr id="42003" name="Line 103">
                <a:extLst>
                  <a:ext uri="{FF2B5EF4-FFF2-40B4-BE49-F238E27FC236}">
                    <a16:creationId xmlns:a16="http://schemas.microsoft.com/office/drawing/2014/main" id="{BB3AB1F3-B250-461C-ACCA-51144FB4A90C}"/>
                  </a:ext>
                </a:extLst>
              </p:cNvPr>
              <p:cNvSpPr>
                <a:spLocks noChangeShapeType="1"/>
              </p:cNvSpPr>
              <p:nvPr/>
            </p:nvSpPr>
            <p:spPr bwMode="auto">
              <a:xfrm flipH="1">
                <a:off x="1029" y="3014"/>
                <a:ext cx="227" cy="222"/>
              </a:xfrm>
              <a:prstGeom prst="line">
                <a:avLst/>
              </a:prstGeom>
              <a:noFill/>
              <a:ln w="25400">
                <a:solidFill>
                  <a:schemeClr val="tx1"/>
                </a:solidFill>
                <a:prstDash val="dash"/>
                <a:round/>
                <a:headEnd/>
                <a:tailEnd type="triangle" w="lg" len="lg"/>
              </a:ln>
            </p:spPr>
            <p:txBody>
              <a:bodyPr/>
              <a:lstStyle/>
              <a:p>
                <a:pPr eaLnBrk="1" hangingPunct="1">
                  <a:defRPr/>
                </a:pPr>
                <a:endParaRPr lang="en-GB">
                  <a:latin typeface="+mj-lt"/>
                </a:endParaRPr>
              </a:p>
            </p:txBody>
          </p:sp>
          <p:sp>
            <p:nvSpPr>
              <p:cNvPr id="42004" name="Line 104">
                <a:extLst>
                  <a:ext uri="{FF2B5EF4-FFF2-40B4-BE49-F238E27FC236}">
                    <a16:creationId xmlns:a16="http://schemas.microsoft.com/office/drawing/2014/main" id="{F6955EF5-F8CF-4896-AA63-477F3BA0A24D}"/>
                  </a:ext>
                </a:extLst>
              </p:cNvPr>
              <p:cNvSpPr>
                <a:spLocks noChangeShapeType="1"/>
              </p:cNvSpPr>
              <p:nvPr/>
            </p:nvSpPr>
            <p:spPr bwMode="auto">
              <a:xfrm flipH="1">
                <a:off x="2068" y="1060"/>
                <a:ext cx="136" cy="74"/>
              </a:xfrm>
              <a:prstGeom prst="line">
                <a:avLst/>
              </a:prstGeom>
              <a:noFill/>
              <a:ln w="9525">
                <a:solidFill>
                  <a:schemeClr val="tx1"/>
                </a:solidFill>
                <a:round/>
                <a:headEnd/>
                <a:tailEnd type="triangle" w="med" len="med"/>
              </a:ln>
            </p:spPr>
            <p:txBody>
              <a:bodyPr/>
              <a:lstStyle/>
              <a:p>
                <a:pPr eaLnBrk="1" hangingPunct="1">
                  <a:defRPr/>
                </a:pPr>
                <a:endParaRPr lang="en-GB">
                  <a:latin typeface="+mj-lt"/>
                </a:endParaRPr>
              </a:p>
            </p:txBody>
          </p:sp>
          <p:sp>
            <p:nvSpPr>
              <p:cNvPr id="42005" name="Text Box 105">
                <a:extLst>
                  <a:ext uri="{FF2B5EF4-FFF2-40B4-BE49-F238E27FC236}">
                    <a16:creationId xmlns:a16="http://schemas.microsoft.com/office/drawing/2014/main" id="{A6F7FAE8-09BD-47B9-AADA-AB851AE03D02}"/>
                  </a:ext>
                </a:extLst>
              </p:cNvPr>
              <p:cNvSpPr txBox="1">
                <a:spLocks noChangeArrowheads="1"/>
              </p:cNvSpPr>
              <p:nvPr/>
            </p:nvSpPr>
            <p:spPr bwMode="auto">
              <a:xfrm>
                <a:off x="1555" y="2787"/>
                <a:ext cx="408" cy="242"/>
              </a:xfrm>
              <a:prstGeom prst="rect">
                <a:avLst/>
              </a:prstGeom>
              <a:noFill/>
              <a:ln w="9525">
                <a:noFill/>
                <a:miter lim="800000"/>
                <a:headEnd/>
                <a:tailEnd/>
              </a:ln>
            </p:spPr>
            <p:txBody>
              <a:bodyPr>
                <a:spAutoFit/>
              </a:bodyPr>
              <a:lstStyle/>
              <a:p>
                <a:pPr eaLnBrk="1" hangingPunct="1">
                  <a:spcBef>
                    <a:spcPct val="50000"/>
                  </a:spcBef>
                  <a:defRPr/>
                </a:pPr>
                <a:r>
                  <a:rPr lang="en-US" sz="1600">
                    <a:latin typeface="+mj-lt"/>
                  </a:rPr>
                  <a:t>b</a:t>
                </a:r>
                <a:endParaRPr lang="ru-RU" sz="1600">
                  <a:latin typeface="+mj-lt"/>
                </a:endParaRPr>
              </a:p>
            </p:txBody>
          </p:sp>
          <p:sp>
            <p:nvSpPr>
              <p:cNvPr id="42006" name="Text Box 106">
                <a:extLst>
                  <a:ext uri="{FF2B5EF4-FFF2-40B4-BE49-F238E27FC236}">
                    <a16:creationId xmlns:a16="http://schemas.microsoft.com/office/drawing/2014/main" id="{D48EA6A1-017E-4B71-A1F7-030627558C7C}"/>
                  </a:ext>
                </a:extLst>
              </p:cNvPr>
              <p:cNvSpPr txBox="1">
                <a:spLocks noChangeArrowheads="1"/>
              </p:cNvSpPr>
              <p:nvPr/>
            </p:nvSpPr>
            <p:spPr bwMode="auto">
              <a:xfrm>
                <a:off x="621" y="2156"/>
                <a:ext cx="544" cy="243"/>
              </a:xfrm>
              <a:prstGeom prst="rect">
                <a:avLst/>
              </a:prstGeom>
              <a:noFill/>
              <a:ln w="9525">
                <a:noFill/>
                <a:miter lim="800000"/>
                <a:headEnd/>
                <a:tailEnd/>
              </a:ln>
            </p:spPr>
            <p:txBody>
              <a:bodyPr>
                <a:spAutoFit/>
              </a:bodyPr>
              <a:lstStyle/>
              <a:p>
                <a:pPr eaLnBrk="1" hangingPunct="1">
                  <a:spcBef>
                    <a:spcPct val="50000"/>
                  </a:spcBef>
                  <a:defRPr/>
                </a:pPr>
                <a:r>
                  <a:rPr lang="en-US" sz="1600" dirty="0" err="1">
                    <a:solidFill>
                      <a:schemeClr val="bg1"/>
                    </a:solidFill>
                    <a:latin typeface="+mj-lt"/>
                  </a:rPr>
                  <a:t>b</a:t>
                </a:r>
                <a:r>
                  <a:rPr lang="en-US" sz="1600" dirty="0" err="1">
                    <a:solidFill>
                      <a:schemeClr val="bg1"/>
                    </a:solidFill>
                    <a:latin typeface="+mj-lt"/>
                    <a:sym typeface="Symbol" pitchFamily="18" charset="2"/>
                  </a:rPr>
                  <a:t></a:t>
                </a:r>
                <a:r>
                  <a:rPr lang="en-US" sz="1600" dirty="0" err="1">
                    <a:solidFill>
                      <a:schemeClr val="bg1"/>
                    </a:solidFill>
                    <a:latin typeface="+mj-lt"/>
                  </a:rPr>
                  <a:t>d</a:t>
                </a:r>
                <a:endParaRPr lang="ru-RU" sz="1600" dirty="0">
                  <a:solidFill>
                    <a:schemeClr val="bg1"/>
                  </a:solidFill>
                  <a:latin typeface="+mj-lt"/>
                </a:endParaRPr>
              </a:p>
            </p:txBody>
          </p:sp>
          <p:sp>
            <p:nvSpPr>
              <p:cNvPr id="42007" name="Text Box 107">
                <a:extLst>
                  <a:ext uri="{FF2B5EF4-FFF2-40B4-BE49-F238E27FC236}">
                    <a16:creationId xmlns:a16="http://schemas.microsoft.com/office/drawing/2014/main" id="{7E9282C4-5A09-443B-87C0-9BFDBE4C5354}"/>
                  </a:ext>
                </a:extLst>
              </p:cNvPr>
              <p:cNvSpPr txBox="1">
                <a:spLocks noChangeArrowheads="1"/>
              </p:cNvSpPr>
              <p:nvPr/>
            </p:nvSpPr>
            <p:spPr bwMode="auto">
              <a:xfrm>
                <a:off x="621" y="1655"/>
                <a:ext cx="726" cy="242"/>
              </a:xfrm>
              <a:prstGeom prst="rect">
                <a:avLst/>
              </a:prstGeom>
              <a:noFill/>
              <a:ln w="9525">
                <a:noFill/>
                <a:miter lim="800000"/>
                <a:headEnd/>
                <a:tailEnd/>
              </a:ln>
            </p:spPr>
            <p:txBody>
              <a:bodyPr>
                <a:spAutoFit/>
              </a:bodyPr>
              <a:lstStyle/>
              <a:p>
                <a:pPr eaLnBrk="1" hangingPunct="1">
                  <a:spcBef>
                    <a:spcPct val="50000"/>
                  </a:spcBef>
                  <a:defRPr/>
                </a:pPr>
                <a:r>
                  <a:rPr lang="en-US" sz="1600" dirty="0" err="1">
                    <a:latin typeface="+mj-lt"/>
                  </a:rPr>
                  <a:t>c+b</a:t>
                </a:r>
                <a:r>
                  <a:rPr lang="en-US" sz="1600" dirty="0" err="1">
                    <a:latin typeface="+mj-lt"/>
                    <a:sym typeface="Symbol" pitchFamily="18" charset="2"/>
                  </a:rPr>
                  <a:t></a:t>
                </a:r>
                <a:r>
                  <a:rPr lang="en-US" sz="1600" dirty="0" err="1">
                    <a:latin typeface="+mj-lt"/>
                  </a:rPr>
                  <a:t>d</a:t>
                </a:r>
                <a:endParaRPr lang="ru-RU" sz="1600" dirty="0">
                  <a:latin typeface="+mj-lt"/>
                </a:endParaRPr>
              </a:p>
            </p:txBody>
          </p:sp>
        </p:grpSp>
      </p:grpSp>
      <p:sp>
        <p:nvSpPr>
          <p:cNvPr id="46083" name="Title 79">
            <a:extLst>
              <a:ext uri="{FF2B5EF4-FFF2-40B4-BE49-F238E27FC236}">
                <a16:creationId xmlns:a16="http://schemas.microsoft.com/office/drawing/2014/main" id="{47F5E93A-D31B-B756-FC32-126E9FB8DA99}"/>
              </a:ext>
            </a:extLst>
          </p:cNvPr>
          <p:cNvSpPr>
            <a:spLocks noGrp="1" noChangeArrowheads="1"/>
          </p:cNvSpPr>
          <p:nvPr>
            <p:ph type="title"/>
          </p:nvPr>
        </p:nvSpPr>
        <p:spPr>
          <a:xfrm>
            <a:off x="-1" y="183402"/>
            <a:ext cx="11612880" cy="704088"/>
          </a:xfrm>
        </p:spPr>
        <p:txBody>
          <a:bodyPr>
            <a:normAutofit/>
          </a:bodyPr>
          <a:lstStyle/>
          <a:p>
            <a:r>
              <a:rPr lang="en-US" altLang="en-US" dirty="0"/>
              <a:t>Implementation by 2:1 Multiplexers</a:t>
            </a:r>
            <a:endParaRPr lang="ru-RU"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5">
            <a:extLst>
              <a:ext uri="{FF2B5EF4-FFF2-40B4-BE49-F238E27FC236}">
                <a16:creationId xmlns:a16="http://schemas.microsoft.com/office/drawing/2014/main" id="{54744AE1-8E0C-44F2-96AE-954253FCAFFF}"/>
              </a:ext>
            </a:extLst>
          </p:cNvPr>
          <p:cNvSpPr txBox="1">
            <a:spLocks noChangeArrowheads="1"/>
          </p:cNvSpPr>
          <p:nvPr/>
        </p:nvSpPr>
        <p:spPr bwMode="auto">
          <a:xfrm>
            <a:off x="3838575" y="1565276"/>
            <a:ext cx="6362700" cy="4214813"/>
          </a:xfrm>
          <a:prstGeom prst="rect">
            <a:avLst/>
          </a:prstGeom>
          <a:solidFill>
            <a:schemeClr val="accent1">
              <a:lumMod val="20000"/>
              <a:lumOff val="80000"/>
            </a:schemeClr>
          </a:solidFill>
          <a:ln w="9525">
            <a:solidFill>
              <a:schemeClr val="tx2"/>
            </a:solidFill>
            <a:miter lim="800000"/>
            <a:headEnd/>
            <a:tailEnd/>
          </a:ln>
        </p:spPr>
        <p:txBody>
          <a:bodyPr anchor="ctr">
            <a:spAutoFit/>
          </a:bodyPr>
          <a:lstStyle/>
          <a:p>
            <a:pPr>
              <a:lnSpc>
                <a:spcPct val="70000"/>
              </a:lnSpc>
              <a:spcBef>
                <a:spcPct val="30000"/>
              </a:spcBef>
              <a:defRPr/>
            </a:pPr>
            <a:r>
              <a:rPr lang="en-US" sz="1600" dirty="0">
                <a:latin typeface="+mj-lt"/>
              </a:rPr>
              <a:t>Sets	Subset 		Expression 	Equivalent</a:t>
            </a:r>
          </a:p>
          <a:p>
            <a:pPr>
              <a:lnSpc>
                <a:spcPct val="70000"/>
              </a:lnSpc>
              <a:spcBef>
                <a:spcPct val="30000"/>
              </a:spcBef>
              <a:defRPr/>
            </a:pPr>
            <a:r>
              <a:rPr lang="en-US" sz="1600" dirty="0">
                <a:latin typeface="+mj-lt"/>
              </a:rPr>
              <a:t>0000	0		 0		0</a:t>
            </a:r>
          </a:p>
          <a:p>
            <a:pPr>
              <a:lnSpc>
                <a:spcPct val="70000"/>
              </a:lnSpc>
              <a:spcBef>
                <a:spcPct val="30000"/>
              </a:spcBef>
              <a:defRPr/>
            </a:pPr>
            <a:r>
              <a:rPr lang="en-US" sz="1600" dirty="0">
                <a:latin typeface="+mj-lt"/>
              </a:rPr>
              <a:t>0001	AND(f, g)	 	</a:t>
            </a:r>
            <a:r>
              <a:rPr lang="en-US" sz="1600" dirty="0" err="1">
                <a:latin typeface="+mj-lt"/>
              </a:rPr>
              <a:t>fg</a:t>
            </a:r>
            <a:r>
              <a:rPr lang="en-US" sz="1600" dirty="0">
                <a:latin typeface="+mj-lt"/>
              </a:rPr>
              <a:t>		</a:t>
            </a:r>
            <a:r>
              <a:rPr lang="en-US" sz="1600" dirty="0" err="1">
                <a:latin typeface="+mj-lt"/>
              </a:rPr>
              <a:t>ite</a:t>
            </a:r>
            <a:r>
              <a:rPr lang="en-US" sz="1600" dirty="0">
                <a:latin typeface="+mj-lt"/>
              </a:rPr>
              <a:t>(f, g, 0)</a:t>
            </a:r>
          </a:p>
          <a:p>
            <a:pPr>
              <a:lnSpc>
                <a:spcPct val="70000"/>
              </a:lnSpc>
              <a:spcBef>
                <a:spcPct val="30000"/>
              </a:spcBef>
              <a:defRPr/>
            </a:pPr>
            <a:r>
              <a:rPr lang="en-US" sz="1600" dirty="0">
                <a:latin typeface="+mj-lt"/>
              </a:rPr>
              <a:t>0010	f&gt; g		 ~</a:t>
            </a:r>
            <a:r>
              <a:rPr lang="en-US" sz="1600" dirty="0" err="1">
                <a:latin typeface="+mj-lt"/>
              </a:rPr>
              <a:t>gf</a:t>
            </a:r>
            <a:r>
              <a:rPr lang="en-US" sz="1600" dirty="0">
                <a:latin typeface="+mj-lt"/>
              </a:rPr>
              <a:t>		</a:t>
            </a:r>
            <a:r>
              <a:rPr lang="en-US" sz="1600" dirty="0" err="1">
                <a:latin typeface="+mj-lt"/>
              </a:rPr>
              <a:t>ite</a:t>
            </a:r>
            <a:r>
              <a:rPr lang="en-US" sz="1600" dirty="0">
                <a:latin typeface="+mj-lt"/>
              </a:rPr>
              <a:t>(</a:t>
            </a:r>
            <a:r>
              <a:rPr lang="en-US" sz="1600" dirty="0" err="1">
                <a:latin typeface="+mj-lt"/>
              </a:rPr>
              <a:t>f,~g</a:t>
            </a:r>
            <a:r>
              <a:rPr lang="en-US" sz="1600" dirty="0">
                <a:latin typeface="+mj-lt"/>
              </a:rPr>
              <a:t>, 0)</a:t>
            </a:r>
          </a:p>
          <a:p>
            <a:pPr>
              <a:lnSpc>
                <a:spcPct val="70000"/>
              </a:lnSpc>
              <a:spcBef>
                <a:spcPct val="30000"/>
              </a:spcBef>
              <a:defRPr/>
            </a:pPr>
            <a:r>
              <a:rPr lang="en-US" sz="1600" dirty="0">
                <a:latin typeface="+mj-lt"/>
              </a:rPr>
              <a:t>0011	f		 </a:t>
            </a:r>
            <a:r>
              <a:rPr lang="en-US" sz="1600" dirty="0" err="1">
                <a:latin typeface="+mj-lt"/>
              </a:rPr>
              <a:t>f</a:t>
            </a:r>
            <a:r>
              <a:rPr lang="en-US" sz="1600" dirty="0">
                <a:latin typeface="+mj-lt"/>
              </a:rPr>
              <a:t>		</a:t>
            </a:r>
            <a:r>
              <a:rPr lang="en-US" sz="1600" dirty="0" err="1">
                <a:latin typeface="+mj-lt"/>
              </a:rPr>
              <a:t>f</a:t>
            </a:r>
            <a:endParaRPr lang="en-US" sz="1600" dirty="0">
              <a:latin typeface="+mj-lt"/>
            </a:endParaRPr>
          </a:p>
          <a:p>
            <a:pPr>
              <a:lnSpc>
                <a:spcPct val="70000"/>
              </a:lnSpc>
              <a:spcBef>
                <a:spcPct val="30000"/>
              </a:spcBef>
              <a:defRPr/>
            </a:pPr>
            <a:r>
              <a:rPr lang="en-US" sz="1600" dirty="0">
                <a:latin typeface="+mj-lt"/>
              </a:rPr>
              <a:t>0100	f</a:t>
            </a:r>
            <a:r>
              <a:rPr lang="en-US" sz="1600" dirty="0">
                <a:latin typeface="+mj-lt"/>
                <a:sym typeface="Symbol" pitchFamily="18" charset="2"/>
              </a:rPr>
              <a:t>&lt;</a:t>
            </a:r>
            <a:r>
              <a:rPr lang="en-US" sz="1600" dirty="0">
                <a:latin typeface="+mj-lt"/>
              </a:rPr>
              <a:t> g		</a:t>
            </a:r>
            <a:r>
              <a:rPr lang="en-US" sz="1600" dirty="0">
                <a:latin typeface="+mj-lt"/>
                <a:sym typeface="Symbol" pitchFamily="18" charset="2"/>
              </a:rPr>
              <a:t>~</a:t>
            </a:r>
            <a:r>
              <a:rPr lang="en-US" sz="1600" dirty="0" err="1">
                <a:latin typeface="+mj-lt"/>
              </a:rPr>
              <a:t>fg</a:t>
            </a:r>
            <a:r>
              <a:rPr lang="en-US" sz="1600" dirty="0">
                <a:latin typeface="+mj-lt"/>
              </a:rPr>
              <a:t>		</a:t>
            </a:r>
            <a:r>
              <a:rPr lang="en-US" sz="1600" dirty="0" err="1">
                <a:latin typeface="+mj-lt"/>
              </a:rPr>
              <a:t>ite</a:t>
            </a:r>
            <a:r>
              <a:rPr lang="en-US" sz="1600" dirty="0">
                <a:latin typeface="+mj-lt"/>
              </a:rPr>
              <a:t>(f, 0, g)</a:t>
            </a:r>
          </a:p>
          <a:p>
            <a:pPr>
              <a:lnSpc>
                <a:spcPct val="70000"/>
              </a:lnSpc>
              <a:spcBef>
                <a:spcPct val="30000"/>
              </a:spcBef>
              <a:defRPr/>
            </a:pPr>
            <a:r>
              <a:rPr lang="en-US" sz="1600" dirty="0">
                <a:latin typeface="+mj-lt"/>
              </a:rPr>
              <a:t>0101	g		 </a:t>
            </a:r>
            <a:r>
              <a:rPr lang="en-US" sz="1600" dirty="0" err="1">
                <a:latin typeface="+mj-lt"/>
              </a:rPr>
              <a:t>g</a:t>
            </a:r>
            <a:r>
              <a:rPr lang="en-US" sz="1600" dirty="0">
                <a:latin typeface="+mj-lt"/>
              </a:rPr>
              <a:t>		</a:t>
            </a:r>
            <a:r>
              <a:rPr lang="en-US" sz="1600" dirty="0" err="1">
                <a:latin typeface="+mj-lt"/>
              </a:rPr>
              <a:t>g</a:t>
            </a:r>
            <a:endParaRPr lang="en-US" sz="1600" dirty="0">
              <a:latin typeface="+mj-lt"/>
            </a:endParaRPr>
          </a:p>
          <a:p>
            <a:pPr>
              <a:lnSpc>
                <a:spcPct val="70000"/>
              </a:lnSpc>
              <a:spcBef>
                <a:spcPct val="30000"/>
              </a:spcBef>
              <a:defRPr/>
            </a:pPr>
            <a:r>
              <a:rPr lang="en-US" sz="1600" dirty="0">
                <a:latin typeface="+mj-lt"/>
              </a:rPr>
              <a:t>0110	XOR(f, g)		f </a:t>
            </a:r>
            <a:r>
              <a:rPr lang="en-US" sz="1600" dirty="0">
                <a:latin typeface="+mj-lt"/>
                <a:sym typeface="Symbol" pitchFamily="18" charset="2"/>
              </a:rPr>
              <a:t> </a:t>
            </a:r>
            <a:r>
              <a:rPr lang="en-US" sz="1600" dirty="0">
                <a:latin typeface="+mj-lt"/>
              </a:rPr>
              <a:t>g		</a:t>
            </a:r>
            <a:r>
              <a:rPr lang="en-US" sz="1600" dirty="0" err="1">
                <a:latin typeface="+mj-lt"/>
              </a:rPr>
              <a:t>ite</a:t>
            </a:r>
            <a:r>
              <a:rPr lang="en-US" sz="1600" dirty="0">
                <a:latin typeface="+mj-lt"/>
              </a:rPr>
              <a:t>(</a:t>
            </a:r>
            <a:r>
              <a:rPr lang="en-US" sz="1600" dirty="0" err="1">
                <a:latin typeface="+mj-lt"/>
              </a:rPr>
              <a:t>f,</a:t>
            </a:r>
            <a:r>
              <a:rPr lang="en-US" sz="1600" dirty="0" err="1">
                <a:latin typeface="+mj-lt"/>
                <a:sym typeface="Symbol" pitchFamily="18" charset="2"/>
              </a:rPr>
              <a:t>~</a:t>
            </a:r>
            <a:r>
              <a:rPr lang="en-US" sz="1600" dirty="0" err="1">
                <a:latin typeface="+mj-lt"/>
              </a:rPr>
              <a:t>g</a:t>
            </a:r>
            <a:r>
              <a:rPr lang="en-US" sz="1600" dirty="0">
                <a:latin typeface="+mj-lt"/>
              </a:rPr>
              <a:t>, g)</a:t>
            </a:r>
          </a:p>
          <a:p>
            <a:pPr>
              <a:lnSpc>
                <a:spcPct val="70000"/>
              </a:lnSpc>
              <a:spcBef>
                <a:spcPct val="30000"/>
              </a:spcBef>
              <a:defRPr/>
            </a:pPr>
            <a:r>
              <a:rPr lang="en-US" sz="1600" dirty="0">
                <a:latin typeface="+mj-lt"/>
              </a:rPr>
              <a:t>0111	OR(f, g)		f + g		</a:t>
            </a:r>
            <a:r>
              <a:rPr lang="en-US" sz="1600" dirty="0" err="1">
                <a:latin typeface="+mj-lt"/>
              </a:rPr>
              <a:t>ite</a:t>
            </a:r>
            <a:r>
              <a:rPr lang="en-US" sz="1600" dirty="0">
                <a:latin typeface="+mj-lt"/>
              </a:rPr>
              <a:t>(f, 1, g)</a:t>
            </a:r>
          </a:p>
          <a:p>
            <a:pPr>
              <a:lnSpc>
                <a:spcPct val="70000"/>
              </a:lnSpc>
              <a:spcBef>
                <a:spcPct val="30000"/>
              </a:spcBef>
              <a:defRPr/>
            </a:pPr>
            <a:r>
              <a:rPr lang="en-US" sz="1600" dirty="0">
                <a:latin typeface="+mj-lt"/>
              </a:rPr>
              <a:t>1000	NOR(f, g)		~(f + g)		</a:t>
            </a:r>
            <a:r>
              <a:rPr lang="en-US" sz="1600" dirty="0" err="1">
                <a:latin typeface="+mj-lt"/>
              </a:rPr>
              <a:t>ite</a:t>
            </a:r>
            <a:r>
              <a:rPr lang="en-US" sz="1600" dirty="0">
                <a:latin typeface="+mj-lt"/>
              </a:rPr>
              <a:t>(f, 0,</a:t>
            </a:r>
            <a:r>
              <a:rPr lang="en-US" sz="1600" dirty="0">
                <a:latin typeface="+mj-lt"/>
                <a:sym typeface="Symbol" pitchFamily="18" charset="2"/>
              </a:rPr>
              <a:t>~g)</a:t>
            </a:r>
            <a:endParaRPr lang="en-US" sz="1600" dirty="0">
              <a:latin typeface="+mj-lt"/>
            </a:endParaRPr>
          </a:p>
          <a:p>
            <a:pPr>
              <a:lnSpc>
                <a:spcPct val="70000"/>
              </a:lnSpc>
              <a:spcBef>
                <a:spcPct val="30000"/>
              </a:spcBef>
              <a:defRPr/>
            </a:pPr>
            <a:r>
              <a:rPr lang="en-US" sz="1600" dirty="0">
                <a:latin typeface="+mj-lt"/>
              </a:rPr>
              <a:t>1001 	XNOR(f, g)	 ~(</a:t>
            </a:r>
            <a:r>
              <a:rPr lang="en-US" sz="1600" dirty="0" err="1">
                <a:latin typeface="+mj-lt"/>
              </a:rPr>
              <a:t>f</a:t>
            </a:r>
            <a:r>
              <a:rPr lang="en-US" sz="1600" dirty="0" err="1">
                <a:latin typeface="+mj-lt"/>
                <a:sym typeface="Symbol" pitchFamily="18" charset="2"/>
              </a:rPr>
              <a:t></a:t>
            </a:r>
            <a:r>
              <a:rPr lang="en-US" sz="1600" dirty="0" err="1">
                <a:latin typeface="+mj-lt"/>
              </a:rPr>
              <a:t>g</a:t>
            </a:r>
            <a:r>
              <a:rPr lang="en-US" sz="1600" dirty="0">
                <a:latin typeface="+mj-lt"/>
              </a:rPr>
              <a:t>)		</a:t>
            </a:r>
            <a:r>
              <a:rPr lang="en-US" sz="1600" dirty="0" err="1">
                <a:latin typeface="+mj-lt"/>
              </a:rPr>
              <a:t>ite</a:t>
            </a:r>
            <a:r>
              <a:rPr lang="en-US" sz="1600" dirty="0">
                <a:latin typeface="+mj-lt"/>
              </a:rPr>
              <a:t>(f, </a:t>
            </a:r>
            <a:r>
              <a:rPr lang="en-US" sz="1600" dirty="0" err="1">
                <a:latin typeface="+mj-lt"/>
              </a:rPr>
              <a:t>g,</a:t>
            </a:r>
            <a:r>
              <a:rPr lang="en-US" sz="1600" dirty="0" err="1">
                <a:latin typeface="+mj-lt"/>
                <a:sym typeface="Symbol" pitchFamily="18" charset="2"/>
              </a:rPr>
              <a:t>~g</a:t>
            </a:r>
            <a:r>
              <a:rPr lang="en-US" sz="1600" dirty="0">
                <a:latin typeface="+mj-lt"/>
                <a:sym typeface="Symbol" pitchFamily="18" charset="2"/>
              </a:rPr>
              <a:t>)</a:t>
            </a:r>
            <a:endParaRPr lang="en-US" sz="1600" dirty="0">
              <a:latin typeface="+mj-lt"/>
            </a:endParaRPr>
          </a:p>
          <a:p>
            <a:pPr>
              <a:lnSpc>
                <a:spcPct val="70000"/>
              </a:lnSpc>
              <a:spcBef>
                <a:spcPct val="30000"/>
              </a:spcBef>
              <a:defRPr/>
            </a:pPr>
            <a:r>
              <a:rPr lang="en-US" sz="1600" dirty="0">
                <a:latin typeface="+mj-lt"/>
              </a:rPr>
              <a:t>1010	NOT(g)		 </a:t>
            </a:r>
            <a:r>
              <a:rPr lang="en-US" sz="1600" dirty="0">
                <a:latin typeface="+mj-lt"/>
                <a:sym typeface="Symbol" pitchFamily="18" charset="2"/>
              </a:rPr>
              <a:t>~g</a:t>
            </a:r>
            <a:r>
              <a:rPr lang="en-US" sz="1600" dirty="0">
                <a:latin typeface="+mj-lt"/>
              </a:rPr>
              <a:t>		</a:t>
            </a:r>
            <a:r>
              <a:rPr lang="en-US" sz="1600" dirty="0" err="1">
                <a:latin typeface="+mj-lt"/>
              </a:rPr>
              <a:t>ite</a:t>
            </a:r>
            <a:r>
              <a:rPr lang="en-US" sz="1600" dirty="0">
                <a:latin typeface="+mj-lt"/>
              </a:rPr>
              <a:t>(g, 0, 1)</a:t>
            </a:r>
          </a:p>
          <a:p>
            <a:pPr>
              <a:lnSpc>
                <a:spcPct val="70000"/>
              </a:lnSpc>
              <a:spcBef>
                <a:spcPct val="30000"/>
              </a:spcBef>
              <a:defRPr/>
            </a:pPr>
            <a:r>
              <a:rPr lang="en-US" sz="1600" dirty="0">
                <a:latin typeface="+mj-lt"/>
              </a:rPr>
              <a:t>1011	f </a:t>
            </a:r>
            <a:r>
              <a:rPr lang="en-US" sz="1600" dirty="0">
                <a:latin typeface="+mj-lt"/>
                <a:sym typeface="Symbol" pitchFamily="18" charset="2"/>
              </a:rPr>
              <a:t> g		 f+ ~g</a:t>
            </a:r>
            <a:r>
              <a:rPr lang="en-US" sz="1600" dirty="0">
                <a:latin typeface="+mj-lt"/>
              </a:rPr>
              <a:t>		</a:t>
            </a:r>
            <a:r>
              <a:rPr lang="en-US" sz="1600" dirty="0" err="1">
                <a:latin typeface="+mj-lt"/>
              </a:rPr>
              <a:t>ite</a:t>
            </a:r>
            <a:r>
              <a:rPr lang="en-US" sz="1600" dirty="0">
                <a:latin typeface="+mj-lt"/>
              </a:rPr>
              <a:t>(f, 1, </a:t>
            </a:r>
            <a:r>
              <a:rPr lang="en-US" sz="1600" dirty="0">
                <a:latin typeface="+mj-lt"/>
                <a:sym typeface="Symbol" pitchFamily="18" charset="2"/>
              </a:rPr>
              <a:t>~g</a:t>
            </a:r>
            <a:r>
              <a:rPr lang="en-US" sz="1600" dirty="0">
                <a:latin typeface="+mj-lt"/>
              </a:rPr>
              <a:t>)</a:t>
            </a:r>
          </a:p>
          <a:p>
            <a:pPr>
              <a:lnSpc>
                <a:spcPct val="70000"/>
              </a:lnSpc>
              <a:spcBef>
                <a:spcPct val="30000"/>
              </a:spcBef>
              <a:defRPr/>
            </a:pPr>
            <a:r>
              <a:rPr lang="en-US" sz="1600" dirty="0">
                <a:latin typeface="+mj-lt"/>
              </a:rPr>
              <a:t>1100	NOT(f)		~f 		</a:t>
            </a:r>
            <a:r>
              <a:rPr lang="en-US" sz="1600" dirty="0" err="1">
                <a:latin typeface="+mj-lt"/>
              </a:rPr>
              <a:t>ite</a:t>
            </a:r>
            <a:r>
              <a:rPr lang="en-US" sz="1600" dirty="0">
                <a:latin typeface="+mj-lt"/>
              </a:rPr>
              <a:t>(f, 0, 1)</a:t>
            </a:r>
          </a:p>
          <a:p>
            <a:pPr>
              <a:lnSpc>
                <a:spcPct val="70000"/>
              </a:lnSpc>
              <a:spcBef>
                <a:spcPct val="30000"/>
              </a:spcBef>
              <a:defRPr/>
            </a:pPr>
            <a:r>
              <a:rPr lang="en-US" sz="1600" dirty="0">
                <a:latin typeface="+mj-lt"/>
              </a:rPr>
              <a:t>1101	f </a:t>
            </a:r>
            <a:r>
              <a:rPr lang="en-US" sz="1600" dirty="0">
                <a:latin typeface="+mj-lt"/>
                <a:sym typeface="Symbol" pitchFamily="18" charset="2"/>
              </a:rPr>
              <a:t> g		~</a:t>
            </a:r>
            <a:r>
              <a:rPr lang="en-US" sz="1600" dirty="0">
                <a:latin typeface="+mj-lt"/>
              </a:rPr>
              <a:t>f+ g		</a:t>
            </a:r>
            <a:r>
              <a:rPr lang="en-US" sz="1600" dirty="0" err="1">
                <a:latin typeface="+mj-lt"/>
              </a:rPr>
              <a:t>ite</a:t>
            </a:r>
            <a:r>
              <a:rPr lang="en-US" sz="1600" dirty="0">
                <a:latin typeface="+mj-lt"/>
              </a:rPr>
              <a:t>(f, g, 1)</a:t>
            </a:r>
          </a:p>
          <a:p>
            <a:pPr>
              <a:lnSpc>
                <a:spcPct val="70000"/>
              </a:lnSpc>
              <a:spcBef>
                <a:spcPct val="30000"/>
              </a:spcBef>
              <a:defRPr/>
            </a:pPr>
            <a:r>
              <a:rPr lang="en-US" sz="1600" dirty="0">
                <a:latin typeface="+mj-lt"/>
              </a:rPr>
              <a:t>1110	NAND(f, g)	 </a:t>
            </a:r>
            <a:r>
              <a:rPr lang="en-US" sz="1600" dirty="0">
                <a:latin typeface="+mj-lt"/>
                <a:sym typeface="Symbol" pitchFamily="18" charset="2"/>
              </a:rPr>
              <a:t>~(</a:t>
            </a:r>
            <a:r>
              <a:rPr lang="en-US" sz="1600" dirty="0" err="1">
                <a:latin typeface="+mj-lt"/>
                <a:sym typeface="Symbol" pitchFamily="18" charset="2"/>
              </a:rPr>
              <a:t>fg</a:t>
            </a:r>
            <a:r>
              <a:rPr lang="en-US" sz="1600" dirty="0">
                <a:latin typeface="+mj-lt"/>
                <a:sym typeface="Symbol" pitchFamily="18" charset="2"/>
              </a:rPr>
              <a:t>)		</a:t>
            </a:r>
            <a:r>
              <a:rPr lang="en-US" sz="1600" dirty="0" err="1">
                <a:latin typeface="+mj-lt"/>
                <a:sym typeface="Symbol" pitchFamily="18" charset="2"/>
              </a:rPr>
              <a:t>ite</a:t>
            </a:r>
            <a:r>
              <a:rPr lang="en-US" sz="1600" dirty="0">
                <a:latin typeface="+mj-lt"/>
                <a:sym typeface="Symbol" pitchFamily="18" charset="2"/>
              </a:rPr>
              <a:t>(f, ~</a:t>
            </a:r>
            <a:r>
              <a:rPr lang="en-US" sz="1600" dirty="0">
                <a:latin typeface="+mj-lt"/>
              </a:rPr>
              <a:t>g, 1)</a:t>
            </a:r>
          </a:p>
          <a:p>
            <a:pPr>
              <a:lnSpc>
                <a:spcPct val="70000"/>
              </a:lnSpc>
              <a:spcBef>
                <a:spcPct val="30000"/>
              </a:spcBef>
              <a:defRPr/>
            </a:pPr>
            <a:r>
              <a:rPr lang="en-US" sz="1600" dirty="0">
                <a:latin typeface="+mj-lt"/>
              </a:rPr>
              <a:t>1111	1		 1		1</a:t>
            </a:r>
          </a:p>
        </p:txBody>
      </p:sp>
      <p:sp>
        <p:nvSpPr>
          <p:cNvPr id="48131" name="Title 6">
            <a:extLst>
              <a:ext uri="{FF2B5EF4-FFF2-40B4-BE49-F238E27FC236}">
                <a16:creationId xmlns:a16="http://schemas.microsoft.com/office/drawing/2014/main" id="{04ABC9AB-3CAB-77C4-5418-7858BA00F837}"/>
              </a:ext>
            </a:extLst>
          </p:cNvPr>
          <p:cNvSpPr>
            <a:spLocks noGrp="1" noChangeArrowheads="1"/>
          </p:cNvSpPr>
          <p:nvPr>
            <p:ph type="title"/>
          </p:nvPr>
        </p:nvSpPr>
        <p:spPr>
          <a:xfrm>
            <a:off x="-1" y="183402"/>
            <a:ext cx="11612880" cy="704088"/>
          </a:xfrm>
        </p:spPr>
        <p:txBody>
          <a:bodyPr>
            <a:normAutofit/>
          </a:bodyPr>
          <a:lstStyle/>
          <a:p>
            <a:r>
              <a:rPr lang="en-US" altLang="en-US" dirty="0"/>
              <a:t>ITE Operator</a:t>
            </a:r>
            <a:endParaRPr lang="ru-RU" altLang="en-US" dirty="0"/>
          </a:p>
        </p:txBody>
      </p:sp>
      <p:sp>
        <p:nvSpPr>
          <p:cNvPr id="48132" name="Content Placeholder 8">
            <a:extLst>
              <a:ext uri="{FF2B5EF4-FFF2-40B4-BE49-F238E27FC236}">
                <a16:creationId xmlns:a16="http://schemas.microsoft.com/office/drawing/2014/main" id="{9F0A39E4-ACFA-0C2B-8EBF-0F0D30B2CC3D}"/>
              </a:ext>
            </a:extLst>
          </p:cNvPr>
          <p:cNvSpPr>
            <a:spLocks noGrp="1" noChangeArrowheads="1"/>
          </p:cNvSpPr>
          <p:nvPr>
            <p:ph type="body" sz="quarter" idx="10"/>
          </p:nvPr>
        </p:nvSpPr>
        <p:spPr>
          <a:xfrm>
            <a:off x="457200" y="1188720"/>
            <a:ext cx="11277922" cy="5185186"/>
          </a:xfrm>
        </p:spPr>
        <p:txBody>
          <a:bodyPr/>
          <a:lstStyle/>
          <a:p>
            <a:r>
              <a:rPr lang="en-US" altLang="en-US" dirty="0"/>
              <a:t>ITE operator</a:t>
            </a:r>
          </a:p>
          <a:p>
            <a:r>
              <a:rPr lang="en-US" altLang="en-US" dirty="0"/>
              <a:t>can implement</a:t>
            </a:r>
          </a:p>
          <a:p>
            <a:r>
              <a:rPr lang="en-US" altLang="en-US" dirty="0"/>
              <a:t>any two</a:t>
            </a:r>
          </a:p>
          <a:p>
            <a:r>
              <a:rPr lang="en-US" altLang="en-US" dirty="0"/>
              <a:t>variable logic</a:t>
            </a:r>
          </a:p>
          <a:p>
            <a:r>
              <a:rPr lang="en-US" altLang="en-US" dirty="0"/>
              <a:t>functions.</a:t>
            </a:r>
          </a:p>
          <a:p>
            <a:r>
              <a:rPr lang="en-US" altLang="en-US" dirty="0"/>
              <a:t>Example of set:</a:t>
            </a:r>
          </a:p>
          <a:p>
            <a:r>
              <a:rPr lang="en-US" altLang="en-US" dirty="0"/>
              <a:t>1011 </a:t>
            </a:r>
            <a:r>
              <a:rPr lang="en-US" altLang="en-US" dirty="0">
                <a:sym typeface="Symbol" panose="05050102010706020507" pitchFamily="18" charset="2"/>
              </a:rPr>
              <a:t></a:t>
            </a:r>
            <a:r>
              <a:rPr lang="en-US" altLang="en-US" dirty="0"/>
              <a:t>  00     1</a:t>
            </a:r>
          </a:p>
          <a:p>
            <a:pPr marL="0" indent="0">
              <a:buNone/>
            </a:pPr>
            <a:r>
              <a:rPr lang="en-US" altLang="en-US" dirty="0"/>
              <a:t>                   01     0</a:t>
            </a:r>
          </a:p>
          <a:p>
            <a:pPr marL="0" indent="0">
              <a:buNone/>
            </a:pPr>
            <a:r>
              <a:rPr lang="en-US" altLang="en-US" dirty="0"/>
              <a:t>                   10     1</a:t>
            </a:r>
          </a:p>
          <a:p>
            <a:pPr marL="0" indent="0">
              <a:buNone/>
            </a:pPr>
            <a:r>
              <a:rPr lang="en-US" altLang="en-US" dirty="0"/>
              <a:t>                   11     1</a:t>
            </a:r>
            <a:endParaRPr lang="ru-RU"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40" name="Content Placeholder 13">
            <a:extLst>
              <a:ext uri="{FF2B5EF4-FFF2-40B4-BE49-F238E27FC236}">
                <a16:creationId xmlns:a16="http://schemas.microsoft.com/office/drawing/2014/main" id="{DE81A835-4B8E-B632-F838-AB48692EF69B}"/>
              </a:ext>
            </a:extLst>
          </p:cNvPr>
          <p:cNvSpPr>
            <a:spLocks noGrp="1" noChangeArrowheads="1"/>
          </p:cNvSpPr>
          <p:nvPr>
            <p:ph type="body" sz="quarter" idx="10"/>
          </p:nvPr>
        </p:nvSpPr>
        <p:spPr>
          <a:xfrm>
            <a:off x="457200" y="1188720"/>
            <a:ext cx="11277922" cy="5185186"/>
          </a:xfrm>
        </p:spPr>
        <p:txBody>
          <a:bodyPr/>
          <a:lstStyle/>
          <a:p>
            <a:r>
              <a:rPr lang="en-US" altLang="en-US" dirty="0"/>
              <a:t>The function of binary decoder  is to convert  binary input code to unary output code. The number of inputs is usually less than the number of outputs.</a:t>
            </a:r>
          </a:p>
          <a:p>
            <a:r>
              <a:rPr lang="en-US" altLang="en-US" dirty="0"/>
              <a:t>Binary (full) decoder: n inputs, 2n outputs (n</a:t>
            </a:r>
            <a:r>
              <a:rPr lang="en-US" altLang="en-US" dirty="0">
                <a:sym typeface="Symbol" panose="05050102010706020507" pitchFamily="18" charset="2"/>
              </a:rPr>
              <a:t>-to-</a:t>
            </a:r>
            <a:r>
              <a:rPr lang="en-US" altLang="en-US" dirty="0"/>
              <a:t>2n).</a:t>
            </a:r>
          </a:p>
          <a:p>
            <a:pPr marL="0" indent="0">
              <a:buNone/>
            </a:pPr>
            <a:r>
              <a:rPr lang="en-US" altLang="en-US" dirty="0"/>
              <a:t>	</a:t>
            </a:r>
          </a:p>
        </p:txBody>
      </p:sp>
      <p:graphicFrame>
        <p:nvGraphicFramePr>
          <p:cNvPr id="10" name="Table 9">
            <a:extLst>
              <a:ext uri="{FF2B5EF4-FFF2-40B4-BE49-F238E27FC236}">
                <a16:creationId xmlns:a16="http://schemas.microsoft.com/office/drawing/2014/main" id="{0A74E239-9F65-4C83-BAD2-BD83A09EAC05}"/>
              </a:ext>
            </a:extLst>
          </p:cNvPr>
          <p:cNvGraphicFramePr>
            <a:graphicFrameLocks noGrp="1"/>
          </p:cNvGraphicFramePr>
          <p:nvPr>
            <p:extLst>
              <p:ext uri="{D42A27DB-BD31-4B8C-83A1-F6EECF244321}">
                <p14:modId xmlns:p14="http://schemas.microsoft.com/office/powerpoint/2010/main" val="4058492126"/>
              </p:ext>
            </p:extLst>
          </p:nvPr>
        </p:nvGraphicFramePr>
        <p:xfrm>
          <a:off x="2198688" y="2930526"/>
          <a:ext cx="3732211" cy="2773554"/>
        </p:xfrm>
        <a:graphic>
          <a:graphicData uri="http://schemas.openxmlformats.org/drawingml/2006/table">
            <a:tbl>
              <a:tblPr firstRow="1" bandRow="1">
                <a:tableStyleId>{5C22544A-7EE6-4342-B048-85BDC9FD1C3A}</a:tableStyleId>
              </a:tblPr>
              <a:tblGrid>
                <a:gridCol w="533173">
                  <a:extLst>
                    <a:ext uri="{9D8B030D-6E8A-4147-A177-3AD203B41FA5}">
                      <a16:colId xmlns:a16="http://schemas.microsoft.com/office/drawing/2014/main" val="20000"/>
                    </a:ext>
                  </a:extLst>
                </a:gridCol>
                <a:gridCol w="533173">
                  <a:extLst>
                    <a:ext uri="{9D8B030D-6E8A-4147-A177-3AD203B41FA5}">
                      <a16:colId xmlns:a16="http://schemas.microsoft.com/office/drawing/2014/main" val="20001"/>
                    </a:ext>
                  </a:extLst>
                </a:gridCol>
                <a:gridCol w="533173">
                  <a:extLst>
                    <a:ext uri="{9D8B030D-6E8A-4147-A177-3AD203B41FA5}">
                      <a16:colId xmlns:a16="http://schemas.microsoft.com/office/drawing/2014/main" val="20002"/>
                    </a:ext>
                  </a:extLst>
                </a:gridCol>
                <a:gridCol w="533173">
                  <a:extLst>
                    <a:ext uri="{9D8B030D-6E8A-4147-A177-3AD203B41FA5}">
                      <a16:colId xmlns:a16="http://schemas.microsoft.com/office/drawing/2014/main" val="20003"/>
                    </a:ext>
                  </a:extLst>
                </a:gridCol>
                <a:gridCol w="533173">
                  <a:extLst>
                    <a:ext uri="{9D8B030D-6E8A-4147-A177-3AD203B41FA5}">
                      <a16:colId xmlns:a16="http://schemas.microsoft.com/office/drawing/2014/main" val="20004"/>
                    </a:ext>
                  </a:extLst>
                </a:gridCol>
                <a:gridCol w="533173">
                  <a:extLst>
                    <a:ext uri="{9D8B030D-6E8A-4147-A177-3AD203B41FA5}">
                      <a16:colId xmlns:a16="http://schemas.microsoft.com/office/drawing/2014/main" val="20005"/>
                    </a:ext>
                  </a:extLst>
                </a:gridCol>
                <a:gridCol w="533173">
                  <a:extLst>
                    <a:ext uri="{9D8B030D-6E8A-4147-A177-3AD203B41FA5}">
                      <a16:colId xmlns:a16="http://schemas.microsoft.com/office/drawing/2014/main" val="20006"/>
                    </a:ext>
                  </a:extLst>
                </a:gridCol>
              </a:tblGrid>
              <a:tr h="396195">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sz="2000" b="0" dirty="0">
                          <a:solidFill>
                            <a:schemeClr val="bg1"/>
                          </a:solidFill>
                        </a:rPr>
                        <a:t>Inputs</a:t>
                      </a:r>
                      <a:endParaRPr lang="ru-RU" sz="2000" b="0" dirty="0">
                        <a:solidFill>
                          <a:schemeClr val="bg1"/>
                        </a:solidFill>
                      </a:endParaRPr>
                    </a:p>
                  </a:txBody>
                  <a:tcPr marL="91446" marR="91446" marT="45711" marB="45711" horzOverflow="overflow"/>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sz="2000" b="0" dirty="0">
                          <a:solidFill>
                            <a:schemeClr val="bg1"/>
                          </a:solidFill>
                        </a:rPr>
                        <a:t>Outputs</a:t>
                      </a:r>
                      <a:endParaRPr lang="ru-RU" sz="2000" b="0" dirty="0">
                        <a:solidFill>
                          <a:schemeClr val="bg1"/>
                        </a:solidFill>
                      </a:endParaRPr>
                    </a:p>
                  </a:txBody>
                  <a:tcPr marL="91446" marR="91446" marT="45711" marB="45711" horzOverflow="overflow"/>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tc h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0"/>
                  </a:ext>
                </a:extLst>
              </a:tr>
              <a:tr h="39619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En</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A1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A0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Y3</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Y2</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Y1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Y0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extLst>
                  <a:ext uri="{0D108BD9-81ED-4DB2-BD59-A6C34878D82A}">
                    <a16:rowId xmlns:a16="http://schemas.microsoft.com/office/drawing/2014/main" val="10001"/>
                  </a:ext>
                </a:extLst>
              </a:tr>
              <a:tr h="39619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X</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extLst>
                  <a:ext uri="{0D108BD9-81ED-4DB2-BD59-A6C34878D82A}">
                    <a16:rowId xmlns:a16="http://schemas.microsoft.com/office/drawing/2014/main" val="10002"/>
                  </a:ext>
                </a:extLst>
              </a:tr>
              <a:tr h="39619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extLst>
                  <a:ext uri="{0D108BD9-81ED-4DB2-BD59-A6C34878D82A}">
                    <a16:rowId xmlns:a16="http://schemas.microsoft.com/office/drawing/2014/main" val="10003"/>
                  </a:ext>
                </a:extLst>
              </a:tr>
              <a:tr h="39619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extLst>
                  <a:ext uri="{0D108BD9-81ED-4DB2-BD59-A6C34878D82A}">
                    <a16:rowId xmlns:a16="http://schemas.microsoft.com/office/drawing/2014/main" val="10004"/>
                  </a:ext>
                </a:extLst>
              </a:tr>
              <a:tr h="39619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extLst>
                  <a:ext uri="{0D108BD9-81ED-4DB2-BD59-A6C34878D82A}">
                    <a16:rowId xmlns:a16="http://schemas.microsoft.com/office/drawing/2014/main" val="10005"/>
                  </a:ext>
                </a:extLst>
              </a:tr>
              <a:tr h="39619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marL="91446" marR="91446"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marL="91446" marR="91446" marT="45711" marB="45711" horzOverflow="overflow"/>
                </a:tc>
                <a:extLst>
                  <a:ext uri="{0D108BD9-81ED-4DB2-BD59-A6C34878D82A}">
                    <a16:rowId xmlns:a16="http://schemas.microsoft.com/office/drawing/2014/main" val="10006"/>
                  </a:ext>
                </a:extLst>
              </a:tr>
            </a:tbl>
          </a:graphicData>
        </a:graphic>
      </p:graphicFrame>
      <p:sp>
        <p:nvSpPr>
          <p:cNvPr id="50239" name="Title 12">
            <a:extLst>
              <a:ext uri="{FF2B5EF4-FFF2-40B4-BE49-F238E27FC236}">
                <a16:creationId xmlns:a16="http://schemas.microsoft.com/office/drawing/2014/main" id="{02F0DB38-06F1-1ED3-B528-DB6616D8EBD2}"/>
              </a:ext>
            </a:extLst>
          </p:cNvPr>
          <p:cNvSpPr>
            <a:spLocks noGrp="1" noChangeArrowheads="1"/>
          </p:cNvSpPr>
          <p:nvPr>
            <p:ph type="title"/>
          </p:nvPr>
        </p:nvSpPr>
        <p:spPr>
          <a:xfrm>
            <a:off x="-1" y="183402"/>
            <a:ext cx="11612880" cy="704088"/>
          </a:xfrm>
        </p:spPr>
        <p:txBody>
          <a:bodyPr>
            <a:normAutofit/>
          </a:bodyPr>
          <a:lstStyle/>
          <a:p>
            <a:r>
              <a:rPr lang="en-US" altLang="en-US" dirty="0"/>
              <a:t>Decoders </a:t>
            </a:r>
          </a:p>
        </p:txBody>
      </p:sp>
      <p:sp>
        <p:nvSpPr>
          <p:cNvPr id="4" name="TextBox 3">
            <a:extLst>
              <a:ext uri="{FF2B5EF4-FFF2-40B4-BE49-F238E27FC236}">
                <a16:creationId xmlns:a16="http://schemas.microsoft.com/office/drawing/2014/main" id="{7530869E-C541-AF3D-4B6D-E42769877183}"/>
              </a:ext>
            </a:extLst>
          </p:cNvPr>
          <p:cNvSpPr txBox="1"/>
          <p:nvPr/>
        </p:nvSpPr>
        <p:spPr>
          <a:xfrm>
            <a:off x="6498771" y="3091543"/>
            <a:ext cx="5113792" cy="1785104"/>
          </a:xfrm>
          <a:prstGeom prst="rect">
            <a:avLst/>
          </a:prstGeom>
          <a:noFill/>
        </p:spPr>
        <p:txBody>
          <a:bodyPr wrap="square" rtlCol="0">
            <a:spAutoFit/>
          </a:bodyPr>
          <a:lstStyle/>
          <a:p>
            <a:pPr>
              <a:spcBef>
                <a:spcPct val="50000"/>
              </a:spcBef>
              <a:buFont typeface="Wingdings" panose="05000000000000000000" pitchFamily="2" charset="2"/>
              <a:buNone/>
            </a:pPr>
            <a:r>
              <a:rPr lang="en-US" altLang="en-US" sz="2000" dirty="0"/>
              <a:t>The input code word A</a:t>
            </a:r>
            <a:r>
              <a:rPr lang="en-US" altLang="en-US" sz="2000" baseline="-25000" dirty="0"/>
              <a:t>1</a:t>
            </a:r>
            <a:r>
              <a:rPr lang="en-US" altLang="en-US" sz="2000" dirty="0"/>
              <a:t>A</a:t>
            </a:r>
            <a:r>
              <a:rPr lang="en-US" altLang="en-US" sz="2000" baseline="-25000" dirty="0"/>
              <a:t>0</a:t>
            </a:r>
            <a:r>
              <a:rPr lang="en-US" altLang="en-US" sz="2000" dirty="0"/>
              <a:t> represents an integer in range 0 – 3.</a:t>
            </a:r>
          </a:p>
          <a:p>
            <a:pPr>
              <a:spcBef>
                <a:spcPct val="50000"/>
              </a:spcBef>
              <a:buFont typeface="Wingdings" panose="05000000000000000000" pitchFamily="2" charset="2"/>
              <a:buNone/>
            </a:pPr>
            <a:r>
              <a:rPr lang="en-US" altLang="en-US" sz="2000" dirty="0"/>
              <a:t>The output code word has Y</a:t>
            </a:r>
            <a:r>
              <a:rPr lang="en-US" altLang="en-US" sz="2000" baseline="-25000" dirty="0"/>
              <a:t>i</a:t>
            </a:r>
            <a:r>
              <a:rPr lang="en-US" altLang="en-US" sz="2000" dirty="0"/>
              <a:t>=1, if A</a:t>
            </a:r>
            <a:r>
              <a:rPr lang="en-US" altLang="en-US" sz="2000" baseline="-25000" dirty="0"/>
              <a:t>1</a:t>
            </a:r>
            <a:r>
              <a:rPr lang="en-US" altLang="en-US" sz="2000" dirty="0"/>
              <a:t>A</a:t>
            </a:r>
            <a:r>
              <a:rPr lang="en-US" altLang="en-US" sz="2000" baseline="-25000" dirty="0"/>
              <a:t>0</a:t>
            </a:r>
            <a:r>
              <a:rPr lang="en-US" altLang="en-US" sz="2000" dirty="0"/>
              <a:t> is binary representation of </a:t>
            </a:r>
            <a:r>
              <a:rPr lang="en-US" altLang="en-US" sz="2000" dirty="0" err="1"/>
              <a:t>i</a:t>
            </a:r>
            <a:r>
              <a:rPr lang="en-US" altLang="en-US" sz="2000" dirty="0"/>
              <a:t>.</a:t>
            </a:r>
            <a:endParaRPr lang="ru-RU" altLang="en-US" sz="2000" dirty="0"/>
          </a:p>
          <a:p>
            <a:pPr algn="l"/>
            <a:endParaRPr lang="en-US" sz="2000" dirty="0"/>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50">
            <a:extLst>
              <a:ext uri="{FF2B5EF4-FFF2-40B4-BE49-F238E27FC236}">
                <a16:creationId xmlns:a16="http://schemas.microsoft.com/office/drawing/2014/main" id="{113D3D2A-D3A5-E8FD-520B-ECDF2C40804E}"/>
              </a:ext>
            </a:extLst>
          </p:cNvPr>
          <p:cNvSpPr>
            <a:spLocks noGrp="1" noChangeArrowheads="1"/>
          </p:cNvSpPr>
          <p:nvPr>
            <p:ph type="title"/>
          </p:nvPr>
        </p:nvSpPr>
        <p:spPr>
          <a:xfrm>
            <a:off x="-1" y="183402"/>
            <a:ext cx="11612880" cy="704088"/>
          </a:xfrm>
        </p:spPr>
        <p:txBody>
          <a:bodyPr>
            <a:normAutofit/>
          </a:bodyPr>
          <a:lstStyle/>
          <a:p>
            <a:r>
              <a:rPr lang="en-US" altLang="en-US" dirty="0"/>
              <a:t>Decoders (2x4)</a:t>
            </a:r>
          </a:p>
        </p:txBody>
      </p:sp>
      <p:sp>
        <p:nvSpPr>
          <p:cNvPr id="52227" name="Content Placeholder 51">
            <a:extLst>
              <a:ext uri="{FF2B5EF4-FFF2-40B4-BE49-F238E27FC236}">
                <a16:creationId xmlns:a16="http://schemas.microsoft.com/office/drawing/2014/main" id="{E3D145B3-A9A0-D92A-8197-601AF50CD446}"/>
              </a:ext>
            </a:extLst>
          </p:cNvPr>
          <p:cNvSpPr>
            <a:spLocks noGrp="1" noChangeArrowheads="1"/>
          </p:cNvSpPr>
          <p:nvPr>
            <p:ph type="body" sz="quarter" idx="10"/>
          </p:nvPr>
        </p:nvSpPr>
        <p:spPr>
          <a:xfrm>
            <a:off x="457200" y="1188720"/>
            <a:ext cx="11277922" cy="5185186"/>
          </a:xfrm>
        </p:spPr>
        <p:txBody>
          <a:bodyPr/>
          <a:lstStyle/>
          <a:p>
            <a:r>
              <a:rPr lang="en-US" altLang="en-US" dirty="0"/>
              <a:t>In general case a decoder is multiple-input, multiple-output circuit, that converts coded input into coded output. </a:t>
            </a:r>
          </a:p>
          <a:p>
            <a:r>
              <a:rPr lang="en-US" altLang="en-US" dirty="0"/>
              <a:t>The input code generally has fewer bits than the output code.</a:t>
            </a:r>
          </a:p>
          <a:p>
            <a:r>
              <a:rPr lang="en-US" altLang="en-US" dirty="0"/>
              <a:t>There is one-to-one mapping from input code words to output code words.</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ru-RU" altLang="en-US" dirty="0"/>
          </a:p>
          <a:p>
            <a:endParaRPr lang="en-US" altLang="en-US" dirty="0"/>
          </a:p>
        </p:txBody>
      </p:sp>
      <p:grpSp>
        <p:nvGrpSpPr>
          <p:cNvPr id="52228" name="Group 1">
            <a:extLst>
              <a:ext uri="{FF2B5EF4-FFF2-40B4-BE49-F238E27FC236}">
                <a16:creationId xmlns:a16="http://schemas.microsoft.com/office/drawing/2014/main" id="{E2E2C2AE-7635-614B-167E-B53840A7683E}"/>
              </a:ext>
            </a:extLst>
          </p:cNvPr>
          <p:cNvGrpSpPr>
            <a:grpSpLocks/>
          </p:cNvGrpSpPr>
          <p:nvPr/>
        </p:nvGrpSpPr>
        <p:grpSpPr bwMode="auto">
          <a:xfrm>
            <a:off x="3470275" y="3272745"/>
            <a:ext cx="4351338" cy="2778370"/>
            <a:chOff x="2822411" y="1493203"/>
            <a:chExt cx="4351200" cy="2777681"/>
          </a:xfrm>
        </p:grpSpPr>
        <p:grpSp>
          <p:nvGrpSpPr>
            <p:cNvPr id="52229" name="Group 45">
              <a:extLst>
                <a:ext uri="{FF2B5EF4-FFF2-40B4-BE49-F238E27FC236}">
                  <a16:creationId xmlns:a16="http://schemas.microsoft.com/office/drawing/2014/main" id="{94229EA4-0B94-B5E6-8A1F-344A98D198AD}"/>
                </a:ext>
              </a:extLst>
            </p:cNvPr>
            <p:cNvGrpSpPr>
              <a:grpSpLocks/>
            </p:cNvGrpSpPr>
            <p:nvPr/>
          </p:nvGrpSpPr>
          <p:grpSpPr bwMode="auto">
            <a:xfrm>
              <a:off x="2822411" y="1493203"/>
              <a:ext cx="4351200" cy="2777681"/>
              <a:chOff x="666" y="799"/>
              <a:chExt cx="2605" cy="2083"/>
            </a:xfrm>
          </p:grpSpPr>
          <p:sp>
            <p:nvSpPr>
              <p:cNvPr id="52231" name="Line 146">
                <a:extLst>
                  <a:ext uri="{FF2B5EF4-FFF2-40B4-BE49-F238E27FC236}">
                    <a16:creationId xmlns:a16="http://schemas.microsoft.com/office/drawing/2014/main" id="{784E9896-3D1E-8113-B8F1-4890ECAC5288}"/>
                  </a:ext>
                </a:extLst>
              </p:cNvPr>
              <p:cNvSpPr>
                <a:spLocks noChangeShapeType="1"/>
              </p:cNvSpPr>
              <p:nvPr/>
            </p:nvSpPr>
            <p:spPr bwMode="auto">
              <a:xfrm>
                <a:off x="2624" y="1066"/>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2" name="Line 147">
                <a:extLst>
                  <a:ext uri="{FF2B5EF4-FFF2-40B4-BE49-F238E27FC236}">
                    <a16:creationId xmlns:a16="http://schemas.microsoft.com/office/drawing/2014/main" id="{E4FA8F4F-0479-5013-5012-4F9F7971A6EE}"/>
                  </a:ext>
                </a:extLst>
              </p:cNvPr>
              <p:cNvSpPr>
                <a:spLocks noChangeShapeType="1"/>
              </p:cNvSpPr>
              <p:nvPr/>
            </p:nvSpPr>
            <p:spPr bwMode="auto">
              <a:xfrm>
                <a:off x="2614" y="1560"/>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3" name="Line 148">
                <a:extLst>
                  <a:ext uri="{FF2B5EF4-FFF2-40B4-BE49-F238E27FC236}">
                    <a16:creationId xmlns:a16="http://schemas.microsoft.com/office/drawing/2014/main" id="{68C48801-ECB2-5973-31F1-9EAFA1DE98CF}"/>
                  </a:ext>
                </a:extLst>
              </p:cNvPr>
              <p:cNvSpPr>
                <a:spLocks noChangeShapeType="1"/>
              </p:cNvSpPr>
              <p:nvPr/>
            </p:nvSpPr>
            <p:spPr bwMode="auto">
              <a:xfrm>
                <a:off x="2621" y="2108"/>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4" name="Line 149">
                <a:extLst>
                  <a:ext uri="{FF2B5EF4-FFF2-40B4-BE49-F238E27FC236}">
                    <a16:creationId xmlns:a16="http://schemas.microsoft.com/office/drawing/2014/main" id="{E07C1ED2-37FE-90BD-A781-149D8EC1BF6F}"/>
                  </a:ext>
                </a:extLst>
              </p:cNvPr>
              <p:cNvSpPr>
                <a:spLocks noChangeShapeType="1"/>
              </p:cNvSpPr>
              <p:nvPr/>
            </p:nvSpPr>
            <p:spPr bwMode="auto">
              <a:xfrm>
                <a:off x="2623" y="2627"/>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5" name="Line 150">
                <a:extLst>
                  <a:ext uri="{FF2B5EF4-FFF2-40B4-BE49-F238E27FC236}">
                    <a16:creationId xmlns:a16="http://schemas.microsoft.com/office/drawing/2014/main" id="{022024F6-DB6C-521E-93F9-EC1895E881C9}"/>
                  </a:ext>
                </a:extLst>
              </p:cNvPr>
              <p:cNvSpPr>
                <a:spLocks noChangeShapeType="1"/>
              </p:cNvSpPr>
              <p:nvPr/>
            </p:nvSpPr>
            <p:spPr bwMode="auto">
              <a:xfrm>
                <a:off x="961" y="2733"/>
                <a:ext cx="136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6" name="Line 151">
                <a:extLst>
                  <a:ext uri="{FF2B5EF4-FFF2-40B4-BE49-F238E27FC236}">
                    <a16:creationId xmlns:a16="http://schemas.microsoft.com/office/drawing/2014/main" id="{772DA065-13F9-75AA-3808-E6C7BBB8E754}"/>
                  </a:ext>
                </a:extLst>
              </p:cNvPr>
              <p:cNvSpPr>
                <a:spLocks noChangeShapeType="1"/>
              </p:cNvSpPr>
              <p:nvPr/>
            </p:nvSpPr>
            <p:spPr bwMode="auto">
              <a:xfrm>
                <a:off x="2144" y="1178"/>
                <a:ext cx="15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7" name="Line 152">
                <a:extLst>
                  <a:ext uri="{FF2B5EF4-FFF2-40B4-BE49-F238E27FC236}">
                    <a16:creationId xmlns:a16="http://schemas.microsoft.com/office/drawing/2014/main" id="{24E51D98-6FE3-B1EE-D548-A515629DCDB9}"/>
                  </a:ext>
                </a:extLst>
              </p:cNvPr>
              <p:cNvSpPr>
                <a:spLocks noChangeShapeType="1"/>
              </p:cNvSpPr>
              <p:nvPr/>
            </p:nvSpPr>
            <p:spPr bwMode="auto">
              <a:xfrm>
                <a:off x="2152" y="1698"/>
                <a:ext cx="159"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2238" name="Line 153">
                <a:extLst>
                  <a:ext uri="{FF2B5EF4-FFF2-40B4-BE49-F238E27FC236}">
                    <a16:creationId xmlns:a16="http://schemas.microsoft.com/office/drawing/2014/main" id="{6893F1E5-3193-2B41-BB51-A53541BA7BC0}"/>
                  </a:ext>
                </a:extLst>
              </p:cNvPr>
              <p:cNvSpPr>
                <a:spLocks noChangeShapeType="1"/>
              </p:cNvSpPr>
              <p:nvPr/>
            </p:nvSpPr>
            <p:spPr bwMode="auto">
              <a:xfrm>
                <a:off x="2152" y="2234"/>
                <a:ext cx="159"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2239" name="Line 154">
                <a:extLst>
                  <a:ext uri="{FF2B5EF4-FFF2-40B4-BE49-F238E27FC236}">
                    <a16:creationId xmlns:a16="http://schemas.microsoft.com/office/drawing/2014/main" id="{65CE2B7B-4975-040E-77AB-4FAB2472BD09}"/>
                  </a:ext>
                </a:extLst>
              </p:cNvPr>
              <p:cNvSpPr>
                <a:spLocks noChangeShapeType="1"/>
              </p:cNvSpPr>
              <p:nvPr/>
            </p:nvSpPr>
            <p:spPr bwMode="auto">
              <a:xfrm flipH="1">
                <a:off x="2151" y="1175"/>
                <a:ext cx="1" cy="156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nvGrpSpPr>
              <p:cNvPr id="52240" name="Group 155">
                <a:extLst>
                  <a:ext uri="{FF2B5EF4-FFF2-40B4-BE49-F238E27FC236}">
                    <a16:creationId xmlns:a16="http://schemas.microsoft.com/office/drawing/2014/main" id="{3D127C2B-7790-66D8-C425-607190C2E9A9}"/>
                  </a:ext>
                </a:extLst>
              </p:cNvPr>
              <p:cNvGrpSpPr>
                <a:grpSpLocks/>
              </p:cNvGrpSpPr>
              <p:nvPr/>
            </p:nvGrpSpPr>
            <p:grpSpPr bwMode="auto">
              <a:xfrm>
                <a:off x="1341" y="799"/>
                <a:ext cx="337" cy="326"/>
                <a:chOff x="894" y="2432"/>
                <a:chExt cx="337" cy="326"/>
              </a:xfrm>
            </p:grpSpPr>
            <p:sp>
              <p:nvSpPr>
                <p:cNvPr id="52272" name="AutoShape 156">
                  <a:extLst>
                    <a:ext uri="{FF2B5EF4-FFF2-40B4-BE49-F238E27FC236}">
                      <a16:creationId xmlns:a16="http://schemas.microsoft.com/office/drawing/2014/main" id="{F9D123FA-FF04-E79D-8065-B86AD27858CC}"/>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52273" name="Oval 157">
                  <a:extLst>
                    <a:ext uri="{FF2B5EF4-FFF2-40B4-BE49-F238E27FC236}">
                      <a16:creationId xmlns:a16="http://schemas.microsoft.com/office/drawing/2014/main" id="{DA841D1D-9C4A-F450-B584-CEE936FE6EEF}"/>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sp>
            <p:nvSpPr>
              <p:cNvPr id="52241" name="Line 158">
                <a:extLst>
                  <a:ext uri="{FF2B5EF4-FFF2-40B4-BE49-F238E27FC236}">
                    <a16:creationId xmlns:a16="http://schemas.microsoft.com/office/drawing/2014/main" id="{9F88B021-4BE2-9041-BEA8-D17D0750DDE7}"/>
                  </a:ext>
                </a:extLst>
              </p:cNvPr>
              <p:cNvSpPr>
                <a:spLocks noChangeShapeType="1"/>
              </p:cNvSpPr>
              <p:nvPr/>
            </p:nvSpPr>
            <p:spPr bwMode="auto">
              <a:xfrm>
                <a:off x="927" y="959"/>
                <a:ext cx="40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2" name="Line 159">
                <a:extLst>
                  <a:ext uri="{FF2B5EF4-FFF2-40B4-BE49-F238E27FC236}">
                    <a16:creationId xmlns:a16="http://schemas.microsoft.com/office/drawing/2014/main" id="{F1347E2A-743E-B3DE-B0F2-0BEA83C455A3}"/>
                  </a:ext>
                </a:extLst>
              </p:cNvPr>
              <p:cNvSpPr>
                <a:spLocks noChangeShapeType="1"/>
              </p:cNvSpPr>
              <p:nvPr/>
            </p:nvSpPr>
            <p:spPr bwMode="auto">
              <a:xfrm>
                <a:off x="1669" y="964"/>
                <a:ext cx="63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2243" name="Group 161">
                <a:extLst>
                  <a:ext uri="{FF2B5EF4-FFF2-40B4-BE49-F238E27FC236}">
                    <a16:creationId xmlns:a16="http://schemas.microsoft.com/office/drawing/2014/main" id="{F39D4937-DACF-1A4B-9746-C3C7565524E5}"/>
                  </a:ext>
                </a:extLst>
              </p:cNvPr>
              <p:cNvGrpSpPr>
                <a:grpSpLocks/>
              </p:cNvGrpSpPr>
              <p:nvPr/>
            </p:nvGrpSpPr>
            <p:grpSpPr bwMode="auto">
              <a:xfrm>
                <a:off x="1333" y="1415"/>
                <a:ext cx="337" cy="326"/>
                <a:chOff x="894" y="2432"/>
                <a:chExt cx="337" cy="326"/>
              </a:xfrm>
            </p:grpSpPr>
            <p:sp>
              <p:nvSpPr>
                <p:cNvPr id="52270" name="AutoShape 162">
                  <a:extLst>
                    <a:ext uri="{FF2B5EF4-FFF2-40B4-BE49-F238E27FC236}">
                      <a16:creationId xmlns:a16="http://schemas.microsoft.com/office/drawing/2014/main" id="{3A2C3678-F309-515D-16D2-1811EC18D24D}"/>
                    </a:ext>
                  </a:extLst>
                </p:cNvPr>
                <p:cNvSpPr>
                  <a:spLocks noChangeArrowheads="1"/>
                </p:cNvSpPr>
                <p:nvPr/>
              </p:nvSpPr>
              <p:spPr bwMode="auto">
                <a:xfrm rot="5400000">
                  <a:off x="860" y="2466"/>
                  <a:ext cx="326" cy="258"/>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52271" name="Oval 163">
                  <a:extLst>
                    <a:ext uri="{FF2B5EF4-FFF2-40B4-BE49-F238E27FC236}">
                      <a16:creationId xmlns:a16="http://schemas.microsoft.com/office/drawing/2014/main" id="{333A79C4-22BA-641E-EC04-87F3374EEEA4}"/>
                    </a:ext>
                  </a:extLst>
                </p:cNvPr>
                <p:cNvSpPr>
                  <a:spLocks noChangeArrowheads="1"/>
                </p:cNvSpPr>
                <p:nvPr/>
              </p:nvSpPr>
              <p:spPr bwMode="auto">
                <a:xfrm>
                  <a:off x="1154" y="2558"/>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sp>
            <p:nvSpPr>
              <p:cNvPr id="52244" name="Line 164">
                <a:extLst>
                  <a:ext uri="{FF2B5EF4-FFF2-40B4-BE49-F238E27FC236}">
                    <a16:creationId xmlns:a16="http://schemas.microsoft.com/office/drawing/2014/main" id="{789AC4EA-4600-0F45-DC7B-FB97B3FC99F1}"/>
                  </a:ext>
                </a:extLst>
              </p:cNvPr>
              <p:cNvSpPr>
                <a:spLocks noChangeShapeType="1"/>
              </p:cNvSpPr>
              <p:nvPr/>
            </p:nvSpPr>
            <p:spPr bwMode="auto">
              <a:xfrm>
                <a:off x="919" y="1575"/>
                <a:ext cx="40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5" name="Line 165">
                <a:extLst>
                  <a:ext uri="{FF2B5EF4-FFF2-40B4-BE49-F238E27FC236}">
                    <a16:creationId xmlns:a16="http://schemas.microsoft.com/office/drawing/2014/main" id="{95A0CBFE-C9EA-1C7D-0454-1F7EBD6408C0}"/>
                  </a:ext>
                </a:extLst>
              </p:cNvPr>
              <p:cNvSpPr>
                <a:spLocks noChangeShapeType="1"/>
              </p:cNvSpPr>
              <p:nvPr/>
            </p:nvSpPr>
            <p:spPr bwMode="auto">
              <a:xfrm flipV="1">
                <a:off x="1677" y="1577"/>
                <a:ext cx="6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6" name="Line 166">
                <a:extLst>
                  <a:ext uri="{FF2B5EF4-FFF2-40B4-BE49-F238E27FC236}">
                    <a16:creationId xmlns:a16="http://schemas.microsoft.com/office/drawing/2014/main" id="{E96A27E3-C5F1-75F0-74FA-91FACA38EC3A}"/>
                  </a:ext>
                </a:extLst>
              </p:cNvPr>
              <p:cNvSpPr>
                <a:spLocks noChangeShapeType="1"/>
              </p:cNvSpPr>
              <p:nvPr/>
            </p:nvSpPr>
            <p:spPr bwMode="auto">
              <a:xfrm flipH="1" flipV="1">
                <a:off x="2016" y="1063"/>
                <a:ext cx="0" cy="515"/>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2247" name="Line 167">
                <a:extLst>
                  <a:ext uri="{FF2B5EF4-FFF2-40B4-BE49-F238E27FC236}">
                    <a16:creationId xmlns:a16="http://schemas.microsoft.com/office/drawing/2014/main" id="{5D10651F-45E3-30BB-10CE-ABFAB0C394E6}"/>
                  </a:ext>
                </a:extLst>
              </p:cNvPr>
              <p:cNvSpPr>
                <a:spLocks noChangeShapeType="1"/>
              </p:cNvSpPr>
              <p:nvPr/>
            </p:nvSpPr>
            <p:spPr bwMode="auto">
              <a:xfrm>
                <a:off x="2016" y="1063"/>
                <a:ext cx="29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8" name="Line 168">
                <a:extLst>
                  <a:ext uri="{FF2B5EF4-FFF2-40B4-BE49-F238E27FC236}">
                    <a16:creationId xmlns:a16="http://schemas.microsoft.com/office/drawing/2014/main" id="{C913E3CD-9A54-09F9-4979-5A72206F5D36}"/>
                  </a:ext>
                </a:extLst>
              </p:cNvPr>
              <p:cNvSpPr>
                <a:spLocks noChangeShapeType="1"/>
              </p:cNvSpPr>
              <p:nvPr/>
            </p:nvSpPr>
            <p:spPr bwMode="auto">
              <a:xfrm flipH="1" flipV="1">
                <a:off x="1786" y="1456"/>
                <a:ext cx="52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9" name="Line 169">
                <a:extLst>
                  <a:ext uri="{FF2B5EF4-FFF2-40B4-BE49-F238E27FC236}">
                    <a16:creationId xmlns:a16="http://schemas.microsoft.com/office/drawing/2014/main" id="{90553F8D-240E-9E55-813F-78C61758AF18}"/>
                  </a:ext>
                </a:extLst>
              </p:cNvPr>
              <p:cNvSpPr>
                <a:spLocks noChangeShapeType="1"/>
              </p:cNvSpPr>
              <p:nvPr/>
            </p:nvSpPr>
            <p:spPr bwMode="auto">
              <a:xfrm flipV="1">
                <a:off x="1779" y="1282"/>
                <a:ext cx="0" cy="15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0" name="Line 170">
                <a:extLst>
                  <a:ext uri="{FF2B5EF4-FFF2-40B4-BE49-F238E27FC236}">
                    <a16:creationId xmlns:a16="http://schemas.microsoft.com/office/drawing/2014/main" id="{D5274B54-0F76-8861-729B-B008CC7B8CAC}"/>
                  </a:ext>
                </a:extLst>
              </p:cNvPr>
              <p:cNvSpPr>
                <a:spLocks noChangeShapeType="1"/>
              </p:cNvSpPr>
              <p:nvPr/>
            </p:nvSpPr>
            <p:spPr bwMode="auto">
              <a:xfrm flipH="1">
                <a:off x="1170" y="1282"/>
                <a:ext cx="60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1" name="Line 171">
                <a:extLst>
                  <a:ext uri="{FF2B5EF4-FFF2-40B4-BE49-F238E27FC236}">
                    <a16:creationId xmlns:a16="http://schemas.microsoft.com/office/drawing/2014/main" id="{75EAC67B-561A-DCE1-FA12-84F8C79F7DDD}"/>
                  </a:ext>
                </a:extLst>
              </p:cNvPr>
              <p:cNvSpPr>
                <a:spLocks noChangeShapeType="1"/>
              </p:cNvSpPr>
              <p:nvPr/>
            </p:nvSpPr>
            <p:spPr bwMode="auto">
              <a:xfrm flipV="1">
                <a:off x="1170" y="964"/>
                <a:ext cx="0" cy="318"/>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2252" name="Text Box 172">
                <a:extLst>
                  <a:ext uri="{FF2B5EF4-FFF2-40B4-BE49-F238E27FC236}">
                    <a16:creationId xmlns:a16="http://schemas.microsoft.com/office/drawing/2014/main" id="{4AD9CFF3-9167-A044-16BA-1E3A19A8A06D}"/>
                  </a:ext>
                </a:extLst>
              </p:cNvPr>
              <p:cNvSpPr txBox="1">
                <a:spLocks noChangeArrowheads="1"/>
              </p:cNvSpPr>
              <p:nvPr/>
            </p:nvSpPr>
            <p:spPr bwMode="auto">
              <a:xfrm>
                <a:off x="671" y="828"/>
                <a:ext cx="36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A0</a:t>
                </a:r>
                <a:endParaRPr lang="ru-RU" altLang="en-US" sz="1800" b="0"/>
              </a:p>
            </p:txBody>
          </p:sp>
          <p:sp>
            <p:nvSpPr>
              <p:cNvPr id="52253" name="Text Box 173">
                <a:extLst>
                  <a:ext uri="{FF2B5EF4-FFF2-40B4-BE49-F238E27FC236}">
                    <a16:creationId xmlns:a16="http://schemas.microsoft.com/office/drawing/2014/main" id="{DC9319B3-0FF8-E564-DECA-B84FF3F507A8}"/>
                  </a:ext>
                </a:extLst>
              </p:cNvPr>
              <p:cNvSpPr txBox="1">
                <a:spLocks noChangeArrowheads="1"/>
              </p:cNvSpPr>
              <p:nvPr/>
            </p:nvSpPr>
            <p:spPr bwMode="auto">
              <a:xfrm>
                <a:off x="676" y="1430"/>
                <a:ext cx="36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A1</a:t>
                </a:r>
                <a:endParaRPr lang="ru-RU" altLang="en-US" sz="1800" b="0"/>
              </a:p>
            </p:txBody>
          </p:sp>
          <p:sp>
            <p:nvSpPr>
              <p:cNvPr id="52254" name="Text Box 174">
                <a:extLst>
                  <a:ext uri="{FF2B5EF4-FFF2-40B4-BE49-F238E27FC236}">
                    <a16:creationId xmlns:a16="http://schemas.microsoft.com/office/drawing/2014/main" id="{982AF531-0449-A16C-51AE-EE347D7E3714}"/>
                  </a:ext>
                </a:extLst>
              </p:cNvPr>
              <p:cNvSpPr txBox="1">
                <a:spLocks noChangeArrowheads="1"/>
              </p:cNvSpPr>
              <p:nvPr/>
            </p:nvSpPr>
            <p:spPr bwMode="auto">
              <a:xfrm>
                <a:off x="666" y="2605"/>
                <a:ext cx="36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En</a:t>
                </a:r>
                <a:endParaRPr lang="ru-RU" altLang="en-US" sz="1800" b="0"/>
              </a:p>
            </p:txBody>
          </p:sp>
          <p:sp>
            <p:nvSpPr>
              <p:cNvPr id="52255" name="Line 175">
                <a:extLst>
                  <a:ext uri="{FF2B5EF4-FFF2-40B4-BE49-F238E27FC236}">
                    <a16:creationId xmlns:a16="http://schemas.microsoft.com/office/drawing/2014/main" id="{C79C6102-8D7B-155E-93F1-EEA0A0043DFD}"/>
                  </a:ext>
                </a:extLst>
              </p:cNvPr>
              <p:cNvSpPr>
                <a:spLocks noChangeShapeType="1"/>
              </p:cNvSpPr>
              <p:nvPr/>
            </p:nvSpPr>
            <p:spPr bwMode="auto">
              <a:xfrm>
                <a:off x="1781" y="1450"/>
                <a:ext cx="0" cy="1056"/>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2256" name="Line 176">
                <a:extLst>
                  <a:ext uri="{FF2B5EF4-FFF2-40B4-BE49-F238E27FC236}">
                    <a16:creationId xmlns:a16="http://schemas.microsoft.com/office/drawing/2014/main" id="{3B6E565A-A732-11C4-3D53-B89D169E4671}"/>
                  </a:ext>
                </a:extLst>
              </p:cNvPr>
              <p:cNvSpPr>
                <a:spLocks noChangeShapeType="1"/>
              </p:cNvSpPr>
              <p:nvPr/>
            </p:nvSpPr>
            <p:spPr bwMode="auto">
              <a:xfrm>
                <a:off x="1786" y="2507"/>
                <a:ext cx="54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7" name="Line 177">
                <a:extLst>
                  <a:ext uri="{FF2B5EF4-FFF2-40B4-BE49-F238E27FC236}">
                    <a16:creationId xmlns:a16="http://schemas.microsoft.com/office/drawing/2014/main" id="{E9F23E48-C187-5418-2084-CBA27227C0EF}"/>
                  </a:ext>
                </a:extLst>
              </p:cNvPr>
              <p:cNvSpPr>
                <a:spLocks noChangeShapeType="1"/>
              </p:cNvSpPr>
              <p:nvPr/>
            </p:nvSpPr>
            <p:spPr bwMode="auto">
              <a:xfrm>
                <a:off x="1192" y="1578"/>
                <a:ext cx="0" cy="1043"/>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2258" name="Line 178">
                <a:extLst>
                  <a:ext uri="{FF2B5EF4-FFF2-40B4-BE49-F238E27FC236}">
                    <a16:creationId xmlns:a16="http://schemas.microsoft.com/office/drawing/2014/main" id="{6BDFC46A-EFD6-B38B-766D-C4495B8F22F1}"/>
                  </a:ext>
                </a:extLst>
              </p:cNvPr>
              <p:cNvSpPr>
                <a:spLocks noChangeShapeType="1"/>
              </p:cNvSpPr>
              <p:nvPr/>
            </p:nvSpPr>
            <p:spPr bwMode="auto">
              <a:xfrm>
                <a:off x="1186" y="2621"/>
                <a:ext cx="11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9" name="Text Box 179">
                <a:extLst>
                  <a:ext uri="{FF2B5EF4-FFF2-40B4-BE49-F238E27FC236}">
                    <a16:creationId xmlns:a16="http://schemas.microsoft.com/office/drawing/2014/main" id="{2D361251-02CE-3B79-CE57-C8346C669542}"/>
                  </a:ext>
                </a:extLst>
              </p:cNvPr>
              <p:cNvSpPr txBox="1">
                <a:spLocks noChangeArrowheads="1"/>
              </p:cNvSpPr>
              <p:nvPr/>
            </p:nvSpPr>
            <p:spPr bwMode="auto">
              <a:xfrm>
                <a:off x="2864" y="948"/>
                <a:ext cx="36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Y0</a:t>
                </a:r>
                <a:endParaRPr lang="ru-RU" altLang="en-US" sz="1800" b="0"/>
              </a:p>
            </p:txBody>
          </p:sp>
          <p:sp>
            <p:nvSpPr>
              <p:cNvPr id="52260" name="Text Box 180">
                <a:extLst>
                  <a:ext uri="{FF2B5EF4-FFF2-40B4-BE49-F238E27FC236}">
                    <a16:creationId xmlns:a16="http://schemas.microsoft.com/office/drawing/2014/main" id="{DCC61F30-1D75-BE14-3C5D-4F77FDD7A7AF}"/>
                  </a:ext>
                </a:extLst>
              </p:cNvPr>
              <p:cNvSpPr txBox="1">
                <a:spLocks noChangeArrowheads="1"/>
              </p:cNvSpPr>
              <p:nvPr/>
            </p:nvSpPr>
            <p:spPr bwMode="auto">
              <a:xfrm>
                <a:off x="2908" y="1465"/>
                <a:ext cx="36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Y1</a:t>
                </a:r>
                <a:endParaRPr lang="ru-RU" altLang="en-US" sz="1800" b="0"/>
              </a:p>
            </p:txBody>
          </p:sp>
          <p:sp>
            <p:nvSpPr>
              <p:cNvPr id="52261" name="Text Box 181">
                <a:extLst>
                  <a:ext uri="{FF2B5EF4-FFF2-40B4-BE49-F238E27FC236}">
                    <a16:creationId xmlns:a16="http://schemas.microsoft.com/office/drawing/2014/main" id="{F36C577A-1BCE-2245-2345-8BE2E8AAF5DC}"/>
                  </a:ext>
                </a:extLst>
              </p:cNvPr>
              <p:cNvSpPr txBox="1">
                <a:spLocks noChangeArrowheads="1"/>
              </p:cNvSpPr>
              <p:nvPr/>
            </p:nvSpPr>
            <p:spPr bwMode="auto">
              <a:xfrm>
                <a:off x="2882" y="2004"/>
                <a:ext cx="36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Y2</a:t>
                </a:r>
                <a:endParaRPr lang="ru-RU" altLang="en-US" sz="1800" b="0"/>
              </a:p>
            </p:txBody>
          </p:sp>
          <p:sp>
            <p:nvSpPr>
              <p:cNvPr id="52262" name="Text Box 182">
                <a:extLst>
                  <a:ext uri="{FF2B5EF4-FFF2-40B4-BE49-F238E27FC236}">
                    <a16:creationId xmlns:a16="http://schemas.microsoft.com/office/drawing/2014/main" id="{B5E71E6D-77A4-2C07-2FC6-77972EFC9B98}"/>
                  </a:ext>
                </a:extLst>
              </p:cNvPr>
              <p:cNvSpPr txBox="1">
                <a:spLocks noChangeArrowheads="1"/>
              </p:cNvSpPr>
              <p:nvPr/>
            </p:nvSpPr>
            <p:spPr bwMode="auto">
              <a:xfrm>
                <a:off x="2891" y="2532"/>
                <a:ext cx="36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Y3</a:t>
                </a:r>
                <a:endParaRPr lang="ru-RU" altLang="en-US" sz="1800" b="0"/>
              </a:p>
            </p:txBody>
          </p:sp>
          <p:sp>
            <p:nvSpPr>
              <p:cNvPr id="52263" name="Freeform 82">
                <a:extLst>
                  <a:ext uri="{FF2B5EF4-FFF2-40B4-BE49-F238E27FC236}">
                    <a16:creationId xmlns:a16="http://schemas.microsoft.com/office/drawing/2014/main" id="{14042955-A02F-1C7A-9E87-4400B9B8F3E0}"/>
                  </a:ext>
                </a:extLst>
              </p:cNvPr>
              <p:cNvSpPr>
                <a:spLocks/>
              </p:cNvSpPr>
              <p:nvPr/>
            </p:nvSpPr>
            <p:spPr bwMode="auto">
              <a:xfrm>
                <a:off x="2304" y="874"/>
                <a:ext cx="307" cy="363"/>
              </a:xfrm>
              <a:custGeom>
                <a:avLst/>
                <a:gdLst>
                  <a:gd name="T0" fmla="*/ 0 w 123"/>
                  <a:gd name="T1" fmla="*/ 2147483646 h 107"/>
                  <a:gd name="T2" fmla="*/ 25081982 w 123"/>
                  <a:gd name="T3" fmla="*/ 2147483646 h 107"/>
                  <a:gd name="T4" fmla="*/ 44776250 w 123"/>
                  <a:gd name="T5" fmla="*/ 1420291336 h 107"/>
                  <a:gd name="T6" fmla="*/ 25081982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2264" name="Freeform 83">
                <a:extLst>
                  <a:ext uri="{FF2B5EF4-FFF2-40B4-BE49-F238E27FC236}">
                    <a16:creationId xmlns:a16="http://schemas.microsoft.com/office/drawing/2014/main" id="{0A5F278D-2FA5-9657-B184-0F7F409AE460}"/>
                  </a:ext>
                </a:extLst>
              </p:cNvPr>
              <p:cNvSpPr>
                <a:spLocks/>
              </p:cNvSpPr>
              <p:nvPr/>
            </p:nvSpPr>
            <p:spPr bwMode="auto">
              <a:xfrm>
                <a:off x="2304" y="1368"/>
                <a:ext cx="307" cy="395"/>
              </a:xfrm>
              <a:custGeom>
                <a:avLst/>
                <a:gdLst>
                  <a:gd name="T0" fmla="*/ 0 w 123"/>
                  <a:gd name="T1" fmla="*/ 2147483646 h 107"/>
                  <a:gd name="T2" fmla="*/ 25081982 w 123"/>
                  <a:gd name="T3" fmla="*/ 2147483646 h 107"/>
                  <a:gd name="T4" fmla="*/ 44776250 w 123"/>
                  <a:gd name="T5" fmla="*/ 2147483646 h 107"/>
                  <a:gd name="T6" fmla="*/ 25081982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2265" name="Freeform 84">
                <a:extLst>
                  <a:ext uri="{FF2B5EF4-FFF2-40B4-BE49-F238E27FC236}">
                    <a16:creationId xmlns:a16="http://schemas.microsoft.com/office/drawing/2014/main" id="{627E1883-3FE3-F103-9ED7-862014777597}"/>
                  </a:ext>
                </a:extLst>
              </p:cNvPr>
              <p:cNvSpPr>
                <a:spLocks/>
              </p:cNvSpPr>
              <p:nvPr/>
            </p:nvSpPr>
            <p:spPr bwMode="auto">
              <a:xfrm>
                <a:off x="2304" y="1898"/>
                <a:ext cx="307" cy="395"/>
              </a:xfrm>
              <a:custGeom>
                <a:avLst/>
                <a:gdLst>
                  <a:gd name="T0" fmla="*/ 0 w 123"/>
                  <a:gd name="T1" fmla="*/ 2147483646 h 107"/>
                  <a:gd name="T2" fmla="*/ 25081982 w 123"/>
                  <a:gd name="T3" fmla="*/ 2147483646 h 107"/>
                  <a:gd name="T4" fmla="*/ 44776250 w 123"/>
                  <a:gd name="T5" fmla="*/ 2147483646 h 107"/>
                  <a:gd name="T6" fmla="*/ 25081982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52266" name="Line 85">
                <a:extLst>
                  <a:ext uri="{FF2B5EF4-FFF2-40B4-BE49-F238E27FC236}">
                    <a16:creationId xmlns:a16="http://schemas.microsoft.com/office/drawing/2014/main" id="{3DA1F312-C994-77C6-A7A0-8455396224E3}"/>
                  </a:ext>
                </a:extLst>
              </p:cNvPr>
              <p:cNvSpPr>
                <a:spLocks noChangeShapeType="1"/>
              </p:cNvSpPr>
              <p:nvPr/>
            </p:nvSpPr>
            <p:spPr bwMode="auto">
              <a:xfrm>
                <a:off x="2014" y="1590"/>
                <a:ext cx="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7" name="Line 86">
                <a:extLst>
                  <a:ext uri="{FF2B5EF4-FFF2-40B4-BE49-F238E27FC236}">
                    <a16:creationId xmlns:a16="http://schemas.microsoft.com/office/drawing/2014/main" id="{D71073D5-F7A9-B83A-5C73-2FF2043E7CE9}"/>
                  </a:ext>
                </a:extLst>
              </p:cNvPr>
              <p:cNvSpPr>
                <a:spLocks noChangeShapeType="1"/>
              </p:cNvSpPr>
              <p:nvPr/>
            </p:nvSpPr>
            <p:spPr bwMode="auto">
              <a:xfrm>
                <a:off x="1889" y="1980"/>
                <a:ext cx="42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8" name="Line 87">
                <a:extLst>
                  <a:ext uri="{FF2B5EF4-FFF2-40B4-BE49-F238E27FC236}">
                    <a16:creationId xmlns:a16="http://schemas.microsoft.com/office/drawing/2014/main" id="{9EBDCBF5-EEB2-11B4-C15D-D38C81D8ED40}"/>
                  </a:ext>
                </a:extLst>
              </p:cNvPr>
              <p:cNvSpPr>
                <a:spLocks noChangeShapeType="1"/>
              </p:cNvSpPr>
              <p:nvPr/>
            </p:nvSpPr>
            <p:spPr bwMode="auto">
              <a:xfrm>
                <a:off x="1192" y="2095"/>
                <a:ext cx="1107" cy="3"/>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2269" name="Freeform 88">
                <a:extLst>
                  <a:ext uri="{FF2B5EF4-FFF2-40B4-BE49-F238E27FC236}">
                    <a16:creationId xmlns:a16="http://schemas.microsoft.com/office/drawing/2014/main" id="{6ABF6226-F7E0-716A-4DD1-97658B835468}"/>
                  </a:ext>
                </a:extLst>
              </p:cNvPr>
              <p:cNvSpPr>
                <a:spLocks/>
              </p:cNvSpPr>
              <p:nvPr/>
            </p:nvSpPr>
            <p:spPr bwMode="auto">
              <a:xfrm>
                <a:off x="2314" y="2437"/>
                <a:ext cx="307" cy="395"/>
              </a:xfrm>
              <a:custGeom>
                <a:avLst/>
                <a:gdLst>
                  <a:gd name="T0" fmla="*/ 0 w 123"/>
                  <a:gd name="T1" fmla="*/ 2147483646 h 107"/>
                  <a:gd name="T2" fmla="*/ 25081982 w 123"/>
                  <a:gd name="T3" fmla="*/ 2147483646 h 107"/>
                  <a:gd name="T4" fmla="*/ 44776250 w 123"/>
                  <a:gd name="T5" fmla="*/ 2147483646 h 107"/>
                  <a:gd name="T6" fmla="*/ 25081982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grpSp>
        <p:cxnSp>
          <p:nvCxnSpPr>
            <p:cNvPr id="52230" name="Straight Connector 2">
              <a:extLst>
                <a:ext uri="{FF2B5EF4-FFF2-40B4-BE49-F238E27FC236}">
                  <a16:creationId xmlns:a16="http://schemas.microsoft.com/office/drawing/2014/main" id="{A2BE2422-035D-B5F9-DDD5-67A2D056031E}"/>
                </a:ext>
              </a:extLst>
            </p:cNvPr>
            <p:cNvCxnSpPr>
              <a:cxnSpLocks noChangeShapeType="1"/>
            </p:cNvCxnSpPr>
            <p:nvPr/>
          </p:nvCxnSpPr>
          <p:spPr bwMode="auto">
            <a:xfrm>
              <a:off x="4876800" y="1712913"/>
              <a:ext cx="0" cy="1354137"/>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3">
            <a:extLst>
              <a:ext uri="{FF2B5EF4-FFF2-40B4-BE49-F238E27FC236}">
                <a16:creationId xmlns:a16="http://schemas.microsoft.com/office/drawing/2014/main" id="{18C6D432-2229-E2FB-A567-99BE11040A10}"/>
              </a:ext>
            </a:extLst>
          </p:cNvPr>
          <p:cNvSpPr>
            <a:spLocks noGrp="1" noChangeArrowheads="1"/>
          </p:cNvSpPr>
          <p:nvPr>
            <p:ph type="title"/>
          </p:nvPr>
        </p:nvSpPr>
        <p:spPr/>
        <p:txBody>
          <a:bodyPr>
            <a:normAutofit/>
          </a:bodyPr>
          <a:lstStyle/>
          <a:p>
            <a:r>
              <a:rPr lang="en-US" altLang="en-US" dirty="0"/>
              <a:t>Decoders in Verilog </a:t>
            </a:r>
          </a:p>
        </p:txBody>
      </p:sp>
      <p:sp>
        <p:nvSpPr>
          <p:cNvPr id="54275" name="Content Placeholder 5">
            <a:extLst>
              <a:ext uri="{FF2B5EF4-FFF2-40B4-BE49-F238E27FC236}">
                <a16:creationId xmlns:a16="http://schemas.microsoft.com/office/drawing/2014/main" id="{7923FEF1-8A06-D114-0049-E29E4382B7BB}"/>
              </a:ext>
            </a:extLst>
          </p:cNvPr>
          <p:cNvSpPr>
            <a:spLocks noGrp="1" noChangeArrowheads="1"/>
          </p:cNvSpPr>
          <p:nvPr>
            <p:ph type="body" sz="quarter" idx="13"/>
          </p:nvPr>
        </p:nvSpPr>
        <p:spPr>
          <a:extLst>
            <a:ext uri="{91240B29-F687-4F45-9708-019B960494DF}">
              <a14:hiddenLine xmlns:a14="http://schemas.microsoft.com/office/drawing/2010/main" w="38100">
                <a:solidFill>
                  <a:srgbClr val="000000"/>
                </a:solidFill>
                <a:miter lim="800000"/>
                <a:headEnd/>
                <a:tailEnd/>
              </a14:hiddenLine>
            </a:ext>
          </a:extLst>
        </p:spPr>
        <p:txBody>
          <a:bodyPr/>
          <a:lstStyle/>
          <a:p>
            <a:r>
              <a:rPr lang="en-US" altLang="en-US" dirty="0"/>
              <a:t>3’ b010:	</a:t>
            </a:r>
            <a:r>
              <a:rPr lang="en-US" altLang="en-US" dirty="0" err="1"/>
              <a:t>Yout</a:t>
            </a:r>
            <a:r>
              <a:rPr lang="en-US" altLang="en-US" dirty="0"/>
              <a:t> = 8’ b 00000100;</a:t>
            </a:r>
          </a:p>
          <a:p>
            <a:r>
              <a:rPr lang="en-US" altLang="en-US" dirty="0"/>
              <a:t>3’ b011:	</a:t>
            </a:r>
            <a:r>
              <a:rPr lang="en-US" altLang="en-US" dirty="0" err="1"/>
              <a:t>Yout</a:t>
            </a:r>
            <a:r>
              <a:rPr lang="en-US" altLang="en-US" dirty="0"/>
              <a:t> = 8’ b 00001000;</a:t>
            </a:r>
          </a:p>
          <a:p>
            <a:r>
              <a:rPr lang="en-US" altLang="en-US" dirty="0"/>
              <a:t>3’ b100:	</a:t>
            </a:r>
            <a:r>
              <a:rPr lang="en-US" altLang="en-US" dirty="0" err="1"/>
              <a:t>Yout</a:t>
            </a:r>
            <a:r>
              <a:rPr lang="en-US" altLang="en-US" dirty="0"/>
              <a:t> = 8’ b 00010000;</a:t>
            </a:r>
          </a:p>
          <a:p>
            <a:r>
              <a:rPr lang="en-US" altLang="en-US" dirty="0"/>
              <a:t>3’ b101:	</a:t>
            </a:r>
            <a:r>
              <a:rPr lang="en-US" altLang="en-US" dirty="0" err="1"/>
              <a:t>Yout</a:t>
            </a:r>
            <a:r>
              <a:rPr lang="en-US" altLang="en-US" dirty="0"/>
              <a:t> = 8’ b 00100000;</a:t>
            </a:r>
          </a:p>
          <a:p>
            <a:r>
              <a:rPr lang="en-US" altLang="en-US" dirty="0"/>
              <a:t>3’ b110:	</a:t>
            </a:r>
            <a:r>
              <a:rPr lang="en-US" altLang="en-US" dirty="0" err="1"/>
              <a:t>Yout</a:t>
            </a:r>
            <a:r>
              <a:rPr lang="en-US" altLang="en-US" dirty="0"/>
              <a:t> = 8’ b 01000000;</a:t>
            </a:r>
          </a:p>
          <a:p>
            <a:r>
              <a:rPr lang="en-US" altLang="en-US" dirty="0"/>
              <a:t>3’ b111:	</a:t>
            </a:r>
            <a:r>
              <a:rPr lang="en-US" altLang="en-US" dirty="0" err="1"/>
              <a:t>Yout</a:t>
            </a:r>
            <a:r>
              <a:rPr lang="en-US" altLang="en-US" dirty="0"/>
              <a:t> = 8’ b 10000000;</a:t>
            </a:r>
          </a:p>
          <a:p>
            <a:r>
              <a:rPr lang="en-US" altLang="en-US" dirty="0"/>
              <a:t>default:	</a:t>
            </a:r>
            <a:r>
              <a:rPr lang="en-US" altLang="en-US" dirty="0" err="1"/>
              <a:t>Yout</a:t>
            </a:r>
            <a:r>
              <a:rPr lang="en-US" altLang="en-US" dirty="0"/>
              <a:t> = 8’ b 00000000;</a:t>
            </a:r>
          </a:p>
          <a:p>
            <a:r>
              <a:rPr lang="en-US" altLang="en-US" dirty="0" err="1"/>
              <a:t>endcase</a:t>
            </a:r>
            <a:endParaRPr lang="en-US" altLang="en-US" dirty="0"/>
          </a:p>
          <a:p>
            <a:r>
              <a:rPr lang="en-US" altLang="en-US" dirty="0"/>
              <a:t>end</a:t>
            </a:r>
          </a:p>
          <a:p>
            <a:r>
              <a:rPr lang="en-US" altLang="en-US" dirty="0" err="1"/>
              <a:t>endmodule</a:t>
            </a:r>
            <a:endParaRPr lang="ru-RU" altLang="en-US" dirty="0"/>
          </a:p>
        </p:txBody>
      </p:sp>
      <p:sp>
        <p:nvSpPr>
          <p:cNvPr id="6" name="Content Placeholder 20">
            <a:extLst>
              <a:ext uri="{FF2B5EF4-FFF2-40B4-BE49-F238E27FC236}">
                <a16:creationId xmlns:a16="http://schemas.microsoft.com/office/drawing/2014/main" id="{99354500-AA84-48CC-8617-43DA9379CADD}"/>
              </a:ext>
            </a:extLst>
          </p:cNvPr>
          <p:cNvSpPr txBox="1">
            <a:spLocks/>
          </p:cNvSpPr>
          <p:nvPr/>
        </p:nvSpPr>
        <p:spPr bwMode="auto">
          <a:xfrm>
            <a:off x="8555162" y="1549628"/>
            <a:ext cx="3370262" cy="3932237"/>
          </a:xfrm>
          <a:prstGeom prst="rect">
            <a:avLst/>
          </a:prstGeom>
          <a:noFill/>
          <a:ln w="28575">
            <a:noFill/>
            <a:miter lim="800000"/>
            <a:headEnd/>
            <a:tailEnd/>
          </a:ln>
        </p:spPr>
        <p:txBody>
          <a:bodyPr/>
          <a:lstStyle/>
          <a:p>
            <a:pPr marL="342900" indent="-342900">
              <a:spcBef>
                <a:spcPts val="400"/>
              </a:spcBef>
              <a:buClr>
                <a:schemeClr val="accent1"/>
              </a:buClr>
              <a:buSzPct val="65000"/>
              <a:defRPr/>
            </a:pPr>
            <a:r>
              <a:rPr lang="en-US" kern="0" dirty="0">
                <a:solidFill>
                  <a:srgbClr val="0000FF"/>
                </a:solidFill>
              </a:rPr>
              <a:t>module</a:t>
            </a:r>
            <a:r>
              <a:rPr lang="en-US" kern="0" dirty="0">
                <a:solidFill>
                  <a:srgbClr val="0066FF"/>
                </a:solidFill>
              </a:rPr>
              <a:t> </a:t>
            </a:r>
            <a:r>
              <a:rPr lang="en-US" kern="0" dirty="0"/>
              <a:t>decode </a:t>
            </a:r>
          </a:p>
          <a:p>
            <a:pPr marL="342900" indent="-342900">
              <a:spcBef>
                <a:spcPts val="400"/>
              </a:spcBef>
              <a:buClr>
                <a:schemeClr val="accent1"/>
              </a:buClr>
              <a:buSzPct val="65000"/>
              <a:defRPr/>
            </a:pPr>
            <a:r>
              <a:rPr lang="en-US" kern="0" dirty="0"/>
              <a:t>(input [2:0] A, En, output </a:t>
            </a:r>
            <a:r>
              <a:rPr lang="en-US" kern="0" dirty="0" err="1"/>
              <a:t>reg</a:t>
            </a:r>
            <a:r>
              <a:rPr lang="en-US" kern="0" dirty="0"/>
              <a:t> [7:0]  </a:t>
            </a:r>
            <a:r>
              <a:rPr lang="en-US" kern="0" dirty="0" err="1"/>
              <a:t>Yout</a:t>
            </a:r>
            <a:r>
              <a:rPr lang="en-US" kern="0" dirty="0"/>
              <a:t>);</a:t>
            </a:r>
          </a:p>
          <a:p>
            <a:pPr marL="342900" indent="-342900">
              <a:spcBef>
                <a:spcPts val="400"/>
              </a:spcBef>
              <a:buClr>
                <a:schemeClr val="accent1"/>
              </a:buClr>
              <a:buSzPct val="65000"/>
              <a:defRPr/>
            </a:pPr>
            <a:r>
              <a:rPr lang="en-US" kern="0" dirty="0">
                <a:solidFill>
                  <a:srgbClr val="0000FF"/>
                </a:solidFill>
              </a:rPr>
              <a:t>always</a:t>
            </a:r>
            <a:r>
              <a:rPr lang="en-US" kern="0" dirty="0"/>
              <a:t>  @ (En  or  A)</a:t>
            </a:r>
          </a:p>
          <a:p>
            <a:pPr marL="342900" indent="-342900">
              <a:spcBef>
                <a:spcPts val="400"/>
              </a:spcBef>
              <a:buClr>
                <a:schemeClr val="accent1"/>
              </a:buClr>
              <a:buSzPct val="65000"/>
              <a:defRPr/>
            </a:pPr>
            <a:r>
              <a:rPr lang="en-US" kern="0" dirty="0">
                <a:solidFill>
                  <a:srgbClr val="0000FF"/>
                </a:solidFill>
              </a:rPr>
              <a:t>begin	</a:t>
            </a:r>
            <a:endParaRPr lang="ru-RU" kern="0" dirty="0">
              <a:solidFill>
                <a:srgbClr val="0000FF"/>
              </a:solidFill>
            </a:endParaRPr>
          </a:p>
          <a:p>
            <a:pPr marL="342900" indent="-342900">
              <a:spcBef>
                <a:spcPts val="400"/>
              </a:spcBef>
              <a:buClr>
                <a:schemeClr val="accent1"/>
              </a:buClr>
              <a:buSzPct val="65000"/>
              <a:defRPr/>
            </a:pPr>
            <a:r>
              <a:rPr lang="en-US" kern="0" dirty="0">
                <a:solidFill>
                  <a:srgbClr val="0000FF"/>
                </a:solidFill>
              </a:rPr>
              <a:t>if   </a:t>
            </a:r>
            <a:r>
              <a:rPr lang="en-US" kern="0" dirty="0"/>
              <a:t>(!En)</a:t>
            </a:r>
          </a:p>
          <a:p>
            <a:pPr marL="342900" indent="-342900">
              <a:spcBef>
                <a:spcPts val="400"/>
              </a:spcBef>
              <a:buClr>
                <a:schemeClr val="accent1"/>
              </a:buClr>
              <a:buSzPct val="65000"/>
              <a:defRPr/>
            </a:pPr>
            <a:r>
              <a:rPr lang="en-US" kern="0" dirty="0" err="1"/>
              <a:t>Yout</a:t>
            </a:r>
            <a:r>
              <a:rPr lang="en-US" kern="0" dirty="0"/>
              <a:t>  = 8' b00000000;</a:t>
            </a:r>
          </a:p>
          <a:p>
            <a:pPr marL="342900" indent="-342900">
              <a:spcBef>
                <a:spcPts val="400"/>
              </a:spcBef>
              <a:buClr>
                <a:schemeClr val="accent1"/>
              </a:buClr>
              <a:buSzPct val="65000"/>
              <a:defRPr/>
            </a:pPr>
            <a:r>
              <a:rPr lang="en-US" kern="0" dirty="0">
                <a:solidFill>
                  <a:srgbClr val="0000FF"/>
                </a:solidFill>
              </a:rPr>
              <a:t>else</a:t>
            </a:r>
          </a:p>
          <a:p>
            <a:pPr eaLnBrk="1" hangingPunct="1">
              <a:buFont typeface="Wingdings" pitchFamily="2" charset="2"/>
              <a:buNone/>
              <a:defRPr/>
            </a:pPr>
            <a:r>
              <a:rPr lang="en-US" dirty="0">
                <a:solidFill>
                  <a:srgbClr val="0000FF"/>
                </a:solidFill>
              </a:rPr>
              <a:t>case  </a:t>
            </a:r>
            <a:r>
              <a:rPr lang="en-US" dirty="0"/>
              <a:t>  ( A )</a:t>
            </a:r>
          </a:p>
          <a:p>
            <a:pPr eaLnBrk="1" hangingPunct="1">
              <a:buFont typeface="Wingdings" pitchFamily="2" charset="2"/>
              <a:buNone/>
              <a:defRPr/>
            </a:pPr>
            <a:r>
              <a:rPr lang="en-US" dirty="0"/>
              <a:t>3’ b000:	</a:t>
            </a:r>
            <a:r>
              <a:rPr lang="en-US" dirty="0" err="1"/>
              <a:t>Yout</a:t>
            </a:r>
            <a:r>
              <a:rPr lang="en-US" dirty="0"/>
              <a:t> = 8’ b 00000001;</a:t>
            </a:r>
          </a:p>
          <a:p>
            <a:pPr>
              <a:defRPr/>
            </a:pPr>
            <a:r>
              <a:rPr lang="en-US" dirty="0"/>
              <a:t>3’ b001:	</a:t>
            </a:r>
            <a:r>
              <a:rPr lang="en-US" dirty="0" err="1"/>
              <a:t>Yout</a:t>
            </a:r>
            <a:r>
              <a:rPr lang="en-US" dirty="0"/>
              <a:t> = 8’ b 00000010;</a:t>
            </a:r>
          </a:p>
          <a:p>
            <a:pPr marL="342900" indent="-342900">
              <a:spcBef>
                <a:spcPts val="400"/>
              </a:spcBef>
              <a:buClr>
                <a:schemeClr val="accent1"/>
              </a:buClr>
              <a:buSzPct val="65000"/>
              <a:defRPr/>
            </a:pPr>
            <a:endParaRPr lang="ru-RU" kern="0" dirty="0">
              <a:solidFill>
                <a:srgbClr val="0000FF"/>
              </a:solidFill>
            </a:endParaRPr>
          </a:p>
          <a:p>
            <a:pPr marL="342900" indent="-342900">
              <a:spcBef>
                <a:spcPct val="20000"/>
              </a:spcBef>
              <a:buClr>
                <a:schemeClr val="accent1"/>
              </a:buClr>
              <a:buSzPct val="65000"/>
              <a:buFont typeface="Wingdings" pitchFamily="2" charset="2"/>
              <a:buChar char="n"/>
              <a:defRPr/>
            </a:pPr>
            <a:endParaRPr lang="en-US" kern="0" dirty="0"/>
          </a:p>
        </p:txBody>
      </p:sp>
      <p:grpSp>
        <p:nvGrpSpPr>
          <p:cNvPr id="7" name="Group 21">
            <a:extLst>
              <a:ext uri="{FF2B5EF4-FFF2-40B4-BE49-F238E27FC236}">
                <a16:creationId xmlns:a16="http://schemas.microsoft.com/office/drawing/2014/main" id="{BF40D070-B369-4419-95A0-C2BAF3ACEC16}"/>
              </a:ext>
            </a:extLst>
          </p:cNvPr>
          <p:cNvGrpSpPr>
            <a:grpSpLocks/>
          </p:cNvGrpSpPr>
          <p:nvPr/>
        </p:nvGrpSpPr>
        <p:grpSpPr bwMode="auto">
          <a:xfrm>
            <a:off x="6429182" y="2385107"/>
            <a:ext cx="2011680" cy="2437645"/>
            <a:chOff x="3679" y="1395"/>
            <a:chExt cx="1518" cy="1795"/>
          </a:xfrm>
          <a:solidFill>
            <a:schemeClr val="accent1"/>
          </a:solidFill>
        </p:grpSpPr>
        <p:sp>
          <p:nvSpPr>
            <p:cNvPr id="8" name="Rectangle 9">
              <a:extLst>
                <a:ext uri="{FF2B5EF4-FFF2-40B4-BE49-F238E27FC236}">
                  <a16:creationId xmlns:a16="http://schemas.microsoft.com/office/drawing/2014/main" id="{06365F0B-4C7D-47D9-834A-487D6D98970D}"/>
                </a:ext>
              </a:extLst>
            </p:cNvPr>
            <p:cNvSpPr>
              <a:spLocks noChangeArrowheads="1"/>
            </p:cNvSpPr>
            <p:nvPr/>
          </p:nvSpPr>
          <p:spPr bwMode="auto">
            <a:xfrm>
              <a:off x="3933" y="1395"/>
              <a:ext cx="1004" cy="1795"/>
            </a:xfrm>
            <a:prstGeom prst="rect">
              <a:avLst/>
            </a:prstGeom>
            <a:solidFill>
              <a:schemeClr val="accent1">
                <a:lumMod val="60000"/>
                <a:lumOff val="40000"/>
              </a:schemeClr>
            </a:solidFill>
            <a:ln w="25400">
              <a:solidFill>
                <a:schemeClr val="tx1"/>
              </a:solidFill>
              <a:miter lim="800000"/>
              <a:headEnd/>
              <a:tailEnd/>
            </a:ln>
          </p:spPr>
          <p:txBody>
            <a:bodyPr wrap="none"/>
            <a:lstStyle/>
            <a:p>
              <a:pPr eaLnBrk="1" hangingPunct="1">
                <a:defRPr/>
              </a:pPr>
              <a:r>
                <a:rPr lang="en-US" dirty="0"/>
                <a:t>       DC</a:t>
              </a:r>
            </a:p>
            <a:p>
              <a:pPr eaLnBrk="1" hangingPunct="1">
                <a:defRPr/>
              </a:pPr>
              <a:endParaRPr lang="en-US" dirty="0"/>
            </a:p>
            <a:p>
              <a:pPr eaLnBrk="1" hangingPunct="1">
                <a:defRPr/>
              </a:pPr>
              <a:r>
                <a:rPr lang="en-US" dirty="0"/>
                <a:t>A0</a:t>
              </a:r>
            </a:p>
            <a:p>
              <a:pPr eaLnBrk="1" hangingPunct="1">
                <a:defRPr/>
              </a:pPr>
              <a:r>
                <a:rPr lang="en-US" dirty="0"/>
                <a:t>A1</a:t>
              </a:r>
            </a:p>
            <a:p>
              <a:pPr eaLnBrk="1" hangingPunct="1">
                <a:defRPr/>
              </a:pPr>
              <a:r>
                <a:rPr lang="en-US" dirty="0"/>
                <a:t>A2</a:t>
              </a:r>
            </a:p>
            <a:p>
              <a:pPr eaLnBrk="1" hangingPunct="1">
                <a:defRPr/>
              </a:pPr>
              <a:endParaRPr lang="en-US" dirty="0"/>
            </a:p>
            <a:p>
              <a:pPr eaLnBrk="1" hangingPunct="1">
                <a:defRPr/>
              </a:pPr>
              <a:r>
                <a:rPr lang="en-US" dirty="0"/>
                <a:t>En</a:t>
              </a:r>
            </a:p>
            <a:p>
              <a:pPr eaLnBrk="1" hangingPunct="1">
                <a:defRPr/>
              </a:pPr>
              <a:endParaRPr lang="en-US" dirty="0"/>
            </a:p>
            <a:p>
              <a:pPr eaLnBrk="1" hangingPunct="1">
                <a:defRPr/>
              </a:pPr>
              <a:endParaRPr lang="en-US" dirty="0"/>
            </a:p>
            <a:p>
              <a:pPr eaLnBrk="1" hangingPunct="1">
                <a:defRPr/>
              </a:pPr>
              <a:endParaRPr lang="ru-RU" dirty="0"/>
            </a:p>
          </p:txBody>
        </p:sp>
        <p:sp>
          <p:nvSpPr>
            <p:cNvPr id="9" name="Line 10">
              <a:extLst>
                <a:ext uri="{FF2B5EF4-FFF2-40B4-BE49-F238E27FC236}">
                  <a16:creationId xmlns:a16="http://schemas.microsoft.com/office/drawing/2014/main" id="{17F184E1-217B-42B2-8DDB-D12FA94BD935}"/>
                </a:ext>
              </a:extLst>
            </p:cNvPr>
            <p:cNvSpPr>
              <a:spLocks noChangeShapeType="1"/>
            </p:cNvSpPr>
            <p:nvPr/>
          </p:nvSpPr>
          <p:spPr bwMode="auto">
            <a:xfrm>
              <a:off x="4937" y="2846"/>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0" name="Line 11">
              <a:extLst>
                <a:ext uri="{FF2B5EF4-FFF2-40B4-BE49-F238E27FC236}">
                  <a16:creationId xmlns:a16="http://schemas.microsoft.com/office/drawing/2014/main" id="{820149C3-58C9-4A6C-9973-CBE650464D11}"/>
                </a:ext>
              </a:extLst>
            </p:cNvPr>
            <p:cNvSpPr>
              <a:spLocks noChangeShapeType="1"/>
            </p:cNvSpPr>
            <p:nvPr/>
          </p:nvSpPr>
          <p:spPr bwMode="auto">
            <a:xfrm>
              <a:off x="4937" y="1624"/>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1" name="Line 12">
              <a:extLst>
                <a:ext uri="{FF2B5EF4-FFF2-40B4-BE49-F238E27FC236}">
                  <a16:creationId xmlns:a16="http://schemas.microsoft.com/office/drawing/2014/main" id="{2B264115-F0AF-4F8B-BBAC-A8425281D5FE}"/>
                </a:ext>
              </a:extLst>
            </p:cNvPr>
            <p:cNvSpPr>
              <a:spLocks noChangeShapeType="1"/>
            </p:cNvSpPr>
            <p:nvPr/>
          </p:nvSpPr>
          <p:spPr bwMode="auto">
            <a:xfrm>
              <a:off x="4937" y="1830"/>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2" name="Line 13">
              <a:extLst>
                <a:ext uri="{FF2B5EF4-FFF2-40B4-BE49-F238E27FC236}">
                  <a16:creationId xmlns:a16="http://schemas.microsoft.com/office/drawing/2014/main" id="{3AC9509E-0C08-4E1A-BA36-DF4E6A550B98}"/>
                </a:ext>
              </a:extLst>
            </p:cNvPr>
            <p:cNvSpPr>
              <a:spLocks noChangeShapeType="1"/>
            </p:cNvSpPr>
            <p:nvPr/>
          </p:nvSpPr>
          <p:spPr bwMode="auto">
            <a:xfrm>
              <a:off x="4937" y="3043"/>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3" name="Line 14">
              <a:extLst>
                <a:ext uri="{FF2B5EF4-FFF2-40B4-BE49-F238E27FC236}">
                  <a16:creationId xmlns:a16="http://schemas.microsoft.com/office/drawing/2014/main" id="{7443655B-01C4-46B7-93DF-69589FA756D5}"/>
                </a:ext>
              </a:extLst>
            </p:cNvPr>
            <p:cNvSpPr>
              <a:spLocks noChangeShapeType="1"/>
            </p:cNvSpPr>
            <p:nvPr/>
          </p:nvSpPr>
          <p:spPr bwMode="auto">
            <a:xfrm>
              <a:off x="4937" y="2026"/>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4" name="Line 15">
              <a:extLst>
                <a:ext uri="{FF2B5EF4-FFF2-40B4-BE49-F238E27FC236}">
                  <a16:creationId xmlns:a16="http://schemas.microsoft.com/office/drawing/2014/main" id="{A2B9F86F-8B2D-425D-B08B-AE405C1246F5}"/>
                </a:ext>
              </a:extLst>
            </p:cNvPr>
            <p:cNvSpPr>
              <a:spLocks noChangeShapeType="1"/>
            </p:cNvSpPr>
            <p:nvPr/>
          </p:nvSpPr>
          <p:spPr bwMode="auto">
            <a:xfrm>
              <a:off x="4937" y="2216"/>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5" name="Line 16">
              <a:extLst>
                <a:ext uri="{FF2B5EF4-FFF2-40B4-BE49-F238E27FC236}">
                  <a16:creationId xmlns:a16="http://schemas.microsoft.com/office/drawing/2014/main" id="{8D497CB4-5367-488A-83DB-DA247838769F}"/>
                </a:ext>
              </a:extLst>
            </p:cNvPr>
            <p:cNvSpPr>
              <a:spLocks noChangeShapeType="1"/>
            </p:cNvSpPr>
            <p:nvPr/>
          </p:nvSpPr>
          <p:spPr bwMode="auto">
            <a:xfrm>
              <a:off x="4946" y="2422"/>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6" name="Line 17">
              <a:extLst>
                <a:ext uri="{FF2B5EF4-FFF2-40B4-BE49-F238E27FC236}">
                  <a16:creationId xmlns:a16="http://schemas.microsoft.com/office/drawing/2014/main" id="{35AF9263-063D-4CFA-AEBE-74BC4CC46850}"/>
                </a:ext>
              </a:extLst>
            </p:cNvPr>
            <p:cNvSpPr>
              <a:spLocks noChangeShapeType="1"/>
            </p:cNvSpPr>
            <p:nvPr/>
          </p:nvSpPr>
          <p:spPr bwMode="auto">
            <a:xfrm>
              <a:off x="4937" y="2633"/>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7" name="Line 18">
              <a:extLst>
                <a:ext uri="{FF2B5EF4-FFF2-40B4-BE49-F238E27FC236}">
                  <a16:creationId xmlns:a16="http://schemas.microsoft.com/office/drawing/2014/main" id="{56E92631-40F6-4846-9F28-266D438EF6B2}"/>
                </a:ext>
              </a:extLst>
            </p:cNvPr>
            <p:cNvSpPr>
              <a:spLocks noChangeShapeType="1"/>
            </p:cNvSpPr>
            <p:nvPr/>
          </p:nvSpPr>
          <p:spPr bwMode="auto">
            <a:xfrm>
              <a:off x="3679" y="1909"/>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8" name="Line 19">
              <a:extLst>
                <a:ext uri="{FF2B5EF4-FFF2-40B4-BE49-F238E27FC236}">
                  <a16:creationId xmlns:a16="http://schemas.microsoft.com/office/drawing/2014/main" id="{BFC67CFB-DCDE-4975-ADC6-5AEB3E0C3743}"/>
                </a:ext>
              </a:extLst>
            </p:cNvPr>
            <p:cNvSpPr>
              <a:spLocks noChangeShapeType="1"/>
            </p:cNvSpPr>
            <p:nvPr/>
          </p:nvSpPr>
          <p:spPr bwMode="auto">
            <a:xfrm>
              <a:off x="3679" y="2099"/>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9" name="Line 20">
              <a:extLst>
                <a:ext uri="{FF2B5EF4-FFF2-40B4-BE49-F238E27FC236}">
                  <a16:creationId xmlns:a16="http://schemas.microsoft.com/office/drawing/2014/main" id="{5A25516E-1CFB-401A-ACA1-ED0554850EF2}"/>
                </a:ext>
              </a:extLst>
            </p:cNvPr>
            <p:cNvSpPr>
              <a:spLocks noChangeShapeType="1"/>
            </p:cNvSpPr>
            <p:nvPr/>
          </p:nvSpPr>
          <p:spPr bwMode="auto">
            <a:xfrm>
              <a:off x="3688" y="2280"/>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20" name="Line 21">
              <a:extLst>
                <a:ext uri="{FF2B5EF4-FFF2-40B4-BE49-F238E27FC236}">
                  <a16:creationId xmlns:a16="http://schemas.microsoft.com/office/drawing/2014/main" id="{969AC383-4D33-46BC-9E25-45DD6A15BF23}"/>
                </a:ext>
              </a:extLst>
            </p:cNvPr>
            <p:cNvSpPr>
              <a:spLocks noChangeShapeType="1"/>
            </p:cNvSpPr>
            <p:nvPr/>
          </p:nvSpPr>
          <p:spPr bwMode="auto">
            <a:xfrm>
              <a:off x="3688" y="2622"/>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21" name="Text Box 22">
              <a:extLst>
                <a:ext uri="{FF2B5EF4-FFF2-40B4-BE49-F238E27FC236}">
                  <a16:creationId xmlns:a16="http://schemas.microsoft.com/office/drawing/2014/main" id="{E4DFCE01-8C9B-4B80-90E5-E6EC418AA23D}"/>
                </a:ext>
              </a:extLst>
            </p:cNvPr>
            <p:cNvSpPr txBox="1">
              <a:spLocks noChangeArrowheads="1"/>
            </p:cNvSpPr>
            <p:nvPr/>
          </p:nvSpPr>
          <p:spPr bwMode="auto">
            <a:xfrm>
              <a:off x="4524" y="1477"/>
              <a:ext cx="401" cy="1700"/>
            </a:xfrm>
            <a:prstGeom prst="rect">
              <a:avLst/>
            </a:prstGeom>
            <a:noFill/>
            <a:ln w="9525">
              <a:noFill/>
              <a:miter lim="800000"/>
              <a:headEnd/>
              <a:tailEnd/>
            </a:ln>
          </p:spPr>
          <p:txBody>
            <a:bodyPr>
              <a:spAutoFit/>
            </a:bodyPr>
            <a:lstStyle/>
            <a:p>
              <a:pPr algn="r" eaLnBrk="1" hangingPunct="1">
                <a:defRPr/>
              </a:pPr>
              <a:r>
                <a:rPr lang="en-US" dirty="0"/>
                <a:t>y0</a:t>
              </a:r>
            </a:p>
            <a:p>
              <a:pPr algn="r" eaLnBrk="1" hangingPunct="1">
                <a:defRPr/>
              </a:pPr>
              <a:r>
                <a:rPr lang="en-US" dirty="0"/>
                <a:t>y1</a:t>
              </a:r>
            </a:p>
            <a:p>
              <a:pPr algn="r" eaLnBrk="1" hangingPunct="1">
                <a:defRPr/>
              </a:pPr>
              <a:r>
                <a:rPr lang="en-US" dirty="0"/>
                <a:t>y2</a:t>
              </a:r>
            </a:p>
            <a:p>
              <a:pPr algn="r" eaLnBrk="1" hangingPunct="1">
                <a:defRPr/>
              </a:pPr>
              <a:r>
                <a:rPr lang="en-US" dirty="0"/>
                <a:t>y3</a:t>
              </a:r>
            </a:p>
            <a:p>
              <a:pPr algn="r" eaLnBrk="1" hangingPunct="1">
                <a:defRPr/>
              </a:pPr>
              <a:r>
                <a:rPr lang="en-US" dirty="0"/>
                <a:t>y4</a:t>
              </a:r>
            </a:p>
            <a:p>
              <a:pPr algn="r" eaLnBrk="1" hangingPunct="1">
                <a:defRPr/>
              </a:pPr>
              <a:r>
                <a:rPr lang="en-US" dirty="0"/>
                <a:t>y5</a:t>
              </a:r>
            </a:p>
            <a:p>
              <a:pPr algn="r" eaLnBrk="1" hangingPunct="1">
                <a:defRPr/>
              </a:pPr>
              <a:r>
                <a:rPr lang="en-US" dirty="0"/>
                <a:t>y6</a:t>
              </a:r>
            </a:p>
            <a:p>
              <a:pPr algn="r" eaLnBrk="1" hangingPunct="1">
                <a:defRPr/>
              </a:pPr>
              <a:r>
                <a:rPr lang="en-US" dirty="0"/>
                <a:t>y7</a:t>
              </a:r>
              <a:endParaRPr lang="ru-RU" dirty="0"/>
            </a:p>
          </p:txBody>
        </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729E80C5-E965-01A2-727E-264F6D545BC0}"/>
              </a:ext>
            </a:extLst>
          </p:cNvPr>
          <p:cNvSpPr>
            <a:spLocks noGrp="1" noChangeArrowheads="1"/>
          </p:cNvSpPr>
          <p:nvPr>
            <p:ph type="title"/>
          </p:nvPr>
        </p:nvSpPr>
        <p:spPr>
          <a:xfrm>
            <a:off x="-1" y="183402"/>
            <a:ext cx="11612880" cy="704088"/>
          </a:xfrm>
        </p:spPr>
        <p:txBody>
          <a:bodyPr/>
          <a:lstStyle/>
          <a:p>
            <a:r>
              <a:rPr lang="en-US" altLang="en-US"/>
              <a:t>Decoder  Description  by Verilog using  for  statement</a:t>
            </a:r>
            <a:endParaRPr lang="en-GB" altLang="en-US"/>
          </a:p>
        </p:txBody>
      </p:sp>
      <p:sp>
        <p:nvSpPr>
          <p:cNvPr id="4" name="Text Placeholder 3">
            <a:extLst>
              <a:ext uri="{FF2B5EF4-FFF2-40B4-BE49-F238E27FC236}">
                <a16:creationId xmlns:a16="http://schemas.microsoft.com/office/drawing/2014/main" id="{E6F8A113-8663-6FCD-35A1-76C52507881E}"/>
              </a:ext>
            </a:extLst>
          </p:cNvPr>
          <p:cNvSpPr>
            <a:spLocks noGrp="1"/>
          </p:cNvSpPr>
          <p:nvPr>
            <p:ph type="body" sz="quarter" idx="10"/>
          </p:nvPr>
        </p:nvSpPr>
        <p:spPr/>
        <p:txBody>
          <a:bodyPr/>
          <a:lstStyle/>
          <a:p>
            <a:r>
              <a:rPr lang="en-US" sz="2200" dirty="0"/>
              <a:t>module dec4to16(</a:t>
            </a:r>
            <a:r>
              <a:rPr lang="en-US" sz="2200" dirty="0" err="1"/>
              <a:t>a,en,y</a:t>
            </a:r>
            <a:r>
              <a:rPr lang="en-US" sz="2200" dirty="0"/>
              <a:t>);</a:t>
            </a:r>
          </a:p>
          <a:p>
            <a:r>
              <a:rPr lang="en-US" sz="2200" dirty="0"/>
              <a:t>input [3:0] a;</a:t>
            </a:r>
          </a:p>
          <a:p>
            <a:r>
              <a:rPr lang="en-US" sz="2200" dirty="0"/>
              <a:t>input </a:t>
            </a:r>
            <a:r>
              <a:rPr lang="en-US" sz="2200" dirty="0" err="1"/>
              <a:t>en</a:t>
            </a:r>
            <a:r>
              <a:rPr lang="en-US" sz="2200" dirty="0"/>
              <a:t>;</a:t>
            </a:r>
          </a:p>
          <a:p>
            <a:r>
              <a:rPr lang="en-US" sz="2200" dirty="0"/>
              <a:t>output reg [0:15] y;</a:t>
            </a:r>
          </a:p>
          <a:p>
            <a:r>
              <a:rPr lang="en-US" sz="2200" dirty="0"/>
              <a:t>integer k;</a:t>
            </a:r>
          </a:p>
          <a:p>
            <a:r>
              <a:rPr lang="en-US" sz="2200" dirty="0"/>
              <a:t>	always @(a or </a:t>
            </a:r>
            <a:r>
              <a:rPr lang="en-US" sz="2200" dirty="0" err="1"/>
              <a:t>en</a:t>
            </a:r>
            <a:r>
              <a:rPr lang="en-US" sz="2200" dirty="0"/>
              <a:t>)</a:t>
            </a:r>
          </a:p>
          <a:p>
            <a:r>
              <a:rPr lang="en-US" sz="2200" dirty="0"/>
              <a:t>		for (k=0; k&lt;=15; k=k+1)</a:t>
            </a:r>
          </a:p>
          <a:p>
            <a:r>
              <a:rPr lang="en-US" sz="2200" dirty="0"/>
              <a:t>			if(a==k&amp;&amp;</a:t>
            </a:r>
            <a:r>
              <a:rPr lang="en-US" sz="2200" dirty="0" err="1"/>
              <a:t>en</a:t>
            </a:r>
            <a:r>
              <a:rPr lang="en-US" sz="2200" dirty="0"/>
              <a:t>==1)</a:t>
            </a:r>
          </a:p>
          <a:p>
            <a:r>
              <a:rPr lang="en-US" sz="2200" dirty="0"/>
              <a:t>				y[k]=1;</a:t>
            </a:r>
          </a:p>
          <a:p>
            <a:r>
              <a:rPr lang="en-US" sz="2200" dirty="0"/>
              <a:t>			else y[k]=0;</a:t>
            </a:r>
          </a:p>
          <a:p>
            <a:r>
              <a:rPr lang="en-US" sz="2200" dirty="0" err="1"/>
              <a:t>endmodule</a:t>
            </a:r>
            <a:endParaRPr lang="en-US" sz="2200" dirty="0"/>
          </a:p>
          <a:p>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91560C7-5778-DD2B-9630-02B1F42DCEF1}"/>
              </a:ext>
            </a:extLst>
          </p:cNvPr>
          <p:cNvSpPr>
            <a:spLocks noGrp="1" noChangeArrowheads="1"/>
          </p:cNvSpPr>
          <p:nvPr>
            <p:ph type="title"/>
          </p:nvPr>
        </p:nvSpPr>
        <p:spPr/>
        <p:txBody>
          <a:bodyPr/>
          <a:lstStyle/>
          <a:p>
            <a:r>
              <a:rPr lang="en-US" altLang="en-US"/>
              <a:t>Decoder  Description  with Parameter  and test_Bench</a:t>
            </a:r>
          </a:p>
        </p:txBody>
      </p:sp>
      <p:sp>
        <p:nvSpPr>
          <p:cNvPr id="5" name="Text Placeholder 4">
            <a:extLst>
              <a:ext uri="{FF2B5EF4-FFF2-40B4-BE49-F238E27FC236}">
                <a16:creationId xmlns:a16="http://schemas.microsoft.com/office/drawing/2014/main" id="{4BE9A998-3537-BF61-FD5C-672FC84547D4}"/>
              </a:ext>
            </a:extLst>
          </p:cNvPr>
          <p:cNvSpPr>
            <a:spLocks noGrp="1"/>
          </p:cNvSpPr>
          <p:nvPr>
            <p:ph type="body" sz="quarter" idx="13"/>
          </p:nvPr>
        </p:nvSpPr>
        <p:spPr/>
        <p:txBody>
          <a:bodyPr/>
          <a:lstStyle/>
          <a:p>
            <a:r>
              <a:rPr lang="en-US" sz="1400" dirty="0"/>
              <a:t>module decoder(</a:t>
            </a:r>
            <a:r>
              <a:rPr lang="en-US" sz="1400" dirty="0" err="1"/>
              <a:t>in,en,out,out</a:t>
            </a:r>
            <a:r>
              <a:rPr lang="en-US" sz="1400" dirty="0"/>
              <a:t>);</a:t>
            </a:r>
          </a:p>
          <a:p>
            <a:r>
              <a:rPr lang="en-US" sz="1400" dirty="0"/>
              <a:t>  parameter n=5;</a:t>
            </a:r>
          </a:p>
          <a:p>
            <a:r>
              <a:rPr lang="en-US" sz="1400" dirty="0"/>
              <a:t>  input </a:t>
            </a:r>
            <a:r>
              <a:rPr lang="en-US" sz="1400" dirty="0" err="1"/>
              <a:t>en</a:t>
            </a:r>
            <a:r>
              <a:rPr lang="en-US" sz="1400" dirty="0"/>
              <a:t>;</a:t>
            </a:r>
          </a:p>
          <a:p>
            <a:r>
              <a:rPr lang="en-US" sz="1400" dirty="0"/>
              <a:t>  input [n-1:0] in;</a:t>
            </a:r>
          </a:p>
          <a:p>
            <a:r>
              <a:rPr lang="en-US" sz="1400" dirty="0"/>
              <a:t>  output reg [2**n-1:0] out;</a:t>
            </a:r>
          </a:p>
          <a:p>
            <a:r>
              <a:rPr lang="en-US" sz="1400" dirty="0"/>
              <a:t>  integer k;</a:t>
            </a:r>
          </a:p>
          <a:p>
            <a:r>
              <a:rPr lang="en-US" sz="1400" dirty="0"/>
              <a:t>  always @(*)</a:t>
            </a:r>
          </a:p>
          <a:p>
            <a:r>
              <a:rPr lang="en-US" sz="1400" dirty="0"/>
              <a:t>    for (k=0; k&lt;2**n; k=k+1)</a:t>
            </a:r>
          </a:p>
          <a:p>
            <a:r>
              <a:rPr lang="en-US" sz="1400" dirty="0"/>
              <a:t>      if ((in==k)&amp;&amp;(</a:t>
            </a:r>
            <a:r>
              <a:rPr lang="en-US" sz="1400" dirty="0" err="1"/>
              <a:t>en</a:t>
            </a:r>
            <a:r>
              <a:rPr lang="en-US" sz="1400" dirty="0"/>
              <a:t>==1))</a:t>
            </a:r>
          </a:p>
          <a:p>
            <a:r>
              <a:rPr lang="en-US" sz="1400" dirty="0"/>
              <a:t>        out[k]=1; else out[k]=0;</a:t>
            </a:r>
          </a:p>
          <a:p>
            <a:r>
              <a:rPr lang="en-US" sz="1400" dirty="0" err="1"/>
              <a:t>endmodule</a:t>
            </a:r>
            <a:endParaRPr lang="en-US" sz="1400" dirty="0"/>
          </a:p>
          <a:p>
            <a:endParaRPr lang="en-US" sz="1400" dirty="0"/>
          </a:p>
        </p:txBody>
      </p:sp>
      <p:sp>
        <p:nvSpPr>
          <p:cNvPr id="6" name="Text Placeholder 5">
            <a:extLst>
              <a:ext uri="{FF2B5EF4-FFF2-40B4-BE49-F238E27FC236}">
                <a16:creationId xmlns:a16="http://schemas.microsoft.com/office/drawing/2014/main" id="{99D204FE-438C-161B-744D-0D709F5D306D}"/>
              </a:ext>
            </a:extLst>
          </p:cNvPr>
          <p:cNvSpPr>
            <a:spLocks noGrp="1"/>
          </p:cNvSpPr>
          <p:nvPr>
            <p:ph type="body" sz="quarter" idx="14"/>
          </p:nvPr>
        </p:nvSpPr>
        <p:spPr/>
        <p:txBody>
          <a:bodyPr/>
          <a:lstStyle/>
          <a:p>
            <a:r>
              <a:rPr lang="en-US" sz="1400" dirty="0"/>
              <a:t>module </a:t>
            </a:r>
            <a:r>
              <a:rPr lang="en-US" sz="1400" dirty="0" err="1"/>
              <a:t>test_bench</a:t>
            </a:r>
            <a:r>
              <a:rPr lang="en-US" sz="1400" dirty="0"/>
              <a:t>;</a:t>
            </a:r>
          </a:p>
          <a:p>
            <a:r>
              <a:rPr lang="en-US" sz="1400" dirty="0"/>
              <a:t>  parameter n=5;</a:t>
            </a:r>
          </a:p>
          <a:p>
            <a:r>
              <a:rPr lang="en-US" sz="1400" dirty="0"/>
              <a:t>  reg </a:t>
            </a:r>
            <a:r>
              <a:rPr lang="en-US" sz="1400" dirty="0" err="1"/>
              <a:t>en</a:t>
            </a:r>
            <a:r>
              <a:rPr lang="en-US" sz="1400" dirty="0"/>
              <a:t>;</a:t>
            </a:r>
          </a:p>
          <a:p>
            <a:r>
              <a:rPr lang="en-US" sz="1400" dirty="0"/>
              <a:t>  reg [n-1:0] in;</a:t>
            </a:r>
          </a:p>
          <a:p>
            <a:r>
              <a:rPr lang="en-US" sz="1400" dirty="0"/>
              <a:t>  wire [2**n-1:0] out;</a:t>
            </a:r>
          </a:p>
          <a:p>
            <a:r>
              <a:rPr lang="en-US" sz="1400" dirty="0"/>
              <a:t>  integer k;</a:t>
            </a:r>
          </a:p>
          <a:p>
            <a:r>
              <a:rPr lang="en-US" sz="1400" dirty="0"/>
              <a:t>  decoder </a:t>
            </a:r>
            <a:r>
              <a:rPr lang="en-US" sz="1400" dirty="0" err="1"/>
              <a:t>my_dec</a:t>
            </a:r>
            <a:r>
              <a:rPr lang="en-US" sz="1400" dirty="0"/>
              <a:t>(in, </a:t>
            </a:r>
            <a:r>
              <a:rPr lang="en-US" sz="1400" dirty="0" err="1"/>
              <a:t>en,out</a:t>
            </a:r>
            <a:r>
              <a:rPr lang="en-US" sz="1400" dirty="0"/>
              <a:t>);</a:t>
            </a:r>
          </a:p>
          <a:p>
            <a:r>
              <a:rPr lang="en-US" sz="1400" dirty="0"/>
              <a:t>  initial begin </a:t>
            </a:r>
          </a:p>
          <a:p>
            <a:r>
              <a:rPr lang="en-US" sz="1400" dirty="0"/>
              <a:t>     </a:t>
            </a:r>
            <a:r>
              <a:rPr lang="en-US" sz="1400" dirty="0" err="1"/>
              <a:t>en</a:t>
            </a:r>
            <a:r>
              <a:rPr lang="en-US" sz="1400" dirty="0"/>
              <a:t>=0;    #5 </a:t>
            </a:r>
            <a:r>
              <a:rPr lang="en-US" sz="1400" dirty="0" err="1"/>
              <a:t>en</a:t>
            </a:r>
            <a:r>
              <a:rPr lang="en-US" sz="1400" dirty="0"/>
              <a:t>=1;</a:t>
            </a:r>
          </a:p>
          <a:p>
            <a:r>
              <a:rPr lang="en-US" sz="1400" dirty="0"/>
              <a:t>    for (k=0; k&lt;2**n; k=k+1)</a:t>
            </a:r>
          </a:p>
          <a:p>
            <a:r>
              <a:rPr lang="en-US" sz="1400" dirty="0"/>
              <a:t>      in = #5 k;</a:t>
            </a:r>
          </a:p>
          <a:p>
            <a:r>
              <a:rPr lang="en-US" sz="1400" dirty="0"/>
              <a:t>    #80 $finish;</a:t>
            </a:r>
          </a:p>
          <a:p>
            <a:r>
              <a:rPr lang="en-US" sz="1400" dirty="0"/>
              <a:t>  end</a:t>
            </a:r>
          </a:p>
          <a:p>
            <a:r>
              <a:rPr lang="en-US" sz="1400" dirty="0"/>
              <a:t>    </a:t>
            </a:r>
            <a:r>
              <a:rPr lang="en-US" sz="1400" dirty="0" err="1"/>
              <a:t>endmodule</a:t>
            </a:r>
            <a:endParaRPr lang="en-US" sz="1400" dirty="0"/>
          </a:p>
          <a:p>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F01247E-34F8-4323-0204-4C9BD58B3DDB}"/>
              </a:ext>
            </a:extLst>
          </p:cNvPr>
          <p:cNvSpPr>
            <a:spLocks noGrp="1" noChangeArrowheads="1"/>
          </p:cNvSpPr>
          <p:nvPr>
            <p:ph type="title"/>
          </p:nvPr>
        </p:nvSpPr>
        <p:spPr>
          <a:xfrm>
            <a:off x="-1" y="183402"/>
            <a:ext cx="11612880" cy="704088"/>
          </a:xfrm>
        </p:spPr>
        <p:txBody>
          <a:bodyPr/>
          <a:lstStyle/>
          <a:p>
            <a:r>
              <a:rPr lang="en-US" altLang="en-US"/>
              <a:t>Decoder in SystemVerilog</a:t>
            </a:r>
            <a:endParaRPr lang="en-GB" altLang="en-US"/>
          </a:p>
        </p:txBody>
      </p:sp>
      <p:sp>
        <p:nvSpPr>
          <p:cNvPr id="58371" name="TextBox 2">
            <a:extLst>
              <a:ext uri="{FF2B5EF4-FFF2-40B4-BE49-F238E27FC236}">
                <a16:creationId xmlns:a16="http://schemas.microsoft.com/office/drawing/2014/main" id="{567B49BD-3135-F80C-4CF2-68EE5AE2D191}"/>
              </a:ext>
            </a:extLst>
          </p:cNvPr>
          <p:cNvSpPr txBox="1">
            <a:spLocks noChangeArrowheads="1"/>
          </p:cNvSpPr>
          <p:nvPr/>
        </p:nvSpPr>
        <p:spPr bwMode="auto">
          <a:xfrm>
            <a:off x="5889626" y="1587500"/>
            <a:ext cx="458152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solidFill>
                  <a:srgbClr val="0000FF"/>
                </a:solidFill>
              </a:rPr>
              <a:t>module</a:t>
            </a:r>
            <a:r>
              <a:rPr lang="en-GB" altLang="en-US" sz="1800" b="0"/>
              <a:t> decoder3_8(input logic [2:0] a,</a:t>
            </a:r>
          </a:p>
          <a:p>
            <a:pPr eaLnBrk="1" hangingPunct="1"/>
            <a:r>
              <a:rPr lang="en-GB" altLang="en-US" sz="1800" b="0">
                <a:solidFill>
                  <a:srgbClr val="0000FF"/>
                </a:solidFill>
              </a:rPr>
              <a:t>output logic </a:t>
            </a:r>
            <a:r>
              <a:rPr lang="en-GB" altLang="en-US" sz="1800" b="0"/>
              <a:t>[7:0] y);</a:t>
            </a:r>
          </a:p>
          <a:p>
            <a:pPr eaLnBrk="1" hangingPunct="1"/>
            <a:r>
              <a:rPr lang="en-GB" altLang="en-US" sz="1800" b="0">
                <a:solidFill>
                  <a:srgbClr val="0000FF"/>
                </a:solidFill>
              </a:rPr>
              <a:t>always_comb</a:t>
            </a:r>
          </a:p>
          <a:p>
            <a:pPr eaLnBrk="1" hangingPunct="1"/>
            <a:r>
              <a:rPr lang="en-GB" altLang="en-US" sz="1800" b="0">
                <a:solidFill>
                  <a:srgbClr val="0000FF"/>
                </a:solidFill>
              </a:rPr>
              <a:t>case</a:t>
            </a:r>
            <a:r>
              <a:rPr lang="en-GB" altLang="en-US" sz="1800" b="0"/>
              <a:t>(a)</a:t>
            </a:r>
          </a:p>
          <a:p>
            <a:pPr eaLnBrk="1" hangingPunct="1"/>
            <a:r>
              <a:rPr lang="en-GB" altLang="en-US" sz="1800" b="0"/>
              <a:t>3’b000: y = 8’b00000001;</a:t>
            </a:r>
          </a:p>
          <a:p>
            <a:pPr eaLnBrk="1" hangingPunct="1"/>
            <a:r>
              <a:rPr lang="en-GB" altLang="en-US" sz="1800" b="0"/>
              <a:t>3’b001: y = 8’b00000010;</a:t>
            </a:r>
          </a:p>
          <a:p>
            <a:pPr eaLnBrk="1" hangingPunct="1"/>
            <a:r>
              <a:rPr lang="en-GB" altLang="en-US" sz="1800" b="0"/>
              <a:t>3’b010: y = 8’b00000100;</a:t>
            </a:r>
          </a:p>
          <a:p>
            <a:pPr eaLnBrk="1" hangingPunct="1"/>
            <a:r>
              <a:rPr lang="en-GB" altLang="en-US" sz="1800" b="0"/>
              <a:t>3’b011: y = 8’b00001000;</a:t>
            </a:r>
          </a:p>
          <a:p>
            <a:pPr eaLnBrk="1" hangingPunct="1"/>
            <a:r>
              <a:rPr lang="en-GB" altLang="en-US" sz="1800" b="0"/>
              <a:t>3’b100: y = 8’b00010000;</a:t>
            </a:r>
          </a:p>
          <a:p>
            <a:pPr eaLnBrk="1" hangingPunct="1"/>
            <a:r>
              <a:rPr lang="en-GB" altLang="en-US" sz="1800" b="0"/>
              <a:t>3’b101: y = 8’b00100000;</a:t>
            </a:r>
          </a:p>
          <a:p>
            <a:pPr eaLnBrk="1" hangingPunct="1"/>
            <a:r>
              <a:rPr lang="en-GB" altLang="en-US" sz="1800" b="0"/>
              <a:t>3’b110: y = 8’b01000000;</a:t>
            </a:r>
          </a:p>
          <a:p>
            <a:pPr eaLnBrk="1" hangingPunct="1"/>
            <a:r>
              <a:rPr lang="en-GB" altLang="en-US" sz="1800" b="0"/>
              <a:t>3’b111: y = 8’b10000000;</a:t>
            </a:r>
          </a:p>
          <a:p>
            <a:pPr eaLnBrk="1" hangingPunct="1"/>
            <a:r>
              <a:rPr lang="en-GB" altLang="en-US" sz="1800" b="0">
                <a:solidFill>
                  <a:srgbClr val="0000FF"/>
                </a:solidFill>
              </a:rPr>
              <a:t>default</a:t>
            </a:r>
            <a:r>
              <a:rPr lang="en-GB" altLang="en-US" sz="1800" b="0"/>
              <a:t>: y = 8’bxxxxxxxx;</a:t>
            </a:r>
          </a:p>
          <a:p>
            <a:pPr eaLnBrk="1" hangingPunct="1"/>
            <a:r>
              <a:rPr lang="en-GB" altLang="en-US" sz="1800" b="0">
                <a:solidFill>
                  <a:srgbClr val="0000FF"/>
                </a:solidFill>
              </a:rPr>
              <a:t>endcase</a:t>
            </a:r>
          </a:p>
          <a:p>
            <a:pPr eaLnBrk="1" hangingPunct="1"/>
            <a:r>
              <a:rPr lang="en-GB" altLang="en-US" sz="1800" b="0">
                <a:solidFill>
                  <a:srgbClr val="0000FF"/>
                </a:solidFill>
              </a:rPr>
              <a:t>endmodule</a:t>
            </a:r>
          </a:p>
        </p:txBody>
      </p:sp>
      <p:grpSp>
        <p:nvGrpSpPr>
          <p:cNvPr id="4" name="Group 21">
            <a:extLst>
              <a:ext uri="{FF2B5EF4-FFF2-40B4-BE49-F238E27FC236}">
                <a16:creationId xmlns:a16="http://schemas.microsoft.com/office/drawing/2014/main" id="{8D7C2D74-8DD6-4B4A-9275-4B0E0D4C42FF}"/>
              </a:ext>
            </a:extLst>
          </p:cNvPr>
          <p:cNvGrpSpPr>
            <a:grpSpLocks/>
          </p:cNvGrpSpPr>
          <p:nvPr/>
        </p:nvGrpSpPr>
        <p:grpSpPr bwMode="auto">
          <a:xfrm>
            <a:off x="1932738" y="2112964"/>
            <a:ext cx="2011680" cy="2437645"/>
            <a:chOff x="3679" y="1395"/>
            <a:chExt cx="1518" cy="1795"/>
          </a:xfrm>
          <a:solidFill>
            <a:schemeClr val="accent1"/>
          </a:solidFill>
        </p:grpSpPr>
        <p:sp>
          <p:nvSpPr>
            <p:cNvPr id="5" name="Rectangle 9">
              <a:extLst>
                <a:ext uri="{FF2B5EF4-FFF2-40B4-BE49-F238E27FC236}">
                  <a16:creationId xmlns:a16="http://schemas.microsoft.com/office/drawing/2014/main" id="{AA8D054C-9E80-43BE-98C0-52F310CD81EC}"/>
                </a:ext>
              </a:extLst>
            </p:cNvPr>
            <p:cNvSpPr>
              <a:spLocks noChangeArrowheads="1"/>
            </p:cNvSpPr>
            <p:nvPr/>
          </p:nvSpPr>
          <p:spPr bwMode="auto">
            <a:xfrm>
              <a:off x="3933" y="1395"/>
              <a:ext cx="1004" cy="1795"/>
            </a:xfrm>
            <a:prstGeom prst="rect">
              <a:avLst/>
            </a:prstGeom>
            <a:solidFill>
              <a:schemeClr val="accent1">
                <a:lumMod val="60000"/>
                <a:lumOff val="40000"/>
              </a:schemeClr>
            </a:solidFill>
            <a:ln w="25400">
              <a:solidFill>
                <a:schemeClr val="tx1"/>
              </a:solidFill>
              <a:miter lim="800000"/>
              <a:headEnd/>
              <a:tailEnd/>
            </a:ln>
          </p:spPr>
          <p:txBody>
            <a:bodyPr wrap="none"/>
            <a:lstStyle/>
            <a:p>
              <a:pPr eaLnBrk="1" hangingPunct="1">
                <a:defRPr/>
              </a:pPr>
              <a:r>
                <a:rPr lang="en-US" dirty="0"/>
                <a:t>       DC</a:t>
              </a:r>
            </a:p>
            <a:p>
              <a:pPr eaLnBrk="1" hangingPunct="1">
                <a:defRPr/>
              </a:pPr>
              <a:endParaRPr lang="en-US" dirty="0"/>
            </a:p>
            <a:p>
              <a:pPr eaLnBrk="1" hangingPunct="1">
                <a:defRPr/>
              </a:pPr>
              <a:r>
                <a:rPr lang="en-US" dirty="0"/>
                <a:t>A0</a:t>
              </a:r>
            </a:p>
            <a:p>
              <a:pPr eaLnBrk="1" hangingPunct="1">
                <a:defRPr/>
              </a:pPr>
              <a:r>
                <a:rPr lang="en-US" dirty="0"/>
                <a:t>A1</a:t>
              </a:r>
            </a:p>
            <a:p>
              <a:pPr eaLnBrk="1" hangingPunct="1">
                <a:defRPr/>
              </a:pPr>
              <a:r>
                <a:rPr lang="en-US" dirty="0"/>
                <a:t>A2</a:t>
              </a:r>
            </a:p>
            <a:p>
              <a:pPr eaLnBrk="1" hangingPunct="1">
                <a:defRPr/>
              </a:pPr>
              <a:endParaRPr lang="en-US" dirty="0"/>
            </a:p>
            <a:p>
              <a:pPr eaLnBrk="1" hangingPunct="1">
                <a:defRPr/>
              </a:pPr>
              <a:endParaRPr lang="en-US" dirty="0"/>
            </a:p>
            <a:p>
              <a:pPr eaLnBrk="1" hangingPunct="1">
                <a:defRPr/>
              </a:pPr>
              <a:endParaRPr lang="en-US" dirty="0"/>
            </a:p>
            <a:p>
              <a:pPr eaLnBrk="1" hangingPunct="1">
                <a:defRPr/>
              </a:pPr>
              <a:endParaRPr lang="ru-RU" dirty="0"/>
            </a:p>
          </p:txBody>
        </p:sp>
        <p:sp>
          <p:nvSpPr>
            <p:cNvPr id="6" name="Line 10">
              <a:extLst>
                <a:ext uri="{FF2B5EF4-FFF2-40B4-BE49-F238E27FC236}">
                  <a16:creationId xmlns:a16="http://schemas.microsoft.com/office/drawing/2014/main" id="{D7D3BC80-00DD-453A-8809-740AE7236CA8}"/>
                </a:ext>
              </a:extLst>
            </p:cNvPr>
            <p:cNvSpPr>
              <a:spLocks noChangeShapeType="1"/>
            </p:cNvSpPr>
            <p:nvPr/>
          </p:nvSpPr>
          <p:spPr bwMode="auto">
            <a:xfrm>
              <a:off x="4937" y="2846"/>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7" name="Line 11">
              <a:extLst>
                <a:ext uri="{FF2B5EF4-FFF2-40B4-BE49-F238E27FC236}">
                  <a16:creationId xmlns:a16="http://schemas.microsoft.com/office/drawing/2014/main" id="{EF0DD384-DE7D-4380-ACDA-FB5C6FCB2E40}"/>
                </a:ext>
              </a:extLst>
            </p:cNvPr>
            <p:cNvSpPr>
              <a:spLocks noChangeShapeType="1"/>
            </p:cNvSpPr>
            <p:nvPr/>
          </p:nvSpPr>
          <p:spPr bwMode="auto">
            <a:xfrm>
              <a:off x="4937" y="1624"/>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8" name="Line 12">
              <a:extLst>
                <a:ext uri="{FF2B5EF4-FFF2-40B4-BE49-F238E27FC236}">
                  <a16:creationId xmlns:a16="http://schemas.microsoft.com/office/drawing/2014/main" id="{9EDFF024-FB2E-4190-8B02-AEC704C98F60}"/>
                </a:ext>
              </a:extLst>
            </p:cNvPr>
            <p:cNvSpPr>
              <a:spLocks noChangeShapeType="1"/>
            </p:cNvSpPr>
            <p:nvPr/>
          </p:nvSpPr>
          <p:spPr bwMode="auto">
            <a:xfrm>
              <a:off x="4937" y="1830"/>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9" name="Line 13">
              <a:extLst>
                <a:ext uri="{FF2B5EF4-FFF2-40B4-BE49-F238E27FC236}">
                  <a16:creationId xmlns:a16="http://schemas.microsoft.com/office/drawing/2014/main" id="{CE0B61CF-A631-4B07-8618-5F5D8854EB44}"/>
                </a:ext>
              </a:extLst>
            </p:cNvPr>
            <p:cNvSpPr>
              <a:spLocks noChangeShapeType="1"/>
            </p:cNvSpPr>
            <p:nvPr/>
          </p:nvSpPr>
          <p:spPr bwMode="auto">
            <a:xfrm>
              <a:off x="4937" y="3043"/>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0" name="Line 14">
              <a:extLst>
                <a:ext uri="{FF2B5EF4-FFF2-40B4-BE49-F238E27FC236}">
                  <a16:creationId xmlns:a16="http://schemas.microsoft.com/office/drawing/2014/main" id="{274959D6-BA41-42CA-BE7B-96852D6F94D3}"/>
                </a:ext>
              </a:extLst>
            </p:cNvPr>
            <p:cNvSpPr>
              <a:spLocks noChangeShapeType="1"/>
            </p:cNvSpPr>
            <p:nvPr/>
          </p:nvSpPr>
          <p:spPr bwMode="auto">
            <a:xfrm>
              <a:off x="4937" y="2026"/>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1" name="Line 15">
              <a:extLst>
                <a:ext uri="{FF2B5EF4-FFF2-40B4-BE49-F238E27FC236}">
                  <a16:creationId xmlns:a16="http://schemas.microsoft.com/office/drawing/2014/main" id="{4FD7D5FE-9DC7-4A3E-877D-91AF495D8099}"/>
                </a:ext>
              </a:extLst>
            </p:cNvPr>
            <p:cNvSpPr>
              <a:spLocks noChangeShapeType="1"/>
            </p:cNvSpPr>
            <p:nvPr/>
          </p:nvSpPr>
          <p:spPr bwMode="auto">
            <a:xfrm>
              <a:off x="4937" y="2216"/>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2" name="Line 16">
              <a:extLst>
                <a:ext uri="{FF2B5EF4-FFF2-40B4-BE49-F238E27FC236}">
                  <a16:creationId xmlns:a16="http://schemas.microsoft.com/office/drawing/2014/main" id="{D0E55B0E-EBDF-48BE-99FA-650103646370}"/>
                </a:ext>
              </a:extLst>
            </p:cNvPr>
            <p:cNvSpPr>
              <a:spLocks noChangeShapeType="1"/>
            </p:cNvSpPr>
            <p:nvPr/>
          </p:nvSpPr>
          <p:spPr bwMode="auto">
            <a:xfrm>
              <a:off x="4946" y="2422"/>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3" name="Line 17">
              <a:extLst>
                <a:ext uri="{FF2B5EF4-FFF2-40B4-BE49-F238E27FC236}">
                  <a16:creationId xmlns:a16="http://schemas.microsoft.com/office/drawing/2014/main" id="{9A899E84-167B-4600-B4B2-B01E5928BFA0}"/>
                </a:ext>
              </a:extLst>
            </p:cNvPr>
            <p:cNvSpPr>
              <a:spLocks noChangeShapeType="1"/>
            </p:cNvSpPr>
            <p:nvPr/>
          </p:nvSpPr>
          <p:spPr bwMode="auto">
            <a:xfrm>
              <a:off x="4937" y="2633"/>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4" name="Line 18">
              <a:extLst>
                <a:ext uri="{FF2B5EF4-FFF2-40B4-BE49-F238E27FC236}">
                  <a16:creationId xmlns:a16="http://schemas.microsoft.com/office/drawing/2014/main" id="{E902CD53-2F3D-4C05-8B24-A7A41FFB8829}"/>
                </a:ext>
              </a:extLst>
            </p:cNvPr>
            <p:cNvSpPr>
              <a:spLocks noChangeShapeType="1"/>
            </p:cNvSpPr>
            <p:nvPr/>
          </p:nvSpPr>
          <p:spPr bwMode="auto">
            <a:xfrm>
              <a:off x="3679" y="1909"/>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5" name="Line 19">
              <a:extLst>
                <a:ext uri="{FF2B5EF4-FFF2-40B4-BE49-F238E27FC236}">
                  <a16:creationId xmlns:a16="http://schemas.microsoft.com/office/drawing/2014/main" id="{73214582-6C71-4CDF-93E4-590ACD4DEEBA}"/>
                </a:ext>
              </a:extLst>
            </p:cNvPr>
            <p:cNvSpPr>
              <a:spLocks noChangeShapeType="1"/>
            </p:cNvSpPr>
            <p:nvPr/>
          </p:nvSpPr>
          <p:spPr bwMode="auto">
            <a:xfrm>
              <a:off x="3679" y="2099"/>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6" name="Line 20">
              <a:extLst>
                <a:ext uri="{FF2B5EF4-FFF2-40B4-BE49-F238E27FC236}">
                  <a16:creationId xmlns:a16="http://schemas.microsoft.com/office/drawing/2014/main" id="{19059A33-FF05-42E3-8E81-027BB7D64231}"/>
                </a:ext>
              </a:extLst>
            </p:cNvPr>
            <p:cNvSpPr>
              <a:spLocks noChangeShapeType="1"/>
            </p:cNvSpPr>
            <p:nvPr/>
          </p:nvSpPr>
          <p:spPr bwMode="auto">
            <a:xfrm>
              <a:off x="3688" y="2280"/>
              <a:ext cx="251" cy="0"/>
            </a:xfrm>
            <a:prstGeom prst="line">
              <a:avLst/>
            </a:prstGeom>
            <a:grpFill/>
            <a:ln w="25400">
              <a:solidFill>
                <a:schemeClr val="tx1"/>
              </a:solidFill>
              <a:round/>
              <a:headEnd/>
              <a:tailEnd/>
            </a:ln>
          </p:spPr>
          <p:txBody>
            <a:bodyPr/>
            <a:lstStyle/>
            <a:p>
              <a:pPr eaLnBrk="1" hangingPunct="1">
                <a:defRPr/>
              </a:pPr>
              <a:endParaRPr lang="en-US"/>
            </a:p>
          </p:txBody>
        </p:sp>
        <p:sp>
          <p:nvSpPr>
            <p:cNvPr id="18" name="Text Box 22">
              <a:extLst>
                <a:ext uri="{FF2B5EF4-FFF2-40B4-BE49-F238E27FC236}">
                  <a16:creationId xmlns:a16="http://schemas.microsoft.com/office/drawing/2014/main" id="{BD5F408B-07C4-443D-B41B-43D8743383DD}"/>
                </a:ext>
              </a:extLst>
            </p:cNvPr>
            <p:cNvSpPr txBox="1">
              <a:spLocks noChangeArrowheads="1"/>
            </p:cNvSpPr>
            <p:nvPr/>
          </p:nvSpPr>
          <p:spPr bwMode="auto">
            <a:xfrm>
              <a:off x="4524" y="1477"/>
              <a:ext cx="401" cy="1700"/>
            </a:xfrm>
            <a:prstGeom prst="rect">
              <a:avLst/>
            </a:prstGeom>
            <a:noFill/>
            <a:ln w="9525">
              <a:noFill/>
              <a:miter lim="800000"/>
              <a:headEnd/>
              <a:tailEnd/>
            </a:ln>
          </p:spPr>
          <p:txBody>
            <a:bodyPr>
              <a:spAutoFit/>
            </a:bodyPr>
            <a:lstStyle/>
            <a:p>
              <a:pPr algn="r" eaLnBrk="1" hangingPunct="1">
                <a:defRPr/>
              </a:pPr>
              <a:r>
                <a:rPr lang="en-US" dirty="0"/>
                <a:t>y0</a:t>
              </a:r>
            </a:p>
            <a:p>
              <a:pPr algn="r" eaLnBrk="1" hangingPunct="1">
                <a:defRPr/>
              </a:pPr>
              <a:r>
                <a:rPr lang="en-US" dirty="0"/>
                <a:t>y1</a:t>
              </a:r>
            </a:p>
            <a:p>
              <a:pPr algn="r" eaLnBrk="1" hangingPunct="1">
                <a:defRPr/>
              </a:pPr>
              <a:r>
                <a:rPr lang="en-US" dirty="0"/>
                <a:t>y2</a:t>
              </a:r>
            </a:p>
            <a:p>
              <a:pPr algn="r" eaLnBrk="1" hangingPunct="1">
                <a:defRPr/>
              </a:pPr>
              <a:r>
                <a:rPr lang="en-US" dirty="0"/>
                <a:t>y3</a:t>
              </a:r>
            </a:p>
            <a:p>
              <a:pPr algn="r" eaLnBrk="1" hangingPunct="1">
                <a:defRPr/>
              </a:pPr>
              <a:r>
                <a:rPr lang="en-US" dirty="0"/>
                <a:t>y4</a:t>
              </a:r>
            </a:p>
            <a:p>
              <a:pPr algn="r" eaLnBrk="1" hangingPunct="1">
                <a:defRPr/>
              </a:pPr>
              <a:r>
                <a:rPr lang="en-US" dirty="0"/>
                <a:t>y5</a:t>
              </a:r>
            </a:p>
            <a:p>
              <a:pPr algn="r" eaLnBrk="1" hangingPunct="1">
                <a:defRPr/>
              </a:pPr>
              <a:r>
                <a:rPr lang="en-US" dirty="0"/>
                <a:t>y6</a:t>
              </a:r>
            </a:p>
            <a:p>
              <a:pPr algn="r" eaLnBrk="1" hangingPunct="1">
                <a:defRPr/>
              </a:pPr>
              <a:r>
                <a:rPr lang="en-US" dirty="0"/>
                <a:t>y7</a:t>
              </a:r>
              <a:endParaRPr lang="ru-RU"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3E6EF50A-B779-9373-BF4E-291383CDCB14}"/>
              </a:ext>
            </a:extLst>
          </p:cNvPr>
          <p:cNvSpPr>
            <a:spLocks noGrp="1" noChangeArrowheads="1"/>
          </p:cNvSpPr>
          <p:nvPr>
            <p:ph type="title"/>
          </p:nvPr>
        </p:nvSpPr>
        <p:spPr>
          <a:xfrm>
            <a:off x="-1" y="183402"/>
            <a:ext cx="11612880" cy="704088"/>
          </a:xfrm>
        </p:spPr>
        <p:txBody>
          <a:bodyPr/>
          <a:lstStyle/>
          <a:p>
            <a:r>
              <a:rPr lang="en-US" altLang="en-US"/>
              <a:t>Decoder in System Verilog</a:t>
            </a:r>
            <a:endParaRPr lang="en-GB" altLang="en-US"/>
          </a:p>
        </p:txBody>
      </p:sp>
      <p:sp>
        <p:nvSpPr>
          <p:cNvPr id="4" name="Text Placeholder 3">
            <a:extLst>
              <a:ext uri="{FF2B5EF4-FFF2-40B4-BE49-F238E27FC236}">
                <a16:creationId xmlns:a16="http://schemas.microsoft.com/office/drawing/2014/main" id="{97B31394-BC3A-F491-7882-C48C6D57EFD7}"/>
              </a:ext>
            </a:extLst>
          </p:cNvPr>
          <p:cNvSpPr>
            <a:spLocks noGrp="1"/>
          </p:cNvSpPr>
          <p:nvPr>
            <p:ph type="body" sz="quarter" idx="10"/>
          </p:nvPr>
        </p:nvSpPr>
        <p:spPr/>
        <p:txBody>
          <a:bodyPr/>
          <a:lstStyle/>
          <a:p>
            <a:r>
              <a:rPr lang="en-US" sz="1400" dirty="0"/>
              <a:t>module </a:t>
            </a:r>
            <a:r>
              <a:rPr lang="en-US" sz="1400" dirty="0" err="1"/>
              <a:t>test_bench</a:t>
            </a:r>
            <a:r>
              <a:rPr lang="en-US" sz="1400" dirty="0"/>
              <a:t>;</a:t>
            </a:r>
          </a:p>
          <a:p>
            <a:r>
              <a:rPr lang="en-US" sz="1400" dirty="0"/>
              <a:t>  parameter n=5;</a:t>
            </a:r>
          </a:p>
          <a:p>
            <a:r>
              <a:rPr lang="en-US" sz="1400" dirty="0"/>
              <a:t>  reg </a:t>
            </a:r>
            <a:r>
              <a:rPr lang="en-US" sz="1400" dirty="0" err="1"/>
              <a:t>en</a:t>
            </a:r>
            <a:r>
              <a:rPr lang="en-US" sz="1400" dirty="0"/>
              <a:t>;</a:t>
            </a:r>
          </a:p>
          <a:p>
            <a:r>
              <a:rPr lang="en-US" sz="1400" dirty="0"/>
              <a:t>  reg [n-1:0] in;</a:t>
            </a:r>
          </a:p>
          <a:p>
            <a:r>
              <a:rPr lang="en-US" sz="1400" dirty="0"/>
              <a:t>  wire [2**n-1:0] out;</a:t>
            </a:r>
          </a:p>
          <a:p>
            <a:r>
              <a:rPr lang="en-US" sz="1400" dirty="0"/>
              <a:t>  integer k;</a:t>
            </a:r>
          </a:p>
          <a:p>
            <a:r>
              <a:rPr lang="en-US" sz="1400" dirty="0"/>
              <a:t>  decoder </a:t>
            </a:r>
            <a:r>
              <a:rPr lang="en-US" sz="1400" dirty="0" err="1"/>
              <a:t>my_dec</a:t>
            </a:r>
            <a:r>
              <a:rPr lang="en-US" sz="1400" dirty="0"/>
              <a:t>(in, </a:t>
            </a:r>
            <a:r>
              <a:rPr lang="en-US" sz="1400" dirty="0" err="1"/>
              <a:t>en,out</a:t>
            </a:r>
            <a:r>
              <a:rPr lang="en-US" sz="1400" dirty="0"/>
              <a:t>);</a:t>
            </a:r>
          </a:p>
          <a:p>
            <a:r>
              <a:rPr lang="en-US" sz="1400" dirty="0"/>
              <a:t>  initial begin </a:t>
            </a:r>
          </a:p>
          <a:p>
            <a:r>
              <a:rPr lang="en-US" sz="1400" dirty="0"/>
              <a:t>     </a:t>
            </a:r>
            <a:r>
              <a:rPr lang="en-US" sz="1400" dirty="0" err="1"/>
              <a:t>en</a:t>
            </a:r>
            <a:r>
              <a:rPr lang="en-US" sz="1400" dirty="0"/>
              <a:t>=0;    #5 </a:t>
            </a:r>
            <a:r>
              <a:rPr lang="en-US" sz="1400" dirty="0" err="1"/>
              <a:t>en</a:t>
            </a:r>
            <a:r>
              <a:rPr lang="en-US" sz="1400" dirty="0"/>
              <a:t>=1;</a:t>
            </a:r>
          </a:p>
          <a:p>
            <a:r>
              <a:rPr lang="en-US" sz="1400" dirty="0"/>
              <a:t>    for (k=0; k&lt;2**n; k=k+1)</a:t>
            </a:r>
          </a:p>
          <a:p>
            <a:r>
              <a:rPr lang="en-US" sz="1400" dirty="0"/>
              <a:t>      in = #5 k;</a:t>
            </a:r>
          </a:p>
          <a:p>
            <a:r>
              <a:rPr lang="en-US" sz="1400" dirty="0"/>
              <a:t>    #80 $finish;</a:t>
            </a:r>
          </a:p>
          <a:p>
            <a:r>
              <a:rPr lang="en-US" sz="1400" dirty="0"/>
              <a:t>  end</a:t>
            </a:r>
          </a:p>
          <a:p>
            <a:r>
              <a:rPr lang="en-US" sz="1400" dirty="0"/>
              <a:t>    </a:t>
            </a:r>
            <a:r>
              <a:rPr lang="en-US" sz="1400" dirty="0" err="1"/>
              <a:t>endmodule</a:t>
            </a:r>
            <a:endParaRPr lang="en-US" sz="1400" dirty="0"/>
          </a:p>
          <a:p>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4918BEED-AFC0-4F1E-64E3-24FA725A81B9}"/>
              </a:ext>
            </a:extLst>
          </p:cNvPr>
          <p:cNvSpPr>
            <a:spLocks noGrp="1" noChangeArrowheads="1"/>
          </p:cNvSpPr>
          <p:nvPr>
            <p:ph type="title"/>
          </p:nvPr>
        </p:nvSpPr>
        <p:spPr>
          <a:xfrm>
            <a:off x="-1" y="183402"/>
            <a:ext cx="11612880" cy="704088"/>
          </a:xfrm>
        </p:spPr>
        <p:txBody>
          <a:bodyPr/>
          <a:lstStyle/>
          <a:p>
            <a:r>
              <a:rPr lang="en-US" altLang="en-US"/>
              <a:t>Boolean Functions Realization Using  Decoders</a:t>
            </a:r>
            <a:endParaRPr lang="en-GB" altLang="en-US"/>
          </a:p>
        </p:txBody>
      </p:sp>
      <p:graphicFrame>
        <p:nvGraphicFramePr>
          <p:cNvPr id="3" name="Table 2">
            <a:extLst>
              <a:ext uri="{FF2B5EF4-FFF2-40B4-BE49-F238E27FC236}">
                <a16:creationId xmlns:a16="http://schemas.microsoft.com/office/drawing/2014/main" id="{1A7F4616-A056-408E-A218-A5B22918710D}"/>
              </a:ext>
            </a:extLst>
          </p:cNvPr>
          <p:cNvGraphicFramePr>
            <a:graphicFrameLocks noGrp="1"/>
          </p:cNvGraphicFramePr>
          <p:nvPr>
            <p:extLst>
              <p:ext uri="{D42A27DB-BD31-4B8C-83A1-F6EECF244321}">
                <p14:modId xmlns:p14="http://schemas.microsoft.com/office/powerpoint/2010/main" val="1326581513"/>
              </p:ext>
            </p:extLst>
          </p:nvPr>
        </p:nvGraphicFramePr>
        <p:xfrm>
          <a:off x="2200276" y="1816101"/>
          <a:ext cx="2333626" cy="3630615"/>
        </p:xfrm>
        <a:graphic>
          <a:graphicData uri="http://schemas.openxmlformats.org/drawingml/2006/table">
            <a:tbl>
              <a:tblPr firstRow="1" bandRow="1">
                <a:tableStyleId>{5C22544A-7EE6-4342-B048-85BDC9FD1C3A}</a:tableStyleId>
              </a:tblPr>
              <a:tblGrid>
                <a:gridCol w="1166813">
                  <a:extLst>
                    <a:ext uri="{9D8B030D-6E8A-4147-A177-3AD203B41FA5}">
                      <a16:colId xmlns:a16="http://schemas.microsoft.com/office/drawing/2014/main" val="20000"/>
                    </a:ext>
                  </a:extLst>
                </a:gridCol>
                <a:gridCol w="1166813">
                  <a:extLst>
                    <a:ext uri="{9D8B030D-6E8A-4147-A177-3AD203B41FA5}">
                      <a16:colId xmlns:a16="http://schemas.microsoft.com/office/drawing/2014/main" val="20001"/>
                    </a:ext>
                  </a:extLst>
                </a:gridCol>
              </a:tblGrid>
              <a:tr h="46041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x</a:t>
                      </a:r>
                      <a:r>
                        <a:rPr kumimoji="0" lang="en-US" sz="2000" b="0" i="0" u="none" strike="noStrike" cap="none" normalizeH="0" baseline="-25000" dirty="0">
                          <a:ln>
                            <a:noFill/>
                          </a:ln>
                          <a:solidFill>
                            <a:schemeClr val="bg1"/>
                          </a:solidFill>
                          <a:effectLst/>
                          <a:latin typeface="Arial" charset="0"/>
                          <a:cs typeface="Arial" charset="0"/>
                        </a:rPr>
                        <a:t>2</a:t>
                      </a:r>
                      <a:r>
                        <a:rPr kumimoji="0" lang="en-US" sz="2000" b="0" i="0" u="none" strike="noStrike" cap="none" normalizeH="0" baseline="0" dirty="0">
                          <a:ln>
                            <a:noFill/>
                          </a:ln>
                          <a:solidFill>
                            <a:schemeClr val="bg1"/>
                          </a:solidFill>
                          <a:effectLst/>
                          <a:latin typeface="Arial" charset="0"/>
                          <a:cs typeface="Arial" charset="0"/>
                        </a:rPr>
                        <a:t> x</a:t>
                      </a:r>
                      <a:r>
                        <a:rPr kumimoji="0" lang="en-US" sz="2000" b="0" i="0" u="none" strike="noStrike" cap="none" normalizeH="0" baseline="-25000" dirty="0">
                          <a:ln>
                            <a:noFill/>
                          </a:ln>
                          <a:solidFill>
                            <a:schemeClr val="bg1"/>
                          </a:solidFill>
                          <a:effectLst/>
                          <a:latin typeface="Arial" charset="0"/>
                          <a:cs typeface="Arial" charset="0"/>
                        </a:rPr>
                        <a:t>1</a:t>
                      </a:r>
                      <a:r>
                        <a:rPr kumimoji="0" lang="en-US" sz="2000" b="0" i="0" u="none" strike="noStrike" cap="none" normalizeH="0" baseline="0" dirty="0">
                          <a:ln>
                            <a:noFill/>
                          </a:ln>
                          <a:solidFill>
                            <a:schemeClr val="bg1"/>
                          </a:solidFill>
                          <a:effectLst/>
                          <a:latin typeface="Arial" charset="0"/>
                          <a:cs typeface="Arial" charset="0"/>
                        </a:rPr>
                        <a:t> x</a:t>
                      </a:r>
                      <a:r>
                        <a:rPr kumimoji="0" lang="en-US" sz="2000" b="0" i="0" u="none" strike="noStrike" cap="none" normalizeH="0" baseline="-25000" dirty="0">
                          <a:ln>
                            <a:noFill/>
                          </a:ln>
                          <a:solidFill>
                            <a:schemeClr val="bg1"/>
                          </a:solidFill>
                          <a:effectLst/>
                          <a:latin typeface="Arial" charset="0"/>
                          <a:cs typeface="Arial" charset="0"/>
                        </a:rPr>
                        <a:t>3</a:t>
                      </a:r>
                      <a:endParaRPr kumimoji="0" lang="en-US" sz="2000" b="0" i="0" u="none" strike="noStrike" cap="none" normalizeH="0" baseline="0" dirty="0">
                        <a:ln>
                          <a:noFill/>
                        </a:ln>
                        <a:solidFill>
                          <a:schemeClr val="bg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f(x</a:t>
                      </a:r>
                      <a:r>
                        <a:rPr kumimoji="0" lang="en-US" sz="2000" b="0" i="0" u="none" strike="noStrike" cap="none" normalizeH="0" baseline="-25000" dirty="0">
                          <a:ln>
                            <a:noFill/>
                          </a:ln>
                          <a:solidFill>
                            <a:schemeClr val="bg1"/>
                          </a:solidFill>
                          <a:effectLst/>
                          <a:latin typeface="Arial" charset="0"/>
                          <a:cs typeface="Arial" charset="0"/>
                        </a:rPr>
                        <a:t>1</a:t>
                      </a:r>
                      <a:r>
                        <a:rPr kumimoji="0" lang="en-US" sz="2000" b="0" i="0" u="none" strike="noStrike" cap="none" normalizeH="0" baseline="0" dirty="0">
                          <a:ln>
                            <a:noFill/>
                          </a:ln>
                          <a:solidFill>
                            <a:schemeClr val="bg1"/>
                          </a:solidFill>
                          <a:effectLst/>
                          <a:latin typeface="Arial" charset="0"/>
                          <a:cs typeface="Arial" charset="0"/>
                        </a:rPr>
                        <a:t>x</a:t>
                      </a:r>
                      <a:r>
                        <a:rPr kumimoji="0" lang="en-US" sz="2000" b="0" i="0" u="none" strike="noStrike" cap="none" normalizeH="0" baseline="-25000" dirty="0">
                          <a:ln>
                            <a:noFill/>
                          </a:ln>
                          <a:solidFill>
                            <a:schemeClr val="bg1"/>
                          </a:solidFill>
                          <a:effectLst/>
                          <a:latin typeface="Arial" charset="0"/>
                          <a:cs typeface="Arial" charset="0"/>
                        </a:rPr>
                        <a:t>2</a:t>
                      </a:r>
                      <a:r>
                        <a:rPr kumimoji="0" lang="en-US" sz="2000" b="0" i="0" u="none" strike="noStrike" cap="none" normalizeH="0" baseline="0" dirty="0">
                          <a:ln>
                            <a:noFill/>
                          </a:ln>
                          <a:solidFill>
                            <a:schemeClr val="bg1"/>
                          </a:solidFill>
                          <a:effectLst/>
                          <a:latin typeface="Arial" charset="0"/>
                          <a:cs typeface="Arial" charset="0"/>
                        </a:rPr>
                        <a:t>x</a:t>
                      </a:r>
                      <a:r>
                        <a:rPr kumimoji="0" lang="en-US" sz="2000" b="0" i="0" u="none" strike="noStrike" cap="none" normalizeH="0" baseline="-25000" dirty="0">
                          <a:ln>
                            <a:noFill/>
                          </a:ln>
                          <a:solidFill>
                            <a:schemeClr val="bg1"/>
                          </a:solidFill>
                          <a:effectLst/>
                          <a:latin typeface="Arial" charset="0"/>
                          <a:cs typeface="Arial" charset="0"/>
                        </a:rPr>
                        <a:t>3</a:t>
                      </a:r>
                      <a:r>
                        <a:rPr kumimoji="0" lang="en-US" sz="2000" b="0" i="0" u="none" strike="noStrike" cap="none" normalizeH="0" baseline="0" dirty="0">
                          <a:ln>
                            <a:noFill/>
                          </a:ln>
                          <a:solidFill>
                            <a:schemeClr val="bg1"/>
                          </a:solidFill>
                          <a:effectLst/>
                          <a:latin typeface="Arial" charset="0"/>
                          <a:cs typeface="Arial" charset="0"/>
                        </a:rPr>
                        <a:t>)</a:t>
                      </a:r>
                    </a:p>
                  </a:txBody>
                  <a:tcPr marT="45724" marB="45724" horzOverflow="overflow"/>
                </a:tc>
                <a:extLst>
                  <a:ext uri="{0D108BD9-81ED-4DB2-BD59-A6C34878D82A}">
                    <a16:rowId xmlns:a16="http://schemas.microsoft.com/office/drawing/2014/main" val="10000"/>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0  0  0 </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marT="45724" marB="45724" horzOverflow="overflow"/>
                </a:tc>
                <a:extLst>
                  <a:ext uri="{0D108BD9-81ED-4DB2-BD59-A6C34878D82A}">
                    <a16:rowId xmlns:a16="http://schemas.microsoft.com/office/drawing/2014/main" val="10001"/>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0  0  1</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marT="45724" marB="45724" horzOverflow="overflow"/>
                </a:tc>
                <a:extLst>
                  <a:ext uri="{0D108BD9-81ED-4DB2-BD59-A6C34878D82A}">
                    <a16:rowId xmlns:a16="http://schemas.microsoft.com/office/drawing/2014/main" val="10002"/>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0  1  0  </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p>
                  </a:txBody>
                  <a:tcPr marT="45724" marB="45724" horzOverflow="overflow"/>
                </a:tc>
                <a:extLst>
                  <a:ext uri="{0D108BD9-81ED-4DB2-BD59-A6C34878D82A}">
                    <a16:rowId xmlns:a16="http://schemas.microsoft.com/office/drawing/2014/main" val="10003"/>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0  1  1</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p>
                  </a:txBody>
                  <a:tcPr marT="45724" marB="45724" horzOverflow="overflow"/>
                </a:tc>
                <a:extLst>
                  <a:ext uri="{0D108BD9-81ED-4DB2-BD59-A6C34878D82A}">
                    <a16:rowId xmlns:a16="http://schemas.microsoft.com/office/drawing/2014/main" val="10004"/>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1  0  0  </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marT="45724" marB="45724" horzOverflow="overflow"/>
                </a:tc>
                <a:extLst>
                  <a:ext uri="{0D108BD9-81ED-4DB2-BD59-A6C34878D82A}">
                    <a16:rowId xmlns:a16="http://schemas.microsoft.com/office/drawing/2014/main" val="10005"/>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1  0  1</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0</a:t>
                      </a:r>
                    </a:p>
                  </a:txBody>
                  <a:tcPr marT="45724" marB="45724" horzOverflow="overflow"/>
                </a:tc>
                <a:extLst>
                  <a:ext uri="{0D108BD9-81ED-4DB2-BD59-A6C34878D82A}">
                    <a16:rowId xmlns:a16="http://schemas.microsoft.com/office/drawing/2014/main" val="10006"/>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1  1  0</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marT="45724" marB="45724" horzOverflow="overflow"/>
                </a:tc>
                <a:extLst>
                  <a:ext uri="{0D108BD9-81ED-4DB2-BD59-A6C34878D82A}">
                    <a16:rowId xmlns:a16="http://schemas.microsoft.com/office/drawing/2014/main" val="10007"/>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1  1  1</a:t>
                      </a: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p>
                  </a:txBody>
                  <a:tcPr marT="45724" marB="45724" horzOverflow="overflow"/>
                </a:tc>
                <a:extLst>
                  <a:ext uri="{0D108BD9-81ED-4DB2-BD59-A6C34878D82A}">
                    <a16:rowId xmlns:a16="http://schemas.microsoft.com/office/drawing/2014/main" val="10008"/>
                  </a:ext>
                </a:extLst>
              </a:tr>
            </a:tbl>
          </a:graphicData>
        </a:graphic>
      </p:graphicFrame>
      <p:sp>
        <p:nvSpPr>
          <p:cNvPr id="5" name="Rectangle 9">
            <a:extLst>
              <a:ext uri="{FF2B5EF4-FFF2-40B4-BE49-F238E27FC236}">
                <a16:creationId xmlns:a16="http://schemas.microsoft.com/office/drawing/2014/main" id="{C85D13E1-7EA5-4A9D-B4B7-BF357C134F53}"/>
              </a:ext>
            </a:extLst>
          </p:cNvPr>
          <p:cNvSpPr>
            <a:spLocks noChangeArrowheads="1"/>
          </p:cNvSpPr>
          <p:nvPr/>
        </p:nvSpPr>
        <p:spPr bwMode="auto">
          <a:xfrm>
            <a:off x="5862638" y="2432051"/>
            <a:ext cx="1331912" cy="2436813"/>
          </a:xfrm>
          <a:prstGeom prst="rect">
            <a:avLst/>
          </a:prstGeom>
          <a:solidFill>
            <a:schemeClr val="accent1">
              <a:lumMod val="60000"/>
              <a:lumOff val="40000"/>
            </a:schemeClr>
          </a:solidFill>
          <a:ln w="25400">
            <a:solidFill>
              <a:schemeClr val="tx1"/>
            </a:solidFill>
            <a:miter lim="800000"/>
            <a:headEnd/>
            <a:tailEnd/>
          </a:ln>
        </p:spPr>
        <p:txBody>
          <a:bodyPr wrap="none"/>
          <a:lstStyle/>
          <a:p>
            <a:pPr eaLnBrk="1" hangingPunct="1">
              <a:defRPr/>
            </a:pPr>
            <a:r>
              <a:rPr lang="en-US" dirty="0"/>
              <a:t>       DC</a:t>
            </a:r>
          </a:p>
          <a:p>
            <a:pPr eaLnBrk="1" hangingPunct="1">
              <a:defRPr/>
            </a:pPr>
            <a:endParaRPr lang="en-US" dirty="0"/>
          </a:p>
          <a:p>
            <a:pPr eaLnBrk="1" hangingPunct="1">
              <a:defRPr/>
            </a:pPr>
            <a:r>
              <a:rPr lang="en-US" dirty="0"/>
              <a:t>A0</a:t>
            </a:r>
          </a:p>
          <a:p>
            <a:pPr eaLnBrk="1" hangingPunct="1">
              <a:defRPr/>
            </a:pPr>
            <a:r>
              <a:rPr lang="en-US" dirty="0"/>
              <a:t>A1</a:t>
            </a:r>
          </a:p>
          <a:p>
            <a:pPr eaLnBrk="1" hangingPunct="1">
              <a:defRPr/>
            </a:pPr>
            <a:r>
              <a:rPr lang="en-US" dirty="0"/>
              <a:t>A2</a:t>
            </a:r>
          </a:p>
          <a:p>
            <a:pPr eaLnBrk="1" hangingPunct="1">
              <a:defRPr/>
            </a:pPr>
            <a:endParaRPr lang="en-US" dirty="0"/>
          </a:p>
          <a:p>
            <a:pPr eaLnBrk="1" hangingPunct="1">
              <a:defRPr/>
            </a:pPr>
            <a:endParaRPr lang="en-US" dirty="0"/>
          </a:p>
          <a:p>
            <a:pPr eaLnBrk="1" hangingPunct="1">
              <a:defRPr/>
            </a:pPr>
            <a:endParaRPr lang="en-US" dirty="0"/>
          </a:p>
          <a:p>
            <a:pPr eaLnBrk="1" hangingPunct="1">
              <a:defRPr/>
            </a:pPr>
            <a:endParaRPr lang="ru-RU" dirty="0"/>
          </a:p>
        </p:txBody>
      </p:sp>
      <p:sp>
        <p:nvSpPr>
          <p:cNvPr id="60452" name="Line 10">
            <a:extLst>
              <a:ext uri="{FF2B5EF4-FFF2-40B4-BE49-F238E27FC236}">
                <a16:creationId xmlns:a16="http://schemas.microsoft.com/office/drawing/2014/main" id="{EA10207A-56EB-39FE-09BD-82A4958643F8}"/>
              </a:ext>
            </a:extLst>
          </p:cNvPr>
          <p:cNvSpPr>
            <a:spLocks noChangeShapeType="1"/>
          </p:cNvSpPr>
          <p:nvPr/>
        </p:nvSpPr>
        <p:spPr bwMode="auto">
          <a:xfrm>
            <a:off x="7194550" y="4402138"/>
            <a:ext cx="5476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3" name="Line 11">
            <a:extLst>
              <a:ext uri="{FF2B5EF4-FFF2-40B4-BE49-F238E27FC236}">
                <a16:creationId xmlns:a16="http://schemas.microsoft.com/office/drawing/2014/main" id="{DC4B40AC-9767-710D-3AE0-3FCD9A11D42B}"/>
              </a:ext>
            </a:extLst>
          </p:cNvPr>
          <p:cNvSpPr>
            <a:spLocks noChangeShapeType="1"/>
          </p:cNvSpPr>
          <p:nvPr/>
        </p:nvSpPr>
        <p:spPr bwMode="auto">
          <a:xfrm>
            <a:off x="7194551" y="2743200"/>
            <a:ext cx="7858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4" name="Line 12">
            <a:extLst>
              <a:ext uri="{FF2B5EF4-FFF2-40B4-BE49-F238E27FC236}">
                <a16:creationId xmlns:a16="http://schemas.microsoft.com/office/drawing/2014/main" id="{4BF0C89E-4C94-E870-ED24-84523DB8532A}"/>
              </a:ext>
            </a:extLst>
          </p:cNvPr>
          <p:cNvSpPr>
            <a:spLocks noChangeShapeType="1"/>
          </p:cNvSpPr>
          <p:nvPr/>
        </p:nvSpPr>
        <p:spPr bwMode="auto">
          <a:xfrm>
            <a:off x="7194550" y="3022600"/>
            <a:ext cx="5476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5" name="Line 13">
            <a:extLst>
              <a:ext uri="{FF2B5EF4-FFF2-40B4-BE49-F238E27FC236}">
                <a16:creationId xmlns:a16="http://schemas.microsoft.com/office/drawing/2014/main" id="{B98E8F46-54CF-BB4A-4D0D-3809AC94BD15}"/>
              </a:ext>
            </a:extLst>
          </p:cNvPr>
          <p:cNvSpPr>
            <a:spLocks noChangeShapeType="1"/>
          </p:cNvSpPr>
          <p:nvPr/>
        </p:nvSpPr>
        <p:spPr bwMode="auto">
          <a:xfrm>
            <a:off x="7194551" y="4670425"/>
            <a:ext cx="7858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6" name="Line 14">
            <a:extLst>
              <a:ext uri="{FF2B5EF4-FFF2-40B4-BE49-F238E27FC236}">
                <a16:creationId xmlns:a16="http://schemas.microsoft.com/office/drawing/2014/main" id="{E1C1C0D3-9FDC-516A-2185-2CDE07E464CC}"/>
              </a:ext>
            </a:extLst>
          </p:cNvPr>
          <p:cNvSpPr>
            <a:spLocks noChangeShapeType="1"/>
          </p:cNvSpPr>
          <p:nvPr/>
        </p:nvSpPr>
        <p:spPr bwMode="auto">
          <a:xfrm>
            <a:off x="7194550" y="3289300"/>
            <a:ext cx="3317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7" name="Line 15">
            <a:extLst>
              <a:ext uri="{FF2B5EF4-FFF2-40B4-BE49-F238E27FC236}">
                <a16:creationId xmlns:a16="http://schemas.microsoft.com/office/drawing/2014/main" id="{95339112-4916-0A46-34EF-E7FB3C2396B1}"/>
              </a:ext>
            </a:extLst>
          </p:cNvPr>
          <p:cNvSpPr>
            <a:spLocks noChangeShapeType="1"/>
          </p:cNvSpPr>
          <p:nvPr/>
        </p:nvSpPr>
        <p:spPr bwMode="auto">
          <a:xfrm>
            <a:off x="7194550" y="3546475"/>
            <a:ext cx="3317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8" name="Line 16">
            <a:extLst>
              <a:ext uri="{FF2B5EF4-FFF2-40B4-BE49-F238E27FC236}">
                <a16:creationId xmlns:a16="http://schemas.microsoft.com/office/drawing/2014/main" id="{8F30B31C-28D8-9F72-5171-5F43B8D4B7D0}"/>
              </a:ext>
            </a:extLst>
          </p:cNvPr>
          <p:cNvSpPr>
            <a:spLocks noChangeShapeType="1"/>
          </p:cNvSpPr>
          <p:nvPr/>
        </p:nvSpPr>
        <p:spPr bwMode="auto">
          <a:xfrm>
            <a:off x="7205664" y="3825875"/>
            <a:ext cx="333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59" name="Line 17">
            <a:extLst>
              <a:ext uri="{FF2B5EF4-FFF2-40B4-BE49-F238E27FC236}">
                <a16:creationId xmlns:a16="http://schemas.microsoft.com/office/drawing/2014/main" id="{1E94F70D-8395-3537-2398-D239E596344A}"/>
              </a:ext>
            </a:extLst>
          </p:cNvPr>
          <p:cNvSpPr>
            <a:spLocks noChangeShapeType="1"/>
          </p:cNvSpPr>
          <p:nvPr/>
        </p:nvSpPr>
        <p:spPr bwMode="auto">
          <a:xfrm>
            <a:off x="7194550" y="4113213"/>
            <a:ext cx="3317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60" name="Line 18">
            <a:extLst>
              <a:ext uri="{FF2B5EF4-FFF2-40B4-BE49-F238E27FC236}">
                <a16:creationId xmlns:a16="http://schemas.microsoft.com/office/drawing/2014/main" id="{5C6CEBD5-F0C2-8995-0226-30824136B7F2}"/>
              </a:ext>
            </a:extLst>
          </p:cNvPr>
          <p:cNvSpPr>
            <a:spLocks noChangeShapeType="1"/>
          </p:cNvSpPr>
          <p:nvPr/>
        </p:nvSpPr>
        <p:spPr bwMode="auto">
          <a:xfrm>
            <a:off x="5526089" y="3171825"/>
            <a:ext cx="333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61" name="Line 19">
            <a:extLst>
              <a:ext uri="{FF2B5EF4-FFF2-40B4-BE49-F238E27FC236}">
                <a16:creationId xmlns:a16="http://schemas.microsoft.com/office/drawing/2014/main" id="{E363171B-0E9F-29D1-7196-D054DAD44392}"/>
              </a:ext>
            </a:extLst>
          </p:cNvPr>
          <p:cNvSpPr>
            <a:spLocks noChangeShapeType="1"/>
          </p:cNvSpPr>
          <p:nvPr/>
        </p:nvSpPr>
        <p:spPr bwMode="auto">
          <a:xfrm>
            <a:off x="5526089" y="3441700"/>
            <a:ext cx="333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62" name="Line 20">
            <a:extLst>
              <a:ext uri="{FF2B5EF4-FFF2-40B4-BE49-F238E27FC236}">
                <a16:creationId xmlns:a16="http://schemas.microsoft.com/office/drawing/2014/main" id="{31311C1A-BB95-89D6-55E8-F910F7C718F5}"/>
              </a:ext>
            </a:extLst>
          </p:cNvPr>
          <p:cNvSpPr>
            <a:spLocks noChangeShapeType="1"/>
          </p:cNvSpPr>
          <p:nvPr/>
        </p:nvSpPr>
        <p:spPr bwMode="auto">
          <a:xfrm>
            <a:off x="5538789" y="3719513"/>
            <a:ext cx="3317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63" name="Text Box 22">
            <a:extLst>
              <a:ext uri="{FF2B5EF4-FFF2-40B4-BE49-F238E27FC236}">
                <a16:creationId xmlns:a16="http://schemas.microsoft.com/office/drawing/2014/main" id="{335560B6-22C3-375E-8447-493C9577ACF7}"/>
              </a:ext>
            </a:extLst>
          </p:cNvPr>
          <p:cNvSpPr txBox="1">
            <a:spLocks noChangeArrowheads="1"/>
          </p:cNvSpPr>
          <p:nvPr/>
        </p:nvSpPr>
        <p:spPr bwMode="auto">
          <a:xfrm>
            <a:off x="6646863" y="2543176"/>
            <a:ext cx="53181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r>
              <a:rPr lang="en-US" altLang="en-US" sz="1800" b="0"/>
              <a:t>y0</a:t>
            </a:r>
          </a:p>
          <a:p>
            <a:pPr algn="r" eaLnBrk="1" hangingPunct="1"/>
            <a:r>
              <a:rPr lang="en-US" altLang="en-US" sz="1800" b="0"/>
              <a:t>y1</a:t>
            </a:r>
          </a:p>
          <a:p>
            <a:pPr algn="r" eaLnBrk="1" hangingPunct="1"/>
            <a:r>
              <a:rPr lang="en-US" altLang="en-US" sz="1800" b="0"/>
              <a:t>y2</a:t>
            </a:r>
          </a:p>
          <a:p>
            <a:pPr algn="r" eaLnBrk="1" hangingPunct="1"/>
            <a:r>
              <a:rPr lang="en-US" altLang="en-US" sz="1800" b="0"/>
              <a:t>y3</a:t>
            </a:r>
          </a:p>
          <a:p>
            <a:pPr algn="r" eaLnBrk="1" hangingPunct="1"/>
            <a:r>
              <a:rPr lang="en-US" altLang="en-US" sz="1800" b="0"/>
              <a:t>y4</a:t>
            </a:r>
          </a:p>
          <a:p>
            <a:pPr algn="r" eaLnBrk="1" hangingPunct="1"/>
            <a:r>
              <a:rPr lang="en-US" altLang="en-US" sz="1800" b="0"/>
              <a:t>y5</a:t>
            </a:r>
          </a:p>
          <a:p>
            <a:pPr algn="r" eaLnBrk="1" hangingPunct="1"/>
            <a:r>
              <a:rPr lang="en-US" altLang="en-US" sz="1800" b="0"/>
              <a:t>y6</a:t>
            </a:r>
          </a:p>
          <a:p>
            <a:pPr algn="r" eaLnBrk="1" hangingPunct="1"/>
            <a:r>
              <a:rPr lang="en-US" altLang="en-US" sz="1800" b="0"/>
              <a:t>y7</a:t>
            </a:r>
            <a:endParaRPr lang="ru-RU" altLang="en-US" sz="1800" b="0"/>
          </a:p>
        </p:txBody>
      </p:sp>
      <p:sp>
        <p:nvSpPr>
          <p:cNvPr id="60464" name="AutoShape 36">
            <a:extLst>
              <a:ext uri="{FF2B5EF4-FFF2-40B4-BE49-F238E27FC236}">
                <a16:creationId xmlns:a16="http://schemas.microsoft.com/office/drawing/2014/main" id="{0817D2B8-D939-90B0-8388-3322A855125D}"/>
              </a:ext>
            </a:extLst>
          </p:cNvPr>
          <p:cNvSpPr>
            <a:spLocks noChangeArrowheads="1"/>
          </p:cNvSpPr>
          <p:nvPr/>
        </p:nvSpPr>
        <p:spPr bwMode="auto">
          <a:xfrm flipH="1">
            <a:off x="8207375" y="3143250"/>
            <a:ext cx="641350" cy="731838"/>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60465" name="Straight Connector 19">
            <a:extLst>
              <a:ext uri="{FF2B5EF4-FFF2-40B4-BE49-F238E27FC236}">
                <a16:creationId xmlns:a16="http://schemas.microsoft.com/office/drawing/2014/main" id="{B2D39BB2-E14D-4D1F-F665-55BA27588116}"/>
              </a:ext>
            </a:extLst>
          </p:cNvPr>
          <p:cNvCxnSpPr>
            <a:cxnSpLocks noChangeShapeType="1"/>
          </p:cNvCxnSpPr>
          <p:nvPr/>
        </p:nvCxnSpPr>
        <p:spPr bwMode="auto">
          <a:xfrm rot="16200000" flipV="1">
            <a:off x="7543007" y="4244182"/>
            <a:ext cx="86836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466" name="Straight Connector 21">
            <a:extLst>
              <a:ext uri="{FF2B5EF4-FFF2-40B4-BE49-F238E27FC236}">
                <a16:creationId xmlns:a16="http://schemas.microsoft.com/office/drawing/2014/main" id="{E9E6CC23-E090-60BC-2D15-4AA385966F0A}"/>
              </a:ext>
            </a:extLst>
          </p:cNvPr>
          <p:cNvCxnSpPr>
            <a:cxnSpLocks noChangeShapeType="1"/>
          </p:cNvCxnSpPr>
          <p:nvPr/>
        </p:nvCxnSpPr>
        <p:spPr bwMode="auto">
          <a:xfrm rot="5400000" flipH="1" flipV="1">
            <a:off x="7346951" y="4002088"/>
            <a:ext cx="795337"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467" name="Straight Connector 23">
            <a:extLst>
              <a:ext uri="{FF2B5EF4-FFF2-40B4-BE49-F238E27FC236}">
                <a16:creationId xmlns:a16="http://schemas.microsoft.com/office/drawing/2014/main" id="{9EE31943-8BEE-A5EA-863C-DFBD4F54D7AE}"/>
              </a:ext>
            </a:extLst>
          </p:cNvPr>
          <p:cNvCxnSpPr>
            <a:cxnSpLocks noChangeShapeType="1"/>
          </p:cNvCxnSpPr>
          <p:nvPr/>
        </p:nvCxnSpPr>
        <p:spPr bwMode="auto">
          <a:xfrm rot="16200000" flipH="1">
            <a:off x="7547770" y="3217070"/>
            <a:ext cx="390525" cy="1587"/>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468" name="Straight Connector 24">
            <a:extLst>
              <a:ext uri="{FF2B5EF4-FFF2-40B4-BE49-F238E27FC236}">
                <a16:creationId xmlns:a16="http://schemas.microsoft.com/office/drawing/2014/main" id="{97E84DD0-75AC-122E-2A97-344DB3854688}"/>
              </a:ext>
            </a:extLst>
          </p:cNvPr>
          <p:cNvCxnSpPr>
            <a:cxnSpLocks noChangeShapeType="1"/>
          </p:cNvCxnSpPr>
          <p:nvPr/>
        </p:nvCxnSpPr>
        <p:spPr bwMode="auto">
          <a:xfrm rot="16200000" flipH="1">
            <a:off x="7715251" y="2979738"/>
            <a:ext cx="503237"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469" name="Straight Connector 26">
            <a:extLst>
              <a:ext uri="{FF2B5EF4-FFF2-40B4-BE49-F238E27FC236}">
                <a16:creationId xmlns:a16="http://schemas.microsoft.com/office/drawing/2014/main" id="{9B6EF3E0-09E7-7499-CDE5-24C91D7BBB84}"/>
              </a:ext>
            </a:extLst>
          </p:cNvPr>
          <p:cNvCxnSpPr>
            <a:cxnSpLocks noChangeShapeType="1"/>
          </p:cNvCxnSpPr>
          <p:nvPr/>
        </p:nvCxnSpPr>
        <p:spPr bwMode="auto">
          <a:xfrm flipV="1">
            <a:off x="7967664" y="3228975"/>
            <a:ext cx="293687"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470" name="Straight Connector 27">
            <a:extLst>
              <a:ext uri="{FF2B5EF4-FFF2-40B4-BE49-F238E27FC236}">
                <a16:creationId xmlns:a16="http://schemas.microsoft.com/office/drawing/2014/main" id="{A8970E8A-7486-D6AB-8174-641C97D4217A}"/>
              </a:ext>
            </a:extLst>
          </p:cNvPr>
          <p:cNvCxnSpPr>
            <a:cxnSpLocks noChangeShapeType="1"/>
          </p:cNvCxnSpPr>
          <p:nvPr/>
        </p:nvCxnSpPr>
        <p:spPr bwMode="auto">
          <a:xfrm flipV="1">
            <a:off x="7743826" y="3409950"/>
            <a:ext cx="549275"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471" name="Straight Connector 28">
            <a:extLst>
              <a:ext uri="{FF2B5EF4-FFF2-40B4-BE49-F238E27FC236}">
                <a16:creationId xmlns:a16="http://schemas.microsoft.com/office/drawing/2014/main" id="{D93B836F-5BAA-E762-69E9-5DCA09402BC5}"/>
              </a:ext>
            </a:extLst>
          </p:cNvPr>
          <p:cNvCxnSpPr>
            <a:cxnSpLocks noChangeShapeType="1"/>
          </p:cNvCxnSpPr>
          <p:nvPr/>
        </p:nvCxnSpPr>
        <p:spPr bwMode="auto">
          <a:xfrm flipV="1">
            <a:off x="7732714" y="3611563"/>
            <a:ext cx="549275"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472" name="Straight Connector 30">
            <a:extLst>
              <a:ext uri="{FF2B5EF4-FFF2-40B4-BE49-F238E27FC236}">
                <a16:creationId xmlns:a16="http://schemas.microsoft.com/office/drawing/2014/main" id="{9F1C9856-2F64-3C11-2394-DFBB6D4DFF4D}"/>
              </a:ext>
            </a:extLst>
          </p:cNvPr>
          <p:cNvCxnSpPr>
            <a:cxnSpLocks noChangeShapeType="1"/>
          </p:cNvCxnSpPr>
          <p:nvPr/>
        </p:nvCxnSpPr>
        <p:spPr bwMode="auto">
          <a:xfrm>
            <a:off x="7967664" y="3795713"/>
            <a:ext cx="274637"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60473" name="Line 16">
            <a:extLst>
              <a:ext uri="{FF2B5EF4-FFF2-40B4-BE49-F238E27FC236}">
                <a16:creationId xmlns:a16="http://schemas.microsoft.com/office/drawing/2014/main" id="{FDB37FA4-C86F-C675-F628-EA0F31AEB022}"/>
              </a:ext>
            </a:extLst>
          </p:cNvPr>
          <p:cNvSpPr>
            <a:spLocks noChangeShapeType="1"/>
          </p:cNvSpPr>
          <p:nvPr/>
        </p:nvSpPr>
        <p:spPr bwMode="auto">
          <a:xfrm>
            <a:off x="8853489" y="3517900"/>
            <a:ext cx="333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74" name="TextBox 33">
            <a:extLst>
              <a:ext uri="{FF2B5EF4-FFF2-40B4-BE49-F238E27FC236}">
                <a16:creationId xmlns:a16="http://schemas.microsoft.com/office/drawing/2014/main" id="{B6293746-F3F9-5ACC-0F02-5C066DCE5ED8}"/>
              </a:ext>
            </a:extLst>
          </p:cNvPr>
          <p:cNvSpPr txBox="1">
            <a:spLocks noChangeArrowheads="1"/>
          </p:cNvSpPr>
          <p:nvPr/>
        </p:nvSpPr>
        <p:spPr bwMode="auto">
          <a:xfrm>
            <a:off x="9094789" y="3243263"/>
            <a:ext cx="13176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f(x</a:t>
            </a:r>
            <a:r>
              <a:rPr lang="en-US" altLang="en-US" b="0" baseline="-25000"/>
              <a:t>1</a:t>
            </a:r>
            <a:r>
              <a:rPr lang="en-US" altLang="en-US" b="0"/>
              <a:t>x</a:t>
            </a:r>
            <a:r>
              <a:rPr lang="en-US" altLang="en-US" b="0" baseline="-25000"/>
              <a:t>2</a:t>
            </a:r>
            <a:r>
              <a:rPr lang="en-US" altLang="en-US" b="0"/>
              <a:t>x</a:t>
            </a:r>
            <a:r>
              <a:rPr lang="en-US" altLang="en-US" b="0" baseline="-25000"/>
              <a:t>3</a:t>
            </a:r>
            <a:r>
              <a:rPr lang="en-US" altLang="en-US" b="0"/>
              <a:t>)</a:t>
            </a:r>
          </a:p>
          <a:p>
            <a:pPr eaLnBrk="1" hangingPunct="1"/>
            <a:endParaRPr lang="en-GB" altLang="en-US"/>
          </a:p>
        </p:txBody>
      </p:sp>
      <p:sp>
        <p:nvSpPr>
          <p:cNvPr id="60475" name="TextBox 35">
            <a:extLst>
              <a:ext uri="{FF2B5EF4-FFF2-40B4-BE49-F238E27FC236}">
                <a16:creationId xmlns:a16="http://schemas.microsoft.com/office/drawing/2014/main" id="{73F4C715-2DBD-E24A-209F-329B5F7126CC}"/>
              </a:ext>
            </a:extLst>
          </p:cNvPr>
          <p:cNvSpPr txBox="1">
            <a:spLocks noChangeArrowheads="1"/>
          </p:cNvSpPr>
          <p:nvPr/>
        </p:nvSpPr>
        <p:spPr bwMode="auto">
          <a:xfrm>
            <a:off x="5054600" y="2870200"/>
            <a:ext cx="7762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x</a:t>
            </a:r>
            <a:r>
              <a:rPr lang="en-US" altLang="en-US" b="0" baseline="-25000"/>
              <a:t>3</a:t>
            </a:r>
            <a:endParaRPr lang="en-US" altLang="en-US" b="0"/>
          </a:p>
          <a:p>
            <a:pPr eaLnBrk="1" hangingPunct="1"/>
            <a:endParaRPr lang="en-GB" altLang="en-US"/>
          </a:p>
        </p:txBody>
      </p:sp>
      <p:sp>
        <p:nvSpPr>
          <p:cNvPr id="60476" name="TextBox 36">
            <a:extLst>
              <a:ext uri="{FF2B5EF4-FFF2-40B4-BE49-F238E27FC236}">
                <a16:creationId xmlns:a16="http://schemas.microsoft.com/office/drawing/2014/main" id="{8CAFA441-F61D-F363-E5D8-C66C17200AB3}"/>
              </a:ext>
            </a:extLst>
          </p:cNvPr>
          <p:cNvSpPr txBox="1">
            <a:spLocks noChangeArrowheads="1"/>
          </p:cNvSpPr>
          <p:nvPr/>
        </p:nvSpPr>
        <p:spPr bwMode="auto">
          <a:xfrm>
            <a:off x="5064125" y="3125788"/>
            <a:ext cx="7762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x</a:t>
            </a:r>
            <a:r>
              <a:rPr lang="en-US" altLang="en-US" b="0" baseline="-25000"/>
              <a:t>2</a:t>
            </a:r>
            <a:endParaRPr lang="en-US" altLang="en-US" b="0"/>
          </a:p>
          <a:p>
            <a:pPr eaLnBrk="1" hangingPunct="1"/>
            <a:endParaRPr lang="en-GB" altLang="en-US"/>
          </a:p>
        </p:txBody>
      </p:sp>
      <p:sp>
        <p:nvSpPr>
          <p:cNvPr id="60477" name="TextBox 37">
            <a:extLst>
              <a:ext uri="{FF2B5EF4-FFF2-40B4-BE49-F238E27FC236}">
                <a16:creationId xmlns:a16="http://schemas.microsoft.com/office/drawing/2014/main" id="{C067FA47-A9F6-8D10-BAF4-6E51CFBED48F}"/>
              </a:ext>
            </a:extLst>
          </p:cNvPr>
          <p:cNvSpPr txBox="1">
            <a:spLocks noChangeArrowheads="1"/>
          </p:cNvSpPr>
          <p:nvPr/>
        </p:nvSpPr>
        <p:spPr bwMode="auto">
          <a:xfrm>
            <a:off x="5075239" y="3370263"/>
            <a:ext cx="7762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x</a:t>
            </a:r>
            <a:r>
              <a:rPr lang="en-US" altLang="en-US" b="0" baseline="-25000"/>
              <a:t>1</a:t>
            </a:r>
            <a:endParaRPr lang="en-US" altLang="en-US" b="0"/>
          </a:p>
          <a:p>
            <a:pPr eaLnBrk="1" hangingPunct="1"/>
            <a:endParaRPr lang="en-GB" altLang="en-US"/>
          </a:p>
        </p:txBody>
      </p:sp>
      <p:sp>
        <p:nvSpPr>
          <p:cNvPr id="60478" name="TextBox 38">
            <a:extLst>
              <a:ext uri="{FF2B5EF4-FFF2-40B4-BE49-F238E27FC236}">
                <a16:creationId xmlns:a16="http://schemas.microsoft.com/office/drawing/2014/main" id="{E22A57C3-4A7F-6B9D-04AA-A3F312E1F5CA}"/>
              </a:ext>
            </a:extLst>
          </p:cNvPr>
          <p:cNvSpPr txBox="1">
            <a:spLocks noChangeArrowheads="1"/>
          </p:cNvSpPr>
          <p:nvPr/>
        </p:nvSpPr>
        <p:spPr bwMode="auto">
          <a:xfrm>
            <a:off x="7586664" y="2252664"/>
            <a:ext cx="1647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Minterms</a:t>
            </a:r>
            <a:endParaRPr lang="en-GB"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48">
            <a:extLst>
              <a:ext uri="{FF2B5EF4-FFF2-40B4-BE49-F238E27FC236}">
                <a16:creationId xmlns:a16="http://schemas.microsoft.com/office/drawing/2014/main" id="{1AA9038F-BFC8-17CC-E1AA-C0C7DEE6657E}"/>
              </a:ext>
            </a:extLst>
          </p:cNvPr>
          <p:cNvSpPr>
            <a:spLocks noGrp="1" noChangeArrowheads="1"/>
          </p:cNvSpPr>
          <p:nvPr>
            <p:ph type="title"/>
          </p:nvPr>
        </p:nvSpPr>
        <p:spPr>
          <a:xfrm>
            <a:off x="-1" y="183402"/>
            <a:ext cx="11612880" cy="704088"/>
          </a:xfrm>
        </p:spPr>
        <p:txBody>
          <a:bodyPr>
            <a:normAutofit/>
          </a:bodyPr>
          <a:lstStyle/>
          <a:p>
            <a:r>
              <a:rPr lang="en-US" altLang="en-US" dirty="0"/>
              <a:t>IC 74x138</a:t>
            </a:r>
          </a:p>
        </p:txBody>
      </p:sp>
      <p:graphicFrame>
        <p:nvGraphicFramePr>
          <p:cNvPr id="46" name="Group 102">
            <a:extLst>
              <a:ext uri="{FF2B5EF4-FFF2-40B4-BE49-F238E27FC236}">
                <a16:creationId xmlns:a16="http://schemas.microsoft.com/office/drawing/2014/main" id="{6EAF7666-E1AC-4CAE-AB2E-849474D5DEB3}"/>
              </a:ext>
            </a:extLst>
          </p:cNvPr>
          <p:cNvGraphicFramePr>
            <a:graphicFrameLocks/>
          </p:cNvGraphicFramePr>
          <p:nvPr>
            <p:extLst>
              <p:ext uri="{D42A27DB-BD31-4B8C-83A1-F6EECF244321}">
                <p14:modId xmlns:p14="http://schemas.microsoft.com/office/powerpoint/2010/main" val="425177081"/>
              </p:ext>
            </p:extLst>
          </p:nvPr>
        </p:nvGraphicFramePr>
        <p:xfrm>
          <a:off x="4916489" y="1701801"/>
          <a:ext cx="5183187" cy="3914775"/>
        </p:xfrm>
        <a:graphic>
          <a:graphicData uri="http://schemas.openxmlformats.org/drawingml/2006/table">
            <a:tbl>
              <a:tblPr/>
              <a:tblGrid>
                <a:gridCol w="1889245">
                  <a:extLst>
                    <a:ext uri="{9D8B030D-6E8A-4147-A177-3AD203B41FA5}">
                      <a16:colId xmlns:a16="http://schemas.microsoft.com/office/drawing/2014/main" val="20000"/>
                    </a:ext>
                  </a:extLst>
                </a:gridCol>
                <a:gridCol w="3293942">
                  <a:extLst>
                    <a:ext uri="{9D8B030D-6E8A-4147-A177-3AD203B41FA5}">
                      <a16:colId xmlns:a16="http://schemas.microsoft.com/office/drawing/2014/main" val="20001"/>
                    </a:ext>
                  </a:extLst>
                </a:gridCol>
              </a:tblGrid>
              <a:tr h="48019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Inputs</a:t>
                      </a:r>
                      <a:endParaRPr kumimoji="0" lang="ru-RU" sz="1600" b="0" i="0" u="none" strike="noStrike" cap="none" normalizeH="0" baseline="0" dirty="0">
                        <a:ln>
                          <a:noFill/>
                        </a:ln>
                        <a:solidFill>
                          <a:schemeClr val="tx1"/>
                        </a:solidFill>
                        <a:effectLst/>
                        <a:latin typeface="Arial" charset="0"/>
                        <a:cs typeface="Arial" charset="0"/>
                      </a:endParaRPr>
                    </a:p>
                  </a:txBody>
                  <a:tcPr marL="91430" marR="91430"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Outputs</a:t>
                      </a:r>
                      <a:endParaRPr kumimoji="0" lang="ru-RU" sz="1600" b="0" i="0" u="none" strike="noStrike" cap="none" normalizeH="0" baseline="0" dirty="0">
                        <a:ln>
                          <a:noFill/>
                        </a:ln>
                        <a:solidFill>
                          <a:schemeClr val="tx1"/>
                        </a:solidFill>
                        <a:effectLst/>
                        <a:latin typeface="Arial" charset="0"/>
                        <a:cs typeface="Arial" charset="0"/>
                      </a:endParaRPr>
                    </a:p>
                  </a:txBody>
                  <a:tcPr marL="91430" marR="91430" marT="45722" marB="45722"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54146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~E1~E2 E3 C B A</a:t>
                      </a:r>
                      <a:endParaRPr kumimoji="0" lang="ru-RU" sz="1600" b="0" i="0" u="none" strike="noStrike" cap="none" normalizeH="0" baseline="0" dirty="0">
                        <a:ln>
                          <a:noFill/>
                        </a:ln>
                        <a:solidFill>
                          <a:schemeClr val="tx1"/>
                        </a:solidFill>
                        <a:effectLst/>
                        <a:latin typeface="Arial" charset="0"/>
                        <a:cs typeface="Arial" charset="0"/>
                      </a:endParaRPr>
                    </a:p>
                  </a:txBody>
                  <a:tcPr marL="91430" marR="91430"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~y7~y6~y5~y4~y3~y2~y1~y0 </a:t>
                      </a:r>
                      <a:endParaRPr kumimoji="0" lang="ru-RU" sz="1600" b="0" i="0" u="none" strike="noStrike" cap="none" normalizeH="0" baseline="0" dirty="0">
                        <a:ln>
                          <a:noFill/>
                        </a:ln>
                        <a:solidFill>
                          <a:schemeClr val="tx1"/>
                        </a:solidFill>
                        <a:effectLst/>
                        <a:latin typeface="Arial" charset="0"/>
                        <a:cs typeface="Arial" charset="0"/>
                      </a:endParaRPr>
                    </a:p>
                  </a:txBody>
                  <a:tcPr marL="91430" marR="91430" marT="45722" marB="45722"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28931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x    x   x  x  x</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x     1    x   x  x  x</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x     x    0   x  x  x</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0     0    1  0  0  0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0     0    1  0  0  1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0     0    1  0  1  0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0     0    1  0  1  1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0     0    1  1  0  0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0     0    1  1  0  1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0     0    1  1  1  0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0     0    1  1  1  1</a:t>
                      </a:r>
                      <a:endParaRPr kumimoji="0" lang="ru-RU" sz="1600" b="0" i="0" u="none" strike="noStrike" cap="none" normalizeH="0" baseline="0" dirty="0">
                        <a:ln>
                          <a:noFill/>
                        </a:ln>
                        <a:solidFill>
                          <a:schemeClr val="tx1"/>
                        </a:solidFill>
                        <a:effectLst/>
                        <a:latin typeface="Arial" charset="0"/>
                        <a:cs typeface="Arial" charset="0"/>
                      </a:endParaRPr>
                    </a:p>
                  </a:txBody>
                  <a:tcPr marL="91430" marR="91430"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1    1    1    1    1    1    1    1</a:t>
                      </a:r>
                      <a:br>
                        <a:rPr kumimoji="0" lang="en-US" sz="1600" b="0" i="0" u="none" strike="noStrike" cap="none" normalizeH="0" baseline="0" dirty="0">
                          <a:ln>
                            <a:noFill/>
                          </a:ln>
                          <a:solidFill>
                            <a:schemeClr val="tx1"/>
                          </a:solidFill>
                          <a:effectLst/>
                          <a:latin typeface="Arial" charset="0"/>
                          <a:cs typeface="Arial" charset="0"/>
                        </a:rPr>
                      </a:br>
                      <a:r>
                        <a:rPr kumimoji="0" lang="en-US" sz="1600" b="0" i="0" u="none" strike="noStrike" cap="none" normalizeH="0" baseline="0" dirty="0">
                          <a:ln>
                            <a:noFill/>
                          </a:ln>
                          <a:solidFill>
                            <a:schemeClr val="tx1"/>
                          </a:solidFill>
                          <a:effectLst/>
                          <a:latin typeface="Arial" charset="0"/>
                          <a:cs typeface="Arial" charset="0"/>
                        </a:rPr>
                        <a:t>  1    1    1    1    1    1    1    1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1    1    1    1    1    1    1    1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1    1    1    1    1    1    1    0</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1    1    1    1    1    1    0    1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1    1    1    1    1    0    1    1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1    1    1    1    0    1    1    1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1    1    1    0    1    1    1    1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1    1    0    1    1    1    1    1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1    0    1    1    1    1    1    1</a:t>
                      </a:r>
                      <a:endParaRPr kumimoji="0" lang="ru-RU" sz="16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cs typeface="Arial" charset="0"/>
                        </a:rPr>
                        <a:t>  0    1    1    1    1    1    1    1</a:t>
                      </a:r>
                      <a:endParaRPr kumimoji="0" lang="ru-RU" sz="1600" b="0" i="0" u="none" strike="noStrike" cap="none" normalizeH="0" baseline="0" dirty="0">
                        <a:ln>
                          <a:noFill/>
                        </a:ln>
                        <a:solidFill>
                          <a:schemeClr val="tx1"/>
                        </a:solidFill>
                        <a:effectLst/>
                        <a:latin typeface="Arial" charset="0"/>
                        <a:cs typeface="Arial" charset="0"/>
                      </a:endParaRPr>
                    </a:p>
                  </a:txBody>
                  <a:tcPr marL="91430" marR="91430" marT="45722" marB="45722"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bl>
          </a:graphicData>
        </a:graphic>
      </p:graphicFrame>
      <p:grpSp>
        <p:nvGrpSpPr>
          <p:cNvPr id="61456" name="Group 58">
            <a:extLst>
              <a:ext uri="{FF2B5EF4-FFF2-40B4-BE49-F238E27FC236}">
                <a16:creationId xmlns:a16="http://schemas.microsoft.com/office/drawing/2014/main" id="{0B13CB76-9DF2-EDDC-F972-4E8ABAD691B6}"/>
              </a:ext>
            </a:extLst>
          </p:cNvPr>
          <p:cNvGrpSpPr>
            <a:grpSpLocks/>
          </p:cNvGrpSpPr>
          <p:nvPr/>
        </p:nvGrpSpPr>
        <p:grpSpPr bwMode="auto">
          <a:xfrm>
            <a:off x="2035175" y="2457450"/>
            <a:ext cx="2725738" cy="3079750"/>
            <a:chOff x="59" y="1162"/>
            <a:chExt cx="1642" cy="1860"/>
          </a:xfrm>
        </p:grpSpPr>
        <p:sp>
          <p:nvSpPr>
            <p:cNvPr id="61458" name="Rectangle 5">
              <a:extLst>
                <a:ext uri="{FF2B5EF4-FFF2-40B4-BE49-F238E27FC236}">
                  <a16:creationId xmlns:a16="http://schemas.microsoft.com/office/drawing/2014/main" id="{F26769FF-FBF4-E5EB-67D5-1FE03A131DC4}"/>
                </a:ext>
              </a:extLst>
            </p:cNvPr>
            <p:cNvSpPr>
              <a:spLocks noChangeArrowheads="1"/>
            </p:cNvSpPr>
            <p:nvPr/>
          </p:nvSpPr>
          <p:spPr bwMode="auto">
            <a:xfrm>
              <a:off x="385" y="1162"/>
              <a:ext cx="862" cy="1860"/>
            </a:xfrm>
            <a:prstGeom prst="rect">
              <a:avLst/>
            </a:prstGeom>
            <a:solidFill>
              <a:schemeClr val="accent1">
                <a:lumMod val="60000"/>
                <a:lumOff val="40000"/>
              </a:schemeClr>
            </a:solidFill>
            <a:ln w="9525">
              <a:solidFill>
                <a:schemeClr val="tx1"/>
              </a:solidFill>
              <a:miter lim="800000"/>
              <a:headEnd/>
              <a:tailEnd/>
            </a:ln>
          </p:spPr>
          <p:txBody>
            <a:bodyPr wrap="none"/>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dirty="0"/>
            </a:p>
            <a:p>
              <a:pPr eaLnBrk="1" hangingPunct="1"/>
              <a:r>
                <a:rPr lang="en-US" altLang="en-US" sz="2000" b="0" dirty="0"/>
                <a:t>A      Y0</a:t>
              </a:r>
            </a:p>
            <a:p>
              <a:pPr eaLnBrk="1" hangingPunct="1"/>
              <a:r>
                <a:rPr lang="en-US" altLang="en-US" sz="2000" b="0" dirty="0"/>
                <a:t>B      Y1</a:t>
              </a:r>
            </a:p>
            <a:p>
              <a:pPr eaLnBrk="1" hangingPunct="1"/>
              <a:r>
                <a:rPr lang="en-US" altLang="en-US" sz="2000" b="0" dirty="0"/>
                <a:t>C      Y2</a:t>
              </a:r>
            </a:p>
            <a:p>
              <a:pPr eaLnBrk="1" hangingPunct="1"/>
              <a:r>
                <a:rPr lang="en-US" altLang="en-US" sz="2000" b="0" dirty="0"/>
                <a:t>         Y3</a:t>
              </a:r>
            </a:p>
            <a:p>
              <a:pPr eaLnBrk="1" hangingPunct="1"/>
              <a:r>
                <a:rPr lang="en-US" altLang="en-US" sz="2000" b="0" dirty="0"/>
                <a:t>         Y4</a:t>
              </a:r>
            </a:p>
            <a:p>
              <a:pPr eaLnBrk="1" hangingPunct="1"/>
              <a:r>
                <a:rPr lang="en-US" altLang="en-US" sz="2000" b="0" dirty="0"/>
                <a:t>E1     Y5</a:t>
              </a:r>
            </a:p>
            <a:p>
              <a:pPr eaLnBrk="1" hangingPunct="1"/>
              <a:r>
                <a:rPr lang="en-US" altLang="en-US" sz="2000" b="0" dirty="0"/>
                <a:t>E2     Y6</a:t>
              </a:r>
            </a:p>
            <a:p>
              <a:pPr eaLnBrk="1" hangingPunct="1"/>
              <a:r>
                <a:rPr lang="en-US" altLang="en-US" sz="2000" b="0" dirty="0"/>
                <a:t>E3     Y7      </a:t>
              </a:r>
              <a:endParaRPr lang="ru-RU" altLang="en-US" sz="2000" b="0" dirty="0"/>
            </a:p>
          </p:txBody>
        </p:sp>
        <p:sp>
          <p:nvSpPr>
            <p:cNvPr id="61459" name="Oval 6">
              <a:extLst>
                <a:ext uri="{FF2B5EF4-FFF2-40B4-BE49-F238E27FC236}">
                  <a16:creationId xmlns:a16="http://schemas.microsoft.com/office/drawing/2014/main" id="{CBC0E609-BE28-FCF2-B201-E4F2F5DA567B}"/>
                </a:ext>
              </a:extLst>
            </p:cNvPr>
            <p:cNvSpPr>
              <a:spLocks noChangeArrowheads="1"/>
            </p:cNvSpPr>
            <p:nvPr/>
          </p:nvSpPr>
          <p:spPr bwMode="auto">
            <a:xfrm>
              <a:off x="1250" y="1405"/>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60" name="Line 7">
              <a:extLst>
                <a:ext uri="{FF2B5EF4-FFF2-40B4-BE49-F238E27FC236}">
                  <a16:creationId xmlns:a16="http://schemas.microsoft.com/office/drawing/2014/main" id="{1D032091-1F8A-0F0C-4EAE-2FE7CDCADD38}"/>
                </a:ext>
              </a:extLst>
            </p:cNvPr>
            <p:cNvSpPr>
              <a:spLocks noChangeShapeType="1"/>
            </p:cNvSpPr>
            <p:nvPr/>
          </p:nvSpPr>
          <p:spPr bwMode="auto">
            <a:xfrm>
              <a:off x="1338" y="1450"/>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1" name="Oval 8">
              <a:extLst>
                <a:ext uri="{FF2B5EF4-FFF2-40B4-BE49-F238E27FC236}">
                  <a16:creationId xmlns:a16="http://schemas.microsoft.com/office/drawing/2014/main" id="{FCFC3D30-F7E9-2429-521A-323B27A866F3}"/>
                </a:ext>
              </a:extLst>
            </p:cNvPr>
            <p:cNvSpPr>
              <a:spLocks noChangeArrowheads="1"/>
            </p:cNvSpPr>
            <p:nvPr/>
          </p:nvSpPr>
          <p:spPr bwMode="auto">
            <a:xfrm>
              <a:off x="1250" y="1581"/>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62" name="Line 9">
              <a:extLst>
                <a:ext uri="{FF2B5EF4-FFF2-40B4-BE49-F238E27FC236}">
                  <a16:creationId xmlns:a16="http://schemas.microsoft.com/office/drawing/2014/main" id="{552D942F-E17A-C39A-0030-8CEC2F342330}"/>
                </a:ext>
              </a:extLst>
            </p:cNvPr>
            <p:cNvSpPr>
              <a:spLocks noChangeShapeType="1"/>
            </p:cNvSpPr>
            <p:nvPr/>
          </p:nvSpPr>
          <p:spPr bwMode="auto">
            <a:xfrm>
              <a:off x="1338" y="1626"/>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3" name="Oval 10">
              <a:extLst>
                <a:ext uri="{FF2B5EF4-FFF2-40B4-BE49-F238E27FC236}">
                  <a16:creationId xmlns:a16="http://schemas.microsoft.com/office/drawing/2014/main" id="{FA3680B9-7670-AB0E-48C2-B472718E02BB}"/>
                </a:ext>
              </a:extLst>
            </p:cNvPr>
            <p:cNvSpPr>
              <a:spLocks noChangeArrowheads="1"/>
            </p:cNvSpPr>
            <p:nvPr/>
          </p:nvSpPr>
          <p:spPr bwMode="auto">
            <a:xfrm>
              <a:off x="1242" y="1781"/>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64" name="Line 11">
              <a:extLst>
                <a:ext uri="{FF2B5EF4-FFF2-40B4-BE49-F238E27FC236}">
                  <a16:creationId xmlns:a16="http://schemas.microsoft.com/office/drawing/2014/main" id="{73855C2C-D35A-DD17-B2EF-9DD0A6374EBF}"/>
                </a:ext>
              </a:extLst>
            </p:cNvPr>
            <p:cNvSpPr>
              <a:spLocks noChangeShapeType="1"/>
            </p:cNvSpPr>
            <p:nvPr/>
          </p:nvSpPr>
          <p:spPr bwMode="auto">
            <a:xfrm>
              <a:off x="1330" y="1826"/>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5" name="Oval 12">
              <a:extLst>
                <a:ext uri="{FF2B5EF4-FFF2-40B4-BE49-F238E27FC236}">
                  <a16:creationId xmlns:a16="http://schemas.microsoft.com/office/drawing/2014/main" id="{679355FB-AF15-BD23-BF35-5416579B0FA2}"/>
                </a:ext>
              </a:extLst>
            </p:cNvPr>
            <p:cNvSpPr>
              <a:spLocks noChangeArrowheads="1"/>
            </p:cNvSpPr>
            <p:nvPr/>
          </p:nvSpPr>
          <p:spPr bwMode="auto">
            <a:xfrm>
              <a:off x="1242" y="1973"/>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66" name="Line 13">
              <a:extLst>
                <a:ext uri="{FF2B5EF4-FFF2-40B4-BE49-F238E27FC236}">
                  <a16:creationId xmlns:a16="http://schemas.microsoft.com/office/drawing/2014/main" id="{E4A1D4EB-B77C-3878-2C12-CD4884FDF05D}"/>
                </a:ext>
              </a:extLst>
            </p:cNvPr>
            <p:cNvSpPr>
              <a:spLocks noChangeShapeType="1"/>
            </p:cNvSpPr>
            <p:nvPr/>
          </p:nvSpPr>
          <p:spPr bwMode="auto">
            <a:xfrm>
              <a:off x="1330" y="2018"/>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7" name="Oval 14">
              <a:extLst>
                <a:ext uri="{FF2B5EF4-FFF2-40B4-BE49-F238E27FC236}">
                  <a16:creationId xmlns:a16="http://schemas.microsoft.com/office/drawing/2014/main" id="{0B0A0C4B-631A-8256-3BE2-C8F8CFF5E15C}"/>
                </a:ext>
              </a:extLst>
            </p:cNvPr>
            <p:cNvSpPr>
              <a:spLocks noChangeArrowheads="1"/>
            </p:cNvSpPr>
            <p:nvPr/>
          </p:nvSpPr>
          <p:spPr bwMode="auto">
            <a:xfrm>
              <a:off x="1242" y="2165"/>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68" name="Line 15">
              <a:extLst>
                <a:ext uri="{FF2B5EF4-FFF2-40B4-BE49-F238E27FC236}">
                  <a16:creationId xmlns:a16="http://schemas.microsoft.com/office/drawing/2014/main" id="{93C07D3F-9F80-94A0-03A1-83B09734D738}"/>
                </a:ext>
              </a:extLst>
            </p:cNvPr>
            <p:cNvSpPr>
              <a:spLocks noChangeShapeType="1"/>
            </p:cNvSpPr>
            <p:nvPr/>
          </p:nvSpPr>
          <p:spPr bwMode="auto">
            <a:xfrm>
              <a:off x="1330" y="2210"/>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69" name="Oval 16">
              <a:extLst>
                <a:ext uri="{FF2B5EF4-FFF2-40B4-BE49-F238E27FC236}">
                  <a16:creationId xmlns:a16="http://schemas.microsoft.com/office/drawing/2014/main" id="{37E91771-1866-DF4F-E27C-9C4E773FF9D6}"/>
                </a:ext>
              </a:extLst>
            </p:cNvPr>
            <p:cNvSpPr>
              <a:spLocks noChangeArrowheads="1"/>
            </p:cNvSpPr>
            <p:nvPr/>
          </p:nvSpPr>
          <p:spPr bwMode="auto">
            <a:xfrm>
              <a:off x="1250" y="2365"/>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70" name="Line 17">
              <a:extLst>
                <a:ext uri="{FF2B5EF4-FFF2-40B4-BE49-F238E27FC236}">
                  <a16:creationId xmlns:a16="http://schemas.microsoft.com/office/drawing/2014/main" id="{8C3DE271-D588-C2D5-098A-E881C16245A1}"/>
                </a:ext>
              </a:extLst>
            </p:cNvPr>
            <p:cNvSpPr>
              <a:spLocks noChangeShapeType="1"/>
            </p:cNvSpPr>
            <p:nvPr/>
          </p:nvSpPr>
          <p:spPr bwMode="auto">
            <a:xfrm>
              <a:off x="1338" y="2410"/>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1" name="Oval 18">
              <a:extLst>
                <a:ext uri="{FF2B5EF4-FFF2-40B4-BE49-F238E27FC236}">
                  <a16:creationId xmlns:a16="http://schemas.microsoft.com/office/drawing/2014/main" id="{9B4CEDF2-E9D9-10D2-F12A-665CC200DAB0}"/>
                </a:ext>
              </a:extLst>
            </p:cNvPr>
            <p:cNvSpPr>
              <a:spLocks noChangeArrowheads="1"/>
            </p:cNvSpPr>
            <p:nvPr/>
          </p:nvSpPr>
          <p:spPr bwMode="auto">
            <a:xfrm>
              <a:off x="1242" y="2549"/>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72" name="Line 19">
              <a:extLst>
                <a:ext uri="{FF2B5EF4-FFF2-40B4-BE49-F238E27FC236}">
                  <a16:creationId xmlns:a16="http://schemas.microsoft.com/office/drawing/2014/main" id="{810F9F86-4340-0B72-3474-7585A6E31D7A}"/>
                </a:ext>
              </a:extLst>
            </p:cNvPr>
            <p:cNvSpPr>
              <a:spLocks noChangeShapeType="1"/>
            </p:cNvSpPr>
            <p:nvPr/>
          </p:nvSpPr>
          <p:spPr bwMode="auto">
            <a:xfrm>
              <a:off x="1330" y="2594"/>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3" name="Oval 20">
              <a:extLst>
                <a:ext uri="{FF2B5EF4-FFF2-40B4-BE49-F238E27FC236}">
                  <a16:creationId xmlns:a16="http://schemas.microsoft.com/office/drawing/2014/main" id="{17247169-CE40-062C-35ED-49CD3833D343}"/>
                </a:ext>
              </a:extLst>
            </p:cNvPr>
            <p:cNvSpPr>
              <a:spLocks noChangeArrowheads="1"/>
            </p:cNvSpPr>
            <p:nvPr/>
          </p:nvSpPr>
          <p:spPr bwMode="auto">
            <a:xfrm>
              <a:off x="1242" y="2741"/>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74" name="Line 21">
              <a:extLst>
                <a:ext uri="{FF2B5EF4-FFF2-40B4-BE49-F238E27FC236}">
                  <a16:creationId xmlns:a16="http://schemas.microsoft.com/office/drawing/2014/main" id="{B92D04EC-EE83-B737-5903-1DCB392DCBF0}"/>
                </a:ext>
              </a:extLst>
            </p:cNvPr>
            <p:cNvSpPr>
              <a:spLocks noChangeShapeType="1"/>
            </p:cNvSpPr>
            <p:nvPr/>
          </p:nvSpPr>
          <p:spPr bwMode="auto">
            <a:xfrm>
              <a:off x="1330" y="2786"/>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5" name="Line 22">
              <a:extLst>
                <a:ext uri="{FF2B5EF4-FFF2-40B4-BE49-F238E27FC236}">
                  <a16:creationId xmlns:a16="http://schemas.microsoft.com/office/drawing/2014/main" id="{A2F6A9BD-CD50-0F07-0117-4B9373F24F52}"/>
                </a:ext>
              </a:extLst>
            </p:cNvPr>
            <p:cNvSpPr>
              <a:spLocks noChangeShapeType="1"/>
            </p:cNvSpPr>
            <p:nvPr/>
          </p:nvSpPr>
          <p:spPr bwMode="auto">
            <a:xfrm>
              <a:off x="108" y="1434"/>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6" name="Line 23">
              <a:extLst>
                <a:ext uri="{FF2B5EF4-FFF2-40B4-BE49-F238E27FC236}">
                  <a16:creationId xmlns:a16="http://schemas.microsoft.com/office/drawing/2014/main" id="{DB745B25-3207-97C5-3608-E9A7B1BCA9BB}"/>
                </a:ext>
              </a:extLst>
            </p:cNvPr>
            <p:cNvSpPr>
              <a:spLocks noChangeShapeType="1"/>
            </p:cNvSpPr>
            <p:nvPr/>
          </p:nvSpPr>
          <p:spPr bwMode="auto">
            <a:xfrm>
              <a:off x="108" y="1626"/>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7" name="Line 24">
              <a:extLst>
                <a:ext uri="{FF2B5EF4-FFF2-40B4-BE49-F238E27FC236}">
                  <a16:creationId xmlns:a16="http://schemas.microsoft.com/office/drawing/2014/main" id="{8EA725B3-0C24-3F03-7115-9C56D5B34BFF}"/>
                </a:ext>
              </a:extLst>
            </p:cNvPr>
            <p:cNvSpPr>
              <a:spLocks noChangeShapeType="1"/>
            </p:cNvSpPr>
            <p:nvPr/>
          </p:nvSpPr>
          <p:spPr bwMode="auto">
            <a:xfrm>
              <a:off x="108" y="1810"/>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8" name="Line 25">
              <a:extLst>
                <a:ext uri="{FF2B5EF4-FFF2-40B4-BE49-F238E27FC236}">
                  <a16:creationId xmlns:a16="http://schemas.microsoft.com/office/drawing/2014/main" id="{7CC22F62-EA60-DB04-EF2D-976661CBB885}"/>
                </a:ext>
              </a:extLst>
            </p:cNvPr>
            <p:cNvSpPr>
              <a:spLocks noChangeShapeType="1"/>
            </p:cNvSpPr>
            <p:nvPr/>
          </p:nvSpPr>
          <p:spPr bwMode="auto">
            <a:xfrm>
              <a:off x="108" y="2394"/>
              <a:ext cx="1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9" name="Line 26">
              <a:extLst>
                <a:ext uri="{FF2B5EF4-FFF2-40B4-BE49-F238E27FC236}">
                  <a16:creationId xmlns:a16="http://schemas.microsoft.com/office/drawing/2014/main" id="{0F1DC1FC-FD15-8D55-9456-FCAEEF456C1E}"/>
                </a:ext>
              </a:extLst>
            </p:cNvPr>
            <p:cNvSpPr>
              <a:spLocks noChangeShapeType="1"/>
            </p:cNvSpPr>
            <p:nvPr/>
          </p:nvSpPr>
          <p:spPr bwMode="auto">
            <a:xfrm>
              <a:off x="108" y="2578"/>
              <a:ext cx="1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0" name="Line 27">
              <a:extLst>
                <a:ext uri="{FF2B5EF4-FFF2-40B4-BE49-F238E27FC236}">
                  <a16:creationId xmlns:a16="http://schemas.microsoft.com/office/drawing/2014/main" id="{0943F742-19C6-77C9-BDAA-39D5A8A92F95}"/>
                </a:ext>
              </a:extLst>
            </p:cNvPr>
            <p:cNvSpPr>
              <a:spLocks noChangeShapeType="1"/>
            </p:cNvSpPr>
            <p:nvPr/>
          </p:nvSpPr>
          <p:spPr bwMode="auto">
            <a:xfrm>
              <a:off x="108" y="2770"/>
              <a:ext cx="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1" name="Oval 29">
              <a:extLst>
                <a:ext uri="{FF2B5EF4-FFF2-40B4-BE49-F238E27FC236}">
                  <a16:creationId xmlns:a16="http://schemas.microsoft.com/office/drawing/2014/main" id="{42DFC058-C15A-69C0-50ED-3C6F9B388470}"/>
                </a:ext>
              </a:extLst>
            </p:cNvPr>
            <p:cNvSpPr>
              <a:spLocks noChangeArrowheads="1"/>
            </p:cNvSpPr>
            <p:nvPr/>
          </p:nvSpPr>
          <p:spPr bwMode="auto">
            <a:xfrm>
              <a:off x="293" y="2349"/>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82" name="Oval 32">
              <a:extLst>
                <a:ext uri="{FF2B5EF4-FFF2-40B4-BE49-F238E27FC236}">
                  <a16:creationId xmlns:a16="http://schemas.microsoft.com/office/drawing/2014/main" id="{F298BECD-8CA1-D257-EF78-F9EC7CB11A66}"/>
                </a:ext>
              </a:extLst>
            </p:cNvPr>
            <p:cNvSpPr>
              <a:spLocks noChangeArrowheads="1"/>
            </p:cNvSpPr>
            <p:nvPr/>
          </p:nvSpPr>
          <p:spPr bwMode="auto">
            <a:xfrm>
              <a:off x="293" y="2533"/>
              <a:ext cx="91" cy="9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61483" name="Text Box 35">
              <a:extLst>
                <a:ext uri="{FF2B5EF4-FFF2-40B4-BE49-F238E27FC236}">
                  <a16:creationId xmlns:a16="http://schemas.microsoft.com/office/drawing/2014/main" id="{EEF9DE51-C7EF-1268-5CA2-F79FB1E79BC1}"/>
                </a:ext>
              </a:extLst>
            </p:cNvPr>
            <p:cNvSpPr txBox="1">
              <a:spLocks noChangeArrowheads="1"/>
            </p:cNvSpPr>
            <p:nvPr/>
          </p:nvSpPr>
          <p:spPr bwMode="auto">
            <a:xfrm>
              <a:off x="103" y="1229"/>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a:t>
              </a:r>
              <a:endParaRPr lang="ru-RU" altLang="en-US" sz="1800" b="0"/>
            </a:p>
          </p:txBody>
        </p:sp>
        <p:sp>
          <p:nvSpPr>
            <p:cNvPr id="61484" name="Text Box 36">
              <a:extLst>
                <a:ext uri="{FF2B5EF4-FFF2-40B4-BE49-F238E27FC236}">
                  <a16:creationId xmlns:a16="http://schemas.microsoft.com/office/drawing/2014/main" id="{4FDB9A5E-72B4-8207-E197-60CDB187C16B}"/>
                </a:ext>
              </a:extLst>
            </p:cNvPr>
            <p:cNvSpPr txBox="1">
              <a:spLocks noChangeArrowheads="1"/>
            </p:cNvSpPr>
            <p:nvPr/>
          </p:nvSpPr>
          <p:spPr bwMode="auto">
            <a:xfrm>
              <a:off x="106" y="1434"/>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2</a:t>
              </a:r>
              <a:endParaRPr lang="ru-RU" altLang="en-US" sz="1800" b="0"/>
            </a:p>
          </p:txBody>
        </p:sp>
        <p:sp>
          <p:nvSpPr>
            <p:cNvPr id="61485" name="Text Box 37">
              <a:extLst>
                <a:ext uri="{FF2B5EF4-FFF2-40B4-BE49-F238E27FC236}">
                  <a16:creationId xmlns:a16="http://schemas.microsoft.com/office/drawing/2014/main" id="{92547D2C-9759-74B8-1526-57AA93A3EA54}"/>
                </a:ext>
              </a:extLst>
            </p:cNvPr>
            <p:cNvSpPr txBox="1">
              <a:spLocks noChangeArrowheads="1"/>
            </p:cNvSpPr>
            <p:nvPr/>
          </p:nvSpPr>
          <p:spPr bwMode="auto">
            <a:xfrm>
              <a:off x="106" y="1616"/>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3</a:t>
              </a:r>
              <a:endParaRPr lang="ru-RU" altLang="en-US" sz="1800" b="0"/>
            </a:p>
          </p:txBody>
        </p:sp>
        <p:sp>
          <p:nvSpPr>
            <p:cNvPr id="61486" name="Text Box 38">
              <a:extLst>
                <a:ext uri="{FF2B5EF4-FFF2-40B4-BE49-F238E27FC236}">
                  <a16:creationId xmlns:a16="http://schemas.microsoft.com/office/drawing/2014/main" id="{899D4B90-D9D3-A16A-8436-54C6EB6D6D7D}"/>
                </a:ext>
              </a:extLst>
            </p:cNvPr>
            <p:cNvSpPr txBox="1">
              <a:spLocks noChangeArrowheads="1"/>
            </p:cNvSpPr>
            <p:nvPr/>
          </p:nvSpPr>
          <p:spPr bwMode="auto">
            <a:xfrm>
              <a:off x="106" y="2184"/>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4</a:t>
              </a:r>
              <a:endParaRPr lang="ru-RU" altLang="en-US" sz="1800" b="0"/>
            </a:p>
          </p:txBody>
        </p:sp>
        <p:sp>
          <p:nvSpPr>
            <p:cNvPr id="61487" name="Text Box 39">
              <a:extLst>
                <a:ext uri="{FF2B5EF4-FFF2-40B4-BE49-F238E27FC236}">
                  <a16:creationId xmlns:a16="http://schemas.microsoft.com/office/drawing/2014/main" id="{8BAC4A39-6E18-5B9B-37D3-66FB0278FBF1}"/>
                </a:ext>
              </a:extLst>
            </p:cNvPr>
            <p:cNvSpPr txBox="1">
              <a:spLocks noChangeArrowheads="1"/>
            </p:cNvSpPr>
            <p:nvPr/>
          </p:nvSpPr>
          <p:spPr bwMode="auto">
            <a:xfrm>
              <a:off x="106" y="2387"/>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5</a:t>
              </a:r>
              <a:endParaRPr lang="ru-RU" altLang="en-US" sz="1800" b="0"/>
            </a:p>
          </p:txBody>
        </p:sp>
        <p:sp>
          <p:nvSpPr>
            <p:cNvPr id="61488" name="Text Box 40">
              <a:extLst>
                <a:ext uri="{FF2B5EF4-FFF2-40B4-BE49-F238E27FC236}">
                  <a16:creationId xmlns:a16="http://schemas.microsoft.com/office/drawing/2014/main" id="{AF274D9A-57B1-3DDF-E8C2-26F707FC8AF1}"/>
                </a:ext>
              </a:extLst>
            </p:cNvPr>
            <p:cNvSpPr txBox="1">
              <a:spLocks noChangeArrowheads="1"/>
            </p:cNvSpPr>
            <p:nvPr/>
          </p:nvSpPr>
          <p:spPr bwMode="auto">
            <a:xfrm>
              <a:off x="59" y="2590"/>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6</a:t>
              </a:r>
              <a:endParaRPr lang="ru-RU" altLang="en-US" sz="1800" b="0"/>
            </a:p>
          </p:txBody>
        </p:sp>
        <p:sp>
          <p:nvSpPr>
            <p:cNvPr id="61489" name="Text Box 41">
              <a:extLst>
                <a:ext uri="{FF2B5EF4-FFF2-40B4-BE49-F238E27FC236}">
                  <a16:creationId xmlns:a16="http://schemas.microsoft.com/office/drawing/2014/main" id="{092F97A3-B42D-CDE6-4F0B-586DBE44C94F}"/>
                </a:ext>
              </a:extLst>
            </p:cNvPr>
            <p:cNvSpPr txBox="1">
              <a:spLocks noChangeArrowheads="1"/>
            </p:cNvSpPr>
            <p:nvPr/>
          </p:nvSpPr>
          <p:spPr bwMode="auto">
            <a:xfrm>
              <a:off x="1391" y="1238"/>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15</a:t>
              </a:r>
              <a:endParaRPr lang="ru-RU" altLang="en-US" sz="1800" b="0"/>
            </a:p>
          </p:txBody>
        </p:sp>
        <p:sp>
          <p:nvSpPr>
            <p:cNvPr id="61490" name="Text Box 42">
              <a:extLst>
                <a:ext uri="{FF2B5EF4-FFF2-40B4-BE49-F238E27FC236}">
                  <a16:creationId xmlns:a16="http://schemas.microsoft.com/office/drawing/2014/main" id="{3D287795-01B9-8CE3-9BB2-01318C4F5B21}"/>
                </a:ext>
              </a:extLst>
            </p:cNvPr>
            <p:cNvSpPr txBox="1">
              <a:spLocks noChangeArrowheads="1"/>
            </p:cNvSpPr>
            <p:nvPr/>
          </p:nvSpPr>
          <p:spPr bwMode="auto">
            <a:xfrm>
              <a:off x="1383" y="1434"/>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14</a:t>
              </a:r>
              <a:endParaRPr lang="ru-RU" altLang="en-US" sz="1800" b="0"/>
            </a:p>
          </p:txBody>
        </p:sp>
        <p:sp>
          <p:nvSpPr>
            <p:cNvPr id="61491" name="Text Box 43">
              <a:extLst>
                <a:ext uri="{FF2B5EF4-FFF2-40B4-BE49-F238E27FC236}">
                  <a16:creationId xmlns:a16="http://schemas.microsoft.com/office/drawing/2014/main" id="{3A64ACED-41CB-1AF8-2F2C-D33C8A70C4D8}"/>
                </a:ext>
              </a:extLst>
            </p:cNvPr>
            <p:cNvSpPr txBox="1">
              <a:spLocks noChangeArrowheads="1"/>
            </p:cNvSpPr>
            <p:nvPr/>
          </p:nvSpPr>
          <p:spPr bwMode="auto">
            <a:xfrm>
              <a:off x="1383" y="1616"/>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13</a:t>
              </a:r>
              <a:endParaRPr lang="ru-RU" altLang="en-US" sz="1800" b="0"/>
            </a:p>
          </p:txBody>
        </p:sp>
        <p:sp>
          <p:nvSpPr>
            <p:cNvPr id="61492" name="Text Box 44">
              <a:extLst>
                <a:ext uri="{FF2B5EF4-FFF2-40B4-BE49-F238E27FC236}">
                  <a16:creationId xmlns:a16="http://schemas.microsoft.com/office/drawing/2014/main" id="{32AA990F-68A5-6661-B723-65907C510A3E}"/>
                </a:ext>
              </a:extLst>
            </p:cNvPr>
            <p:cNvSpPr txBox="1">
              <a:spLocks noChangeArrowheads="1"/>
            </p:cNvSpPr>
            <p:nvPr/>
          </p:nvSpPr>
          <p:spPr bwMode="auto">
            <a:xfrm>
              <a:off x="1375" y="1829"/>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12</a:t>
              </a:r>
              <a:endParaRPr lang="ru-RU" altLang="en-US" sz="1800" b="0"/>
            </a:p>
          </p:txBody>
        </p:sp>
        <p:sp>
          <p:nvSpPr>
            <p:cNvPr id="61493" name="Text Box 45">
              <a:extLst>
                <a:ext uri="{FF2B5EF4-FFF2-40B4-BE49-F238E27FC236}">
                  <a16:creationId xmlns:a16="http://schemas.microsoft.com/office/drawing/2014/main" id="{929F2BFD-D1B7-EA6C-ABF0-A70533DD1915}"/>
                </a:ext>
              </a:extLst>
            </p:cNvPr>
            <p:cNvSpPr txBox="1">
              <a:spLocks noChangeArrowheads="1"/>
            </p:cNvSpPr>
            <p:nvPr/>
          </p:nvSpPr>
          <p:spPr bwMode="auto">
            <a:xfrm>
              <a:off x="1383" y="2024"/>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11</a:t>
              </a:r>
              <a:endParaRPr lang="ru-RU" altLang="en-US" sz="1800" b="0"/>
            </a:p>
          </p:txBody>
        </p:sp>
        <p:sp>
          <p:nvSpPr>
            <p:cNvPr id="61494" name="Text Box 46">
              <a:extLst>
                <a:ext uri="{FF2B5EF4-FFF2-40B4-BE49-F238E27FC236}">
                  <a16:creationId xmlns:a16="http://schemas.microsoft.com/office/drawing/2014/main" id="{F7C1CE6C-631C-76C3-45E8-157DEAE8658D}"/>
                </a:ext>
              </a:extLst>
            </p:cNvPr>
            <p:cNvSpPr txBox="1">
              <a:spLocks noChangeArrowheads="1"/>
            </p:cNvSpPr>
            <p:nvPr/>
          </p:nvSpPr>
          <p:spPr bwMode="auto">
            <a:xfrm>
              <a:off x="1383" y="2205"/>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10</a:t>
              </a:r>
              <a:endParaRPr lang="ru-RU" altLang="en-US" sz="1800" b="0"/>
            </a:p>
          </p:txBody>
        </p:sp>
        <p:sp>
          <p:nvSpPr>
            <p:cNvPr id="61495" name="Text Box 47">
              <a:extLst>
                <a:ext uri="{FF2B5EF4-FFF2-40B4-BE49-F238E27FC236}">
                  <a16:creationId xmlns:a16="http://schemas.microsoft.com/office/drawing/2014/main" id="{2C88392C-2F2C-2D6B-F5CD-33DDD382A855}"/>
                </a:ext>
              </a:extLst>
            </p:cNvPr>
            <p:cNvSpPr txBox="1">
              <a:spLocks noChangeArrowheads="1"/>
            </p:cNvSpPr>
            <p:nvPr/>
          </p:nvSpPr>
          <p:spPr bwMode="auto">
            <a:xfrm>
              <a:off x="1383" y="2387"/>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9</a:t>
              </a:r>
              <a:endParaRPr lang="ru-RU" altLang="en-US" sz="1800" b="0"/>
            </a:p>
          </p:txBody>
        </p:sp>
        <p:sp>
          <p:nvSpPr>
            <p:cNvPr id="61496" name="Text Box 48">
              <a:extLst>
                <a:ext uri="{FF2B5EF4-FFF2-40B4-BE49-F238E27FC236}">
                  <a16:creationId xmlns:a16="http://schemas.microsoft.com/office/drawing/2014/main" id="{EFF51FBF-1DAD-8FBE-5D8E-FEFAC4F18D31}"/>
                </a:ext>
              </a:extLst>
            </p:cNvPr>
            <p:cNvSpPr txBox="1">
              <a:spLocks noChangeArrowheads="1"/>
            </p:cNvSpPr>
            <p:nvPr/>
          </p:nvSpPr>
          <p:spPr bwMode="auto">
            <a:xfrm>
              <a:off x="1383" y="2590"/>
              <a:ext cx="3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7</a:t>
              </a:r>
              <a:endParaRPr lang="ru-RU" altLang="en-US" sz="1800" b="0"/>
            </a:p>
          </p:txBody>
        </p:sp>
      </p:grpSp>
      <p:sp>
        <p:nvSpPr>
          <p:cNvPr id="61457" name="Text Box 100">
            <a:extLst>
              <a:ext uri="{FF2B5EF4-FFF2-40B4-BE49-F238E27FC236}">
                <a16:creationId xmlns:a16="http://schemas.microsoft.com/office/drawing/2014/main" id="{C1618B9C-DB05-DF9D-C4A7-C80C88D72646}"/>
              </a:ext>
            </a:extLst>
          </p:cNvPr>
          <p:cNvSpPr txBox="1">
            <a:spLocks noChangeArrowheads="1"/>
          </p:cNvSpPr>
          <p:nvPr/>
        </p:nvSpPr>
        <p:spPr bwMode="auto">
          <a:xfrm>
            <a:off x="6505575" y="1250950"/>
            <a:ext cx="1957388"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Truth  Table</a:t>
            </a:r>
            <a:endParaRPr lang="ru-RU" altLang="en-US" sz="2000"/>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Title 23">
            <a:extLst>
              <a:ext uri="{FF2B5EF4-FFF2-40B4-BE49-F238E27FC236}">
                <a16:creationId xmlns:a16="http://schemas.microsoft.com/office/drawing/2014/main" id="{39490B60-18CD-B4DB-418E-E734AF0D3335}"/>
              </a:ext>
            </a:extLst>
          </p:cNvPr>
          <p:cNvSpPr>
            <a:spLocks noGrp="1" noChangeArrowheads="1"/>
          </p:cNvSpPr>
          <p:nvPr>
            <p:ph type="title"/>
          </p:nvPr>
        </p:nvSpPr>
        <p:spPr>
          <a:xfrm>
            <a:off x="-1" y="183402"/>
            <a:ext cx="11612880" cy="704088"/>
          </a:xfrm>
        </p:spPr>
        <p:txBody>
          <a:bodyPr>
            <a:normAutofit/>
          </a:bodyPr>
          <a:lstStyle/>
          <a:p>
            <a:r>
              <a:rPr lang="en-US" altLang="en-US" dirty="0"/>
              <a:t>Demultiplexers</a:t>
            </a:r>
          </a:p>
        </p:txBody>
      </p:sp>
      <p:sp>
        <p:nvSpPr>
          <p:cNvPr id="63490" name="Content Placeholder 25">
            <a:extLst>
              <a:ext uri="{FF2B5EF4-FFF2-40B4-BE49-F238E27FC236}">
                <a16:creationId xmlns:a16="http://schemas.microsoft.com/office/drawing/2014/main" id="{C5BC9697-CD09-C4A0-ADA8-6EB04FFF4B44}"/>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endParaRPr lang="en-US" altLang="en-US" dirty="0"/>
          </a:p>
          <a:p>
            <a:r>
              <a:rPr lang="en-US" altLang="en-US" dirty="0"/>
              <a:t>Multiplexer can be used to select one of </a:t>
            </a:r>
            <a:r>
              <a:rPr lang="ru-RU" altLang="en-US" dirty="0"/>
              <a:t>2</a:t>
            </a:r>
            <a:r>
              <a:rPr lang="en-US" altLang="en-US" dirty="0"/>
              <a:t>n sources of data to transmit on a bus.</a:t>
            </a:r>
          </a:p>
          <a:p>
            <a:r>
              <a:rPr lang="en-US" altLang="en-US" dirty="0"/>
              <a:t>Demultiplexer can be used to route the bus data to one of 2n destinations (inverse function).</a:t>
            </a:r>
            <a:endParaRPr lang="ru-RU" altLang="en-US" dirty="0"/>
          </a:p>
          <a:p>
            <a:endParaRPr lang="en-US" altLang="en-US" dirty="0"/>
          </a:p>
        </p:txBody>
      </p:sp>
      <p:grpSp>
        <p:nvGrpSpPr>
          <p:cNvPr id="63491" name="Group 23">
            <a:extLst>
              <a:ext uri="{FF2B5EF4-FFF2-40B4-BE49-F238E27FC236}">
                <a16:creationId xmlns:a16="http://schemas.microsoft.com/office/drawing/2014/main" id="{1FA76029-319E-13A3-F7C6-9AC5F65E9179}"/>
              </a:ext>
            </a:extLst>
          </p:cNvPr>
          <p:cNvGrpSpPr>
            <a:grpSpLocks/>
          </p:cNvGrpSpPr>
          <p:nvPr/>
        </p:nvGrpSpPr>
        <p:grpSpPr bwMode="auto">
          <a:xfrm>
            <a:off x="2344738" y="1619251"/>
            <a:ext cx="7370762" cy="2836863"/>
            <a:chOff x="385" y="1026"/>
            <a:chExt cx="5171" cy="1860"/>
          </a:xfrm>
        </p:grpSpPr>
        <p:sp>
          <p:nvSpPr>
            <p:cNvPr id="63494" name="Rectangle 6">
              <a:extLst>
                <a:ext uri="{FF2B5EF4-FFF2-40B4-BE49-F238E27FC236}">
                  <a16:creationId xmlns:a16="http://schemas.microsoft.com/office/drawing/2014/main" id="{EE744423-63A2-DDCC-0721-969DD4A199FF}"/>
                </a:ext>
              </a:extLst>
            </p:cNvPr>
            <p:cNvSpPr>
              <a:spLocks noChangeArrowheads="1"/>
            </p:cNvSpPr>
            <p:nvPr/>
          </p:nvSpPr>
          <p:spPr bwMode="auto">
            <a:xfrm>
              <a:off x="975" y="1026"/>
              <a:ext cx="1134" cy="186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63495" name="Oval 7">
              <a:extLst>
                <a:ext uri="{FF2B5EF4-FFF2-40B4-BE49-F238E27FC236}">
                  <a16:creationId xmlns:a16="http://schemas.microsoft.com/office/drawing/2014/main" id="{3BCB449A-2C74-6D56-56BB-2A7D78C1AB05}"/>
                </a:ext>
              </a:extLst>
            </p:cNvPr>
            <p:cNvSpPr>
              <a:spLocks noChangeArrowheads="1"/>
            </p:cNvSpPr>
            <p:nvPr/>
          </p:nvSpPr>
          <p:spPr bwMode="auto">
            <a:xfrm>
              <a:off x="1819" y="1388"/>
              <a:ext cx="100" cy="100"/>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63496" name="Oval 8">
              <a:extLst>
                <a:ext uri="{FF2B5EF4-FFF2-40B4-BE49-F238E27FC236}">
                  <a16:creationId xmlns:a16="http://schemas.microsoft.com/office/drawing/2014/main" id="{AED2E42D-B65C-301E-C4C2-F145A461A607}"/>
                </a:ext>
              </a:extLst>
            </p:cNvPr>
            <p:cNvSpPr>
              <a:spLocks noChangeArrowheads="1"/>
            </p:cNvSpPr>
            <p:nvPr/>
          </p:nvSpPr>
          <p:spPr bwMode="auto">
            <a:xfrm>
              <a:off x="1819" y="1608"/>
              <a:ext cx="100" cy="100"/>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63497" name="Oval 9">
              <a:extLst>
                <a:ext uri="{FF2B5EF4-FFF2-40B4-BE49-F238E27FC236}">
                  <a16:creationId xmlns:a16="http://schemas.microsoft.com/office/drawing/2014/main" id="{54E63CF3-42BE-603C-5941-00B6D969A79A}"/>
                </a:ext>
              </a:extLst>
            </p:cNvPr>
            <p:cNvSpPr>
              <a:spLocks noChangeArrowheads="1"/>
            </p:cNvSpPr>
            <p:nvPr/>
          </p:nvSpPr>
          <p:spPr bwMode="auto">
            <a:xfrm>
              <a:off x="1828" y="1827"/>
              <a:ext cx="100" cy="100"/>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63498" name="Oval 10">
              <a:extLst>
                <a:ext uri="{FF2B5EF4-FFF2-40B4-BE49-F238E27FC236}">
                  <a16:creationId xmlns:a16="http://schemas.microsoft.com/office/drawing/2014/main" id="{77623834-FACB-308A-58A5-AE315B01F285}"/>
                </a:ext>
              </a:extLst>
            </p:cNvPr>
            <p:cNvSpPr>
              <a:spLocks noChangeArrowheads="1"/>
            </p:cNvSpPr>
            <p:nvPr/>
          </p:nvSpPr>
          <p:spPr bwMode="auto">
            <a:xfrm>
              <a:off x="1828" y="2209"/>
              <a:ext cx="100" cy="100"/>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p:txBody>
        </p:sp>
        <p:sp>
          <p:nvSpPr>
            <p:cNvPr id="63499" name="Line 11">
              <a:extLst>
                <a:ext uri="{FF2B5EF4-FFF2-40B4-BE49-F238E27FC236}">
                  <a16:creationId xmlns:a16="http://schemas.microsoft.com/office/drawing/2014/main" id="{23656C67-EE00-B0D5-6453-697DE1749E22}"/>
                </a:ext>
              </a:extLst>
            </p:cNvPr>
            <p:cNvSpPr>
              <a:spLocks noChangeShapeType="1"/>
            </p:cNvSpPr>
            <p:nvPr/>
          </p:nvSpPr>
          <p:spPr bwMode="auto">
            <a:xfrm flipV="1">
              <a:off x="1247" y="1525"/>
              <a:ext cx="508" cy="354"/>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0" name="Line 12">
              <a:extLst>
                <a:ext uri="{FF2B5EF4-FFF2-40B4-BE49-F238E27FC236}">
                  <a16:creationId xmlns:a16="http://schemas.microsoft.com/office/drawing/2014/main" id="{B08E59F0-AFD8-19ED-EA4B-C8005DE4CDD4}"/>
                </a:ext>
              </a:extLst>
            </p:cNvPr>
            <p:cNvSpPr>
              <a:spLocks noChangeShapeType="1"/>
            </p:cNvSpPr>
            <p:nvPr/>
          </p:nvSpPr>
          <p:spPr bwMode="auto">
            <a:xfrm flipV="1">
              <a:off x="612" y="1879"/>
              <a:ext cx="63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1" name="Line 13">
              <a:extLst>
                <a:ext uri="{FF2B5EF4-FFF2-40B4-BE49-F238E27FC236}">
                  <a16:creationId xmlns:a16="http://schemas.microsoft.com/office/drawing/2014/main" id="{F8222784-481A-11DA-4F48-0D63E5F885DA}"/>
                </a:ext>
              </a:extLst>
            </p:cNvPr>
            <p:cNvSpPr>
              <a:spLocks noChangeShapeType="1"/>
            </p:cNvSpPr>
            <p:nvPr/>
          </p:nvSpPr>
          <p:spPr bwMode="auto">
            <a:xfrm>
              <a:off x="1909" y="1434"/>
              <a:ext cx="4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2" name="Line 14">
              <a:extLst>
                <a:ext uri="{FF2B5EF4-FFF2-40B4-BE49-F238E27FC236}">
                  <a16:creationId xmlns:a16="http://schemas.microsoft.com/office/drawing/2014/main" id="{0416D40B-587B-B73E-7434-02429EC4E952}"/>
                </a:ext>
              </a:extLst>
            </p:cNvPr>
            <p:cNvSpPr>
              <a:spLocks noChangeShapeType="1"/>
            </p:cNvSpPr>
            <p:nvPr/>
          </p:nvSpPr>
          <p:spPr bwMode="auto">
            <a:xfrm>
              <a:off x="1927" y="1653"/>
              <a:ext cx="4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3" name="Line 15">
              <a:extLst>
                <a:ext uri="{FF2B5EF4-FFF2-40B4-BE49-F238E27FC236}">
                  <a16:creationId xmlns:a16="http://schemas.microsoft.com/office/drawing/2014/main" id="{1611CA39-1270-B314-993E-40D00CE616D6}"/>
                </a:ext>
              </a:extLst>
            </p:cNvPr>
            <p:cNvSpPr>
              <a:spLocks noChangeShapeType="1"/>
            </p:cNvSpPr>
            <p:nvPr/>
          </p:nvSpPr>
          <p:spPr bwMode="auto">
            <a:xfrm>
              <a:off x="1937" y="1873"/>
              <a:ext cx="4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4" name="Line 16">
              <a:extLst>
                <a:ext uri="{FF2B5EF4-FFF2-40B4-BE49-F238E27FC236}">
                  <a16:creationId xmlns:a16="http://schemas.microsoft.com/office/drawing/2014/main" id="{C74427FA-9FEB-F252-8E6D-DB8BF79DCFC3}"/>
                </a:ext>
              </a:extLst>
            </p:cNvPr>
            <p:cNvSpPr>
              <a:spLocks noChangeShapeType="1"/>
            </p:cNvSpPr>
            <p:nvPr/>
          </p:nvSpPr>
          <p:spPr bwMode="auto">
            <a:xfrm>
              <a:off x="1927" y="2266"/>
              <a:ext cx="4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5" name="AutoShape 17">
              <a:extLst>
                <a:ext uri="{FF2B5EF4-FFF2-40B4-BE49-F238E27FC236}">
                  <a16:creationId xmlns:a16="http://schemas.microsoft.com/office/drawing/2014/main" id="{ED985E61-A7DF-B685-6D4B-BEAA0DC3011D}"/>
                </a:ext>
              </a:extLst>
            </p:cNvPr>
            <p:cNvSpPr>
              <a:spLocks noChangeArrowheads="1"/>
            </p:cNvSpPr>
            <p:nvPr/>
          </p:nvSpPr>
          <p:spPr bwMode="auto">
            <a:xfrm>
              <a:off x="1247" y="1705"/>
              <a:ext cx="363" cy="95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3506" name="Line 18">
              <a:extLst>
                <a:ext uri="{FF2B5EF4-FFF2-40B4-BE49-F238E27FC236}">
                  <a16:creationId xmlns:a16="http://schemas.microsoft.com/office/drawing/2014/main" id="{D9DC1078-C72D-01E5-32C9-94D7B4488C08}"/>
                </a:ext>
              </a:extLst>
            </p:cNvPr>
            <p:cNvSpPr>
              <a:spLocks noChangeShapeType="1"/>
            </p:cNvSpPr>
            <p:nvPr/>
          </p:nvSpPr>
          <p:spPr bwMode="auto">
            <a:xfrm>
              <a:off x="748" y="2364"/>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7" name="Line 19">
              <a:extLst>
                <a:ext uri="{FF2B5EF4-FFF2-40B4-BE49-F238E27FC236}">
                  <a16:creationId xmlns:a16="http://schemas.microsoft.com/office/drawing/2014/main" id="{FDDD5503-8163-7BE3-1DEA-FD17FE76BC2D}"/>
                </a:ext>
              </a:extLst>
            </p:cNvPr>
            <p:cNvSpPr>
              <a:spLocks noChangeShapeType="1"/>
            </p:cNvSpPr>
            <p:nvPr/>
          </p:nvSpPr>
          <p:spPr bwMode="auto">
            <a:xfrm>
              <a:off x="748" y="2477"/>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8" name="Line 20">
              <a:extLst>
                <a:ext uri="{FF2B5EF4-FFF2-40B4-BE49-F238E27FC236}">
                  <a16:creationId xmlns:a16="http://schemas.microsoft.com/office/drawing/2014/main" id="{53975792-34CA-F4BD-7565-58AF15655B08}"/>
                </a:ext>
              </a:extLst>
            </p:cNvPr>
            <p:cNvSpPr>
              <a:spLocks noChangeShapeType="1"/>
            </p:cNvSpPr>
            <p:nvPr/>
          </p:nvSpPr>
          <p:spPr bwMode="auto">
            <a:xfrm>
              <a:off x="748" y="2597"/>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9" name="Text Box 21">
              <a:extLst>
                <a:ext uri="{FF2B5EF4-FFF2-40B4-BE49-F238E27FC236}">
                  <a16:creationId xmlns:a16="http://schemas.microsoft.com/office/drawing/2014/main" id="{F8D3FF09-ECCB-FA17-A0E7-892194325B31}"/>
                </a:ext>
              </a:extLst>
            </p:cNvPr>
            <p:cNvSpPr txBox="1">
              <a:spLocks noChangeArrowheads="1"/>
            </p:cNvSpPr>
            <p:nvPr/>
          </p:nvSpPr>
          <p:spPr bwMode="auto">
            <a:xfrm>
              <a:off x="385" y="2160"/>
              <a:ext cx="499" cy="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s0</a:t>
              </a:r>
            </a:p>
            <a:p>
              <a:pPr algn="ctr" eaLnBrk="1" hangingPunct="1"/>
              <a:r>
                <a:rPr lang="en-US" altLang="en-US" sz="2000" b="0"/>
                <a:t>s1</a:t>
              </a:r>
            </a:p>
            <a:p>
              <a:pPr algn="ctr" eaLnBrk="1" hangingPunct="1"/>
              <a:r>
                <a:rPr lang="en-US" altLang="en-US" sz="2000" b="0"/>
                <a:t>s</a:t>
              </a:r>
              <a:r>
                <a:rPr lang="en-US" altLang="en-US" sz="2000" b="0" baseline="-25000"/>
                <a:t>n-1</a:t>
              </a:r>
              <a:endParaRPr lang="ru-RU" altLang="en-US" sz="2000" b="0" baseline="-25000"/>
            </a:p>
          </p:txBody>
        </p:sp>
        <p:sp>
          <p:nvSpPr>
            <p:cNvPr id="63510" name="Text Box 22">
              <a:extLst>
                <a:ext uri="{FF2B5EF4-FFF2-40B4-BE49-F238E27FC236}">
                  <a16:creationId xmlns:a16="http://schemas.microsoft.com/office/drawing/2014/main" id="{9CE2B388-A275-0BE3-1108-86761488E544}"/>
                </a:ext>
              </a:extLst>
            </p:cNvPr>
            <p:cNvSpPr txBox="1">
              <a:spLocks noChangeArrowheads="1"/>
            </p:cNvSpPr>
            <p:nvPr/>
          </p:nvSpPr>
          <p:spPr bwMode="auto">
            <a:xfrm>
              <a:off x="2348" y="1280"/>
              <a:ext cx="1123" cy="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Output 0</a:t>
              </a:r>
            </a:p>
            <a:p>
              <a:pPr eaLnBrk="1" hangingPunct="1"/>
              <a:r>
                <a:rPr lang="en-US" altLang="en-US" sz="2000" b="0"/>
                <a:t>Output 1</a:t>
              </a:r>
            </a:p>
            <a:p>
              <a:pPr eaLnBrk="1" hangingPunct="1"/>
              <a:r>
                <a:rPr lang="en-US" altLang="en-US" sz="2000" b="0"/>
                <a:t>.</a:t>
              </a:r>
            </a:p>
            <a:p>
              <a:pPr eaLnBrk="1" hangingPunct="1"/>
              <a:r>
                <a:rPr lang="en-US" altLang="en-US" sz="2000" b="0"/>
                <a:t>.</a:t>
              </a:r>
            </a:p>
            <a:p>
              <a:pPr eaLnBrk="1" hangingPunct="1"/>
              <a:r>
                <a:rPr lang="en-US" altLang="en-US" sz="2000" b="0"/>
                <a:t>.</a:t>
              </a:r>
            </a:p>
            <a:p>
              <a:pPr eaLnBrk="1" hangingPunct="1"/>
              <a:r>
                <a:rPr lang="en-US" altLang="en-US" sz="2000" b="0"/>
                <a:t>Output 2</a:t>
              </a:r>
              <a:r>
                <a:rPr lang="en-US" altLang="en-US" sz="2000" b="0" baseline="30000"/>
                <a:t>n-1</a:t>
              </a:r>
              <a:endParaRPr lang="ru-RU" altLang="en-US" sz="2000" b="0"/>
            </a:p>
          </p:txBody>
        </p:sp>
        <p:sp>
          <p:nvSpPr>
            <p:cNvPr id="63511" name="Text Box 23">
              <a:extLst>
                <a:ext uri="{FF2B5EF4-FFF2-40B4-BE49-F238E27FC236}">
                  <a16:creationId xmlns:a16="http://schemas.microsoft.com/office/drawing/2014/main" id="{D782F2CB-4F47-49B3-9D60-A4E00D24A4DF}"/>
                </a:ext>
              </a:extLst>
            </p:cNvPr>
            <p:cNvSpPr txBox="1">
              <a:spLocks noChangeArrowheads="1"/>
            </p:cNvSpPr>
            <p:nvPr/>
          </p:nvSpPr>
          <p:spPr bwMode="auto">
            <a:xfrm>
              <a:off x="3333" y="1340"/>
              <a:ext cx="2223" cy="1473"/>
            </a:xfrm>
            <a:prstGeom prst="rect">
              <a:avLst/>
            </a:prstGeom>
            <a:solidFill>
              <a:schemeClr val="accent1">
                <a:lumMod val="20000"/>
                <a:lumOff val="80000"/>
              </a:scheme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defRPr/>
              </a:pPr>
              <a:r>
                <a:rPr lang="en-US" altLang="en-US" sz="2000" b="0" dirty="0"/>
                <a:t>N=4</a:t>
              </a:r>
            </a:p>
            <a:p>
              <a:pPr eaLnBrk="1" hangingPunct="1">
                <a:spcBef>
                  <a:spcPct val="50000"/>
                </a:spcBef>
                <a:defRPr/>
              </a:pPr>
              <a:r>
                <a:rPr lang="en-US" altLang="en-US" sz="2000" b="0" dirty="0"/>
                <a:t>Output 0 = Input</a:t>
              </a:r>
              <a:r>
                <a:rPr lang="en-US" altLang="en-US" sz="2000" b="0" dirty="0">
                  <a:sym typeface="Symbol" panose="05050102010706020507" pitchFamily="18" charset="2"/>
                </a:rPr>
                <a:t>~s0 ~s1 </a:t>
              </a:r>
            </a:p>
            <a:p>
              <a:pPr eaLnBrk="1" hangingPunct="1">
                <a:spcBef>
                  <a:spcPct val="50000"/>
                </a:spcBef>
                <a:defRPr/>
              </a:pPr>
              <a:r>
                <a:rPr lang="en-US" altLang="en-US" sz="2000" b="0" dirty="0">
                  <a:sym typeface="Symbol" panose="05050102010706020507" pitchFamily="18" charset="2"/>
                </a:rPr>
                <a:t>Output 1 = Input ~s1s0</a:t>
              </a:r>
            </a:p>
            <a:p>
              <a:pPr eaLnBrk="1" hangingPunct="1">
                <a:spcBef>
                  <a:spcPct val="50000"/>
                </a:spcBef>
                <a:defRPr/>
              </a:pPr>
              <a:r>
                <a:rPr lang="en-US" altLang="en-US" sz="2000" b="0" dirty="0">
                  <a:sym typeface="Symbol" panose="05050102010706020507" pitchFamily="18" charset="2"/>
                </a:rPr>
                <a:t>Output 2 = Input s1~a0</a:t>
              </a:r>
            </a:p>
            <a:p>
              <a:pPr eaLnBrk="1" hangingPunct="1">
                <a:spcBef>
                  <a:spcPct val="50000"/>
                </a:spcBef>
                <a:defRPr/>
              </a:pPr>
              <a:r>
                <a:rPr lang="en-US" altLang="en-US" sz="2000" b="0" dirty="0">
                  <a:sym typeface="Symbol" panose="05050102010706020507" pitchFamily="18" charset="2"/>
                </a:rPr>
                <a:t>Output 3 = Input</a:t>
              </a:r>
              <a:r>
                <a:rPr lang="en-US" altLang="en-US" sz="2000" b="0" dirty="0">
                  <a:latin typeface="Times New Roman" panose="02020603050405020304" pitchFamily="18" charset="0"/>
                  <a:sym typeface="Symbol" panose="05050102010706020507" pitchFamily="18" charset="2"/>
                </a:rPr>
                <a:t> </a:t>
              </a:r>
              <a:r>
                <a:rPr lang="en-US" altLang="en-US" sz="2000" b="0" dirty="0">
                  <a:sym typeface="Symbol" panose="05050102010706020507" pitchFamily="18" charset="2"/>
                </a:rPr>
                <a:t>s1 </a:t>
              </a:r>
              <a:r>
                <a:rPr lang="en-US" altLang="en-US" sz="2000" b="0" dirty="0">
                  <a:latin typeface="Times New Roman" panose="02020603050405020304" pitchFamily="18" charset="0"/>
                  <a:sym typeface="Symbol" panose="05050102010706020507" pitchFamily="18" charset="2"/>
                </a:rPr>
                <a:t></a:t>
              </a:r>
              <a:r>
                <a:rPr lang="en-US" altLang="en-US" sz="2000" b="0" dirty="0">
                  <a:sym typeface="Symbol" panose="05050102010706020507" pitchFamily="18" charset="2"/>
                </a:rPr>
                <a:t>s0</a:t>
              </a:r>
            </a:p>
          </p:txBody>
        </p:sp>
      </p:grpSp>
      <p:sp>
        <p:nvSpPr>
          <p:cNvPr id="63493" name="TextBox 22">
            <a:extLst>
              <a:ext uri="{FF2B5EF4-FFF2-40B4-BE49-F238E27FC236}">
                <a16:creationId xmlns:a16="http://schemas.microsoft.com/office/drawing/2014/main" id="{A0CA2B9D-54A4-3AC2-95C8-3659E8166EDE}"/>
              </a:ext>
            </a:extLst>
          </p:cNvPr>
          <p:cNvSpPr txBox="1">
            <a:spLocks noChangeArrowheads="1"/>
          </p:cNvSpPr>
          <p:nvPr/>
        </p:nvSpPr>
        <p:spPr bwMode="auto">
          <a:xfrm>
            <a:off x="1762125" y="2743200"/>
            <a:ext cx="91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Input</a:t>
            </a:r>
            <a:endParaRPr lang="en-GB" altLang="en-US" sz="2000" b="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4">
            <a:extLst>
              <a:ext uri="{FF2B5EF4-FFF2-40B4-BE49-F238E27FC236}">
                <a16:creationId xmlns:a16="http://schemas.microsoft.com/office/drawing/2014/main" id="{8B8E988F-8E29-6A07-3CA4-F6416FDA2C56}"/>
              </a:ext>
            </a:extLst>
          </p:cNvPr>
          <p:cNvSpPr>
            <a:spLocks noGrp="1" noChangeArrowheads="1"/>
          </p:cNvSpPr>
          <p:nvPr>
            <p:ph type="title"/>
          </p:nvPr>
        </p:nvSpPr>
        <p:spPr>
          <a:xfrm>
            <a:off x="-1" y="183402"/>
            <a:ext cx="11612880" cy="704088"/>
          </a:xfrm>
        </p:spPr>
        <p:txBody>
          <a:bodyPr>
            <a:normAutofit/>
          </a:bodyPr>
          <a:lstStyle/>
          <a:p>
            <a:r>
              <a:rPr lang="en-US" altLang="en-US" dirty="0"/>
              <a:t>Demultiplexer in Verilog</a:t>
            </a:r>
          </a:p>
        </p:txBody>
      </p:sp>
      <p:sp>
        <p:nvSpPr>
          <p:cNvPr id="29699" name="Content Placeholder 5">
            <a:extLst>
              <a:ext uri="{FF2B5EF4-FFF2-40B4-BE49-F238E27FC236}">
                <a16:creationId xmlns:a16="http://schemas.microsoft.com/office/drawing/2014/main" id="{FCB2E612-B41D-4214-8ADD-EF2959B03499}"/>
              </a:ext>
            </a:extLst>
          </p:cNvPr>
          <p:cNvSpPr>
            <a:spLocks noGrp="1"/>
          </p:cNvSpPr>
          <p:nvPr>
            <p:ph type="body" sz="quarter" idx="10"/>
          </p:nvPr>
        </p:nvSpPr>
        <p:spPr>
          <a:xfrm>
            <a:off x="457200" y="1188720"/>
            <a:ext cx="11277922" cy="5185186"/>
          </a:xfrm>
        </p:spPr>
        <p:txBody>
          <a:bodyPr/>
          <a:lstStyle/>
          <a:p>
            <a:r>
              <a:rPr lang="en-US" sz="1600" dirty="0"/>
              <a:t>module demultiplexer1_to_4(</a:t>
            </a:r>
            <a:r>
              <a:rPr lang="en-US" sz="1600" dirty="0" err="1"/>
              <a:t>out,in,s</a:t>
            </a:r>
            <a:r>
              <a:rPr lang="en-US" sz="1600" dirty="0"/>
              <a:t>);</a:t>
            </a:r>
            <a:endParaRPr lang="en-GB" sz="1600" dirty="0"/>
          </a:p>
          <a:p>
            <a:r>
              <a:rPr lang="en-US" sz="1600" dirty="0"/>
              <a:t>	 output </a:t>
            </a:r>
            <a:r>
              <a:rPr lang="en-US" sz="1600" dirty="0" err="1"/>
              <a:t>reg</a:t>
            </a:r>
            <a:r>
              <a:rPr lang="en-US" sz="1600" dirty="0"/>
              <a:t>[0:3]out;</a:t>
            </a:r>
            <a:endParaRPr lang="en-GB" sz="1600" dirty="0"/>
          </a:p>
          <a:p>
            <a:r>
              <a:rPr lang="en-US" sz="1600" dirty="0"/>
              <a:t>	 input in; </a:t>
            </a:r>
            <a:endParaRPr lang="en-GB" sz="1600" dirty="0"/>
          </a:p>
          <a:p>
            <a:r>
              <a:rPr lang="en-US" sz="1600" dirty="0"/>
              <a:t>	 input [1:0]s; </a:t>
            </a:r>
            <a:endParaRPr lang="en-GB" sz="1600" dirty="0"/>
          </a:p>
          <a:p>
            <a:r>
              <a:rPr lang="en-US" sz="1600" dirty="0"/>
              <a:t>	 always @(s , in) </a:t>
            </a:r>
            <a:endParaRPr lang="en-GB" sz="1600" dirty="0"/>
          </a:p>
          <a:p>
            <a:r>
              <a:rPr lang="en-US" sz="1600" dirty="0"/>
              <a:t>	 case (s) // Switch based on control signals</a:t>
            </a:r>
            <a:endParaRPr lang="en-GB" sz="1600" dirty="0"/>
          </a:p>
          <a:p>
            <a:r>
              <a:rPr lang="en-US" sz="1600" dirty="0"/>
              <a:t>		2'b00:out={in,3’bz};</a:t>
            </a:r>
            <a:endParaRPr lang="en-GB" sz="1600" dirty="0"/>
          </a:p>
          <a:p>
            <a:r>
              <a:rPr lang="en-US" sz="1600" dirty="0"/>
              <a:t>		2'b01:out={1’bz,in,2’bz};</a:t>
            </a:r>
            <a:endParaRPr lang="en-GB" sz="1600" dirty="0"/>
          </a:p>
          <a:p>
            <a:r>
              <a:rPr lang="en-US" sz="1600" dirty="0"/>
              <a:t>		2'b10:out={2’bz,in,1’bz};</a:t>
            </a:r>
            <a:endParaRPr lang="en-GB" sz="1600" dirty="0"/>
          </a:p>
          <a:p>
            <a:r>
              <a:rPr lang="en-US" sz="1600" dirty="0"/>
              <a:t>		2'b11:out={3’bz,in};</a:t>
            </a:r>
            <a:endParaRPr lang="en-GB" sz="1600" dirty="0"/>
          </a:p>
          <a:p>
            <a:r>
              <a:rPr lang="en-US" sz="1600" dirty="0"/>
              <a:t>	 </a:t>
            </a:r>
            <a:r>
              <a:rPr lang="en-US" sz="1600" dirty="0" err="1"/>
              <a:t>default:out</a:t>
            </a:r>
            <a:r>
              <a:rPr lang="en-US" sz="1600" dirty="0"/>
              <a:t> =4’bz;</a:t>
            </a:r>
            <a:endParaRPr lang="en-GB" sz="1600" dirty="0"/>
          </a:p>
          <a:p>
            <a:r>
              <a:rPr lang="en-US" sz="1600" dirty="0" err="1"/>
              <a:t>endcase</a:t>
            </a:r>
            <a:r>
              <a:rPr lang="en-US" sz="1600" dirty="0"/>
              <a:t> </a:t>
            </a:r>
            <a:endParaRPr lang="en-GB" sz="1600" dirty="0"/>
          </a:p>
          <a:p>
            <a:r>
              <a:rPr lang="en-US" sz="1600" dirty="0" err="1"/>
              <a:t>endmodule</a:t>
            </a:r>
            <a:r>
              <a:rPr lang="en-US" sz="1600" dirty="0"/>
              <a:t> </a:t>
            </a:r>
            <a:endParaRPr lang="en-GB" sz="1600" dirty="0"/>
          </a:p>
          <a:p>
            <a:endParaRPr lang="en-US" sz="1600"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4">
            <a:extLst>
              <a:ext uri="{FF2B5EF4-FFF2-40B4-BE49-F238E27FC236}">
                <a16:creationId xmlns:a16="http://schemas.microsoft.com/office/drawing/2014/main" id="{463C6C33-CA90-B027-8169-E39618DE22B5}"/>
              </a:ext>
            </a:extLst>
          </p:cNvPr>
          <p:cNvSpPr>
            <a:spLocks noGrp="1" noChangeArrowheads="1"/>
          </p:cNvSpPr>
          <p:nvPr>
            <p:ph type="title"/>
          </p:nvPr>
        </p:nvSpPr>
        <p:spPr>
          <a:xfrm>
            <a:off x="-1" y="183402"/>
            <a:ext cx="11612880" cy="704088"/>
          </a:xfrm>
        </p:spPr>
        <p:txBody>
          <a:bodyPr>
            <a:normAutofit/>
          </a:bodyPr>
          <a:lstStyle/>
          <a:p>
            <a:r>
              <a:rPr lang="en-US" altLang="en-US" dirty="0"/>
              <a:t>Encoders</a:t>
            </a:r>
          </a:p>
        </p:txBody>
      </p:sp>
      <p:sp>
        <p:nvSpPr>
          <p:cNvPr id="67587" name="Content Placeholder 5">
            <a:extLst>
              <a:ext uri="{FF2B5EF4-FFF2-40B4-BE49-F238E27FC236}">
                <a16:creationId xmlns:a16="http://schemas.microsoft.com/office/drawing/2014/main" id="{F53A4FC6-73CD-5DAB-B229-C3896CFEAAFD}"/>
              </a:ext>
            </a:extLst>
          </p:cNvPr>
          <p:cNvSpPr>
            <a:spLocks noGrp="1" noChangeArrowheads="1"/>
          </p:cNvSpPr>
          <p:nvPr>
            <p:ph type="body" sz="quarter" idx="10"/>
          </p:nvPr>
        </p:nvSpPr>
        <p:spPr>
          <a:xfrm>
            <a:off x="457200" y="1188720"/>
            <a:ext cx="11277922" cy="5185186"/>
          </a:xfrm>
        </p:spPr>
        <p:txBody>
          <a:bodyPr/>
          <a:lstStyle/>
          <a:p>
            <a:r>
              <a:rPr lang="en-US" altLang="en-US"/>
              <a:t>The function of binary encoder  is to convert input code (unary) to output code (binary) (2n-to-n).  The number of inputs is usually more than the number of outputs.</a:t>
            </a:r>
          </a:p>
          <a:p>
            <a:r>
              <a:rPr lang="en-US" altLang="en-US"/>
              <a:t>Inputs – D0,D1, . . ., Di, . . .</a:t>
            </a:r>
          </a:p>
          <a:p>
            <a:r>
              <a:rPr lang="en-US" altLang="en-US"/>
              <a:t>Di&amp;Dk=0</a:t>
            </a:r>
            <a:r>
              <a:rPr lang="ru-RU" altLang="en-US"/>
              <a:t>;</a:t>
            </a:r>
            <a:r>
              <a:rPr lang="en-US" altLang="en-US"/>
              <a:t> </a:t>
            </a:r>
            <a:r>
              <a:rPr lang="ru-RU" altLang="en-US"/>
              <a:t> </a:t>
            </a:r>
            <a:r>
              <a:rPr lang="en-US" altLang="en-US"/>
              <a:t>if  Dk=1, yout = k.</a:t>
            </a:r>
          </a:p>
          <a:p>
            <a:r>
              <a:rPr lang="en-US" altLang="en-US"/>
              <a:t>If input signals are independent, then condition Di&amp;Dk=0 is unrealizable. In this case the priority is assigned for each input.</a:t>
            </a:r>
          </a:p>
          <a:p>
            <a:r>
              <a:rPr lang="en-US" altLang="en-US"/>
              <a:t>Let priority grow with increasing the input number i. </a:t>
            </a:r>
          </a:p>
          <a:p>
            <a:r>
              <a:rPr lang="en-US" altLang="en-US"/>
              <a:t>Then priority encoder gives out the binary representation of i (Di=1) if </a:t>
            </a:r>
            <a:r>
              <a:rPr lang="en-US" altLang="en-US">
                <a:sym typeface="Symbol" panose="05050102010706020507" pitchFamily="18" charset="2"/>
              </a:rPr>
              <a:t>(Dk=1): k&lt;i.</a:t>
            </a:r>
          </a:p>
          <a:p>
            <a:endParaRPr lang="ru-RU" altLang="en-US"/>
          </a:p>
          <a:p>
            <a:endParaRPr lang="en-US"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60" name="Title 43">
            <a:extLst>
              <a:ext uri="{FF2B5EF4-FFF2-40B4-BE49-F238E27FC236}">
                <a16:creationId xmlns:a16="http://schemas.microsoft.com/office/drawing/2014/main" id="{01B61A4F-E2AC-F613-2A4D-2751624EE353}"/>
              </a:ext>
            </a:extLst>
          </p:cNvPr>
          <p:cNvSpPr>
            <a:spLocks noGrp="1" noChangeArrowheads="1"/>
          </p:cNvSpPr>
          <p:nvPr>
            <p:ph type="title"/>
          </p:nvPr>
        </p:nvSpPr>
        <p:spPr>
          <a:xfrm>
            <a:off x="-1" y="183402"/>
            <a:ext cx="11612880" cy="704088"/>
          </a:xfrm>
        </p:spPr>
        <p:txBody>
          <a:bodyPr>
            <a:normAutofit/>
          </a:bodyPr>
          <a:lstStyle/>
          <a:p>
            <a:r>
              <a:rPr lang="en-US" altLang="en-US" dirty="0"/>
              <a:t>Priority Encoder 4-to-2</a:t>
            </a:r>
          </a:p>
        </p:txBody>
      </p:sp>
      <p:sp>
        <p:nvSpPr>
          <p:cNvPr id="69634" name="Content Placeholder 44">
            <a:extLst>
              <a:ext uri="{FF2B5EF4-FFF2-40B4-BE49-F238E27FC236}">
                <a16:creationId xmlns:a16="http://schemas.microsoft.com/office/drawing/2014/main" id="{9F8B8902-D521-3EE9-8184-46C41E2379A6}"/>
              </a:ext>
            </a:extLst>
          </p:cNvPr>
          <p:cNvSpPr>
            <a:spLocks noGrp="1" noChangeArrowheads="1"/>
          </p:cNvSpPr>
          <p:nvPr>
            <p:ph type="body" sz="quarter" idx="10"/>
          </p:nvPr>
        </p:nvSpPr>
        <p:spPr>
          <a:xfrm>
            <a:off x="457200" y="1188720"/>
            <a:ext cx="11277922" cy="5185186"/>
          </a:xfrm>
        </p:spPr>
        <p:txBody>
          <a:bodyPr/>
          <a:lstStyle/>
          <a:p>
            <a:r>
              <a:rPr lang="en-US" altLang="en-US" sz="2000" dirty="0"/>
              <a:t>Design priority encoder 4-to-2</a:t>
            </a:r>
            <a:endParaRPr lang="ru-RU" altLang="en-US" sz="2000"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sz="2000" dirty="0"/>
              <a:t>The priority encoder  implements the following functions:</a:t>
            </a:r>
          </a:p>
          <a:p>
            <a:r>
              <a:rPr lang="en-US" altLang="en-US" sz="2000" dirty="0"/>
              <a:t>H3 = D3;		               H0 = ~D3·~D2·~D1·I0;	</a:t>
            </a:r>
          </a:p>
          <a:p>
            <a:r>
              <a:rPr lang="en-US" altLang="en-US" sz="2000" dirty="0"/>
              <a:t>H2 = ~D3·D2;		 A1 = H3 + H2;</a:t>
            </a:r>
          </a:p>
          <a:p>
            <a:r>
              <a:rPr lang="en-US" altLang="en-US" sz="2000" dirty="0"/>
              <a:t>H1 = ~D3·~D2·D1;	               A0 = H3 + H1;   G = D0 + D1 + D2 + D3;</a:t>
            </a:r>
          </a:p>
          <a:p>
            <a:r>
              <a:rPr lang="en-US" altLang="en-US" sz="2000" dirty="0"/>
              <a:t>G – Group Select;   </a:t>
            </a:r>
            <a:br>
              <a:rPr lang="en-US" altLang="en-US" dirty="0"/>
            </a:br>
            <a:endParaRPr lang="en-US" altLang="en-US" dirty="0"/>
          </a:p>
          <a:p>
            <a:r>
              <a:rPr lang="en-US" altLang="en-US" dirty="0"/>
              <a:t>    </a:t>
            </a:r>
          </a:p>
          <a:p>
            <a:endParaRPr lang="en-US" altLang="en-US" dirty="0"/>
          </a:p>
        </p:txBody>
      </p:sp>
      <p:grpSp>
        <p:nvGrpSpPr>
          <p:cNvPr id="69635" name="Group 56">
            <a:extLst>
              <a:ext uri="{FF2B5EF4-FFF2-40B4-BE49-F238E27FC236}">
                <a16:creationId xmlns:a16="http://schemas.microsoft.com/office/drawing/2014/main" id="{DE6E1EC7-B985-A3D9-C2BF-A3FDBD5F2D3E}"/>
              </a:ext>
            </a:extLst>
          </p:cNvPr>
          <p:cNvGrpSpPr>
            <a:grpSpLocks/>
          </p:cNvGrpSpPr>
          <p:nvPr/>
        </p:nvGrpSpPr>
        <p:grpSpPr bwMode="auto">
          <a:xfrm>
            <a:off x="2114551" y="1987551"/>
            <a:ext cx="1958975" cy="1439863"/>
            <a:chOff x="423" y="1389"/>
            <a:chExt cx="1234" cy="907"/>
          </a:xfrm>
        </p:grpSpPr>
        <p:sp>
          <p:nvSpPr>
            <p:cNvPr id="32821" name="Rectangle 17">
              <a:extLst>
                <a:ext uri="{FF2B5EF4-FFF2-40B4-BE49-F238E27FC236}">
                  <a16:creationId xmlns:a16="http://schemas.microsoft.com/office/drawing/2014/main" id="{769A459B-B279-4E31-9DA8-B19AC0DB18CB}"/>
                </a:ext>
              </a:extLst>
            </p:cNvPr>
            <p:cNvSpPr>
              <a:spLocks noChangeArrowheads="1"/>
            </p:cNvSpPr>
            <p:nvPr/>
          </p:nvSpPr>
          <p:spPr bwMode="auto">
            <a:xfrm>
              <a:off x="657" y="1389"/>
              <a:ext cx="772" cy="907"/>
            </a:xfrm>
            <a:prstGeom prst="rect">
              <a:avLst/>
            </a:prstGeom>
            <a:solidFill>
              <a:schemeClr val="accent1">
                <a:lumMod val="60000"/>
                <a:lumOff val="40000"/>
              </a:schemeClr>
            </a:solidFill>
            <a:ln w="28575">
              <a:solidFill>
                <a:schemeClr val="tx1"/>
              </a:solidFill>
              <a:miter lim="800000"/>
              <a:headEnd/>
              <a:tailEnd/>
            </a:ln>
          </p:spPr>
          <p:txBody>
            <a:bodyPr wrap="none"/>
            <a:lstStyle/>
            <a:p>
              <a:pPr eaLnBrk="1" hangingPunct="1">
                <a:defRPr/>
              </a:pPr>
              <a:r>
                <a:rPr lang="en-US" sz="2000" dirty="0"/>
                <a:t>D</a:t>
              </a:r>
              <a:r>
                <a:rPr lang="en-US" sz="2000" baseline="-25000" dirty="0"/>
                <a:t>3</a:t>
              </a:r>
            </a:p>
            <a:p>
              <a:pPr eaLnBrk="1" hangingPunct="1">
                <a:defRPr/>
              </a:pPr>
              <a:r>
                <a:rPr lang="en-US" sz="2000" dirty="0"/>
                <a:t>D</a:t>
              </a:r>
              <a:r>
                <a:rPr lang="en-US" sz="2000" baseline="-25000" dirty="0"/>
                <a:t>2</a:t>
              </a:r>
              <a:r>
                <a:rPr lang="en-US" sz="2000" dirty="0"/>
                <a:t>      A</a:t>
              </a:r>
              <a:r>
                <a:rPr lang="en-US" sz="2000" baseline="-25000" dirty="0"/>
                <a:t>1</a:t>
              </a:r>
            </a:p>
            <a:p>
              <a:pPr eaLnBrk="1" hangingPunct="1">
                <a:defRPr/>
              </a:pPr>
              <a:r>
                <a:rPr lang="en-US" sz="2000" dirty="0"/>
                <a:t>D</a:t>
              </a:r>
              <a:r>
                <a:rPr lang="en-US" sz="2000" baseline="-25000" dirty="0"/>
                <a:t>1</a:t>
              </a:r>
              <a:r>
                <a:rPr lang="en-US" sz="2000" dirty="0"/>
                <a:t>      A</a:t>
              </a:r>
              <a:r>
                <a:rPr lang="en-US" sz="2000" baseline="-25000" dirty="0"/>
                <a:t>0</a:t>
              </a:r>
            </a:p>
            <a:p>
              <a:pPr eaLnBrk="1" hangingPunct="1">
                <a:defRPr/>
              </a:pPr>
              <a:r>
                <a:rPr lang="en-US" sz="2000" dirty="0"/>
                <a:t>D</a:t>
              </a:r>
              <a:r>
                <a:rPr lang="en-US" sz="2000" baseline="-25000" dirty="0"/>
                <a:t>0</a:t>
              </a:r>
              <a:r>
                <a:rPr lang="en-US" sz="2000" dirty="0"/>
                <a:t>      G</a:t>
              </a:r>
              <a:endParaRPr lang="ru-RU" sz="2000" dirty="0"/>
            </a:p>
          </p:txBody>
        </p:sp>
        <p:sp>
          <p:nvSpPr>
            <p:cNvPr id="69687" name="Line 18">
              <a:extLst>
                <a:ext uri="{FF2B5EF4-FFF2-40B4-BE49-F238E27FC236}">
                  <a16:creationId xmlns:a16="http://schemas.microsoft.com/office/drawing/2014/main" id="{8D7E9FF8-6803-4085-DC68-8FFA45D8ED9E}"/>
                </a:ext>
              </a:extLst>
            </p:cNvPr>
            <p:cNvSpPr>
              <a:spLocks noChangeShapeType="1"/>
            </p:cNvSpPr>
            <p:nvPr/>
          </p:nvSpPr>
          <p:spPr bwMode="auto">
            <a:xfrm>
              <a:off x="431" y="1525"/>
              <a:ext cx="2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8" name="Line 19">
              <a:extLst>
                <a:ext uri="{FF2B5EF4-FFF2-40B4-BE49-F238E27FC236}">
                  <a16:creationId xmlns:a16="http://schemas.microsoft.com/office/drawing/2014/main" id="{04CD1FFB-B4FC-A277-9F3E-3000DC906696}"/>
                </a:ext>
              </a:extLst>
            </p:cNvPr>
            <p:cNvSpPr>
              <a:spLocks noChangeShapeType="1"/>
            </p:cNvSpPr>
            <p:nvPr/>
          </p:nvSpPr>
          <p:spPr bwMode="auto">
            <a:xfrm>
              <a:off x="423" y="1693"/>
              <a:ext cx="2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9" name="Line 20">
              <a:extLst>
                <a:ext uri="{FF2B5EF4-FFF2-40B4-BE49-F238E27FC236}">
                  <a16:creationId xmlns:a16="http://schemas.microsoft.com/office/drawing/2014/main" id="{9FDAAEA1-C598-C131-92A6-AF1C7BAC03C2}"/>
                </a:ext>
              </a:extLst>
            </p:cNvPr>
            <p:cNvSpPr>
              <a:spLocks noChangeShapeType="1"/>
            </p:cNvSpPr>
            <p:nvPr/>
          </p:nvSpPr>
          <p:spPr bwMode="auto">
            <a:xfrm>
              <a:off x="423" y="1869"/>
              <a:ext cx="2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0" name="Line 23">
              <a:extLst>
                <a:ext uri="{FF2B5EF4-FFF2-40B4-BE49-F238E27FC236}">
                  <a16:creationId xmlns:a16="http://schemas.microsoft.com/office/drawing/2014/main" id="{43E08FA0-83EA-6414-BDDF-34290598FA65}"/>
                </a:ext>
              </a:extLst>
            </p:cNvPr>
            <p:cNvSpPr>
              <a:spLocks noChangeShapeType="1"/>
            </p:cNvSpPr>
            <p:nvPr/>
          </p:nvSpPr>
          <p:spPr bwMode="auto">
            <a:xfrm>
              <a:off x="423" y="2069"/>
              <a:ext cx="2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1" name="Line 24">
              <a:extLst>
                <a:ext uri="{FF2B5EF4-FFF2-40B4-BE49-F238E27FC236}">
                  <a16:creationId xmlns:a16="http://schemas.microsoft.com/office/drawing/2014/main" id="{D152F777-2692-22DA-323C-39FC0E9487E1}"/>
                </a:ext>
              </a:extLst>
            </p:cNvPr>
            <p:cNvSpPr>
              <a:spLocks noChangeShapeType="1"/>
            </p:cNvSpPr>
            <p:nvPr/>
          </p:nvSpPr>
          <p:spPr bwMode="auto">
            <a:xfrm>
              <a:off x="1431" y="1693"/>
              <a:ext cx="2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2" name="Line 25">
              <a:extLst>
                <a:ext uri="{FF2B5EF4-FFF2-40B4-BE49-F238E27FC236}">
                  <a16:creationId xmlns:a16="http://schemas.microsoft.com/office/drawing/2014/main" id="{59C51A25-D3EC-977B-1DD8-E66D9A0A0F40}"/>
                </a:ext>
              </a:extLst>
            </p:cNvPr>
            <p:cNvSpPr>
              <a:spLocks noChangeShapeType="1"/>
            </p:cNvSpPr>
            <p:nvPr/>
          </p:nvSpPr>
          <p:spPr bwMode="auto">
            <a:xfrm>
              <a:off x="1431" y="1901"/>
              <a:ext cx="2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93" name="Line 26">
              <a:extLst>
                <a:ext uri="{FF2B5EF4-FFF2-40B4-BE49-F238E27FC236}">
                  <a16:creationId xmlns:a16="http://schemas.microsoft.com/office/drawing/2014/main" id="{B3B0092A-52DB-43CE-8936-D382CB07B818}"/>
                </a:ext>
              </a:extLst>
            </p:cNvPr>
            <p:cNvSpPr>
              <a:spLocks noChangeShapeType="1"/>
            </p:cNvSpPr>
            <p:nvPr/>
          </p:nvSpPr>
          <p:spPr bwMode="auto">
            <a:xfrm>
              <a:off x="1431" y="2101"/>
              <a:ext cx="22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9636" name="Group 95">
            <a:extLst>
              <a:ext uri="{FF2B5EF4-FFF2-40B4-BE49-F238E27FC236}">
                <a16:creationId xmlns:a16="http://schemas.microsoft.com/office/drawing/2014/main" id="{0A45E128-1895-8B18-BB50-3065B8761817}"/>
              </a:ext>
            </a:extLst>
          </p:cNvPr>
          <p:cNvGrpSpPr>
            <a:grpSpLocks/>
          </p:cNvGrpSpPr>
          <p:nvPr/>
        </p:nvGrpSpPr>
        <p:grpSpPr bwMode="auto">
          <a:xfrm>
            <a:off x="6908800" y="2027239"/>
            <a:ext cx="3068638" cy="1355725"/>
            <a:chOff x="3315" y="1760"/>
            <a:chExt cx="2382" cy="854"/>
          </a:xfrm>
        </p:grpSpPr>
        <p:sp>
          <p:nvSpPr>
            <p:cNvPr id="69662" name="Text Box 82">
              <a:extLst>
                <a:ext uri="{FF2B5EF4-FFF2-40B4-BE49-F238E27FC236}">
                  <a16:creationId xmlns:a16="http://schemas.microsoft.com/office/drawing/2014/main" id="{A789AF91-B3B8-864C-601C-E98159A1E6C2}"/>
                </a:ext>
              </a:extLst>
            </p:cNvPr>
            <p:cNvSpPr txBox="1">
              <a:spLocks noChangeArrowheads="1"/>
            </p:cNvSpPr>
            <p:nvPr/>
          </p:nvSpPr>
          <p:spPr bwMode="auto">
            <a:xfrm>
              <a:off x="5334" y="1968"/>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A</a:t>
              </a:r>
              <a:r>
                <a:rPr lang="en-US" altLang="en-US" sz="1200" b="0" baseline="-25000"/>
                <a:t>0</a:t>
              </a:r>
              <a:endParaRPr lang="ru-RU" altLang="en-US" sz="1200" b="0" baseline="-25000"/>
            </a:p>
          </p:txBody>
        </p:sp>
        <p:sp>
          <p:nvSpPr>
            <p:cNvPr id="69663" name="Rectangle 55">
              <a:extLst>
                <a:ext uri="{FF2B5EF4-FFF2-40B4-BE49-F238E27FC236}">
                  <a16:creationId xmlns:a16="http://schemas.microsoft.com/office/drawing/2014/main" id="{E63C1AF9-1BB4-AB94-9986-98A1242EF0E2}"/>
                </a:ext>
              </a:extLst>
            </p:cNvPr>
            <p:cNvSpPr>
              <a:spLocks noChangeArrowheads="1"/>
            </p:cNvSpPr>
            <p:nvPr/>
          </p:nvSpPr>
          <p:spPr bwMode="auto">
            <a:xfrm>
              <a:off x="3710" y="1797"/>
              <a:ext cx="576" cy="817"/>
            </a:xfrm>
            <a:prstGeom prst="rect">
              <a:avLst/>
            </a:prstGeom>
            <a:solidFill>
              <a:schemeClr val="accent1">
                <a:lumMod val="60000"/>
                <a:lumOff val="40000"/>
              </a:schemeClr>
            </a:solidFill>
            <a:ln w="22225">
              <a:solidFill>
                <a:schemeClr val="tx1"/>
              </a:solidFill>
              <a:miter lim="800000"/>
              <a:headEnd/>
              <a:tailEnd/>
            </a:ln>
          </p:spPr>
          <p:txBody>
            <a:bodyPr wrap="none"/>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200" b="0" dirty="0"/>
                <a:t>Priority</a:t>
              </a:r>
            </a:p>
            <a:p>
              <a:pPr eaLnBrk="1" hangingPunct="1"/>
              <a:r>
                <a:rPr lang="en-US" altLang="en-US" sz="1200" b="0" dirty="0"/>
                <a:t>circuit</a:t>
              </a:r>
              <a:endParaRPr lang="ru-RU" altLang="en-US" sz="1200" b="0" dirty="0"/>
            </a:p>
          </p:txBody>
        </p:sp>
        <p:sp>
          <p:nvSpPr>
            <p:cNvPr id="32799" name="Rectangle 57">
              <a:extLst>
                <a:ext uri="{FF2B5EF4-FFF2-40B4-BE49-F238E27FC236}">
                  <a16:creationId xmlns:a16="http://schemas.microsoft.com/office/drawing/2014/main" id="{ECE5C1CC-3722-4F02-9C49-293E1734960E}"/>
                </a:ext>
              </a:extLst>
            </p:cNvPr>
            <p:cNvSpPr>
              <a:spLocks noChangeArrowheads="1"/>
            </p:cNvSpPr>
            <p:nvPr/>
          </p:nvSpPr>
          <p:spPr bwMode="auto">
            <a:xfrm>
              <a:off x="4650" y="1786"/>
              <a:ext cx="636" cy="782"/>
            </a:xfrm>
            <a:prstGeom prst="rect">
              <a:avLst/>
            </a:prstGeom>
            <a:solidFill>
              <a:schemeClr val="accent1">
                <a:lumMod val="60000"/>
                <a:lumOff val="40000"/>
              </a:schemeClr>
            </a:solidFill>
            <a:ln w="22225">
              <a:solidFill>
                <a:schemeClr val="tx1"/>
              </a:solidFill>
              <a:miter lim="800000"/>
              <a:headEnd/>
              <a:tailEnd/>
            </a:ln>
          </p:spPr>
          <p:txBody>
            <a:bodyPr wrap="none"/>
            <a:lstStyle/>
            <a:p>
              <a:pPr eaLnBrk="1" hangingPunct="1">
                <a:defRPr/>
              </a:pPr>
              <a:endParaRPr lang="en-US" sz="1200"/>
            </a:p>
            <a:p>
              <a:pPr eaLnBrk="1" hangingPunct="1">
                <a:defRPr/>
              </a:pPr>
              <a:r>
                <a:rPr lang="en-US" sz="1200"/>
                <a:t>Encoder</a:t>
              </a:r>
              <a:endParaRPr lang="ru-RU" sz="1200"/>
            </a:p>
          </p:txBody>
        </p:sp>
        <p:sp>
          <p:nvSpPr>
            <p:cNvPr id="69665" name="Line 58">
              <a:extLst>
                <a:ext uri="{FF2B5EF4-FFF2-40B4-BE49-F238E27FC236}">
                  <a16:creationId xmlns:a16="http://schemas.microsoft.com/office/drawing/2014/main" id="{8CF18971-E264-E06B-06F1-B47A89E2F813}"/>
                </a:ext>
              </a:extLst>
            </p:cNvPr>
            <p:cNvSpPr>
              <a:spLocks noChangeShapeType="1"/>
            </p:cNvSpPr>
            <p:nvPr/>
          </p:nvSpPr>
          <p:spPr bwMode="auto">
            <a:xfrm>
              <a:off x="3515" y="1979"/>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6" name="Line 59">
              <a:extLst>
                <a:ext uri="{FF2B5EF4-FFF2-40B4-BE49-F238E27FC236}">
                  <a16:creationId xmlns:a16="http://schemas.microsoft.com/office/drawing/2014/main" id="{6DD6CE65-7567-F4BC-57B8-DF5E86F58308}"/>
                </a:ext>
              </a:extLst>
            </p:cNvPr>
            <p:cNvSpPr>
              <a:spLocks noChangeShapeType="1"/>
            </p:cNvSpPr>
            <p:nvPr/>
          </p:nvSpPr>
          <p:spPr bwMode="auto">
            <a:xfrm>
              <a:off x="3515" y="2131"/>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7" name="Line 60">
              <a:extLst>
                <a:ext uri="{FF2B5EF4-FFF2-40B4-BE49-F238E27FC236}">
                  <a16:creationId xmlns:a16="http://schemas.microsoft.com/office/drawing/2014/main" id="{F0C1263D-5A8D-04A1-7A57-BC9913B53A8A}"/>
                </a:ext>
              </a:extLst>
            </p:cNvPr>
            <p:cNvSpPr>
              <a:spLocks noChangeShapeType="1"/>
            </p:cNvSpPr>
            <p:nvPr/>
          </p:nvSpPr>
          <p:spPr bwMode="auto">
            <a:xfrm>
              <a:off x="3523" y="2283"/>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8" name="Line 63">
              <a:extLst>
                <a:ext uri="{FF2B5EF4-FFF2-40B4-BE49-F238E27FC236}">
                  <a16:creationId xmlns:a16="http://schemas.microsoft.com/office/drawing/2014/main" id="{9593D26D-66B2-EB22-7FB1-2782175AC94D}"/>
                </a:ext>
              </a:extLst>
            </p:cNvPr>
            <p:cNvSpPr>
              <a:spLocks noChangeShapeType="1"/>
            </p:cNvSpPr>
            <p:nvPr/>
          </p:nvSpPr>
          <p:spPr bwMode="auto">
            <a:xfrm>
              <a:off x="3523" y="2443"/>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69" name="Line 64">
              <a:extLst>
                <a:ext uri="{FF2B5EF4-FFF2-40B4-BE49-F238E27FC236}">
                  <a16:creationId xmlns:a16="http://schemas.microsoft.com/office/drawing/2014/main" id="{A7EA1A24-C717-3F64-5E7F-63096188D142}"/>
                </a:ext>
              </a:extLst>
            </p:cNvPr>
            <p:cNvSpPr>
              <a:spLocks noChangeShapeType="1"/>
            </p:cNvSpPr>
            <p:nvPr/>
          </p:nvSpPr>
          <p:spPr bwMode="auto">
            <a:xfrm>
              <a:off x="4283" y="1971"/>
              <a:ext cx="36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0" name="Line 65">
              <a:extLst>
                <a:ext uri="{FF2B5EF4-FFF2-40B4-BE49-F238E27FC236}">
                  <a16:creationId xmlns:a16="http://schemas.microsoft.com/office/drawing/2014/main" id="{281CECA5-331D-C02A-5A9B-81124D674DFE}"/>
                </a:ext>
              </a:extLst>
            </p:cNvPr>
            <p:cNvSpPr>
              <a:spLocks noChangeShapeType="1"/>
            </p:cNvSpPr>
            <p:nvPr/>
          </p:nvSpPr>
          <p:spPr bwMode="auto">
            <a:xfrm flipV="1">
              <a:off x="4283" y="2115"/>
              <a:ext cx="36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1" name="Line 66">
              <a:extLst>
                <a:ext uri="{FF2B5EF4-FFF2-40B4-BE49-F238E27FC236}">
                  <a16:creationId xmlns:a16="http://schemas.microsoft.com/office/drawing/2014/main" id="{3DA388D9-E6F6-0066-62A8-27F962717703}"/>
                </a:ext>
              </a:extLst>
            </p:cNvPr>
            <p:cNvSpPr>
              <a:spLocks noChangeShapeType="1"/>
            </p:cNvSpPr>
            <p:nvPr/>
          </p:nvSpPr>
          <p:spPr bwMode="auto">
            <a:xfrm>
              <a:off x="4283" y="2275"/>
              <a:ext cx="36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2" name="Line 67">
              <a:extLst>
                <a:ext uri="{FF2B5EF4-FFF2-40B4-BE49-F238E27FC236}">
                  <a16:creationId xmlns:a16="http://schemas.microsoft.com/office/drawing/2014/main" id="{427FF3D1-8CA5-A57C-17D9-FDD72053710E}"/>
                </a:ext>
              </a:extLst>
            </p:cNvPr>
            <p:cNvSpPr>
              <a:spLocks noChangeShapeType="1"/>
            </p:cNvSpPr>
            <p:nvPr/>
          </p:nvSpPr>
          <p:spPr bwMode="auto">
            <a:xfrm>
              <a:off x="4283" y="2435"/>
              <a:ext cx="36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3" name="Line 70">
              <a:extLst>
                <a:ext uri="{FF2B5EF4-FFF2-40B4-BE49-F238E27FC236}">
                  <a16:creationId xmlns:a16="http://schemas.microsoft.com/office/drawing/2014/main" id="{67671640-46F7-0AF9-6546-D3D8FC73B810}"/>
                </a:ext>
              </a:extLst>
            </p:cNvPr>
            <p:cNvSpPr>
              <a:spLocks noChangeShapeType="1"/>
            </p:cNvSpPr>
            <p:nvPr/>
          </p:nvSpPr>
          <p:spPr bwMode="auto">
            <a:xfrm>
              <a:off x="5291" y="1947"/>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4" name="Line 71">
              <a:extLst>
                <a:ext uri="{FF2B5EF4-FFF2-40B4-BE49-F238E27FC236}">
                  <a16:creationId xmlns:a16="http://schemas.microsoft.com/office/drawing/2014/main" id="{45D4EAB1-3B7D-5F12-828A-44B05744655C}"/>
                </a:ext>
              </a:extLst>
            </p:cNvPr>
            <p:cNvSpPr>
              <a:spLocks noChangeShapeType="1"/>
            </p:cNvSpPr>
            <p:nvPr/>
          </p:nvSpPr>
          <p:spPr bwMode="auto">
            <a:xfrm>
              <a:off x="5291" y="2155"/>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5" name="Line 72">
              <a:extLst>
                <a:ext uri="{FF2B5EF4-FFF2-40B4-BE49-F238E27FC236}">
                  <a16:creationId xmlns:a16="http://schemas.microsoft.com/office/drawing/2014/main" id="{520DD6E0-7B2F-5348-62D6-7563EB86B26F}"/>
                </a:ext>
              </a:extLst>
            </p:cNvPr>
            <p:cNvSpPr>
              <a:spLocks noChangeShapeType="1"/>
            </p:cNvSpPr>
            <p:nvPr/>
          </p:nvSpPr>
          <p:spPr bwMode="auto">
            <a:xfrm>
              <a:off x="5299" y="2355"/>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76" name="Text Box 73">
              <a:extLst>
                <a:ext uri="{FF2B5EF4-FFF2-40B4-BE49-F238E27FC236}">
                  <a16:creationId xmlns:a16="http://schemas.microsoft.com/office/drawing/2014/main" id="{F0BECEC0-5AB4-DC4C-3D73-A583ED852F75}"/>
                </a:ext>
              </a:extLst>
            </p:cNvPr>
            <p:cNvSpPr txBox="1">
              <a:spLocks noChangeArrowheads="1"/>
            </p:cNvSpPr>
            <p:nvPr/>
          </p:nvSpPr>
          <p:spPr bwMode="auto">
            <a:xfrm>
              <a:off x="4286" y="1776"/>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H</a:t>
              </a:r>
              <a:r>
                <a:rPr lang="en-US" altLang="en-US" sz="1200" b="0" baseline="-25000"/>
                <a:t>3</a:t>
              </a:r>
              <a:endParaRPr lang="ru-RU" altLang="en-US" sz="1200" b="0" baseline="-25000"/>
            </a:p>
          </p:txBody>
        </p:sp>
        <p:sp>
          <p:nvSpPr>
            <p:cNvPr id="69677" name="Text Box 74">
              <a:extLst>
                <a:ext uri="{FF2B5EF4-FFF2-40B4-BE49-F238E27FC236}">
                  <a16:creationId xmlns:a16="http://schemas.microsoft.com/office/drawing/2014/main" id="{E17E578D-4985-8468-9879-2C0723F7A9AB}"/>
                </a:ext>
              </a:extLst>
            </p:cNvPr>
            <p:cNvSpPr txBox="1">
              <a:spLocks noChangeArrowheads="1"/>
            </p:cNvSpPr>
            <p:nvPr/>
          </p:nvSpPr>
          <p:spPr bwMode="auto">
            <a:xfrm>
              <a:off x="4286" y="1928"/>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H</a:t>
              </a:r>
              <a:r>
                <a:rPr lang="en-US" altLang="en-US" sz="1200" b="0" baseline="-25000"/>
                <a:t>2</a:t>
              </a:r>
              <a:endParaRPr lang="ru-RU" altLang="en-US" sz="1200" b="0" baseline="-25000"/>
            </a:p>
          </p:txBody>
        </p:sp>
        <p:sp>
          <p:nvSpPr>
            <p:cNvPr id="69678" name="Text Box 75">
              <a:extLst>
                <a:ext uri="{FF2B5EF4-FFF2-40B4-BE49-F238E27FC236}">
                  <a16:creationId xmlns:a16="http://schemas.microsoft.com/office/drawing/2014/main" id="{56EA4BF4-9169-7AAB-299F-93E172825E4F}"/>
                </a:ext>
              </a:extLst>
            </p:cNvPr>
            <p:cNvSpPr txBox="1">
              <a:spLocks noChangeArrowheads="1"/>
            </p:cNvSpPr>
            <p:nvPr/>
          </p:nvSpPr>
          <p:spPr bwMode="auto">
            <a:xfrm>
              <a:off x="4286" y="2088"/>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H</a:t>
              </a:r>
              <a:r>
                <a:rPr lang="en-US" altLang="en-US" sz="1200" b="0" baseline="-25000"/>
                <a:t>1</a:t>
              </a:r>
              <a:endParaRPr lang="ru-RU" altLang="en-US" sz="1200" b="0" baseline="-25000"/>
            </a:p>
          </p:txBody>
        </p:sp>
        <p:sp>
          <p:nvSpPr>
            <p:cNvPr id="69679" name="Text Box 76">
              <a:extLst>
                <a:ext uri="{FF2B5EF4-FFF2-40B4-BE49-F238E27FC236}">
                  <a16:creationId xmlns:a16="http://schemas.microsoft.com/office/drawing/2014/main" id="{FC68AF7E-774F-E6B8-1DCF-D6589E028B6B}"/>
                </a:ext>
              </a:extLst>
            </p:cNvPr>
            <p:cNvSpPr txBox="1">
              <a:spLocks noChangeArrowheads="1"/>
            </p:cNvSpPr>
            <p:nvPr/>
          </p:nvSpPr>
          <p:spPr bwMode="auto">
            <a:xfrm>
              <a:off x="4286" y="2248"/>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H</a:t>
              </a:r>
              <a:r>
                <a:rPr lang="en-US" altLang="en-US" sz="1200" b="0" baseline="-25000"/>
                <a:t>0</a:t>
              </a:r>
              <a:endParaRPr lang="ru-RU" altLang="en-US" sz="1200" b="0" baseline="-25000"/>
            </a:p>
          </p:txBody>
        </p:sp>
        <p:sp>
          <p:nvSpPr>
            <p:cNvPr id="69680" name="Text Box 77">
              <a:extLst>
                <a:ext uri="{FF2B5EF4-FFF2-40B4-BE49-F238E27FC236}">
                  <a16:creationId xmlns:a16="http://schemas.microsoft.com/office/drawing/2014/main" id="{38AC32B2-4723-72DE-5D30-4C2F987DBE84}"/>
                </a:ext>
              </a:extLst>
            </p:cNvPr>
            <p:cNvSpPr txBox="1">
              <a:spLocks noChangeArrowheads="1"/>
            </p:cNvSpPr>
            <p:nvPr/>
          </p:nvSpPr>
          <p:spPr bwMode="auto">
            <a:xfrm>
              <a:off x="3316" y="1792"/>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D</a:t>
              </a:r>
              <a:r>
                <a:rPr lang="en-US" altLang="en-US" sz="1200" b="0" baseline="-25000"/>
                <a:t>3</a:t>
              </a:r>
              <a:endParaRPr lang="ru-RU" altLang="en-US" sz="1200" b="0" baseline="-25000"/>
            </a:p>
          </p:txBody>
        </p:sp>
        <p:sp>
          <p:nvSpPr>
            <p:cNvPr id="69681" name="Text Box 78">
              <a:extLst>
                <a:ext uri="{FF2B5EF4-FFF2-40B4-BE49-F238E27FC236}">
                  <a16:creationId xmlns:a16="http://schemas.microsoft.com/office/drawing/2014/main" id="{4E71D829-1064-2282-947B-CB6A84E757E6}"/>
                </a:ext>
              </a:extLst>
            </p:cNvPr>
            <p:cNvSpPr txBox="1">
              <a:spLocks noChangeArrowheads="1"/>
            </p:cNvSpPr>
            <p:nvPr/>
          </p:nvSpPr>
          <p:spPr bwMode="auto">
            <a:xfrm>
              <a:off x="3318" y="1952"/>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D</a:t>
              </a:r>
              <a:r>
                <a:rPr lang="en-US" altLang="en-US" sz="1200" b="0" baseline="-25000"/>
                <a:t>2</a:t>
              </a:r>
              <a:endParaRPr lang="ru-RU" altLang="en-US" sz="1200" b="0" baseline="-25000"/>
            </a:p>
          </p:txBody>
        </p:sp>
        <p:sp>
          <p:nvSpPr>
            <p:cNvPr id="69682" name="Text Box 79">
              <a:extLst>
                <a:ext uri="{FF2B5EF4-FFF2-40B4-BE49-F238E27FC236}">
                  <a16:creationId xmlns:a16="http://schemas.microsoft.com/office/drawing/2014/main" id="{402B58FE-CED9-DE71-8880-00D16E5DD992}"/>
                </a:ext>
              </a:extLst>
            </p:cNvPr>
            <p:cNvSpPr txBox="1">
              <a:spLocks noChangeArrowheads="1"/>
            </p:cNvSpPr>
            <p:nvPr/>
          </p:nvSpPr>
          <p:spPr bwMode="auto">
            <a:xfrm>
              <a:off x="3315" y="2120"/>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D</a:t>
              </a:r>
              <a:r>
                <a:rPr lang="en-US" altLang="en-US" sz="1200" b="0" baseline="-25000"/>
                <a:t>1</a:t>
              </a:r>
              <a:endParaRPr lang="ru-RU" altLang="en-US" sz="1200" b="0" baseline="-25000"/>
            </a:p>
          </p:txBody>
        </p:sp>
        <p:sp>
          <p:nvSpPr>
            <p:cNvPr id="69683" name="Text Box 80">
              <a:extLst>
                <a:ext uri="{FF2B5EF4-FFF2-40B4-BE49-F238E27FC236}">
                  <a16:creationId xmlns:a16="http://schemas.microsoft.com/office/drawing/2014/main" id="{C2416F74-ED3D-046D-3933-A187687C5D10}"/>
                </a:ext>
              </a:extLst>
            </p:cNvPr>
            <p:cNvSpPr txBox="1">
              <a:spLocks noChangeArrowheads="1"/>
            </p:cNvSpPr>
            <p:nvPr/>
          </p:nvSpPr>
          <p:spPr bwMode="auto">
            <a:xfrm>
              <a:off x="3315" y="2280"/>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D</a:t>
              </a:r>
              <a:r>
                <a:rPr lang="en-US" altLang="en-US" sz="1200" b="0" baseline="-25000"/>
                <a:t>0</a:t>
              </a:r>
              <a:endParaRPr lang="ru-RU" altLang="en-US" sz="1200" b="0" baseline="-25000"/>
            </a:p>
          </p:txBody>
        </p:sp>
        <p:sp>
          <p:nvSpPr>
            <p:cNvPr id="69684" name="Text Box 81">
              <a:extLst>
                <a:ext uri="{FF2B5EF4-FFF2-40B4-BE49-F238E27FC236}">
                  <a16:creationId xmlns:a16="http://schemas.microsoft.com/office/drawing/2014/main" id="{59EC7127-4E6F-4856-F474-92936C2938AC}"/>
                </a:ext>
              </a:extLst>
            </p:cNvPr>
            <p:cNvSpPr txBox="1">
              <a:spLocks noChangeArrowheads="1"/>
            </p:cNvSpPr>
            <p:nvPr/>
          </p:nvSpPr>
          <p:spPr bwMode="auto">
            <a:xfrm>
              <a:off x="5326" y="1760"/>
              <a:ext cx="36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A</a:t>
              </a:r>
              <a:r>
                <a:rPr lang="en-US" altLang="en-US" sz="1200" b="0" baseline="-25000"/>
                <a:t>1</a:t>
              </a:r>
              <a:endParaRPr lang="ru-RU" altLang="en-US" sz="1200" b="0" baseline="-25000"/>
            </a:p>
          </p:txBody>
        </p:sp>
        <p:sp>
          <p:nvSpPr>
            <p:cNvPr id="69685" name="Text Box 83">
              <a:extLst>
                <a:ext uri="{FF2B5EF4-FFF2-40B4-BE49-F238E27FC236}">
                  <a16:creationId xmlns:a16="http://schemas.microsoft.com/office/drawing/2014/main" id="{96043141-5955-B125-5006-482CDD313EB3}"/>
                </a:ext>
              </a:extLst>
            </p:cNvPr>
            <p:cNvSpPr txBox="1">
              <a:spLocks noChangeArrowheads="1"/>
            </p:cNvSpPr>
            <p:nvPr/>
          </p:nvSpPr>
          <p:spPr bwMode="auto">
            <a:xfrm>
              <a:off x="5390" y="2168"/>
              <a:ext cx="25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G</a:t>
              </a:r>
              <a:endParaRPr lang="ru-RU" altLang="en-US" sz="1200" b="0"/>
            </a:p>
          </p:txBody>
        </p:sp>
      </p:grpSp>
      <p:graphicFrame>
        <p:nvGraphicFramePr>
          <p:cNvPr id="42" name="Table 41">
            <a:extLst>
              <a:ext uri="{FF2B5EF4-FFF2-40B4-BE49-F238E27FC236}">
                <a16:creationId xmlns:a16="http://schemas.microsoft.com/office/drawing/2014/main" id="{7C6949D4-8BC3-4350-90DD-941E5CACFFC8}"/>
              </a:ext>
            </a:extLst>
          </p:cNvPr>
          <p:cNvGraphicFramePr>
            <a:graphicFrameLocks noGrp="1"/>
          </p:cNvGraphicFramePr>
          <p:nvPr>
            <p:extLst>
              <p:ext uri="{D42A27DB-BD31-4B8C-83A1-F6EECF244321}">
                <p14:modId xmlns:p14="http://schemas.microsoft.com/office/powerpoint/2010/main" val="1009677662"/>
              </p:ext>
            </p:extLst>
          </p:nvPr>
        </p:nvGraphicFramePr>
        <p:xfrm>
          <a:off x="4197350" y="1925639"/>
          <a:ext cx="2655888" cy="2224086"/>
        </p:xfrm>
        <a:graphic>
          <a:graphicData uri="http://schemas.openxmlformats.org/drawingml/2006/table">
            <a:tbl>
              <a:tblPr firstRow="1" bandRow="1">
                <a:tableStyleId>{5C22544A-7EE6-4342-B048-85BDC9FD1C3A}</a:tableStyleId>
              </a:tblPr>
              <a:tblGrid>
                <a:gridCol w="1327944">
                  <a:extLst>
                    <a:ext uri="{9D8B030D-6E8A-4147-A177-3AD203B41FA5}">
                      <a16:colId xmlns:a16="http://schemas.microsoft.com/office/drawing/2014/main" val="20000"/>
                    </a:ext>
                  </a:extLst>
                </a:gridCol>
                <a:gridCol w="1327944">
                  <a:extLst>
                    <a:ext uri="{9D8B030D-6E8A-4147-A177-3AD203B41FA5}">
                      <a16:colId xmlns:a16="http://schemas.microsoft.com/office/drawing/2014/main" val="20001"/>
                    </a:ext>
                  </a:extLst>
                </a:gridCol>
              </a:tblGrid>
              <a:tr h="3706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D</a:t>
                      </a:r>
                      <a:r>
                        <a:rPr kumimoji="0" lang="en-US" sz="1800" b="0" i="0" u="none" strike="noStrike" cap="none" normalizeH="0" baseline="-25000" dirty="0">
                          <a:ln>
                            <a:noFill/>
                          </a:ln>
                          <a:solidFill>
                            <a:schemeClr val="bg1"/>
                          </a:solidFill>
                          <a:effectLst/>
                          <a:latin typeface="Arial" charset="0"/>
                          <a:cs typeface="Arial" charset="0"/>
                        </a:rPr>
                        <a:t>0</a:t>
                      </a:r>
                      <a:r>
                        <a:rPr kumimoji="0" lang="en-US" sz="1800" b="0" i="0" u="none" strike="noStrike" cap="none" normalizeH="0" baseline="0" dirty="0">
                          <a:ln>
                            <a:noFill/>
                          </a:ln>
                          <a:solidFill>
                            <a:schemeClr val="bg1"/>
                          </a:solidFill>
                          <a:effectLst/>
                          <a:latin typeface="Arial" charset="0"/>
                          <a:cs typeface="Arial" charset="0"/>
                        </a:rPr>
                        <a:t>D</a:t>
                      </a:r>
                      <a:r>
                        <a:rPr kumimoji="0" lang="en-US" sz="1800" b="0" i="0" u="none" strike="noStrike" cap="none" normalizeH="0" baseline="-25000" dirty="0">
                          <a:ln>
                            <a:noFill/>
                          </a:ln>
                          <a:solidFill>
                            <a:schemeClr val="bg1"/>
                          </a:solidFill>
                          <a:effectLst/>
                          <a:latin typeface="Arial" charset="0"/>
                          <a:cs typeface="Arial" charset="0"/>
                        </a:rPr>
                        <a:t>1</a:t>
                      </a:r>
                      <a:r>
                        <a:rPr kumimoji="0" lang="en-US" sz="1800" b="0" i="0" u="none" strike="noStrike" cap="none" normalizeH="0" baseline="0" dirty="0">
                          <a:ln>
                            <a:noFill/>
                          </a:ln>
                          <a:solidFill>
                            <a:schemeClr val="bg1"/>
                          </a:solidFill>
                          <a:effectLst/>
                          <a:latin typeface="Arial" charset="0"/>
                          <a:cs typeface="Arial" charset="0"/>
                        </a:rPr>
                        <a:t>D</a:t>
                      </a:r>
                      <a:r>
                        <a:rPr kumimoji="0" lang="en-US" sz="1800" b="0" i="0" u="none" strike="noStrike" cap="none" normalizeH="0" baseline="-25000" dirty="0">
                          <a:ln>
                            <a:noFill/>
                          </a:ln>
                          <a:solidFill>
                            <a:schemeClr val="bg1"/>
                          </a:solidFill>
                          <a:effectLst/>
                          <a:latin typeface="Arial" charset="0"/>
                          <a:cs typeface="Arial" charset="0"/>
                        </a:rPr>
                        <a:t>2</a:t>
                      </a:r>
                      <a:r>
                        <a:rPr kumimoji="0" lang="en-US" sz="1800" b="0" i="0" u="none" strike="noStrike" cap="none" normalizeH="0" baseline="0" dirty="0">
                          <a:ln>
                            <a:noFill/>
                          </a:ln>
                          <a:solidFill>
                            <a:schemeClr val="bg1"/>
                          </a:solidFill>
                          <a:effectLst/>
                          <a:latin typeface="Arial" charset="0"/>
                          <a:cs typeface="Arial" charset="0"/>
                        </a:rPr>
                        <a:t>D</a:t>
                      </a:r>
                      <a:r>
                        <a:rPr kumimoji="0" lang="en-US" sz="1800" b="0" i="0" u="none" strike="noStrike" cap="none" normalizeH="0" baseline="-25000" dirty="0">
                          <a:ln>
                            <a:noFill/>
                          </a:ln>
                          <a:solidFill>
                            <a:schemeClr val="bg1"/>
                          </a:solidFill>
                          <a:effectLst/>
                          <a:latin typeface="Arial" charset="0"/>
                          <a:cs typeface="Arial" charset="0"/>
                        </a:rPr>
                        <a:t>3</a:t>
                      </a:r>
                      <a:endParaRPr kumimoji="0" lang="ru-RU" sz="1800" b="0" i="0" u="none" strike="noStrike" cap="none" normalizeH="0" baseline="0" dirty="0">
                        <a:ln>
                          <a:noFill/>
                        </a:ln>
                        <a:solidFill>
                          <a:schemeClr val="bg1"/>
                        </a:solidFill>
                        <a:effectLst/>
                        <a:latin typeface="Arial" charset="0"/>
                        <a:cs typeface="Arial" charset="0"/>
                      </a:endParaRPr>
                    </a:p>
                  </a:txBody>
                  <a:tcPr marL="91432" marR="91432" marT="45700" marB="4570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A</a:t>
                      </a:r>
                      <a:r>
                        <a:rPr kumimoji="0" lang="en-US" sz="1800" b="0" i="0" u="none" strike="noStrike" cap="none" normalizeH="0" baseline="-25000" dirty="0">
                          <a:ln>
                            <a:noFill/>
                          </a:ln>
                          <a:solidFill>
                            <a:schemeClr val="bg1"/>
                          </a:solidFill>
                          <a:effectLst/>
                          <a:latin typeface="Arial" charset="0"/>
                          <a:cs typeface="Arial" charset="0"/>
                        </a:rPr>
                        <a:t>1</a:t>
                      </a:r>
                      <a:r>
                        <a:rPr kumimoji="0" lang="en-US" sz="1800" b="0" i="0" u="none" strike="noStrike" cap="none" normalizeH="0" baseline="0" dirty="0">
                          <a:ln>
                            <a:noFill/>
                          </a:ln>
                          <a:solidFill>
                            <a:schemeClr val="bg1"/>
                          </a:solidFill>
                          <a:effectLst/>
                          <a:latin typeface="Arial" charset="0"/>
                          <a:cs typeface="Arial" charset="0"/>
                        </a:rPr>
                        <a:t>A</a:t>
                      </a:r>
                      <a:r>
                        <a:rPr kumimoji="0" lang="en-US" sz="1800" b="0" i="0" u="none" strike="noStrike" cap="none" normalizeH="0" baseline="-25000" dirty="0">
                          <a:ln>
                            <a:noFill/>
                          </a:ln>
                          <a:solidFill>
                            <a:schemeClr val="bg1"/>
                          </a:solidFill>
                          <a:effectLst/>
                          <a:latin typeface="Arial" charset="0"/>
                          <a:cs typeface="Arial" charset="0"/>
                        </a:rPr>
                        <a:t>0</a:t>
                      </a:r>
                      <a:r>
                        <a:rPr kumimoji="0" lang="en-US" sz="1800" b="0" i="0" u="none" strike="noStrike" cap="none" normalizeH="0" baseline="0" dirty="0">
                          <a:ln>
                            <a:noFill/>
                          </a:ln>
                          <a:solidFill>
                            <a:schemeClr val="bg1"/>
                          </a:solidFill>
                          <a:effectLst/>
                          <a:latin typeface="Arial" charset="0"/>
                          <a:cs typeface="Arial" charset="0"/>
                        </a:rPr>
                        <a:t> G</a:t>
                      </a:r>
                      <a:endParaRPr kumimoji="0" lang="ru-RU" sz="1800" b="0" i="0" u="none" strike="noStrike" cap="none" normalizeH="0" baseline="0" dirty="0">
                        <a:ln>
                          <a:noFill/>
                        </a:ln>
                        <a:solidFill>
                          <a:schemeClr val="bg1"/>
                        </a:solidFill>
                        <a:effectLst/>
                        <a:latin typeface="Arial" charset="0"/>
                        <a:cs typeface="Arial" charset="0"/>
                      </a:endParaRPr>
                    </a:p>
                  </a:txBody>
                  <a:tcPr marL="91432" marR="91432" marT="45700" marB="45700" horzOverflow="overflow"/>
                </a:tc>
                <a:extLst>
                  <a:ext uri="{0D108BD9-81ED-4DB2-BD59-A6C34878D82A}">
                    <a16:rowId xmlns:a16="http://schemas.microsoft.com/office/drawing/2014/main" val="10000"/>
                  </a:ext>
                </a:extLst>
              </a:tr>
              <a:tr h="3706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x   x   x   1</a:t>
                      </a: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00" marB="4570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1  1  1</a:t>
                      </a:r>
                      <a:endParaRPr kumimoji="0" lang="ru-RU" sz="1800" b="0" i="0" u="none" strike="noStrike" cap="none" normalizeH="0" baseline="0">
                        <a:ln>
                          <a:noFill/>
                        </a:ln>
                        <a:solidFill>
                          <a:schemeClr val="tx1"/>
                        </a:solidFill>
                        <a:effectLst/>
                        <a:latin typeface="Arial" charset="0"/>
                        <a:cs typeface="Arial" charset="0"/>
                      </a:endParaRPr>
                    </a:p>
                  </a:txBody>
                  <a:tcPr marL="91432" marR="91432" marT="45700" marB="45700" horzOverflow="overflow"/>
                </a:tc>
                <a:extLst>
                  <a:ext uri="{0D108BD9-81ED-4DB2-BD59-A6C34878D82A}">
                    <a16:rowId xmlns:a16="http://schemas.microsoft.com/office/drawing/2014/main" val="10001"/>
                  </a:ext>
                </a:extLst>
              </a:tr>
              <a:tr h="3706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x   x   1   0</a:t>
                      </a: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00" marB="4570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1  0  1</a:t>
                      </a: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00" marB="45700" horzOverflow="overflow"/>
                </a:tc>
                <a:extLst>
                  <a:ext uri="{0D108BD9-81ED-4DB2-BD59-A6C34878D82A}">
                    <a16:rowId xmlns:a16="http://schemas.microsoft.com/office/drawing/2014/main" val="10002"/>
                  </a:ext>
                </a:extLst>
              </a:tr>
              <a:tr h="3706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x   1   0   0</a:t>
                      </a:r>
                      <a:endParaRPr kumimoji="0" lang="ru-RU" sz="1800" b="0" i="0" u="none" strike="noStrike" cap="none" normalizeH="0" baseline="0">
                        <a:ln>
                          <a:noFill/>
                        </a:ln>
                        <a:solidFill>
                          <a:schemeClr val="tx1"/>
                        </a:solidFill>
                        <a:effectLst/>
                        <a:latin typeface="Arial" charset="0"/>
                        <a:cs typeface="Arial" charset="0"/>
                      </a:endParaRPr>
                    </a:p>
                  </a:txBody>
                  <a:tcPr marL="91432" marR="91432" marT="45700" marB="4570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0  1  1</a:t>
                      </a: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00" marB="45700" horzOverflow="overflow"/>
                </a:tc>
                <a:extLst>
                  <a:ext uri="{0D108BD9-81ED-4DB2-BD59-A6C34878D82A}">
                    <a16:rowId xmlns:a16="http://schemas.microsoft.com/office/drawing/2014/main" val="10003"/>
                  </a:ext>
                </a:extLst>
              </a:tr>
              <a:tr h="3706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1   0   0   0 </a:t>
                      </a:r>
                      <a:endParaRPr kumimoji="0" lang="ru-RU" sz="1800" b="0" i="0" u="none" strike="noStrike" cap="none" normalizeH="0" baseline="0">
                        <a:ln>
                          <a:noFill/>
                        </a:ln>
                        <a:solidFill>
                          <a:schemeClr val="tx1"/>
                        </a:solidFill>
                        <a:effectLst/>
                        <a:latin typeface="Arial" charset="0"/>
                        <a:cs typeface="Arial" charset="0"/>
                      </a:endParaRPr>
                    </a:p>
                  </a:txBody>
                  <a:tcPr marL="91432" marR="91432" marT="45700" marB="4570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0  0  1</a:t>
                      </a:r>
                      <a:endParaRPr kumimoji="0" lang="ru-RU" sz="1800" b="0" i="0" u="none" strike="noStrike" cap="none" normalizeH="0" baseline="0">
                        <a:ln>
                          <a:noFill/>
                        </a:ln>
                        <a:solidFill>
                          <a:schemeClr val="tx1"/>
                        </a:solidFill>
                        <a:effectLst/>
                        <a:latin typeface="Arial" charset="0"/>
                        <a:cs typeface="Arial" charset="0"/>
                      </a:endParaRPr>
                    </a:p>
                  </a:txBody>
                  <a:tcPr marL="91432" marR="91432" marT="45700" marB="45700" horzOverflow="overflow"/>
                </a:tc>
                <a:extLst>
                  <a:ext uri="{0D108BD9-81ED-4DB2-BD59-A6C34878D82A}">
                    <a16:rowId xmlns:a16="http://schemas.microsoft.com/office/drawing/2014/main" val="10004"/>
                  </a:ext>
                </a:extLst>
              </a:tr>
              <a:tr h="3706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0   0   0   0 </a:t>
                      </a: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00" marB="4570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0  0  0</a:t>
                      </a:r>
                      <a:endParaRPr kumimoji="0" lang="ru-RU" sz="1800" b="0" i="0" u="none" strike="noStrike" cap="none" normalizeH="0" baseline="0" dirty="0">
                        <a:ln>
                          <a:noFill/>
                        </a:ln>
                        <a:solidFill>
                          <a:schemeClr val="tx1"/>
                        </a:solidFill>
                        <a:effectLst/>
                        <a:latin typeface="Arial" charset="0"/>
                        <a:cs typeface="Arial" charset="0"/>
                      </a:endParaRPr>
                    </a:p>
                  </a:txBody>
                  <a:tcPr marL="91432" marR="91432" marT="45700" marB="45700" horzOverflow="overflow"/>
                </a:tc>
                <a:extLst>
                  <a:ext uri="{0D108BD9-81ED-4DB2-BD59-A6C34878D82A}">
                    <a16:rowId xmlns:a16="http://schemas.microsoft.com/office/drawing/2014/main" val="10005"/>
                  </a:ext>
                </a:extLst>
              </a:tr>
            </a:tbl>
          </a:graphicData>
        </a:graphic>
      </p:graphicFrame>
      <p:sp>
        <p:nvSpPr>
          <p:cNvPr id="69661" name="TextBox 38">
            <a:extLst>
              <a:ext uri="{FF2B5EF4-FFF2-40B4-BE49-F238E27FC236}">
                <a16:creationId xmlns:a16="http://schemas.microsoft.com/office/drawing/2014/main" id="{7207C29D-EC45-28FD-17E4-FFB7E7B754B5}"/>
              </a:ext>
            </a:extLst>
          </p:cNvPr>
          <p:cNvSpPr txBox="1">
            <a:spLocks noChangeArrowheads="1"/>
          </p:cNvSpPr>
          <p:nvPr/>
        </p:nvSpPr>
        <p:spPr bwMode="auto">
          <a:xfrm>
            <a:off x="7034213" y="3670300"/>
            <a:ext cx="3040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D</a:t>
            </a:r>
            <a:r>
              <a:rPr lang="en-US" altLang="en-US" sz="2000" b="0" baseline="-25000"/>
              <a:t>3</a:t>
            </a:r>
            <a:r>
              <a:rPr lang="en-US" altLang="en-US" sz="2000" b="0"/>
              <a:t>  - highest priority</a:t>
            </a:r>
            <a:endParaRPr lang="en-GB" altLang="en-US" sz="2000" b="0"/>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43" name="Title 58">
            <a:extLst>
              <a:ext uri="{FF2B5EF4-FFF2-40B4-BE49-F238E27FC236}">
                <a16:creationId xmlns:a16="http://schemas.microsoft.com/office/drawing/2014/main" id="{4813CE79-EBF2-4F8F-A76E-0B17409409A5}"/>
              </a:ext>
            </a:extLst>
          </p:cNvPr>
          <p:cNvSpPr>
            <a:spLocks noGrp="1"/>
          </p:cNvSpPr>
          <p:nvPr>
            <p:ph type="title"/>
          </p:nvPr>
        </p:nvSpPr>
        <p:spPr>
          <a:xfrm>
            <a:off x="-1" y="183402"/>
            <a:ext cx="11612880" cy="704088"/>
          </a:xfrm>
        </p:spPr>
        <p:txBody>
          <a:bodyPr>
            <a:normAutofit/>
          </a:bodyPr>
          <a:lstStyle/>
          <a:p>
            <a:r>
              <a:rPr lang="en-US" dirty="0"/>
              <a:t>Priority Encoder 4-to-2</a:t>
            </a:r>
          </a:p>
        </p:txBody>
      </p:sp>
      <p:grpSp>
        <p:nvGrpSpPr>
          <p:cNvPr id="71683" name="Group 13">
            <a:extLst>
              <a:ext uri="{FF2B5EF4-FFF2-40B4-BE49-F238E27FC236}">
                <a16:creationId xmlns:a16="http://schemas.microsoft.com/office/drawing/2014/main" id="{58F710B6-5834-C677-5AB2-93BA384A957B}"/>
              </a:ext>
            </a:extLst>
          </p:cNvPr>
          <p:cNvGrpSpPr>
            <a:grpSpLocks/>
          </p:cNvGrpSpPr>
          <p:nvPr/>
        </p:nvGrpSpPr>
        <p:grpSpPr bwMode="auto">
          <a:xfrm>
            <a:off x="2667000" y="2819400"/>
            <a:ext cx="5526088" cy="2508250"/>
            <a:chOff x="1622867" y="2012950"/>
            <a:chExt cx="5525609" cy="2508903"/>
          </a:xfrm>
        </p:grpSpPr>
        <p:sp>
          <p:nvSpPr>
            <p:cNvPr id="71685" name="Line 17">
              <a:extLst>
                <a:ext uri="{FF2B5EF4-FFF2-40B4-BE49-F238E27FC236}">
                  <a16:creationId xmlns:a16="http://schemas.microsoft.com/office/drawing/2014/main" id="{F2C3B8CE-3BE2-8E19-BB2D-A06DC810F46B}"/>
                </a:ext>
              </a:extLst>
            </p:cNvPr>
            <p:cNvSpPr>
              <a:spLocks noChangeShapeType="1"/>
            </p:cNvSpPr>
            <p:nvPr/>
          </p:nvSpPr>
          <p:spPr bwMode="auto">
            <a:xfrm>
              <a:off x="2081213" y="2198688"/>
              <a:ext cx="3454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6" name="Line 18">
              <a:extLst>
                <a:ext uri="{FF2B5EF4-FFF2-40B4-BE49-F238E27FC236}">
                  <a16:creationId xmlns:a16="http://schemas.microsoft.com/office/drawing/2014/main" id="{838679F6-D06B-FC6B-72A0-4EECE650BF81}"/>
                </a:ext>
              </a:extLst>
            </p:cNvPr>
            <p:cNvSpPr>
              <a:spLocks noChangeShapeType="1"/>
            </p:cNvSpPr>
            <p:nvPr/>
          </p:nvSpPr>
          <p:spPr bwMode="auto">
            <a:xfrm>
              <a:off x="2081213" y="3024188"/>
              <a:ext cx="1800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 name="Group 19">
              <a:extLst>
                <a:ext uri="{FF2B5EF4-FFF2-40B4-BE49-F238E27FC236}">
                  <a16:creationId xmlns:a16="http://schemas.microsoft.com/office/drawing/2014/main" id="{01462AD9-AF91-4F70-B028-714197942369}"/>
                </a:ext>
              </a:extLst>
            </p:cNvPr>
            <p:cNvGrpSpPr>
              <a:grpSpLocks/>
            </p:cNvGrpSpPr>
            <p:nvPr/>
          </p:nvGrpSpPr>
          <p:grpSpPr bwMode="auto">
            <a:xfrm>
              <a:off x="3192278" y="2381250"/>
              <a:ext cx="534987" cy="457200"/>
              <a:chOff x="894" y="2448"/>
              <a:chExt cx="337" cy="288"/>
            </a:xfrm>
            <a:solidFill>
              <a:schemeClr val="accent4">
                <a:lumMod val="40000"/>
                <a:lumOff val="60000"/>
              </a:schemeClr>
            </a:solidFill>
          </p:grpSpPr>
          <p:sp>
            <p:nvSpPr>
              <p:cNvPr id="27711" name="AutoShape 20">
                <a:extLst>
                  <a:ext uri="{FF2B5EF4-FFF2-40B4-BE49-F238E27FC236}">
                    <a16:creationId xmlns:a16="http://schemas.microsoft.com/office/drawing/2014/main" id="{18F9029D-1FC2-4618-83BF-CBC906F9D406}"/>
                  </a:ext>
                </a:extLst>
              </p:cNvPr>
              <p:cNvSpPr>
                <a:spLocks noChangeArrowheads="1"/>
              </p:cNvSpPr>
              <p:nvPr/>
            </p:nvSpPr>
            <p:spPr bwMode="auto">
              <a:xfrm rot="5400000">
                <a:off x="879" y="2463"/>
                <a:ext cx="288" cy="258"/>
              </a:xfrm>
              <a:prstGeom prst="triangle">
                <a:avLst>
                  <a:gd name="adj" fmla="val 50000"/>
                </a:avLst>
              </a:prstGeom>
              <a:solidFill>
                <a:schemeClr val="accent1"/>
              </a:solidFill>
              <a:ln w="254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27712" name="Oval 21">
                <a:extLst>
                  <a:ext uri="{FF2B5EF4-FFF2-40B4-BE49-F238E27FC236}">
                    <a16:creationId xmlns:a16="http://schemas.microsoft.com/office/drawing/2014/main" id="{B8D9D8B2-39BD-44D1-B1C4-B46F27725C39}"/>
                  </a:ext>
                </a:extLst>
              </p:cNvPr>
              <p:cNvSpPr>
                <a:spLocks noChangeArrowheads="1"/>
              </p:cNvSpPr>
              <p:nvPr/>
            </p:nvSpPr>
            <p:spPr bwMode="auto">
              <a:xfrm>
                <a:off x="1154" y="2558"/>
                <a:ext cx="77" cy="77"/>
              </a:xfrm>
              <a:prstGeom prst="ellipse">
                <a:avLst/>
              </a:prstGeom>
              <a:solidFill>
                <a:schemeClr val="accent1"/>
              </a:solidFill>
              <a:ln w="25400">
                <a:solidFill>
                  <a:schemeClr val="tx1"/>
                </a:solidFill>
                <a:round/>
                <a:headEnd/>
                <a:tailEnd/>
              </a:ln>
            </p:spPr>
            <p:txBody>
              <a:bodyPr wrap="none" anchor="ctr"/>
              <a:lstStyle/>
              <a:p>
                <a:pPr eaLnBrk="1" hangingPunct="1">
                  <a:defRPr/>
                </a:pPr>
                <a:endParaRPr lang="en-US" dirty="0">
                  <a:latin typeface="Arial" charset="0"/>
                </a:endParaRPr>
              </a:p>
            </p:txBody>
          </p:sp>
        </p:grpSp>
        <p:sp>
          <p:nvSpPr>
            <p:cNvPr id="71688" name="Line 31">
              <a:extLst>
                <a:ext uri="{FF2B5EF4-FFF2-40B4-BE49-F238E27FC236}">
                  <a16:creationId xmlns:a16="http://schemas.microsoft.com/office/drawing/2014/main" id="{8B131197-5B8B-861F-2AB7-14786D39DC35}"/>
                </a:ext>
              </a:extLst>
            </p:cNvPr>
            <p:cNvSpPr>
              <a:spLocks noChangeShapeType="1"/>
            </p:cNvSpPr>
            <p:nvPr/>
          </p:nvSpPr>
          <p:spPr bwMode="auto">
            <a:xfrm flipV="1">
              <a:off x="2114008" y="4356869"/>
              <a:ext cx="3474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9" name="Line 43">
              <a:extLst>
                <a:ext uri="{FF2B5EF4-FFF2-40B4-BE49-F238E27FC236}">
                  <a16:creationId xmlns:a16="http://schemas.microsoft.com/office/drawing/2014/main" id="{2B247FB3-38F7-5F3A-A456-CC156120ABCB}"/>
                </a:ext>
              </a:extLst>
            </p:cNvPr>
            <p:cNvSpPr>
              <a:spLocks noChangeShapeType="1"/>
            </p:cNvSpPr>
            <p:nvPr/>
          </p:nvSpPr>
          <p:spPr bwMode="auto">
            <a:xfrm>
              <a:off x="3744205" y="2620440"/>
              <a:ext cx="5486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0" name="Line 47">
              <a:extLst>
                <a:ext uri="{FF2B5EF4-FFF2-40B4-BE49-F238E27FC236}">
                  <a16:creationId xmlns:a16="http://schemas.microsoft.com/office/drawing/2014/main" id="{2874B88E-67BD-2F79-1CFF-130EACF65DD1}"/>
                </a:ext>
              </a:extLst>
            </p:cNvPr>
            <p:cNvSpPr>
              <a:spLocks noChangeShapeType="1"/>
            </p:cNvSpPr>
            <p:nvPr/>
          </p:nvSpPr>
          <p:spPr bwMode="auto">
            <a:xfrm>
              <a:off x="2064088" y="2580248"/>
              <a:ext cx="10972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1" name="Line 48">
              <a:extLst>
                <a:ext uri="{FF2B5EF4-FFF2-40B4-BE49-F238E27FC236}">
                  <a16:creationId xmlns:a16="http://schemas.microsoft.com/office/drawing/2014/main" id="{E63716B0-7CEC-6E90-E755-AD4C594EFDF8}"/>
                </a:ext>
              </a:extLst>
            </p:cNvPr>
            <p:cNvSpPr>
              <a:spLocks noChangeShapeType="1"/>
            </p:cNvSpPr>
            <p:nvPr/>
          </p:nvSpPr>
          <p:spPr bwMode="auto">
            <a:xfrm>
              <a:off x="2572759" y="3689202"/>
              <a:ext cx="1828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2" name="Line 50">
              <a:extLst>
                <a:ext uri="{FF2B5EF4-FFF2-40B4-BE49-F238E27FC236}">
                  <a16:creationId xmlns:a16="http://schemas.microsoft.com/office/drawing/2014/main" id="{9AD9D6A3-7946-2E01-C899-86FC367E9114}"/>
                </a:ext>
              </a:extLst>
            </p:cNvPr>
            <p:cNvSpPr>
              <a:spLocks noChangeShapeType="1"/>
            </p:cNvSpPr>
            <p:nvPr/>
          </p:nvSpPr>
          <p:spPr bwMode="auto">
            <a:xfrm>
              <a:off x="2813481" y="2209800"/>
              <a:ext cx="0" cy="128016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1693" name="Line 51">
              <a:extLst>
                <a:ext uri="{FF2B5EF4-FFF2-40B4-BE49-F238E27FC236}">
                  <a16:creationId xmlns:a16="http://schemas.microsoft.com/office/drawing/2014/main" id="{D2605739-B45E-028C-3E0D-75ECD193CB0C}"/>
                </a:ext>
              </a:extLst>
            </p:cNvPr>
            <p:cNvSpPr>
              <a:spLocks noChangeShapeType="1"/>
            </p:cNvSpPr>
            <p:nvPr/>
          </p:nvSpPr>
          <p:spPr bwMode="auto">
            <a:xfrm>
              <a:off x="2563234" y="2590800"/>
              <a:ext cx="0" cy="109728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1694" name="Line 74">
              <a:extLst>
                <a:ext uri="{FF2B5EF4-FFF2-40B4-BE49-F238E27FC236}">
                  <a16:creationId xmlns:a16="http://schemas.microsoft.com/office/drawing/2014/main" id="{728E8DC2-86E1-9B5A-E3F7-D1B82197D154}"/>
                </a:ext>
              </a:extLst>
            </p:cNvPr>
            <p:cNvSpPr>
              <a:spLocks noChangeShapeType="1"/>
            </p:cNvSpPr>
            <p:nvPr/>
          </p:nvSpPr>
          <p:spPr bwMode="auto">
            <a:xfrm flipV="1">
              <a:off x="3886200" y="2843213"/>
              <a:ext cx="0" cy="179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5" name="Line 85">
              <a:extLst>
                <a:ext uri="{FF2B5EF4-FFF2-40B4-BE49-F238E27FC236}">
                  <a16:creationId xmlns:a16="http://schemas.microsoft.com/office/drawing/2014/main" id="{D7E448C3-338A-8B1F-500E-DCC24F9C0DD8}"/>
                </a:ext>
              </a:extLst>
            </p:cNvPr>
            <p:cNvSpPr>
              <a:spLocks noChangeShapeType="1"/>
            </p:cNvSpPr>
            <p:nvPr/>
          </p:nvSpPr>
          <p:spPr bwMode="auto">
            <a:xfrm>
              <a:off x="3886200" y="2846388"/>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6" name="Line 210">
              <a:extLst>
                <a:ext uri="{FF2B5EF4-FFF2-40B4-BE49-F238E27FC236}">
                  <a16:creationId xmlns:a16="http://schemas.microsoft.com/office/drawing/2014/main" id="{7FEDDECC-0EA4-19E9-B107-3998CEB8D912}"/>
                </a:ext>
              </a:extLst>
            </p:cNvPr>
            <p:cNvSpPr>
              <a:spLocks noChangeShapeType="1"/>
            </p:cNvSpPr>
            <p:nvPr/>
          </p:nvSpPr>
          <p:spPr bwMode="auto">
            <a:xfrm>
              <a:off x="4787900" y="2749550"/>
              <a:ext cx="4016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7" name="Line 211">
              <a:extLst>
                <a:ext uri="{FF2B5EF4-FFF2-40B4-BE49-F238E27FC236}">
                  <a16:creationId xmlns:a16="http://schemas.microsoft.com/office/drawing/2014/main" id="{6E10A4B3-BCA0-1874-6EFF-19487FA9D9E5}"/>
                </a:ext>
              </a:extLst>
            </p:cNvPr>
            <p:cNvSpPr>
              <a:spLocks noChangeShapeType="1"/>
            </p:cNvSpPr>
            <p:nvPr/>
          </p:nvSpPr>
          <p:spPr bwMode="auto">
            <a:xfrm flipV="1">
              <a:off x="5181600" y="2487613"/>
              <a:ext cx="0" cy="265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8" name="Line 212">
              <a:extLst>
                <a:ext uri="{FF2B5EF4-FFF2-40B4-BE49-F238E27FC236}">
                  <a16:creationId xmlns:a16="http://schemas.microsoft.com/office/drawing/2014/main" id="{6BCC7B8C-999A-149D-3312-6B44814D9CB7}"/>
                </a:ext>
              </a:extLst>
            </p:cNvPr>
            <p:cNvSpPr>
              <a:spLocks noChangeShapeType="1"/>
            </p:cNvSpPr>
            <p:nvPr/>
          </p:nvSpPr>
          <p:spPr bwMode="auto">
            <a:xfrm>
              <a:off x="5181600" y="2487613"/>
              <a:ext cx="374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9" name="Line 285">
              <a:extLst>
                <a:ext uri="{FF2B5EF4-FFF2-40B4-BE49-F238E27FC236}">
                  <a16:creationId xmlns:a16="http://schemas.microsoft.com/office/drawing/2014/main" id="{AE854F6E-A91C-F618-460F-DF3CFF319D75}"/>
                </a:ext>
              </a:extLst>
            </p:cNvPr>
            <p:cNvSpPr>
              <a:spLocks noChangeShapeType="1"/>
            </p:cNvSpPr>
            <p:nvPr/>
          </p:nvSpPr>
          <p:spPr bwMode="auto">
            <a:xfrm>
              <a:off x="2311081" y="4215205"/>
              <a:ext cx="32918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0" name="Line 287">
              <a:extLst>
                <a:ext uri="{FF2B5EF4-FFF2-40B4-BE49-F238E27FC236}">
                  <a16:creationId xmlns:a16="http://schemas.microsoft.com/office/drawing/2014/main" id="{EC328C4F-A513-BB91-017D-6FDE7CAE4B3B}"/>
                </a:ext>
              </a:extLst>
            </p:cNvPr>
            <p:cNvSpPr>
              <a:spLocks noChangeShapeType="1"/>
            </p:cNvSpPr>
            <p:nvPr/>
          </p:nvSpPr>
          <p:spPr bwMode="auto">
            <a:xfrm>
              <a:off x="6118225" y="2343150"/>
              <a:ext cx="3587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1" name="Line 288">
              <a:extLst>
                <a:ext uri="{FF2B5EF4-FFF2-40B4-BE49-F238E27FC236}">
                  <a16:creationId xmlns:a16="http://schemas.microsoft.com/office/drawing/2014/main" id="{538AE290-FF77-BA31-ADFE-3BAD1B5930B1}"/>
                </a:ext>
              </a:extLst>
            </p:cNvPr>
            <p:cNvSpPr>
              <a:spLocks noChangeShapeType="1"/>
            </p:cNvSpPr>
            <p:nvPr/>
          </p:nvSpPr>
          <p:spPr bwMode="auto">
            <a:xfrm>
              <a:off x="4956120" y="3567475"/>
              <a:ext cx="15544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2" name="Text Box 290">
              <a:extLst>
                <a:ext uri="{FF2B5EF4-FFF2-40B4-BE49-F238E27FC236}">
                  <a16:creationId xmlns:a16="http://schemas.microsoft.com/office/drawing/2014/main" id="{A492226E-54D6-8372-BA62-0777F16EF82D}"/>
                </a:ext>
              </a:extLst>
            </p:cNvPr>
            <p:cNvSpPr txBox="1">
              <a:spLocks noChangeArrowheads="1"/>
            </p:cNvSpPr>
            <p:nvPr/>
          </p:nvSpPr>
          <p:spPr bwMode="auto">
            <a:xfrm>
              <a:off x="1627188" y="2012950"/>
              <a:ext cx="560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a:t>
              </a:r>
              <a:r>
                <a:rPr lang="en-US" altLang="en-US" sz="2000" b="0" baseline="-25000"/>
                <a:t>3</a:t>
              </a:r>
              <a:endParaRPr lang="ru-RU" altLang="en-US" sz="2000" b="0" baseline="-25000"/>
            </a:p>
          </p:txBody>
        </p:sp>
        <p:sp>
          <p:nvSpPr>
            <p:cNvPr id="71703" name="Text Box 291">
              <a:extLst>
                <a:ext uri="{FF2B5EF4-FFF2-40B4-BE49-F238E27FC236}">
                  <a16:creationId xmlns:a16="http://schemas.microsoft.com/office/drawing/2014/main" id="{F74A07CB-76C9-E1A2-2B2F-B52D3603E059}"/>
                </a:ext>
              </a:extLst>
            </p:cNvPr>
            <p:cNvSpPr txBox="1">
              <a:spLocks noChangeArrowheads="1"/>
            </p:cNvSpPr>
            <p:nvPr/>
          </p:nvSpPr>
          <p:spPr bwMode="auto">
            <a:xfrm>
              <a:off x="1661553" y="2803525"/>
              <a:ext cx="619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a:t>
              </a:r>
              <a:r>
                <a:rPr lang="en-US" altLang="en-US" sz="2000" baseline="-25000"/>
                <a:t>1</a:t>
              </a:r>
              <a:endParaRPr lang="ru-RU" altLang="en-US" sz="2000" b="0" baseline="-25000"/>
            </a:p>
          </p:txBody>
        </p:sp>
        <p:sp>
          <p:nvSpPr>
            <p:cNvPr id="71704" name="Text Box 292">
              <a:extLst>
                <a:ext uri="{FF2B5EF4-FFF2-40B4-BE49-F238E27FC236}">
                  <a16:creationId xmlns:a16="http://schemas.microsoft.com/office/drawing/2014/main" id="{034A7211-2A21-DC83-185B-D02C3E35E3FD}"/>
                </a:ext>
              </a:extLst>
            </p:cNvPr>
            <p:cNvSpPr txBox="1">
              <a:spLocks noChangeArrowheads="1"/>
            </p:cNvSpPr>
            <p:nvPr/>
          </p:nvSpPr>
          <p:spPr bwMode="auto">
            <a:xfrm>
              <a:off x="1675840" y="4124978"/>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a:t>
              </a:r>
              <a:r>
                <a:rPr lang="en-US" altLang="en-US" sz="2000" b="0" baseline="-25000"/>
                <a:t>0</a:t>
              </a:r>
              <a:endParaRPr lang="ru-RU" altLang="en-US" sz="2000" b="0" baseline="-25000"/>
            </a:p>
          </p:txBody>
        </p:sp>
        <p:sp>
          <p:nvSpPr>
            <p:cNvPr id="71705" name="Text Box 294">
              <a:extLst>
                <a:ext uri="{FF2B5EF4-FFF2-40B4-BE49-F238E27FC236}">
                  <a16:creationId xmlns:a16="http://schemas.microsoft.com/office/drawing/2014/main" id="{416C7F2F-6862-2EE4-DAD9-807E85F3ACF0}"/>
                </a:ext>
              </a:extLst>
            </p:cNvPr>
            <p:cNvSpPr txBox="1">
              <a:spLocks noChangeArrowheads="1"/>
            </p:cNvSpPr>
            <p:nvPr/>
          </p:nvSpPr>
          <p:spPr bwMode="auto">
            <a:xfrm>
              <a:off x="6623284" y="3969180"/>
              <a:ext cx="433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G</a:t>
              </a:r>
              <a:endParaRPr lang="ru-RU" altLang="en-US" sz="2000" b="0"/>
            </a:p>
          </p:txBody>
        </p:sp>
        <p:sp>
          <p:nvSpPr>
            <p:cNvPr id="71706" name="Text Box 295">
              <a:extLst>
                <a:ext uri="{FF2B5EF4-FFF2-40B4-BE49-F238E27FC236}">
                  <a16:creationId xmlns:a16="http://schemas.microsoft.com/office/drawing/2014/main" id="{27453A76-4706-BF20-DA0C-C340E747D3F0}"/>
                </a:ext>
              </a:extLst>
            </p:cNvPr>
            <p:cNvSpPr txBox="1">
              <a:spLocks noChangeArrowheads="1"/>
            </p:cNvSpPr>
            <p:nvPr/>
          </p:nvSpPr>
          <p:spPr bwMode="auto">
            <a:xfrm>
              <a:off x="6499244" y="2114513"/>
              <a:ext cx="596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r>
                <a:rPr lang="en-US" altLang="en-US" sz="2000" baseline="-25000"/>
                <a:t>0</a:t>
              </a:r>
              <a:endParaRPr lang="ru-RU" altLang="en-US" sz="2000" b="0" baseline="-25000"/>
            </a:p>
          </p:txBody>
        </p:sp>
        <p:sp>
          <p:nvSpPr>
            <p:cNvPr id="71707" name="Text Box 296">
              <a:extLst>
                <a:ext uri="{FF2B5EF4-FFF2-40B4-BE49-F238E27FC236}">
                  <a16:creationId xmlns:a16="http://schemas.microsoft.com/office/drawing/2014/main" id="{A3F8E641-6766-CA0E-B86D-50373B082EE1}"/>
                </a:ext>
              </a:extLst>
            </p:cNvPr>
            <p:cNvSpPr txBox="1">
              <a:spLocks noChangeArrowheads="1"/>
            </p:cNvSpPr>
            <p:nvPr/>
          </p:nvSpPr>
          <p:spPr bwMode="auto">
            <a:xfrm>
              <a:off x="6551576" y="3373905"/>
              <a:ext cx="596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r>
                <a:rPr lang="en-US" altLang="en-US" sz="2000" baseline="-25000"/>
                <a:t>1</a:t>
              </a:r>
              <a:endParaRPr lang="ru-RU" altLang="en-US" sz="2000" b="0" baseline="-25000"/>
            </a:p>
          </p:txBody>
        </p:sp>
        <p:sp>
          <p:nvSpPr>
            <p:cNvPr id="71708" name="AutoShape 305">
              <a:extLst>
                <a:ext uri="{FF2B5EF4-FFF2-40B4-BE49-F238E27FC236}">
                  <a16:creationId xmlns:a16="http://schemas.microsoft.com/office/drawing/2014/main" id="{62758F16-2A13-4AF6-5EA9-6575A38A695C}"/>
                </a:ext>
              </a:extLst>
            </p:cNvPr>
            <p:cNvSpPr>
              <a:spLocks noChangeArrowheads="1"/>
            </p:cNvSpPr>
            <p:nvPr/>
          </p:nvSpPr>
          <p:spPr bwMode="auto">
            <a:xfrm flipH="1">
              <a:off x="5508730" y="2068527"/>
              <a:ext cx="609547" cy="576412"/>
            </a:xfrm>
            <a:prstGeom prst="moon">
              <a:avLst>
                <a:gd name="adj" fmla="val 875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71709" name="AutoShape 304">
              <a:extLst>
                <a:ext uri="{FF2B5EF4-FFF2-40B4-BE49-F238E27FC236}">
                  <a16:creationId xmlns:a16="http://schemas.microsoft.com/office/drawing/2014/main" id="{B99C5599-C990-A054-9508-9003EEE3C52E}"/>
                </a:ext>
              </a:extLst>
            </p:cNvPr>
            <p:cNvSpPr>
              <a:spLocks noChangeArrowheads="1"/>
            </p:cNvSpPr>
            <p:nvPr/>
          </p:nvSpPr>
          <p:spPr bwMode="auto">
            <a:xfrm flipH="1">
              <a:off x="4313447" y="3291221"/>
              <a:ext cx="609547" cy="558945"/>
            </a:xfrm>
            <a:prstGeom prst="moon">
              <a:avLst>
                <a:gd name="adj" fmla="val 875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71710" name="AutoShape 304">
              <a:extLst>
                <a:ext uri="{FF2B5EF4-FFF2-40B4-BE49-F238E27FC236}">
                  <a16:creationId xmlns:a16="http://schemas.microsoft.com/office/drawing/2014/main" id="{8B29F0F8-5736-B0EE-1548-A784AA0D1BA2}"/>
                </a:ext>
              </a:extLst>
            </p:cNvPr>
            <p:cNvSpPr>
              <a:spLocks noChangeArrowheads="1"/>
            </p:cNvSpPr>
            <p:nvPr/>
          </p:nvSpPr>
          <p:spPr bwMode="auto">
            <a:xfrm flipH="1">
              <a:off x="5565875" y="3900979"/>
              <a:ext cx="549227" cy="558945"/>
            </a:xfrm>
            <a:prstGeom prst="moon">
              <a:avLst>
                <a:gd name="adj" fmla="val 875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71711" name="AutoShape 57">
              <a:extLst>
                <a:ext uri="{FF2B5EF4-FFF2-40B4-BE49-F238E27FC236}">
                  <a16:creationId xmlns:a16="http://schemas.microsoft.com/office/drawing/2014/main" id="{A882251E-C16D-14FE-A4B9-0F24884033A1}"/>
                </a:ext>
              </a:extLst>
            </p:cNvPr>
            <p:cNvSpPr>
              <a:spLocks noChangeArrowheads="1"/>
            </p:cNvSpPr>
            <p:nvPr/>
          </p:nvSpPr>
          <p:spPr bwMode="auto">
            <a:xfrm>
              <a:off x="4319796" y="2475033"/>
              <a:ext cx="457160" cy="547830"/>
            </a:xfrm>
            <a:prstGeom prst="flowChartDelay">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71712" name="Line 48">
              <a:extLst>
                <a:ext uri="{FF2B5EF4-FFF2-40B4-BE49-F238E27FC236}">
                  <a16:creationId xmlns:a16="http://schemas.microsoft.com/office/drawing/2014/main" id="{3A8BA817-8A48-0717-EB84-413EAA9D4FD5}"/>
                </a:ext>
              </a:extLst>
            </p:cNvPr>
            <p:cNvSpPr>
              <a:spLocks noChangeShapeType="1"/>
            </p:cNvSpPr>
            <p:nvPr/>
          </p:nvSpPr>
          <p:spPr bwMode="auto">
            <a:xfrm>
              <a:off x="2823959" y="3474042"/>
              <a:ext cx="15544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3" name="Text Box 291">
              <a:extLst>
                <a:ext uri="{FF2B5EF4-FFF2-40B4-BE49-F238E27FC236}">
                  <a16:creationId xmlns:a16="http://schemas.microsoft.com/office/drawing/2014/main" id="{BC5CB3AA-9664-A0C5-795C-683073FF4632}"/>
                </a:ext>
              </a:extLst>
            </p:cNvPr>
            <p:cNvSpPr txBox="1">
              <a:spLocks noChangeArrowheads="1"/>
            </p:cNvSpPr>
            <p:nvPr/>
          </p:nvSpPr>
          <p:spPr bwMode="auto">
            <a:xfrm>
              <a:off x="1622867" y="2361172"/>
              <a:ext cx="619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a:t>
              </a:r>
              <a:r>
                <a:rPr lang="en-US" altLang="en-US" sz="2000" b="0" baseline="-25000"/>
                <a:t>2</a:t>
              </a:r>
              <a:endParaRPr lang="ru-RU" altLang="en-US" sz="2000" b="0" baseline="-25000"/>
            </a:p>
          </p:txBody>
        </p:sp>
        <p:cxnSp>
          <p:nvCxnSpPr>
            <p:cNvPr id="5" name="Straight Connector 4">
              <a:extLst>
                <a:ext uri="{FF2B5EF4-FFF2-40B4-BE49-F238E27FC236}">
                  <a16:creationId xmlns:a16="http://schemas.microsoft.com/office/drawing/2014/main" id="{BA395500-7F5F-4138-83E5-ED3734D8AA7F}"/>
                </a:ext>
              </a:extLst>
            </p:cNvPr>
            <p:cNvCxnSpPr/>
            <p:nvPr/>
          </p:nvCxnSpPr>
          <p:spPr>
            <a:xfrm>
              <a:off x="5210306" y="3572281"/>
              <a:ext cx="0" cy="474787"/>
            </a:xfrm>
            <a:prstGeom prst="line">
              <a:avLst/>
            </a:prstGeom>
            <a:ln w="28575">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0630613-2699-4040-8D99-BFCE70E61CC2}"/>
                </a:ext>
              </a:extLst>
            </p:cNvPr>
            <p:cNvCxnSpPr/>
            <p:nvPr/>
          </p:nvCxnSpPr>
          <p:spPr>
            <a:xfrm>
              <a:off x="5210306" y="4050243"/>
              <a:ext cx="4111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1716" name="Line 289">
              <a:extLst>
                <a:ext uri="{FF2B5EF4-FFF2-40B4-BE49-F238E27FC236}">
                  <a16:creationId xmlns:a16="http://schemas.microsoft.com/office/drawing/2014/main" id="{D2AADA6E-A7FA-066A-7D7A-23F2FF34C3A5}"/>
                </a:ext>
              </a:extLst>
            </p:cNvPr>
            <p:cNvSpPr>
              <a:spLocks noChangeShapeType="1"/>
            </p:cNvSpPr>
            <p:nvPr/>
          </p:nvSpPr>
          <p:spPr bwMode="auto">
            <a:xfrm>
              <a:off x="6125528" y="4191000"/>
              <a:ext cx="4572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9" name="Straight Connector 8">
              <a:extLst>
                <a:ext uri="{FF2B5EF4-FFF2-40B4-BE49-F238E27FC236}">
                  <a16:creationId xmlns:a16="http://schemas.microsoft.com/office/drawing/2014/main" id="{37A8DADC-D3B2-46F0-ACC9-A09222284E4B}"/>
                </a:ext>
              </a:extLst>
            </p:cNvPr>
            <p:cNvCxnSpPr/>
            <p:nvPr/>
          </p:nvCxnSpPr>
          <p:spPr>
            <a:xfrm>
              <a:off x="2300671" y="3026039"/>
              <a:ext cx="0" cy="1189348"/>
            </a:xfrm>
            <a:prstGeom prst="line">
              <a:avLst/>
            </a:prstGeom>
            <a:ln w="28575">
              <a:solidFill>
                <a:schemeClr val="tx1"/>
              </a:solidFill>
              <a:headEnd type="diamond"/>
            </a:ln>
          </p:spPr>
          <p:style>
            <a:lnRef idx="1">
              <a:schemeClr val="accent1"/>
            </a:lnRef>
            <a:fillRef idx="0">
              <a:schemeClr val="accent1"/>
            </a:fillRef>
            <a:effectRef idx="0">
              <a:schemeClr val="accent1"/>
            </a:effectRef>
            <a:fontRef idx="minor">
              <a:schemeClr val="tx1"/>
            </a:fontRef>
          </p:style>
        </p:cxnSp>
      </p:grpSp>
      <p:sp>
        <p:nvSpPr>
          <p:cNvPr id="71684" name="TextBox 16">
            <a:extLst>
              <a:ext uri="{FF2B5EF4-FFF2-40B4-BE49-F238E27FC236}">
                <a16:creationId xmlns:a16="http://schemas.microsoft.com/office/drawing/2014/main" id="{99FFB604-2128-1827-A645-FDF988B3BF82}"/>
              </a:ext>
            </a:extLst>
          </p:cNvPr>
          <p:cNvSpPr txBox="1">
            <a:spLocks noChangeArrowheads="1"/>
          </p:cNvSpPr>
          <p:nvPr/>
        </p:nvSpPr>
        <p:spPr bwMode="auto">
          <a:xfrm>
            <a:off x="2378075" y="1484313"/>
            <a:ext cx="38481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Bef>
                <a:spcPts val="200"/>
              </a:spcBef>
            </a:pPr>
            <a:r>
              <a:rPr lang="en-US" altLang="en-US" sz="2000" b="0"/>
              <a:t>After  minimization</a:t>
            </a:r>
          </a:p>
          <a:p>
            <a:pPr>
              <a:spcBef>
                <a:spcPts val="200"/>
              </a:spcBef>
            </a:pPr>
            <a:r>
              <a:rPr lang="en-US" altLang="en-US" sz="2000" b="0"/>
              <a:t>A1=D3+D2;   A0=D3 + ~D2</a:t>
            </a:r>
            <a:r>
              <a:rPr lang="en-US" altLang="en-US" sz="2000" b="0">
                <a:sym typeface="Symbol" panose="05050102010706020507" pitchFamily="18" charset="2"/>
              </a:rPr>
              <a:t>D1;</a:t>
            </a:r>
          </a:p>
          <a:p>
            <a:pPr>
              <a:spcBef>
                <a:spcPts val="200"/>
              </a:spcBef>
            </a:pPr>
            <a:r>
              <a:rPr lang="en-US" altLang="en-US" sz="2000" b="0">
                <a:sym typeface="Symbol" panose="05050102010706020507" pitchFamily="18" charset="2"/>
              </a:rPr>
              <a:t>G= A1+D1+D0;</a:t>
            </a:r>
            <a:r>
              <a:rPr lang="en-US" altLang="en-US" sz="2000" b="0"/>
              <a:t>		</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a:extLst>
              <a:ext uri="{FF2B5EF4-FFF2-40B4-BE49-F238E27FC236}">
                <a16:creationId xmlns:a16="http://schemas.microsoft.com/office/drawing/2014/main" id="{C0323B19-CE25-D7B2-393D-0C2787B83925}"/>
              </a:ext>
            </a:extLst>
          </p:cNvPr>
          <p:cNvSpPr>
            <a:spLocks noGrp="1" noChangeArrowheads="1"/>
          </p:cNvSpPr>
          <p:nvPr>
            <p:ph type="title"/>
          </p:nvPr>
        </p:nvSpPr>
        <p:spPr>
          <a:xfrm>
            <a:off x="-1" y="183402"/>
            <a:ext cx="11612880" cy="704088"/>
          </a:xfrm>
        </p:spPr>
        <p:txBody>
          <a:bodyPr/>
          <a:lstStyle/>
          <a:p>
            <a:r>
              <a:rPr lang="en-US" altLang="en-US"/>
              <a:t>Priority Encoder </a:t>
            </a:r>
            <a:r>
              <a:rPr lang="ru-RU" altLang="en-US"/>
              <a:t>8</a:t>
            </a:r>
            <a:r>
              <a:rPr lang="en-US" altLang="en-US"/>
              <a:t>-to-</a:t>
            </a:r>
            <a:r>
              <a:rPr lang="ru-RU" altLang="en-US"/>
              <a:t>3</a:t>
            </a:r>
            <a:r>
              <a:rPr lang="en-US" altLang="en-US"/>
              <a:t> using for statement</a:t>
            </a:r>
            <a:endParaRPr lang="ru-RU" altLang="en-US"/>
          </a:p>
        </p:txBody>
      </p:sp>
      <p:sp>
        <p:nvSpPr>
          <p:cNvPr id="73731" name="Content Placeholder 4">
            <a:extLst>
              <a:ext uri="{FF2B5EF4-FFF2-40B4-BE49-F238E27FC236}">
                <a16:creationId xmlns:a16="http://schemas.microsoft.com/office/drawing/2014/main" id="{AA5A478C-AC29-43E3-89AA-F62C589BA971}"/>
              </a:ext>
            </a:extLst>
          </p:cNvPr>
          <p:cNvSpPr>
            <a:spLocks noGrp="1" noChangeArrowheads="1"/>
          </p:cNvSpPr>
          <p:nvPr>
            <p:ph type="body" sz="quarter" idx="10"/>
          </p:nvPr>
        </p:nvSpPr>
        <p:spPr>
          <a:xfrm>
            <a:off x="457200" y="1188720"/>
            <a:ext cx="11277922" cy="5185186"/>
          </a:xfrm>
        </p:spPr>
        <p:txBody>
          <a:bodyPr/>
          <a:lstStyle/>
          <a:p>
            <a:r>
              <a:rPr lang="en-US" altLang="en-US" sz="1400" dirty="0"/>
              <a:t>module </a:t>
            </a:r>
            <a:r>
              <a:rPr lang="en-US" altLang="en-US" sz="1400" dirty="0" err="1"/>
              <a:t>priority_encoder</a:t>
            </a:r>
            <a:r>
              <a:rPr lang="en-US" altLang="en-US" sz="1400" dirty="0"/>
              <a:t>(</a:t>
            </a:r>
            <a:r>
              <a:rPr lang="en-US" altLang="en-US" sz="1400" dirty="0" err="1"/>
              <a:t>data,Y</a:t>
            </a:r>
            <a:r>
              <a:rPr lang="en-US" altLang="en-US" sz="1400" dirty="0"/>
              <a:t>, </a:t>
            </a:r>
            <a:r>
              <a:rPr lang="en-US" altLang="en-US" sz="1400" dirty="0" err="1"/>
              <a:t>gs</a:t>
            </a:r>
            <a:r>
              <a:rPr lang="en-US" altLang="en-US" sz="1400" dirty="0"/>
              <a:t>);</a:t>
            </a:r>
          </a:p>
          <a:p>
            <a:r>
              <a:rPr lang="en-US" altLang="en-US" sz="1400" dirty="0"/>
              <a:t>	input [7:0] data;</a:t>
            </a:r>
          </a:p>
          <a:p>
            <a:r>
              <a:rPr lang="en-US" altLang="en-US" sz="1400" dirty="0"/>
              <a:t>	output reg  [2:0]  Y;</a:t>
            </a:r>
          </a:p>
          <a:p>
            <a:r>
              <a:rPr lang="en-US" altLang="en-US" sz="1400" dirty="0"/>
              <a:t>	output reg </a:t>
            </a:r>
            <a:r>
              <a:rPr lang="en-US" altLang="en-US" sz="1400" dirty="0" err="1"/>
              <a:t>gs</a:t>
            </a:r>
            <a:r>
              <a:rPr lang="en-US" altLang="en-US" sz="1400" dirty="0"/>
              <a:t>;</a:t>
            </a:r>
          </a:p>
          <a:p>
            <a:r>
              <a:rPr lang="en-US" altLang="en-US" sz="1400" dirty="0"/>
              <a:t>	integer k;</a:t>
            </a:r>
          </a:p>
          <a:p>
            <a:r>
              <a:rPr lang="en-US" altLang="en-US" sz="1400" dirty="0"/>
              <a:t>		always @(data)</a:t>
            </a:r>
          </a:p>
          <a:p>
            <a:r>
              <a:rPr lang="en-US" altLang="en-US" sz="1400" dirty="0"/>
              <a:t>	begin </a:t>
            </a:r>
          </a:p>
          <a:p>
            <a:r>
              <a:rPr lang="en-US" altLang="en-US" sz="1400" dirty="0"/>
              <a:t>		Y=3’ b0;</a:t>
            </a:r>
          </a:p>
          <a:p>
            <a:r>
              <a:rPr lang="en-US" altLang="en-US" sz="1400" dirty="0"/>
              <a:t>		</a:t>
            </a:r>
            <a:r>
              <a:rPr lang="en-US" altLang="en-US" sz="1400" dirty="0" err="1"/>
              <a:t>gs</a:t>
            </a:r>
            <a:r>
              <a:rPr lang="en-US" altLang="en-US" sz="1400" dirty="0"/>
              <a:t>=0;</a:t>
            </a:r>
          </a:p>
          <a:p>
            <a:r>
              <a:rPr lang="en-US" altLang="en-US" sz="1400" dirty="0"/>
              <a:t>	for (k=0; k&lt;8; k=k+1)</a:t>
            </a:r>
          </a:p>
          <a:p>
            <a:r>
              <a:rPr lang="en-US" altLang="en-US" sz="1400" dirty="0"/>
              <a:t>		if (data[k])</a:t>
            </a:r>
          </a:p>
          <a:p>
            <a:r>
              <a:rPr lang="en-US" altLang="en-US" sz="1400" dirty="0"/>
              <a:t>   	begin Y=k; </a:t>
            </a:r>
          </a:p>
          <a:p>
            <a:r>
              <a:rPr lang="en-US" altLang="en-US" sz="1400" dirty="0"/>
              <a:t>		</a:t>
            </a:r>
            <a:r>
              <a:rPr lang="en-US" altLang="en-US" sz="1400" dirty="0" err="1"/>
              <a:t>gs</a:t>
            </a:r>
            <a:r>
              <a:rPr lang="en-US" altLang="en-US" sz="1400" dirty="0"/>
              <a:t>=1;	end </a:t>
            </a:r>
            <a:br>
              <a:rPr lang="en-US" altLang="en-US" sz="1400" dirty="0"/>
            </a:br>
            <a:r>
              <a:rPr lang="en-US" altLang="en-US" sz="1400" dirty="0"/>
              <a:t>	end</a:t>
            </a:r>
          </a:p>
          <a:p>
            <a:r>
              <a:rPr lang="en-US" altLang="en-US" sz="1400" dirty="0" err="1"/>
              <a:t>endmodule</a:t>
            </a:r>
            <a:endParaRPr lang="ru-RU" altLang="en-US" sz="1400" dirty="0"/>
          </a:p>
          <a:p>
            <a:endParaRPr lang="en-US" altLang="en-US" sz="1400" dirty="0"/>
          </a:p>
        </p:txBody>
      </p:sp>
      <p:sp>
        <p:nvSpPr>
          <p:cNvPr id="73732" name="Content Placeholder 5">
            <a:extLst>
              <a:ext uri="{FF2B5EF4-FFF2-40B4-BE49-F238E27FC236}">
                <a16:creationId xmlns:a16="http://schemas.microsoft.com/office/drawing/2014/main" id="{AFC967A6-5B71-B071-E230-488B288C7935}"/>
              </a:ext>
            </a:extLst>
          </p:cNvPr>
          <p:cNvSpPr>
            <a:spLocks noGrp="1" noChangeArrowheads="1"/>
          </p:cNvSpPr>
          <p:nvPr>
            <p:ph sz="half" idx="4294967295"/>
          </p:nvPr>
        </p:nvSpPr>
        <p:spPr>
          <a:xfrm>
            <a:off x="4680857" y="2586037"/>
            <a:ext cx="4038600" cy="2600325"/>
          </a:xfrm>
        </p:spPr>
        <p:txBody>
          <a:bodyPr/>
          <a:lstStyle/>
          <a:p>
            <a:pPr algn="just">
              <a:spcBef>
                <a:spcPct val="0"/>
              </a:spcBef>
              <a:buNone/>
            </a:pPr>
            <a:r>
              <a:rPr lang="en-US" altLang="en-US" sz="1600" dirty="0"/>
              <a:t>    Highest priority – data[7]</a:t>
            </a:r>
          </a:p>
          <a:p>
            <a:pPr>
              <a:spcBef>
                <a:spcPct val="0"/>
              </a:spcBef>
              <a:buNone/>
            </a:pPr>
            <a:r>
              <a:rPr lang="en-US" altLang="en-US" sz="1600" dirty="0"/>
              <a:t>    The iteration, that corresponds to the highest priority input that is equal to 1 will override any setting of Y establish during the previous   iterations. </a:t>
            </a:r>
            <a:endParaRPr lang="ru-RU" altLang="en-US" sz="1600" dirty="0"/>
          </a:p>
          <a:p>
            <a:pPr algn="just">
              <a:spcBef>
                <a:spcPct val="0"/>
              </a:spcBef>
            </a:pPr>
            <a:endParaRPr lang="en-US" altLang="en-US" sz="16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04FE1698-B768-C08D-E9C5-6C96F795FB91}"/>
              </a:ext>
            </a:extLst>
          </p:cNvPr>
          <p:cNvSpPr>
            <a:spLocks noGrp="1" noChangeArrowheads="1"/>
          </p:cNvSpPr>
          <p:nvPr>
            <p:ph type="title"/>
          </p:nvPr>
        </p:nvSpPr>
        <p:spPr/>
        <p:txBody>
          <a:bodyPr/>
          <a:lstStyle/>
          <a:p>
            <a:r>
              <a:rPr lang="en-US" altLang="en-US"/>
              <a:t>Verilog  Description of Encoder</a:t>
            </a:r>
          </a:p>
        </p:txBody>
      </p:sp>
      <p:sp>
        <p:nvSpPr>
          <p:cNvPr id="5" name="Text Placeholder 4">
            <a:extLst>
              <a:ext uri="{FF2B5EF4-FFF2-40B4-BE49-F238E27FC236}">
                <a16:creationId xmlns:a16="http://schemas.microsoft.com/office/drawing/2014/main" id="{1EC6877D-5EEA-7ADB-6697-069DC7AB1608}"/>
              </a:ext>
            </a:extLst>
          </p:cNvPr>
          <p:cNvSpPr>
            <a:spLocks noGrp="1"/>
          </p:cNvSpPr>
          <p:nvPr>
            <p:ph type="body" sz="quarter" idx="13"/>
          </p:nvPr>
        </p:nvSpPr>
        <p:spPr/>
        <p:txBody>
          <a:bodyPr/>
          <a:lstStyle/>
          <a:p>
            <a:r>
              <a:rPr lang="en-US" sz="1400" dirty="0"/>
              <a:t>module </a:t>
            </a:r>
            <a:r>
              <a:rPr lang="en-US" sz="1400" dirty="0" err="1"/>
              <a:t>prior_encoder</a:t>
            </a:r>
            <a:r>
              <a:rPr lang="en-US" sz="1400" dirty="0"/>
              <a:t>(</a:t>
            </a:r>
            <a:r>
              <a:rPr lang="en-US" sz="1400" dirty="0" err="1"/>
              <a:t>data,y</a:t>
            </a:r>
            <a:r>
              <a:rPr lang="en-US" sz="1400" dirty="0"/>
              <a:t>, </a:t>
            </a:r>
            <a:r>
              <a:rPr lang="en-US" sz="1400" dirty="0" err="1"/>
              <a:t>gs</a:t>
            </a:r>
            <a:r>
              <a:rPr lang="en-US" sz="1400" dirty="0"/>
              <a:t>);</a:t>
            </a:r>
          </a:p>
          <a:p>
            <a:r>
              <a:rPr lang="en-US" sz="1400" dirty="0"/>
              <a:t>  input [15:0] data;</a:t>
            </a:r>
          </a:p>
          <a:p>
            <a:r>
              <a:rPr lang="en-US" sz="1400" dirty="0"/>
              <a:t>  output reg [3:0] y;</a:t>
            </a:r>
          </a:p>
          <a:p>
            <a:r>
              <a:rPr lang="en-US" sz="1400" dirty="0"/>
              <a:t>  integer  k;</a:t>
            </a:r>
          </a:p>
          <a:p>
            <a:r>
              <a:rPr lang="en-US" sz="1400" dirty="0"/>
              <a:t>  output reg </a:t>
            </a:r>
            <a:r>
              <a:rPr lang="en-US" sz="1400" dirty="0" err="1"/>
              <a:t>gs</a:t>
            </a:r>
            <a:r>
              <a:rPr lang="en-US" sz="1400" dirty="0"/>
              <a:t>;</a:t>
            </a:r>
          </a:p>
          <a:p>
            <a:r>
              <a:rPr lang="en-US" sz="1400" dirty="0"/>
              <a:t>  always @(data)</a:t>
            </a:r>
          </a:p>
          <a:p>
            <a:r>
              <a:rPr lang="en-US" sz="1400" dirty="0"/>
              <a:t>    begin</a:t>
            </a:r>
          </a:p>
          <a:p>
            <a:r>
              <a:rPr lang="en-US" sz="1400" dirty="0"/>
              <a:t>    y=0;gs=0;</a:t>
            </a:r>
          </a:p>
          <a:p>
            <a:r>
              <a:rPr lang="en-US" sz="1400" dirty="0"/>
              <a:t>      for(k=0; k&lt;16; k=k+1)</a:t>
            </a:r>
          </a:p>
          <a:p>
            <a:r>
              <a:rPr lang="en-US" sz="1400" dirty="0"/>
              <a:t>        if (data[k])</a:t>
            </a:r>
          </a:p>
          <a:p>
            <a:r>
              <a:rPr lang="en-US" sz="1400" dirty="0"/>
              <a:t>         begin </a:t>
            </a:r>
          </a:p>
          <a:p>
            <a:r>
              <a:rPr lang="en-US" sz="1400" dirty="0"/>
              <a:t>           y=k; </a:t>
            </a:r>
            <a:r>
              <a:rPr lang="en-US" sz="1400" dirty="0" err="1"/>
              <a:t>gs</a:t>
            </a:r>
            <a:r>
              <a:rPr lang="en-US" sz="1400" dirty="0"/>
              <a:t>=1;</a:t>
            </a:r>
          </a:p>
          <a:p>
            <a:r>
              <a:rPr lang="en-US" sz="1400" dirty="0"/>
              <a:t>         end</a:t>
            </a:r>
          </a:p>
          <a:p>
            <a:r>
              <a:rPr lang="en-US" sz="1400" dirty="0"/>
              <a:t>    end</a:t>
            </a:r>
          </a:p>
          <a:p>
            <a:r>
              <a:rPr lang="en-US" sz="1400" dirty="0"/>
              <a:t>      </a:t>
            </a:r>
            <a:r>
              <a:rPr lang="en-US" sz="1400" dirty="0" err="1"/>
              <a:t>endmodule</a:t>
            </a:r>
            <a:r>
              <a:rPr lang="en-US" sz="1400" dirty="0"/>
              <a:t> </a:t>
            </a:r>
          </a:p>
        </p:txBody>
      </p:sp>
      <p:sp>
        <p:nvSpPr>
          <p:cNvPr id="6" name="Text Placeholder 5">
            <a:extLst>
              <a:ext uri="{FF2B5EF4-FFF2-40B4-BE49-F238E27FC236}">
                <a16:creationId xmlns:a16="http://schemas.microsoft.com/office/drawing/2014/main" id="{5F1BDEDA-B6EC-DBAC-4872-BE846BE3EE03}"/>
              </a:ext>
            </a:extLst>
          </p:cNvPr>
          <p:cNvSpPr>
            <a:spLocks noGrp="1"/>
          </p:cNvSpPr>
          <p:nvPr>
            <p:ph type="body" sz="quarter" idx="14"/>
          </p:nvPr>
        </p:nvSpPr>
        <p:spPr/>
        <p:txBody>
          <a:bodyPr/>
          <a:lstStyle/>
          <a:p>
            <a:r>
              <a:rPr lang="en-US" sz="1400" dirty="0"/>
              <a:t>module  </a:t>
            </a:r>
            <a:r>
              <a:rPr lang="en-US" sz="1400" dirty="0" err="1"/>
              <a:t>test_bench</a:t>
            </a:r>
            <a:r>
              <a:rPr lang="en-US" sz="1400" dirty="0"/>
              <a:t>;</a:t>
            </a:r>
          </a:p>
          <a:p>
            <a:r>
              <a:rPr lang="en-US" sz="1400" dirty="0"/>
              <a:t>  reg [15:0] data;</a:t>
            </a:r>
          </a:p>
          <a:p>
            <a:r>
              <a:rPr lang="en-US" sz="1400" dirty="0"/>
              <a:t> wire [3:0] y;</a:t>
            </a:r>
          </a:p>
          <a:p>
            <a:r>
              <a:rPr lang="en-US" sz="1400" dirty="0"/>
              <a:t> wire </a:t>
            </a:r>
            <a:r>
              <a:rPr lang="en-US" sz="1400" dirty="0" err="1"/>
              <a:t>gs</a:t>
            </a:r>
            <a:r>
              <a:rPr lang="en-US" sz="1400" dirty="0"/>
              <a:t>;</a:t>
            </a:r>
          </a:p>
          <a:p>
            <a:r>
              <a:rPr lang="en-US" sz="1400" dirty="0"/>
              <a:t>    </a:t>
            </a:r>
            <a:r>
              <a:rPr lang="en-US" sz="1400" dirty="0" err="1"/>
              <a:t>prior_encoder</a:t>
            </a:r>
            <a:r>
              <a:rPr lang="en-US" sz="1400" dirty="0"/>
              <a:t>  encoder(</a:t>
            </a:r>
            <a:r>
              <a:rPr lang="en-US" sz="1400" dirty="0" err="1"/>
              <a:t>data,y</a:t>
            </a:r>
            <a:r>
              <a:rPr lang="en-US" sz="1400" dirty="0"/>
              <a:t>, </a:t>
            </a:r>
            <a:r>
              <a:rPr lang="en-US" sz="1400" dirty="0" err="1"/>
              <a:t>gs</a:t>
            </a:r>
            <a:r>
              <a:rPr lang="en-US" sz="1400" dirty="0"/>
              <a:t>);</a:t>
            </a:r>
          </a:p>
          <a:p>
            <a:r>
              <a:rPr lang="en-US" sz="1400" dirty="0"/>
              <a:t>  initial     begin</a:t>
            </a:r>
          </a:p>
          <a:p>
            <a:r>
              <a:rPr lang="en-US" sz="1400" dirty="0"/>
              <a:t>data=0;</a:t>
            </a:r>
          </a:p>
          <a:p>
            <a:r>
              <a:rPr lang="en-US" sz="1400" dirty="0"/>
              <a:t>      #5 data =16'b1000_1100_0111_0010;</a:t>
            </a:r>
          </a:p>
          <a:p>
            <a:r>
              <a:rPr lang="en-US" sz="1400" dirty="0"/>
              <a:t>      #5 data=16'b0011_0000_0101_0111;</a:t>
            </a:r>
          </a:p>
          <a:p>
            <a:r>
              <a:rPr lang="en-US" sz="1400" dirty="0"/>
              <a:t>      #5 data=16'b0000_1000_0101_0111;</a:t>
            </a:r>
          </a:p>
          <a:p>
            <a:r>
              <a:rPr lang="en-US" sz="1400" dirty="0"/>
              <a:t>      #5 data=16'b00111_0000_0101_0111;</a:t>
            </a:r>
          </a:p>
          <a:p>
            <a:r>
              <a:rPr lang="en-US" sz="1400" dirty="0"/>
              <a:t>      #10 $finish;</a:t>
            </a:r>
          </a:p>
          <a:p>
            <a:r>
              <a:rPr lang="en-US" sz="1400" dirty="0"/>
              <a:t>    end</a:t>
            </a:r>
          </a:p>
          <a:p>
            <a:r>
              <a:rPr lang="en-US" sz="1400" dirty="0" err="1"/>
              <a:t>endmodule</a:t>
            </a:r>
            <a:endParaRPr lang="en-US" sz="1400" dirty="0"/>
          </a:p>
          <a:p>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4">
            <a:extLst>
              <a:ext uri="{FF2B5EF4-FFF2-40B4-BE49-F238E27FC236}">
                <a16:creationId xmlns:a16="http://schemas.microsoft.com/office/drawing/2014/main" id="{EFB4DE6B-EF86-E745-2975-4ED341AFE1AA}"/>
              </a:ext>
            </a:extLst>
          </p:cNvPr>
          <p:cNvSpPr>
            <a:spLocks noGrp="1" noChangeArrowheads="1"/>
          </p:cNvSpPr>
          <p:nvPr>
            <p:ph type="title"/>
          </p:nvPr>
        </p:nvSpPr>
        <p:spPr>
          <a:xfrm>
            <a:off x="-1" y="183402"/>
            <a:ext cx="11612880" cy="704088"/>
          </a:xfrm>
        </p:spPr>
        <p:txBody>
          <a:bodyPr>
            <a:normAutofit/>
          </a:bodyPr>
          <a:lstStyle/>
          <a:p>
            <a:r>
              <a:rPr lang="en-US" altLang="en-US" dirty="0"/>
              <a:t>Verilog-Description of </a:t>
            </a:r>
            <a:r>
              <a:rPr lang="en-US" altLang="en-US" dirty="0" err="1"/>
              <a:t>EncoderUsing</a:t>
            </a:r>
            <a:r>
              <a:rPr lang="en-US" altLang="en-US" dirty="0"/>
              <a:t> Case Statement</a:t>
            </a:r>
          </a:p>
        </p:txBody>
      </p:sp>
      <p:sp>
        <p:nvSpPr>
          <p:cNvPr id="7" name="Content Placeholder 5">
            <a:extLst>
              <a:ext uri="{FF2B5EF4-FFF2-40B4-BE49-F238E27FC236}">
                <a16:creationId xmlns:a16="http://schemas.microsoft.com/office/drawing/2014/main" id="{959AFBF6-7496-473C-B4CA-CD72A907BD87}"/>
              </a:ext>
            </a:extLst>
          </p:cNvPr>
          <p:cNvSpPr>
            <a:spLocks noGrp="1"/>
          </p:cNvSpPr>
          <p:nvPr>
            <p:ph type="body" sz="quarter" idx="10"/>
          </p:nvPr>
        </p:nvSpPr>
        <p:spPr>
          <a:xfrm>
            <a:off x="457200" y="1189038"/>
            <a:ext cx="11277600" cy="5184775"/>
          </a:xfrm>
          <a:solidFill>
            <a:schemeClr val="accent1">
              <a:lumMod val="20000"/>
              <a:lumOff val="80000"/>
            </a:schemeClr>
          </a:solidFill>
        </p:spPr>
        <p:txBody>
          <a:bodyPr/>
          <a:lstStyle/>
          <a:p>
            <a:pPr marL="0" indent="0">
              <a:buNone/>
            </a:pPr>
            <a:r>
              <a:rPr lang="en-US" sz="1800" dirty="0"/>
              <a:t>module stimulus;</a:t>
            </a:r>
          </a:p>
          <a:p>
            <a:pPr marL="0" indent="0">
              <a:buNone/>
            </a:pPr>
            <a:r>
              <a:rPr lang="en-US" sz="1800" dirty="0" err="1"/>
              <a:t>reg</a:t>
            </a:r>
            <a:r>
              <a:rPr lang="en-US" sz="1800" dirty="0"/>
              <a:t> [3:0] din;</a:t>
            </a:r>
          </a:p>
          <a:p>
            <a:pPr marL="0" indent="0">
              <a:buNone/>
            </a:pPr>
            <a:r>
              <a:rPr lang="en-US" sz="1800" dirty="0"/>
              <a:t>wire [1:0] </a:t>
            </a:r>
            <a:r>
              <a:rPr lang="en-US" sz="1800" dirty="0" err="1"/>
              <a:t>aout</a:t>
            </a:r>
            <a:r>
              <a:rPr lang="en-US" sz="1800" dirty="0"/>
              <a:t>; </a:t>
            </a:r>
          </a:p>
          <a:p>
            <a:pPr marL="0" indent="0">
              <a:buNone/>
            </a:pPr>
            <a:r>
              <a:rPr lang="en-US" sz="1800" dirty="0"/>
              <a:t>wire </a:t>
            </a:r>
            <a:r>
              <a:rPr lang="en-US" sz="1800" dirty="0" err="1"/>
              <a:t>gs</a:t>
            </a:r>
            <a:r>
              <a:rPr lang="en-US" sz="1800" dirty="0"/>
              <a:t>;</a:t>
            </a:r>
          </a:p>
          <a:p>
            <a:pPr marL="0" indent="0">
              <a:buNone/>
            </a:pPr>
            <a:r>
              <a:rPr lang="en-US" sz="1800" dirty="0"/>
              <a:t>integer k;</a:t>
            </a:r>
          </a:p>
          <a:p>
            <a:pPr marL="0" indent="0">
              <a:buNone/>
            </a:pPr>
            <a:r>
              <a:rPr lang="en-US" sz="1800" dirty="0"/>
              <a:t>coder  mod(din, </a:t>
            </a:r>
            <a:r>
              <a:rPr lang="en-US" sz="1800" dirty="0" err="1"/>
              <a:t>aout</a:t>
            </a:r>
            <a:r>
              <a:rPr lang="en-US" sz="1800" dirty="0"/>
              <a:t>, </a:t>
            </a:r>
            <a:r>
              <a:rPr lang="en-US" sz="1800" dirty="0" err="1"/>
              <a:t>gs</a:t>
            </a:r>
            <a:r>
              <a:rPr lang="en-US" sz="1800" dirty="0"/>
              <a:t>);</a:t>
            </a:r>
          </a:p>
          <a:p>
            <a:pPr marL="0" indent="0">
              <a:buNone/>
            </a:pPr>
            <a:r>
              <a:rPr lang="en-US" sz="1800" dirty="0"/>
              <a:t>initial begin</a:t>
            </a:r>
          </a:p>
          <a:p>
            <a:pPr marL="0" indent="0">
              <a:buNone/>
            </a:pPr>
            <a:r>
              <a:rPr lang="en-US" sz="1800" dirty="0"/>
              <a:t>for  (k=0;k&lt;16; k-k+1)</a:t>
            </a:r>
          </a:p>
          <a:p>
            <a:pPr marL="0" indent="0">
              <a:buNone/>
            </a:pPr>
            <a:r>
              <a:rPr lang="en-US" sz="1800" dirty="0"/>
              <a:t>din= #5 k;</a:t>
            </a:r>
          </a:p>
          <a:p>
            <a:pPr marL="0" indent="0">
              <a:buNone/>
            </a:pPr>
            <a:r>
              <a:rPr lang="en-US" sz="1800" dirty="0"/>
              <a:t>#20 $finish;</a:t>
            </a:r>
          </a:p>
          <a:p>
            <a:pPr marL="0" indent="0">
              <a:buNone/>
            </a:pPr>
            <a:r>
              <a:rPr lang="en-US" sz="1800" dirty="0"/>
              <a:t>end</a:t>
            </a:r>
          </a:p>
          <a:p>
            <a:pPr marL="0" indent="0">
              <a:buNone/>
            </a:pPr>
            <a:r>
              <a:rPr lang="en-US" sz="1800" dirty="0" err="1"/>
              <a:t>endmodule</a:t>
            </a:r>
            <a:endParaRPr lang="ru-RU" sz="1800" dirty="0"/>
          </a:p>
          <a:p>
            <a:endParaRPr lang="en-US" dirty="0"/>
          </a:p>
        </p:txBody>
      </p:sp>
      <p:sp>
        <p:nvSpPr>
          <p:cNvPr id="35844" name="Content Placeholder 6">
            <a:extLst>
              <a:ext uri="{FF2B5EF4-FFF2-40B4-BE49-F238E27FC236}">
                <a16:creationId xmlns:a16="http://schemas.microsoft.com/office/drawing/2014/main" id="{C925D557-610D-4372-BB79-06F54B787F81}"/>
              </a:ext>
            </a:extLst>
          </p:cNvPr>
          <p:cNvSpPr>
            <a:spLocks noGrp="1"/>
          </p:cNvSpPr>
          <p:nvPr>
            <p:ph sz="half" idx="4294967295"/>
          </p:nvPr>
        </p:nvSpPr>
        <p:spPr>
          <a:xfrm>
            <a:off x="8490631" y="1262744"/>
            <a:ext cx="2428875" cy="3657600"/>
          </a:xfrm>
          <a:solidFill>
            <a:schemeClr val="accent1">
              <a:lumMod val="20000"/>
              <a:lumOff val="80000"/>
            </a:schemeClr>
          </a:solidFill>
        </p:spPr>
        <p:txBody>
          <a:bodyPr/>
          <a:lstStyle/>
          <a:p>
            <a:pPr>
              <a:spcBef>
                <a:spcPts val="0"/>
              </a:spcBef>
              <a:buNone/>
              <a:defRPr/>
            </a:pPr>
            <a:r>
              <a:rPr lang="en-US" sz="1800" dirty="0">
                <a:solidFill>
                  <a:srgbClr val="0000FF"/>
                </a:solidFill>
              </a:rPr>
              <a:t>module</a:t>
            </a:r>
            <a:r>
              <a:rPr lang="en-US" sz="1800" dirty="0"/>
              <a:t> coder (din, </a:t>
            </a:r>
            <a:r>
              <a:rPr lang="en-US" sz="1800" dirty="0" err="1"/>
              <a:t>aout</a:t>
            </a:r>
            <a:r>
              <a:rPr lang="en-US" sz="1800" dirty="0"/>
              <a:t>, </a:t>
            </a:r>
            <a:r>
              <a:rPr lang="en-US" sz="1800" dirty="0" err="1"/>
              <a:t>gs</a:t>
            </a:r>
            <a:r>
              <a:rPr lang="en-US" sz="1800" dirty="0"/>
              <a:t>);</a:t>
            </a:r>
          </a:p>
          <a:p>
            <a:pPr>
              <a:spcBef>
                <a:spcPts val="0"/>
              </a:spcBef>
              <a:buNone/>
              <a:defRPr/>
            </a:pPr>
            <a:r>
              <a:rPr lang="en-US" sz="1800" dirty="0">
                <a:solidFill>
                  <a:srgbClr val="0000FF"/>
                </a:solidFill>
              </a:rPr>
              <a:t>input</a:t>
            </a:r>
            <a:r>
              <a:rPr lang="en-US" sz="1800" dirty="0">
                <a:solidFill>
                  <a:srgbClr val="0066FF"/>
                </a:solidFill>
              </a:rPr>
              <a:t> </a:t>
            </a:r>
            <a:r>
              <a:rPr lang="en-US" sz="1800" dirty="0"/>
              <a:t>[3:0] din;</a:t>
            </a:r>
          </a:p>
          <a:p>
            <a:pPr>
              <a:spcBef>
                <a:spcPts val="0"/>
              </a:spcBef>
              <a:buNone/>
              <a:defRPr/>
            </a:pPr>
            <a:r>
              <a:rPr lang="en-US" sz="1800" dirty="0">
                <a:solidFill>
                  <a:srgbClr val="0000FF"/>
                </a:solidFill>
              </a:rPr>
              <a:t>output </a:t>
            </a:r>
            <a:r>
              <a:rPr lang="en-US" sz="1800" dirty="0"/>
              <a:t>[1:0] </a:t>
            </a:r>
            <a:r>
              <a:rPr lang="en-US" sz="1800" dirty="0" err="1"/>
              <a:t>aout</a:t>
            </a:r>
            <a:r>
              <a:rPr lang="en-US" sz="1800" dirty="0"/>
              <a:t>;</a:t>
            </a:r>
          </a:p>
          <a:p>
            <a:pPr>
              <a:spcBef>
                <a:spcPts val="0"/>
              </a:spcBef>
              <a:buNone/>
              <a:defRPr/>
            </a:pPr>
            <a:r>
              <a:rPr lang="en-US" sz="1800" dirty="0" err="1">
                <a:solidFill>
                  <a:srgbClr val="0000FF"/>
                </a:solidFill>
              </a:rPr>
              <a:t>reg</a:t>
            </a:r>
            <a:r>
              <a:rPr lang="en-US" sz="1800" dirty="0">
                <a:solidFill>
                  <a:srgbClr val="0062AC"/>
                </a:solidFill>
              </a:rPr>
              <a:t> </a:t>
            </a:r>
            <a:r>
              <a:rPr lang="en-US" sz="1800" dirty="0"/>
              <a:t>[1:0] </a:t>
            </a:r>
            <a:r>
              <a:rPr lang="en-US" sz="1800" dirty="0" err="1"/>
              <a:t>aout</a:t>
            </a:r>
            <a:r>
              <a:rPr lang="en-US" sz="1800" dirty="0"/>
              <a:t>;</a:t>
            </a:r>
            <a:r>
              <a:rPr lang="en-US" sz="1800" dirty="0">
                <a:solidFill>
                  <a:srgbClr val="0066FF"/>
                </a:solidFill>
              </a:rPr>
              <a:t> </a:t>
            </a:r>
            <a:r>
              <a:rPr lang="en-US" sz="1800" dirty="0"/>
              <a:t> </a:t>
            </a:r>
          </a:p>
          <a:p>
            <a:pPr>
              <a:spcBef>
                <a:spcPts val="0"/>
              </a:spcBef>
              <a:buNone/>
              <a:defRPr/>
            </a:pPr>
            <a:r>
              <a:rPr lang="en-US" sz="1800" dirty="0">
                <a:solidFill>
                  <a:srgbClr val="0000FF"/>
                </a:solidFill>
              </a:rPr>
              <a:t>output </a:t>
            </a:r>
            <a:r>
              <a:rPr lang="en-US" sz="1800" dirty="0"/>
              <a:t> </a:t>
            </a:r>
            <a:r>
              <a:rPr lang="en-US" sz="1800" dirty="0" err="1"/>
              <a:t>reg</a:t>
            </a:r>
            <a:r>
              <a:rPr lang="en-US" sz="1800" dirty="0"/>
              <a:t> </a:t>
            </a:r>
            <a:r>
              <a:rPr lang="en-US" sz="1800" dirty="0" err="1"/>
              <a:t>gs</a:t>
            </a:r>
            <a:r>
              <a:rPr lang="en-US" sz="1800" dirty="0"/>
              <a:t>;</a:t>
            </a:r>
          </a:p>
          <a:p>
            <a:pPr>
              <a:spcBef>
                <a:spcPts val="0"/>
              </a:spcBef>
              <a:buNone/>
              <a:defRPr/>
            </a:pPr>
            <a:r>
              <a:rPr lang="en-US" sz="1800" dirty="0" err="1">
                <a:solidFill>
                  <a:srgbClr val="0000FF"/>
                </a:solidFill>
              </a:rPr>
              <a:t>reg</a:t>
            </a:r>
            <a:r>
              <a:rPr lang="en-US" sz="1800" dirty="0">
                <a:solidFill>
                  <a:srgbClr val="0062AC"/>
                </a:solidFill>
              </a:rPr>
              <a:t> </a:t>
            </a:r>
            <a:r>
              <a:rPr lang="en-US" sz="1800" dirty="0"/>
              <a:t> </a:t>
            </a:r>
            <a:r>
              <a:rPr lang="en-US" sz="1800" dirty="0" err="1"/>
              <a:t>gs</a:t>
            </a:r>
            <a:r>
              <a:rPr lang="en-US" sz="1800" dirty="0"/>
              <a:t>;</a:t>
            </a:r>
          </a:p>
          <a:p>
            <a:pPr>
              <a:spcBef>
                <a:spcPts val="0"/>
              </a:spcBef>
              <a:buNone/>
              <a:defRPr/>
            </a:pPr>
            <a:r>
              <a:rPr lang="en-US" sz="1800" dirty="0">
                <a:solidFill>
                  <a:srgbClr val="0000FF"/>
                </a:solidFill>
              </a:rPr>
              <a:t>always </a:t>
            </a:r>
            <a:r>
              <a:rPr lang="en-US" sz="1800" dirty="0">
                <a:solidFill>
                  <a:srgbClr val="0066FF"/>
                </a:solidFill>
              </a:rPr>
              <a:t> </a:t>
            </a:r>
            <a:r>
              <a:rPr lang="en-US" sz="1800" dirty="0"/>
              <a:t>@(din)</a:t>
            </a:r>
          </a:p>
          <a:p>
            <a:pPr>
              <a:spcBef>
                <a:spcPts val="0"/>
              </a:spcBef>
              <a:buNone/>
              <a:defRPr/>
            </a:pPr>
            <a:r>
              <a:rPr lang="en-US" sz="1800" dirty="0">
                <a:solidFill>
                  <a:srgbClr val="0000FF"/>
                </a:solidFill>
              </a:rPr>
              <a:t>begin if </a:t>
            </a:r>
            <a:r>
              <a:rPr lang="en-US" sz="1800" dirty="0"/>
              <a:t>(din==4’b0000)</a:t>
            </a:r>
          </a:p>
          <a:p>
            <a:pPr>
              <a:spcBef>
                <a:spcPts val="0"/>
              </a:spcBef>
              <a:buNone/>
              <a:defRPr/>
            </a:pPr>
            <a:r>
              <a:rPr lang="en-US" sz="1800" dirty="0">
                <a:solidFill>
                  <a:srgbClr val="0000FF"/>
                </a:solidFill>
              </a:rPr>
              <a:t>begin </a:t>
            </a:r>
            <a:r>
              <a:rPr lang="en-US" sz="1800" dirty="0" err="1"/>
              <a:t>gs</a:t>
            </a:r>
            <a:r>
              <a:rPr lang="en-US" sz="1800" dirty="0"/>
              <a:t>=0; </a:t>
            </a:r>
            <a:r>
              <a:rPr lang="en-US" sz="1800" dirty="0" err="1"/>
              <a:t>aout</a:t>
            </a:r>
            <a:r>
              <a:rPr lang="en-US" sz="1800" dirty="0"/>
              <a:t>=2’b00; </a:t>
            </a:r>
            <a:r>
              <a:rPr lang="en-US" sz="1800" dirty="0">
                <a:solidFill>
                  <a:srgbClr val="0000FF"/>
                </a:solidFill>
              </a:rPr>
              <a:t>end</a:t>
            </a:r>
          </a:p>
          <a:p>
            <a:pPr>
              <a:spcBef>
                <a:spcPts val="0"/>
              </a:spcBef>
              <a:buNone/>
              <a:defRPr/>
            </a:pPr>
            <a:r>
              <a:rPr lang="en-US" sz="1800" dirty="0">
                <a:solidFill>
                  <a:srgbClr val="0000FF"/>
                </a:solidFill>
              </a:rPr>
              <a:t>else begin </a:t>
            </a:r>
            <a:r>
              <a:rPr lang="en-US" sz="1800" dirty="0" err="1"/>
              <a:t>gs</a:t>
            </a:r>
            <a:r>
              <a:rPr lang="en-US" sz="1800" dirty="0"/>
              <a:t>=1;</a:t>
            </a:r>
          </a:p>
          <a:p>
            <a:pPr>
              <a:defRPr/>
            </a:pPr>
            <a:endParaRPr lang="en-US" sz="1800" dirty="0"/>
          </a:p>
        </p:txBody>
      </p:sp>
      <p:sp>
        <p:nvSpPr>
          <p:cNvPr id="5" name="Content Placeholder 6">
            <a:extLst>
              <a:ext uri="{FF2B5EF4-FFF2-40B4-BE49-F238E27FC236}">
                <a16:creationId xmlns:a16="http://schemas.microsoft.com/office/drawing/2014/main" id="{F4F6F3A8-C4F4-4FFE-BCA6-AE94BFBB8A66}"/>
              </a:ext>
            </a:extLst>
          </p:cNvPr>
          <p:cNvSpPr txBox="1">
            <a:spLocks/>
          </p:cNvSpPr>
          <p:nvPr/>
        </p:nvSpPr>
        <p:spPr bwMode="auto">
          <a:xfrm>
            <a:off x="4676776" y="2087563"/>
            <a:ext cx="2524125" cy="3657600"/>
          </a:xfrm>
          <a:prstGeom prst="rect">
            <a:avLst/>
          </a:prstGeom>
          <a:solidFill>
            <a:schemeClr val="accent1">
              <a:lumMod val="20000"/>
              <a:lumOff val="80000"/>
            </a:schemeClr>
          </a:solidFill>
          <a:ln w="9525">
            <a:noFill/>
            <a:miter lim="800000"/>
            <a:headEnd/>
            <a:tailEnd/>
          </a:ln>
        </p:spPr>
        <p:txBody>
          <a:bodyPr/>
          <a:lstStyle/>
          <a:p>
            <a:pPr>
              <a:defRPr/>
            </a:pPr>
            <a:r>
              <a:rPr lang="en-US" dirty="0" err="1">
                <a:solidFill>
                  <a:srgbClr val="0000FF"/>
                </a:solidFill>
              </a:rPr>
              <a:t>casex</a:t>
            </a:r>
            <a:r>
              <a:rPr lang="en-US" dirty="0">
                <a:solidFill>
                  <a:srgbClr val="0062AC"/>
                </a:solidFill>
              </a:rPr>
              <a:t> </a:t>
            </a:r>
            <a:r>
              <a:rPr lang="en-US" dirty="0"/>
              <a:t>(din)</a:t>
            </a:r>
          </a:p>
          <a:p>
            <a:pPr>
              <a:defRPr/>
            </a:pPr>
            <a:r>
              <a:rPr lang="en-US" dirty="0"/>
              <a:t>4’b1???: </a:t>
            </a:r>
            <a:r>
              <a:rPr lang="en-US" dirty="0" err="1"/>
              <a:t>aout</a:t>
            </a:r>
            <a:r>
              <a:rPr lang="en-US" dirty="0"/>
              <a:t> =2’b11;</a:t>
            </a:r>
          </a:p>
          <a:p>
            <a:pPr>
              <a:defRPr/>
            </a:pPr>
            <a:r>
              <a:rPr lang="en-US" dirty="0"/>
              <a:t>4’b01??: </a:t>
            </a:r>
            <a:r>
              <a:rPr lang="en-US" dirty="0" err="1"/>
              <a:t>aout</a:t>
            </a:r>
            <a:r>
              <a:rPr lang="en-US" dirty="0"/>
              <a:t> = 2’b10;</a:t>
            </a:r>
          </a:p>
          <a:p>
            <a:pPr>
              <a:defRPr/>
            </a:pPr>
            <a:r>
              <a:rPr lang="en-US" dirty="0"/>
              <a:t>4’b001?: </a:t>
            </a:r>
            <a:r>
              <a:rPr lang="en-US" dirty="0" err="1"/>
              <a:t>aout</a:t>
            </a:r>
            <a:r>
              <a:rPr lang="en-US" dirty="0"/>
              <a:t> = 2’b01;</a:t>
            </a:r>
          </a:p>
          <a:p>
            <a:pPr>
              <a:defRPr/>
            </a:pPr>
            <a:r>
              <a:rPr lang="en-US" dirty="0"/>
              <a:t>4’b0001: </a:t>
            </a:r>
            <a:r>
              <a:rPr lang="en-US" dirty="0" err="1"/>
              <a:t>aout</a:t>
            </a:r>
            <a:r>
              <a:rPr lang="en-US" dirty="0"/>
              <a:t> = 2’b00;</a:t>
            </a:r>
          </a:p>
          <a:p>
            <a:pPr>
              <a:defRPr/>
            </a:pPr>
            <a:r>
              <a:rPr lang="en-US" dirty="0">
                <a:solidFill>
                  <a:srgbClr val="0000FF"/>
                </a:solidFill>
              </a:rPr>
              <a:t>default: </a:t>
            </a:r>
            <a:r>
              <a:rPr lang="en-US" dirty="0" err="1"/>
              <a:t>aout</a:t>
            </a:r>
            <a:r>
              <a:rPr lang="en-US" dirty="0"/>
              <a:t>=2’b00;</a:t>
            </a:r>
          </a:p>
          <a:p>
            <a:pPr>
              <a:defRPr/>
            </a:pPr>
            <a:r>
              <a:rPr lang="en-US" dirty="0" err="1">
                <a:solidFill>
                  <a:srgbClr val="0000FF"/>
                </a:solidFill>
              </a:rPr>
              <a:t>endcase</a:t>
            </a:r>
            <a:endParaRPr lang="en-US" dirty="0">
              <a:solidFill>
                <a:srgbClr val="0000FF"/>
              </a:solidFill>
            </a:endParaRPr>
          </a:p>
          <a:p>
            <a:pPr>
              <a:defRPr/>
            </a:pPr>
            <a:r>
              <a:rPr lang="en-US" dirty="0">
                <a:solidFill>
                  <a:srgbClr val="0000FF"/>
                </a:solidFill>
              </a:rPr>
              <a:t>end</a:t>
            </a:r>
          </a:p>
          <a:p>
            <a:pPr>
              <a:defRPr/>
            </a:pPr>
            <a:r>
              <a:rPr lang="en-US" dirty="0">
                <a:solidFill>
                  <a:srgbClr val="0000FF"/>
                </a:solidFill>
              </a:rPr>
              <a:t>end</a:t>
            </a:r>
          </a:p>
          <a:p>
            <a:pPr>
              <a:defRPr/>
            </a:pPr>
            <a:r>
              <a:rPr lang="en-US" dirty="0" err="1">
                <a:solidFill>
                  <a:srgbClr val="0000FF"/>
                </a:solidFill>
              </a:rPr>
              <a:t>endmodule</a:t>
            </a:r>
            <a:r>
              <a:rPr lang="en-US" dirty="0">
                <a:solidFill>
                  <a:srgbClr val="0062AC"/>
                </a:solidFill>
              </a:rPr>
              <a:t> </a:t>
            </a:r>
            <a:r>
              <a:rPr lang="en-US" dirty="0"/>
              <a:t>//coder</a:t>
            </a:r>
            <a:endParaRPr lang="ru-RU" dirty="0">
              <a:solidFill>
                <a:srgbClr val="0066FF"/>
              </a:solidFill>
            </a:endParaRPr>
          </a:p>
          <a:p>
            <a:pPr marL="342900" indent="-342900">
              <a:spcBef>
                <a:spcPct val="20000"/>
              </a:spcBef>
              <a:buClr>
                <a:schemeClr val="accent1"/>
              </a:buClr>
              <a:buSzPct val="65000"/>
              <a:buFont typeface="Wingdings" pitchFamily="2" charset="2"/>
              <a:buChar char="n"/>
              <a:defRPr/>
            </a:pPr>
            <a:endParaRPr lang="en-US" kern="0" dirty="0"/>
          </a:p>
        </p:txBody>
      </p:sp>
      <p:cxnSp>
        <p:nvCxnSpPr>
          <p:cNvPr id="75782" name="Straight Arrow Connector 8">
            <a:extLst>
              <a:ext uri="{FF2B5EF4-FFF2-40B4-BE49-F238E27FC236}">
                <a16:creationId xmlns:a16="http://schemas.microsoft.com/office/drawing/2014/main" id="{B9D0258C-8875-84A5-5D32-C4B188F2DD56}"/>
              </a:ext>
            </a:extLst>
          </p:cNvPr>
          <p:cNvCxnSpPr>
            <a:cxnSpLocks noChangeShapeType="1"/>
          </p:cNvCxnSpPr>
          <p:nvPr/>
        </p:nvCxnSpPr>
        <p:spPr bwMode="auto">
          <a:xfrm>
            <a:off x="3605667" y="3635830"/>
            <a:ext cx="284163" cy="3176"/>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5783" name="Straight Arrow Connector 9">
            <a:extLst>
              <a:ext uri="{FF2B5EF4-FFF2-40B4-BE49-F238E27FC236}">
                <a16:creationId xmlns:a16="http://schemas.microsoft.com/office/drawing/2014/main" id="{A38E01BB-BADF-624D-50BA-26C1B73C15F2}"/>
              </a:ext>
            </a:extLst>
          </p:cNvPr>
          <p:cNvCxnSpPr>
            <a:cxnSpLocks noChangeShapeType="1"/>
          </p:cNvCxnSpPr>
          <p:nvPr/>
        </p:nvCxnSpPr>
        <p:spPr bwMode="auto">
          <a:xfrm>
            <a:off x="7224713" y="3892551"/>
            <a:ext cx="284162" cy="3175"/>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2" name="Title 39">
            <a:extLst>
              <a:ext uri="{FF2B5EF4-FFF2-40B4-BE49-F238E27FC236}">
                <a16:creationId xmlns:a16="http://schemas.microsoft.com/office/drawing/2014/main" id="{60B3AF09-2C5E-9BA8-6AE8-FB16413FCCF8}"/>
              </a:ext>
            </a:extLst>
          </p:cNvPr>
          <p:cNvSpPr>
            <a:spLocks noGrp="1" noChangeArrowheads="1"/>
          </p:cNvSpPr>
          <p:nvPr>
            <p:ph type="title"/>
          </p:nvPr>
        </p:nvSpPr>
        <p:spPr>
          <a:xfrm>
            <a:off x="-1" y="183402"/>
            <a:ext cx="11612880" cy="704088"/>
          </a:xfrm>
        </p:spPr>
        <p:txBody>
          <a:bodyPr>
            <a:normAutofit/>
          </a:bodyPr>
          <a:lstStyle/>
          <a:p>
            <a:r>
              <a:rPr lang="en-US" altLang="en-US" dirty="0"/>
              <a:t>IC 74x148</a:t>
            </a:r>
          </a:p>
        </p:txBody>
      </p:sp>
      <p:sp>
        <p:nvSpPr>
          <p:cNvPr id="77826" name="Content Placeholder 40">
            <a:extLst>
              <a:ext uri="{FF2B5EF4-FFF2-40B4-BE49-F238E27FC236}">
                <a16:creationId xmlns:a16="http://schemas.microsoft.com/office/drawing/2014/main" id="{93FB57D7-95D2-F1EB-A6C3-EE5C74DF0F35}"/>
              </a:ext>
            </a:extLst>
          </p:cNvPr>
          <p:cNvSpPr>
            <a:spLocks noGrp="1" noChangeArrowheads="1"/>
          </p:cNvSpPr>
          <p:nvPr>
            <p:ph type="body" sz="quarter" idx="10"/>
          </p:nvPr>
        </p:nvSpPr>
        <p:spPr>
          <a:xfrm>
            <a:off x="457200" y="1188720"/>
            <a:ext cx="11277922" cy="5185186"/>
          </a:xfrm>
        </p:spPr>
        <p:txBody>
          <a:bodyPr/>
          <a:lstStyle/>
          <a:p>
            <a:pPr marL="0" indent="0">
              <a:buNone/>
            </a:pPr>
            <a:r>
              <a:rPr lang="en-US" altLang="en-US" dirty="0"/>
              <a:t>						Truth  Table</a:t>
            </a:r>
            <a:endParaRPr lang="ru-RU" altLang="en-US" dirty="0"/>
          </a:p>
          <a:p>
            <a:endParaRPr lang="en-US" altLang="en-US" dirty="0"/>
          </a:p>
        </p:txBody>
      </p:sp>
      <p:grpSp>
        <p:nvGrpSpPr>
          <p:cNvPr id="77827" name="Group 53">
            <a:extLst>
              <a:ext uri="{FF2B5EF4-FFF2-40B4-BE49-F238E27FC236}">
                <a16:creationId xmlns:a16="http://schemas.microsoft.com/office/drawing/2014/main" id="{DA9A8E27-AEC1-AA3C-BFB6-BA6990B66815}"/>
              </a:ext>
            </a:extLst>
          </p:cNvPr>
          <p:cNvGrpSpPr>
            <a:grpSpLocks/>
          </p:cNvGrpSpPr>
          <p:nvPr/>
        </p:nvGrpSpPr>
        <p:grpSpPr bwMode="auto">
          <a:xfrm>
            <a:off x="2192338" y="2219326"/>
            <a:ext cx="2419350" cy="2765425"/>
            <a:chOff x="431" y="1189"/>
            <a:chExt cx="1542" cy="1742"/>
          </a:xfrm>
        </p:grpSpPr>
        <p:sp>
          <p:nvSpPr>
            <p:cNvPr id="36885" name="Text Box 6">
              <a:extLst>
                <a:ext uri="{FF2B5EF4-FFF2-40B4-BE49-F238E27FC236}">
                  <a16:creationId xmlns:a16="http://schemas.microsoft.com/office/drawing/2014/main" id="{2B13FF7F-63A4-4BD6-81C6-89DA97FC0D64}"/>
                </a:ext>
              </a:extLst>
            </p:cNvPr>
            <p:cNvSpPr txBox="1">
              <a:spLocks noChangeArrowheads="1"/>
            </p:cNvSpPr>
            <p:nvPr/>
          </p:nvSpPr>
          <p:spPr bwMode="auto">
            <a:xfrm>
              <a:off x="804" y="1189"/>
              <a:ext cx="868" cy="1742"/>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ru-RU"/>
                <a:t>EI</a:t>
              </a:r>
            </a:p>
            <a:p>
              <a:pPr eaLnBrk="1" hangingPunct="1">
                <a:defRPr/>
              </a:pPr>
              <a:r>
                <a:rPr lang="ru-RU"/>
                <a:t>I7</a:t>
              </a:r>
            </a:p>
            <a:p>
              <a:pPr eaLnBrk="1" hangingPunct="1">
                <a:defRPr/>
              </a:pPr>
              <a:r>
                <a:rPr lang="ru-RU"/>
                <a:t>I6</a:t>
              </a:r>
            </a:p>
            <a:p>
              <a:pPr eaLnBrk="1" hangingPunct="1">
                <a:defRPr/>
              </a:pPr>
              <a:r>
                <a:rPr lang="ru-RU"/>
                <a:t>I5</a:t>
              </a:r>
            </a:p>
            <a:p>
              <a:pPr eaLnBrk="1" hangingPunct="1">
                <a:defRPr/>
              </a:pPr>
              <a:r>
                <a:rPr lang="ru-RU"/>
                <a:t>I4</a:t>
              </a:r>
            </a:p>
            <a:p>
              <a:pPr eaLnBrk="1" hangingPunct="1">
                <a:defRPr/>
              </a:pPr>
              <a:r>
                <a:rPr lang="ru-RU"/>
                <a:t>I3</a:t>
              </a:r>
            </a:p>
            <a:p>
              <a:pPr eaLnBrk="1" hangingPunct="1">
                <a:defRPr/>
              </a:pPr>
              <a:r>
                <a:rPr lang="ru-RU"/>
                <a:t>I2</a:t>
              </a:r>
            </a:p>
            <a:p>
              <a:pPr eaLnBrk="1" hangingPunct="1">
                <a:defRPr/>
              </a:pPr>
              <a:r>
                <a:rPr lang="ru-RU"/>
                <a:t>I1</a:t>
              </a:r>
            </a:p>
            <a:p>
              <a:pPr eaLnBrk="1" hangingPunct="1">
                <a:defRPr/>
              </a:pPr>
              <a:r>
                <a:rPr lang="ru-RU"/>
                <a:t>I0</a:t>
              </a:r>
              <a:endParaRPr lang="ru-RU" baseline="-25000"/>
            </a:p>
          </p:txBody>
        </p:sp>
        <p:sp>
          <p:nvSpPr>
            <p:cNvPr id="77844" name="Line 7">
              <a:extLst>
                <a:ext uri="{FF2B5EF4-FFF2-40B4-BE49-F238E27FC236}">
                  <a16:creationId xmlns:a16="http://schemas.microsoft.com/office/drawing/2014/main" id="{17C12D99-CCE0-7677-90E1-9D6ED9C01685}"/>
                </a:ext>
              </a:extLst>
            </p:cNvPr>
            <p:cNvSpPr>
              <a:spLocks noChangeShapeType="1"/>
            </p:cNvSpPr>
            <p:nvPr/>
          </p:nvSpPr>
          <p:spPr bwMode="auto">
            <a:xfrm>
              <a:off x="431" y="1331"/>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5" name="Line 8">
              <a:extLst>
                <a:ext uri="{FF2B5EF4-FFF2-40B4-BE49-F238E27FC236}">
                  <a16:creationId xmlns:a16="http://schemas.microsoft.com/office/drawing/2014/main" id="{78E50419-0D69-69F7-AF35-2CF51AD0D8A3}"/>
                </a:ext>
              </a:extLst>
            </p:cNvPr>
            <p:cNvSpPr>
              <a:spLocks noChangeShapeType="1"/>
            </p:cNvSpPr>
            <p:nvPr/>
          </p:nvSpPr>
          <p:spPr bwMode="auto">
            <a:xfrm>
              <a:off x="443" y="1521"/>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6" name="Line 9">
              <a:extLst>
                <a:ext uri="{FF2B5EF4-FFF2-40B4-BE49-F238E27FC236}">
                  <a16:creationId xmlns:a16="http://schemas.microsoft.com/office/drawing/2014/main" id="{330A070F-F7AF-D82F-3CF9-A9DA2584893A}"/>
                </a:ext>
              </a:extLst>
            </p:cNvPr>
            <p:cNvSpPr>
              <a:spLocks noChangeShapeType="1"/>
            </p:cNvSpPr>
            <p:nvPr/>
          </p:nvSpPr>
          <p:spPr bwMode="auto">
            <a:xfrm>
              <a:off x="443" y="1699"/>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7" name="Line 10">
              <a:extLst>
                <a:ext uri="{FF2B5EF4-FFF2-40B4-BE49-F238E27FC236}">
                  <a16:creationId xmlns:a16="http://schemas.microsoft.com/office/drawing/2014/main" id="{6F29E566-3568-D260-372A-5D49C097BC81}"/>
                </a:ext>
              </a:extLst>
            </p:cNvPr>
            <p:cNvSpPr>
              <a:spLocks noChangeShapeType="1"/>
            </p:cNvSpPr>
            <p:nvPr/>
          </p:nvSpPr>
          <p:spPr bwMode="auto">
            <a:xfrm>
              <a:off x="443" y="1877"/>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8" name="Line 11">
              <a:extLst>
                <a:ext uri="{FF2B5EF4-FFF2-40B4-BE49-F238E27FC236}">
                  <a16:creationId xmlns:a16="http://schemas.microsoft.com/office/drawing/2014/main" id="{AC2FA665-AC8F-3FB8-B944-86A4ACBD1A20}"/>
                </a:ext>
              </a:extLst>
            </p:cNvPr>
            <p:cNvSpPr>
              <a:spLocks noChangeShapeType="1"/>
            </p:cNvSpPr>
            <p:nvPr/>
          </p:nvSpPr>
          <p:spPr bwMode="auto">
            <a:xfrm>
              <a:off x="443" y="2055"/>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9" name="Line 12">
              <a:extLst>
                <a:ext uri="{FF2B5EF4-FFF2-40B4-BE49-F238E27FC236}">
                  <a16:creationId xmlns:a16="http://schemas.microsoft.com/office/drawing/2014/main" id="{1E0F8881-2312-3FE0-F119-835AF1DEB389}"/>
                </a:ext>
              </a:extLst>
            </p:cNvPr>
            <p:cNvSpPr>
              <a:spLocks noChangeShapeType="1"/>
            </p:cNvSpPr>
            <p:nvPr/>
          </p:nvSpPr>
          <p:spPr bwMode="auto">
            <a:xfrm>
              <a:off x="443" y="2245"/>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0" name="Line 13">
              <a:extLst>
                <a:ext uri="{FF2B5EF4-FFF2-40B4-BE49-F238E27FC236}">
                  <a16:creationId xmlns:a16="http://schemas.microsoft.com/office/drawing/2014/main" id="{8CC44A93-F28E-34CA-19C5-ABB5EBA3FF65}"/>
                </a:ext>
              </a:extLst>
            </p:cNvPr>
            <p:cNvSpPr>
              <a:spLocks noChangeShapeType="1"/>
            </p:cNvSpPr>
            <p:nvPr/>
          </p:nvSpPr>
          <p:spPr bwMode="auto">
            <a:xfrm>
              <a:off x="443" y="2435"/>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1" name="Line 14">
              <a:extLst>
                <a:ext uri="{FF2B5EF4-FFF2-40B4-BE49-F238E27FC236}">
                  <a16:creationId xmlns:a16="http://schemas.microsoft.com/office/drawing/2014/main" id="{8200C771-2376-8421-7DC7-A51E3587ADD0}"/>
                </a:ext>
              </a:extLst>
            </p:cNvPr>
            <p:cNvSpPr>
              <a:spLocks noChangeShapeType="1"/>
            </p:cNvSpPr>
            <p:nvPr/>
          </p:nvSpPr>
          <p:spPr bwMode="auto">
            <a:xfrm>
              <a:off x="443" y="2601"/>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2" name="Line 15">
              <a:extLst>
                <a:ext uri="{FF2B5EF4-FFF2-40B4-BE49-F238E27FC236}">
                  <a16:creationId xmlns:a16="http://schemas.microsoft.com/office/drawing/2014/main" id="{62755543-5B40-5F04-8D51-6E3AFE5A3FC3}"/>
                </a:ext>
              </a:extLst>
            </p:cNvPr>
            <p:cNvSpPr>
              <a:spLocks noChangeShapeType="1"/>
            </p:cNvSpPr>
            <p:nvPr/>
          </p:nvSpPr>
          <p:spPr bwMode="auto">
            <a:xfrm>
              <a:off x="443" y="2791"/>
              <a:ext cx="3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3" name="Line 16">
              <a:extLst>
                <a:ext uri="{FF2B5EF4-FFF2-40B4-BE49-F238E27FC236}">
                  <a16:creationId xmlns:a16="http://schemas.microsoft.com/office/drawing/2014/main" id="{046A94C8-933C-DA00-C062-B3F18125B7D3}"/>
                </a:ext>
              </a:extLst>
            </p:cNvPr>
            <p:cNvSpPr>
              <a:spLocks noChangeShapeType="1"/>
            </p:cNvSpPr>
            <p:nvPr/>
          </p:nvSpPr>
          <p:spPr bwMode="auto">
            <a:xfrm>
              <a:off x="1672" y="1509"/>
              <a:ext cx="2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4" name="Line 17">
              <a:extLst>
                <a:ext uri="{FF2B5EF4-FFF2-40B4-BE49-F238E27FC236}">
                  <a16:creationId xmlns:a16="http://schemas.microsoft.com/office/drawing/2014/main" id="{443E7C0E-4F43-FE59-6D8E-DF91CC5765BC}"/>
                </a:ext>
              </a:extLst>
            </p:cNvPr>
            <p:cNvSpPr>
              <a:spLocks noChangeShapeType="1"/>
            </p:cNvSpPr>
            <p:nvPr/>
          </p:nvSpPr>
          <p:spPr bwMode="auto">
            <a:xfrm>
              <a:off x="1672" y="1675"/>
              <a:ext cx="2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5" name="Line 18">
              <a:extLst>
                <a:ext uri="{FF2B5EF4-FFF2-40B4-BE49-F238E27FC236}">
                  <a16:creationId xmlns:a16="http://schemas.microsoft.com/office/drawing/2014/main" id="{67D52D2C-EECD-12CE-5F07-52A2CA171288}"/>
                </a:ext>
              </a:extLst>
            </p:cNvPr>
            <p:cNvSpPr>
              <a:spLocks noChangeShapeType="1"/>
            </p:cNvSpPr>
            <p:nvPr/>
          </p:nvSpPr>
          <p:spPr bwMode="auto">
            <a:xfrm>
              <a:off x="1672" y="1842"/>
              <a:ext cx="2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6" name="Line 19">
              <a:extLst>
                <a:ext uri="{FF2B5EF4-FFF2-40B4-BE49-F238E27FC236}">
                  <a16:creationId xmlns:a16="http://schemas.microsoft.com/office/drawing/2014/main" id="{CAF0BDF3-11FB-BE24-0D42-3C0D0446A2A6}"/>
                </a:ext>
              </a:extLst>
            </p:cNvPr>
            <p:cNvSpPr>
              <a:spLocks noChangeShapeType="1"/>
            </p:cNvSpPr>
            <p:nvPr/>
          </p:nvSpPr>
          <p:spPr bwMode="auto">
            <a:xfrm>
              <a:off x="1684" y="2197"/>
              <a:ext cx="2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7" name="Line 20">
              <a:extLst>
                <a:ext uri="{FF2B5EF4-FFF2-40B4-BE49-F238E27FC236}">
                  <a16:creationId xmlns:a16="http://schemas.microsoft.com/office/drawing/2014/main" id="{0417D690-52E7-F624-0637-613498880CE3}"/>
                </a:ext>
              </a:extLst>
            </p:cNvPr>
            <p:cNvSpPr>
              <a:spLocks noChangeShapeType="1"/>
            </p:cNvSpPr>
            <p:nvPr/>
          </p:nvSpPr>
          <p:spPr bwMode="auto">
            <a:xfrm>
              <a:off x="1684" y="2364"/>
              <a:ext cx="2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58" name="Text Box 21">
              <a:extLst>
                <a:ext uri="{FF2B5EF4-FFF2-40B4-BE49-F238E27FC236}">
                  <a16:creationId xmlns:a16="http://schemas.microsoft.com/office/drawing/2014/main" id="{E12ECA2F-0CD7-682E-3407-D6475E2CB03C}"/>
                </a:ext>
              </a:extLst>
            </p:cNvPr>
            <p:cNvSpPr txBox="1">
              <a:spLocks noChangeArrowheads="1"/>
            </p:cNvSpPr>
            <p:nvPr/>
          </p:nvSpPr>
          <p:spPr bwMode="auto">
            <a:xfrm>
              <a:off x="1298" y="1379"/>
              <a:ext cx="482" cy="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A2</a:t>
              </a:r>
            </a:p>
            <a:p>
              <a:pPr eaLnBrk="1" hangingPunct="1"/>
              <a:r>
                <a:rPr lang="en-US" altLang="en-US" sz="1800" b="0"/>
                <a:t>A1</a:t>
              </a:r>
            </a:p>
            <a:p>
              <a:pPr eaLnBrk="1" hangingPunct="1"/>
              <a:r>
                <a:rPr lang="en-US" altLang="en-US" sz="1800" b="0"/>
                <a:t>A0</a:t>
              </a:r>
            </a:p>
            <a:p>
              <a:pPr eaLnBrk="1" hangingPunct="1"/>
              <a:endParaRPr lang="en-US" altLang="en-US" sz="1800" b="0"/>
            </a:p>
            <a:p>
              <a:pPr eaLnBrk="1" hangingPunct="1"/>
              <a:r>
                <a:rPr lang="en-US" altLang="en-US" sz="1800" b="0"/>
                <a:t>GS</a:t>
              </a:r>
            </a:p>
            <a:p>
              <a:pPr eaLnBrk="1" hangingPunct="1"/>
              <a:r>
                <a:rPr lang="en-US" altLang="en-US" sz="1800" b="0"/>
                <a:t>EO</a:t>
              </a:r>
            </a:p>
            <a:p>
              <a:pPr eaLnBrk="1" hangingPunct="1"/>
              <a:endParaRPr lang="en-US" altLang="en-US" sz="1800" b="0"/>
            </a:p>
            <a:p>
              <a:pPr eaLnBrk="1" hangingPunct="1"/>
              <a:endParaRPr lang="en-US" altLang="en-US" sz="1800" b="0"/>
            </a:p>
            <a:p>
              <a:pPr eaLnBrk="1" hangingPunct="1"/>
              <a:endParaRPr lang="ru-RU" altLang="en-US" sz="1800" b="0" baseline="-25000"/>
            </a:p>
          </p:txBody>
        </p:sp>
        <p:sp>
          <p:nvSpPr>
            <p:cNvPr id="77859" name="Oval 38">
              <a:extLst>
                <a:ext uri="{FF2B5EF4-FFF2-40B4-BE49-F238E27FC236}">
                  <a16:creationId xmlns:a16="http://schemas.microsoft.com/office/drawing/2014/main" id="{397E40BC-592D-2289-9721-EFEC148AD62D}"/>
                </a:ext>
              </a:extLst>
            </p:cNvPr>
            <p:cNvSpPr>
              <a:spLocks noChangeArrowheads="1"/>
            </p:cNvSpPr>
            <p:nvPr/>
          </p:nvSpPr>
          <p:spPr bwMode="auto">
            <a:xfrm>
              <a:off x="756" y="1288"/>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0" name="Oval 39">
              <a:extLst>
                <a:ext uri="{FF2B5EF4-FFF2-40B4-BE49-F238E27FC236}">
                  <a16:creationId xmlns:a16="http://schemas.microsoft.com/office/drawing/2014/main" id="{05ADDAEB-A1D2-6D8D-9A9A-F8A65F96B697}"/>
                </a:ext>
              </a:extLst>
            </p:cNvPr>
            <p:cNvSpPr>
              <a:spLocks noChangeArrowheads="1"/>
            </p:cNvSpPr>
            <p:nvPr/>
          </p:nvSpPr>
          <p:spPr bwMode="auto">
            <a:xfrm>
              <a:off x="744" y="1466"/>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1" name="Oval 40">
              <a:extLst>
                <a:ext uri="{FF2B5EF4-FFF2-40B4-BE49-F238E27FC236}">
                  <a16:creationId xmlns:a16="http://schemas.microsoft.com/office/drawing/2014/main" id="{B664C63A-D916-57EC-E897-C7D0579258A0}"/>
                </a:ext>
              </a:extLst>
            </p:cNvPr>
            <p:cNvSpPr>
              <a:spLocks noChangeArrowheads="1"/>
            </p:cNvSpPr>
            <p:nvPr/>
          </p:nvSpPr>
          <p:spPr bwMode="auto">
            <a:xfrm>
              <a:off x="744" y="1644"/>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2" name="Oval 41">
              <a:extLst>
                <a:ext uri="{FF2B5EF4-FFF2-40B4-BE49-F238E27FC236}">
                  <a16:creationId xmlns:a16="http://schemas.microsoft.com/office/drawing/2014/main" id="{190FF467-C098-4D4B-7222-4D9292289D6E}"/>
                </a:ext>
              </a:extLst>
            </p:cNvPr>
            <p:cNvSpPr>
              <a:spLocks noChangeArrowheads="1"/>
            </p:cNvSpPr>
            <p:nvPr/>
          </p:nvSpPr>
          <p:spPr bwMode="auto">
            <a:xfrm>
              <a:off x="744" y="1822"/>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3" name="Oval 42">
              <a:extLst>
                <a:ext uri="{FF2B5EF4-FFF2-40B4-BE49-F238E27FC236}">
                  <a16:creationId xmlns:a16="http://schemas.microsoft.com/office/drawing/2014/main" id="{2D2FF5AB-464A-F955-11A9-B7C8019D80F1}"/>
                </a:ext>
              </a:extLst>
            </p:cNvPr>
            <p:cNvSpPr>
              <a:spLocks noChangeArrowheads="1"/>
            </p:cNvSpPr>
            <p:nvPr/>
          </p:nvSpPr>
          <p:spPr bwMode="auto">
            <a:xfrm>
              <a:off x="744" y="1988"/>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4" name="Oval 43">
              <a:extLst>
                <a:ext uri="{FF2B5EF4-FFF2-40B4-BE49-F238E27FC236}">
                  <a16:creationId xmlns:a16="http://schemas.microsoft.com/office/drawing/2014/main" id="{224CA397-DEED-7BF7-58F6-BD410AA40863}"/>
                </a:ext>
              </a:extLst>
            </p:cNvPr>
            <p:cNvSpPr>
              <a:spLocks noChangeArrowheads="1"/>
            </p:cNvSpPr>
            <p:nvPr/>
          </p:nvSpPr>
          <p:spPr bwMode="auto">
            <a:xfrm>
              <a:off x="756" y="2190"/>
              <a:ext cx="105" cy="102"/>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5" name="Oval 44">
              <a:extLst>
                <a:ext uri="{FF2B5EF4-FFF2-40B4-BE49-F238E27FC236}">
                  <a16:creationId xmlns:a16="http://schemas.microsoft.com/office/drawing/2014/main" id="{F0F18AC5-432E-03FD-3BE0-9E2E15095A5D}"/>
                </a:ext>
              </a:extLst>
            </p:cNvPr>
            <p:cNvSpPr>
              <a:spLocks noChangeArrowheads="1"/>
            </p:cNvSpPr>
            <p:nvPr/>
          </p:nvSpPr>
          <p:spPr bwMode="auto">
            <a:xfrm>
              <a:off x="756" y="2379"/>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6" name="Oval 45">
              <a:extLst>
                <a:ext uri="{FF2B5EF4-FFF2-40B4-BE49-F238E27FC236}">
                  <a16:creationId xmlns:a16="http://schemas.microsoft.com/office/drawing/2014/main" id="{BE8061FF-A6BA-A4D4-D2CE-83DA22911B7F}"/>
                </a:ext>
              </a:extLst>
            </p:cNvPr>
            <p:cNvSpPr>
              <a:spLocks noChangeArrowheads="1"/>
            </p:cNvSpPr>
            <p:nvPr/>
          </p:nvSpPr>
          <p:spPr bwMode="auto">
            <a:xfrm>
              <a:off x="756" y="2545"/>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7" name="Oval 46">
              <a:extLst>
                <a:ext uri="{FF2B5EF4-FFF2-40B4-BE49-F238E27FC236}">
                  <a16:creationId xmlns:a16="http://schemas.microsoft.com/office/drawing/2014/main" id="{E06DC54F-1AC8-CEA9-1080-5993FBF5065C}"/>
                </a:ext>
              </a:extLst>
            </p:cNvPr>
            <p:cNvSpPr>
              <a:spLocks noChangeArrowheads="1"/>
            </p:cNvSpPr>
            <p:nvPr/>
          </p:nvSpPr>
          <p:spPr bwMode="auto">
            <a:xfrm>
              <a:off x="756" y="2735"/>
              <a:ext cx="105"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8" name="Oval 47">
              <a:extLst>
                <a:ext uri="{FF2B5EF4-FFF2-40B4-BE49-F238E27FC236}">
                  <a16:creationId xmlns:a16="http://schemas.microsoft.com/office/drawing/2014/main" id="{AB62E106-94BE-60A0-83D8-20EA0C0D6D8D}"/>
                </a:ext>
              </a:extLst>
            </p:cNvPr>
            <p:cNvSpPr>
              <a:spLocks noChangeArrowheads="1"/>
            </p:cNvSpPr>
            <p:nvPr/>
          </p:nvSpPr>
          <p:spPr bwMode="auto">
            <a:xfrm>
              <a:off x="1612" y="1454"/>
              <a:ext cx="104"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69" name="Oval 48">
              <a:extLst>
                <a:ext uri="{FF2B5EF4-FFF2-40B4-BE49-F238E27FC236}">
                  <a16:creationId xmlns:a16="http://schemas.microsoft.com/office/drawing/2014/main" id="{5070EB48-1A75-6039-3EAA-DD92F174D4E3}"/>
                </a:ext>
              </a:extLst>
            </p:cNvPr>
            <p:cNvSpPr>
              <a:spLocks noChangeArrowheads="1"/>
            </p:cNvSpPr>
            <p:nvPr/>
          </p:nvSpPr>
          <p:spPr bwMode="auto">
            <a:xfrm>
              <a:off x="1612" y="1632"/>
              <a:ext cx="104"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70" name="Oval 49">
              <a:extLst>
                <a:ext uri="{FF2B5EF4-FFF2-40B4-BE49-F238E27FC236}">
                  <a16:creationId xmlns:a16="http://schemas.microsoft.com/office/drawing/2014/main" id="{73DC0265-E504-E16D-6999-40671563C0F8}"/>
                </a:ext>
              </a:extLst>
            </p:cNvPr>
            <p:cNvSpPr>
              <a:spLocks noChangeArrowheads="1"/>
            </p:cNvSpPr>
            <p:nvPr/>
          </p:nvSpPr>
          <p:spPr bwMode="auto">
            <a:xfrm>
              <a:off x="1612" y="1786"/>
              <a:ext cx="104"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71" name="Oval 50">
              <a:extLst>
                <a:ext uri="{FF2B5EF4-FFF2-40B4-BE49-F238E27FC236}">
                  <a16:creationId xmlns:a16="http://schemas.microsoft.com/office/drawing/2014/main" id="{6FCFED19-7EA5-1493-AAD2-F5816E98346C}"/>
                </a:ext>
              </a:extLst>
            </p:cNvPr>
            <p:cNvSpPr>
              <a:spLocks noChangeArrowheads="1"/>
            </p:cNvSpPr>
            <p:nvPr/>
          </p:nvSpPr>
          <p:spPr bwMode="auto">
            <a:xfrm>
              <a:off x="1612" y="2142"/>
              <a:ext cx="104"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77872" name="Oval 51">
              <a:extLst>
                <a:ext uri="{FF2B5EF4-FFF2-40B4-BE49-F238E27FC236}">
                  <a16:creationId xmlns:a16="http://schemas.microsoft.com/office/drawing/2014/main" id="{9A80E23A-8C03-44E1-AF1E-C15949325C42}"/>
                </a:ext>
              </a:extLst>
            </p:cNvPr>
            <p:cNvSpPr>
              <a:spLocks noChangeArrowheads="1"/>
            </p:cNvSpPr>
            <p:nvPr/>
          </p:nvSpPr>
          <p:spPr bwMode="auto">
            <a:xfrm>
              <a:off x="1624" y="2320"/>
              <a:ext cx="104" cy="10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graphicFrame>
        <p:nvGraphicFramePr>
          <p:cNvPr id="39" name="Table 38">
            <a:extLst>
              <a:ext uri="{FF2B5EF4-FFF2-40B4-BE49-F238E27FC236}">
                <a16:creationId xmlns:a16="http://schemas.microsoft.com/office/drawing/2014/main" id="{55EBF624-A992-483A-B0F0-DCE181675A34}"/>
              </a:ext>
            </a:extLst>
          </p:cNvPr>
          <p:cNvGraphicFramePr>
            <a:graphicFrameLocks noGrp="1"/>
          </p:cNvGraphicFramePr>
          <p:nvPr>
            <p:extLst>
              <p:ext uri="{D42A27DB-BD31-4B8C-83A1-F6EECF244321}">
                <p14:modId xmlns:p14="http://schemas.microsoft.com/office/powerpoint/2010/main" val="4221994315"/>
              </p:ext>
            </p:extLst>
          </p:nvPr>
        </p:nvGraphicFramePr>
        <p:xfrm>
          <a:off x="5027613" y="2044701"/>
          <a:ext cx="5391150" cy="3179936"/>
        </p:xfrm>
        <a:graphic>
          <a:graphicData uri="http://schemas.openxmlformats.org/drawingml/2006/table">
            <a:tbl>
              <a:tblPr firstRow="1" bandRow="1">
                <a:tableStyleId>{5C22544A-7EE6-4342-B048-85BDC9FD1C3A}</a:tableStyleId>
              </a:tblPr>
              <a:tblGrid>
                <a:gridCol w="2766823">
                  <a:extLst>
                    <a:ext uri="{9D8B030D-6E8A-4147-A177-3AD203B41FA5}">
                      <a16:colId xmlns:a16="http://schemas.microsoft.com/office/drawing/2014/main" val="20000"/>
                    </a:ext>
                  </a:extLst>
                </a:gridCol>
                <a:gridCol w="2624327">
                  <a:extLst>
                    <a:ext uri="{9D8B030D-6E8A-4147-A177-3AD203B41FA5}">
                      <a16:colId xmlns:a16="http://schemas.microsoft.com/office/drawing/2014/main" val="20001"/>
                    </a:ext>
                  </a:extLst>
                </a:gridCol>
              </a:tblGrid>
              <a:tr h="370776">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600" b="0" i="0" u="none" strike="noStrike" cap="none" normalizeH="0" baseline="0" dirty="0">
                          <a:ln>
                            <a:noFill/>
                          </a:ln>
                          <a:solidFill>
                            <a:schemeClr val="bg1"/>
                          </a:solidFill>
                          <a:effectLst/>
                          <a:latin typeface="Arial" pitchFamily="34" charset="0"/>
                          <a:cs typeface="Arial" pitchFamily="34" charset="0"/>
                        </a:rPr>
                        <a:t>Inputs</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L="91436" marR="91436"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600" b="0" i="0" u="none" strike="noStrike" kern="1200" cap="none" normalizeH="0" baseline="0" dirty="0">
                          <a:ln>
                            <a:noFill/>
                          </a:ln>
                          <a:solidFill>
                            <a:schemeClr val="bg1"/>
                          </a:solidFill>
                          <a:effectLst/>
                          <a:latin typeface="Arial" pitchFamily="34" charset="0"/>
                          <a:ea typeface="+mn-ea"/>
                          <a:cs typeface="Arial" pitchFamily="34" charset="0"/>
                        </a:rPr>
                        <a:t>Outputs</a:t>
                      </a:r>
                      <a:endParaRPr kumimoji="0" lang="ru-RU" sz="1600" b="0" i="0" u="none" strike="noStrike" kern="1200" cap="none" normalizeH="0" baseline="0" dirty="0">
                        <a:ln>
                          <a:noFill/>
                        </a:ln>
                        <a:solidFill>
                          <a:schemeClr val="bg1"/>
                        </a:solidFill>
                        <a:effectLst/>
                        <a:latin typeface="Arial" pitchFamily="34" charset="0"/>
                        <a:ea typeface="+mn-ea"/>
                        <a:cs typeface="Arial" pitchFamily="34" charset="0"/>
                      </a:endParaRPr>
                    </a:p>
                  </a:txBody>
                  <a:tcPr marL="91436" marR="91436" marT="45712" marB="45712" horzOverflow="overflow"/>
                </a:tc>
                <a:extLst>
                  <a:ext uri="{0D108BD9-81ED-4DB2-BD59-A6C34878D82A}">
                    <a16:rowId xmlns:a16="http://schemas.microsoft.com/office/drawing/2014/main" val="10000"/>
                  </a:ext>
                </a:extLst>
              </a:tr>
              <a:tr h="370776">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200" b="0" i="0" u="none" strike="noStrike" cap="none" normalizeH="0" baseline="0" dirty="0">
                          <a:ln>
                            <a:noFill/>
                          </a:ln>
                          <a:solidFill>
                            <a:schemeClr val="tx1"/>
                          </a:solidFill>
                          <a:effectLst/>
                          <a:latin typeface="Arial" pitchFamily="34" charset="0"/>
                          <a:cs typeface="Arial" pitchFamily="34" charset="0"/>
                        </a:rPr>
                        <a:t>~EI ~I0 ~I1 ~I2 ~I3 ~I4 ~I5 ~I6 ~I7</a:t>
                      </a:r>
                      <a:endParaRPr kumimoji="0" lang="ru-RU" sz="12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pitchFamily="34" charset="0"/>
                        <a:buNone/>
                        <a:tabLst/>
                      </a:pPr>
                      <a:r>
                        <a:rPr kumimoji="0" lang="en-US" sz="1400" b="0" i="0" u="none" strike="noStrike" cap="none" normalizeH="0" baseline="0" dirty="0">
                          <a:ln>
                            <a:noFill/>
                          </a:ln>
                          <a:solidFill>
                            <a:schemeClr val="tx1"/>
                          </a:solidFill>
                          <a:effectLst/>
                          <a:latin typeface="Arial" pitchFamily="34" charset="0"/>
                          <a:cs typeface="Arial" pitchFamily="34" charset="0"/>
                        </a:rPr>
                        <a:t>~A2 ~A1 ~A0 ~GS ~EO</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extLst>
                  <a:ext uri="{0D108BD9-81ED-4DB2-BD59-A6C34878D82A}">
                    <a16:rowId xmlns:a16="http://schemas.microsoft.com/office/drawing/2014/main" val="10001"/>
                  </a:ext>
                </a:extLst>
              </a:tr>
              <a:tr h="2438211">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pitchFamily="34" charset="0"/>
                        <a:buNone/>
                        <a:tabLst/>
                        <a:defRPr/>
                      </a:pPr>
                      <a:r>
                        <a:rPr kumimoji="0" lang="en-US" sz="1400" b="0" i="0" u="none" strike="noStrike" cap="none" normalizeH="0" baseline="0" dirty="0">
                          <a:ln>
                            <a:noFill/>
                          </a:ln>
                          <a:solidFill>
                            <a:schemeClr val="tx1"/>
                          </a:solidFill>
                          <a:effectLst/>
                          <a:latin typeface="Arial" pitchFamily="34" charset="0"/>
                          <a:cs typeface="Arial" pitchFamily="34" charset="0"/>
                        </a:rPr>
                        <a:t>1    x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x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0</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x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x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0    1    1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x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0    1    1    1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x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0    1    1    1    1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x    </a:t>
                      </a:r>
                      <a:r>
                        <a:rPr kumimoji="0" lang="en-US" sz="1400" b="0" i="0" u="none" strike="noStrike" cap="none" normalizeH="0" baseline="0" dirty="0" err="1">
                          <a:ln>
                            <a:noFill/>
                          </a:ln>
                          <a:solidFill>
                            <a:schemeClr val="tx1"/>
                          </a:solidFill>
                          <a:effectLst/>
                          <a:latin typeface="Arial" pitchFamily="34" charset="0"/>
                          <a:cs typeface="Arial" pitchFamily="34" charset="0"/>
                        </a:rPr>
                        <a:t>x</a:t>
                      </a:r>
                      <a:r>
                        <a:rPr kumimoji="0" lang="en-US" sz="1400" b="0" i="0" u="none" strike="noStrike" cap="none" normalizeH="0" baseline="0" dirty="0">
                          <a:ln>
                            <a:noFill/>
                          </a:ln>
                          <a:solidFill>
                            <a:schemeClr val="tx1"/>
                          </a:solidFill>
                          <a:effectLst/>
                          <a:latin typeface="Arial" pitchFamily="34" charset="0"/>
                          <a:cs typeface="Arial" pitchFamily="34" charset="0"/>
                        </a:rPr>
                        <a:t>    0    1    1    1    1    1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x    0    1    1    1    1    1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0    0    1    1    1    1    1    1    1 </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0    1    1    1    1    1    1    1    1 </a:t>
                      </a:r>
                      <a:endParaRPr kumimoji="0" lang="ru-RU"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
                          <a:srgbClr val="0000FF"/>
                        </a:buClr>
                        <a:buSzPct val="100000"/>
                        <a:buFont typeface="Arial" pitchFamily="34" charset="0"/>
                        <a:buNone/>
                        <a:tabLst/>
                      </a:pP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pitchFamily="34" charset="0"/>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1      1     1     1      1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0     0     0     0      1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0     0     1     0      1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0     1     0     0      1</a:t>
                      </a:r>
                      <a:endParaRPr kumimoji="0" lang="ru-RU"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
                          <a:srgbClr val="0000FF"/>
                        </a:buClr>
                        <a:buSzPct val="100000"/>
                        <a:buFont typeface="Arial" pitchFamily="34" charset="0"/>
                        <a:buNone/>
                        <a:tabLst/>
                      </a:pPr>
                      <a:r>
                        <a:rPr kumimoji="0" lang="en-US" sz="1400" b="0" i="0" u="none" strike="noStrike" cap="none" normalizeH="0" baseline="0" dirty="0">
                          <a:ln>
                            <a:noFill/>
                          </a:ln>
                          <a:solidFill>
                            <a:schemeClr val="tx1"/>
                          </a:solidFill>
                          <a:effectLst/>
                          <a:latin typeface="Arial" pitchFamily="34" charset="0"/>
                          <a:cs typeface="Arial" pitchFamily="34" charset="0"/>
                        </a:rPr>
                        <a:t> 0     1     1     0      1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1     0     0     0      1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1     0     1     0      1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1     1     0     0      1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1     1     1     0      1</a:t>
                      </a:r>
                      <a:br>
                        <a:rPr kumimoji="0" lang="en-US" sz="1400" b="0" i="0" u="none" strike="noStrike" cap="none" normalizeH="0" baseline="0" dirty="0">
                          <a:ln>
                            <a:noFill/>
                          </a:ln>
                          <a:solidFill>
                            <a:schemeClr val="tx1"/>
                          </a:solidFill>
                          <a:effectLst/>
                          <a:latin typeface="Arial" pitchFamily="34" charset="0"/>
                          <a:cs typeface="Arial" pitchFamily="34" charset="0"/>
                        </a:rPr>
                      </a:br>
                      <a:r>
                        <a:rPr kumimoji="0" lang="en-US" sz="1400" b="0" i="0" u="none" strike="noStrike" cap="none" normalizeH="0" baseline="0" dirty="0">
                          <a:ln>
                            <a:noFill/>
                          </a:ln>
                          <a:solidFill>
                            <a:schemeClr val="tx1"/>
                          </a:solidFill>
                          <a:effectLst/>
                          <a:latin typeface="Arial" pitchFamily="34" charset="0"/>
                          <a:cs typeface="Arial" pitchFamily="34" charset="0"/>
                        </a:rPr>
                        <a:t> 1     1     1     1      0</a:t>
                      </a:r>
                      <a:endParaRPr kumimoji="0" lang="ru-RU"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
                          <a:srgbClr val="0000FF"/>
                        </a:buClr>
                        <a:buSzPct val="100000"/>
                        <a:buFont typeface="Arial" pitchFamily="34" charset="0"/>
                        <a:buNone/>
                        <a:tabLst/>
                      </a:pP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L="91436" marR="91436" marT="45712" marB="45712" horzOverflow="overflow"/>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19">
            <a:extLst>
              <a:ext uri="{FF2B5EF4-FFF2-40B4-BE49-F238E27FC236}">
                <a16:creationId xmlns:a16="http://schemas.microsoft.com/office/drawing/2014/main" id="{CE792090-B3A2-4891-DBED-ADDEEB2A4657}"/>
              </a:ext>
            </a:extLst>
          </p:cNvPr>
          <p:cNvSpPr>
            <a:spLocks noGrp="1" noChangeArrowheads="1"/>
          </p:cNvSpPr>
          <p:nvPr>
            <p:ph type="title"/>
          </p:nvPr>
        </p:nvSpPr>
        <p:spPr>
          <a:xfrm>
            <a:off x="-1" y="183402"/>
            <a:ext cx="11612880" cy="704088"/>
          </a:xfrm>
        </p:spPr>
        <p:txBody>
          <a:bodyPr>
            <a:normAutofit/>
          </a:bodyPr>
          <a:lstStyle/>
          <a:p>
            <a:r>
              <a:rPr lang="en-US" altLang="en-US" dirty="0"/>
              <a:t>16-inputs Priority Encoder</a:t>
            </a:r>
          </a:p>
        </p:txBody>
      </p:sp>
      <p:grpSp>
        <p:nvGrpSpPr>
          <p:cNvPr id="79875" name="Group 237">
            <a:extLst>
              <a:ext uri="{FF2B5EF4-FFF2-40B4-BE49-F238E27FC236}">
                <a16:creationId xmlns:a16="http://schemas.microsoft.com/office/drawing/2014/main" id="{1FCA850B-0874-B74F-9C63-A5719D79E241}"/>
              </a:ext>
            </a:extLst>
          </p:cNvPr>
          <p:cNvGrpSpPr>
            <a:grpSpLocks/>
          </p:cNvGrpSpPr>
          <p:nvPr/>
        </p:nvGrpSpPr>
        <p:grpSpPr bwMode="auto">
          <a:xfrm>
            <a:off x="2368550" y="1185863"/>
            <a:ext cx="4846638" cy="4572000"/>
            <a:chOff x="844549" y="1185861"/>
            <a:chExt cx="4846318" cy="4572000"/>
          </a:xfrm>
        </p:grpSpPr>
        <p:sp>
          <p:nvSpPr>
            <p:cNvPr id="79877" name="Text Box 67">
              <a:extLst>
                <a:ext uri="{FF2B5EF4-FFF2-40B4-BE49-F238E27FC236}">
                  <a16:creationId xmlns:a16="http://schemas.microsoft.com/office/drawing/2014/main" id="{4311253A-0C5F-1510-C4D8-647AAEA70979}"/>
                </a:ext>
              </a:extLst>
            </p:cNvPr>
            <p:cNvSpPr txBox="1">
              <a:spLocks noChangeArrowheads="1"/>
            </p:cNvSpPr>
            <p:nvPr/>
          </p:nvSpPr>
          <p:spPr bwMode="auto">
            <a:xfrm>
              <a:off x="4972894" y="2082509"/>
              <a:ext cx="717973" cy="3675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a:t>A3</a:t>
              </a:r>
            </a:p>
            <a:p>
              <a:pPr eaLnBrk="1" hangingPunct="1"/>
              <a:endParaRPr lang="ru-RU" altLang="en-US" sz="1600"/>
            </a:p>
            <a:p>
              <a:pPr eaLnBrk="1" hangingPunct="1"/>
              <a:endParaRPr lang="ru-RU" altLang="en-US" sz="1600"/>
            </a:p>
            <a:p>
              <a:pPr eaLnBrk="1" hangingPunct="1"/>
              <a:endParaRPr lang="ru-RU" altLang="en-US" sz="1600"/>
            </a:p>
            <a:p>
              <a:pPr eaLnBrk="1" hangingPunct="1"/>
              <a:r>
                <a:rPr lang="ru-RU" altLang="en-US" sz="1600"/>
                <a:t>A2</a:t>
              </a:r>
            </a:p>
            <a:p>
              <a:pPr eaLnBrk="1" hangingPunct="1"/>
              <a:endParaRPr lang="ru-RU" altLang="en-US" sz="1600"/>
            </a:p>
            <a:p>
              <a:pPr eaLnBrk="1" hangingPunct="1"/>
              <a:endParaRPr lang="ru-RU" altLang="en-US" sz="1600"/>
            </a:p>
            <a:p>
              <a:pPr eaLnBrk="1" hangingPunct="1"/>
              <a:r>
                <a:rPr lang="ru-RU" altLang="en-US" sz="1600"/>
                <a:t>A1</a:t>
              </a:r>
            </a:p>
            <a:p>
              <a:pPr eaLnBrk="1" hangingPunct="1"/>
              <a:endParaRPr lang="ru-RU" altLang="en-US" sz="1600"/>
            </a:p>
            <a:p>
              <a:pPr eaLnBrk="1" hangingPunct="1"/>
              <a:endParaRPr lang="ru-RU" altLang="en-US" sz="1600"/>
            </a:p>
            <a:p>
              <a:pPr eaLnBrk="1" hangingPunct="1"/>
              <a:r>
                <a:rPr lang="ru-RU" altLang="en-US" sz="1600"/>
                <a:t>A0</a:t>
              </a:r>
            </a:p>
            <a:p>
              <a:pPr eaLnBrk="1" hangingPunct="1"/>
              <a:endParaRPr lang="ru-RU" altLang="en-US" sz="1600"/>
            </a:p>
            <a:p>
              <a:pPr eaLnBrk="1" hangingPunct="1"/>
              <a:endParaRPr lang="ru-RU" altLang="en-US" sz="1600"/>
            </a:p>
            <a:p>
              <a:pPr eaLnBrk="1" hangingPunct="1"/>
              <a:r>
                <a:rPr lang="ru-RU" altLang="en-US" sz="1600"/>
                <a:t>RGS</a:t>
              </a:r>
              <a:endParaRPr lang="ru-RU" altLang="en-US" sz="1600" baseline="-25000"/>
            </a:p>
          </p:txBody>
        </p:sp>
        <p:sp>
          <p:nvSpPr>
            <p:cNvPr id="79878" name="Line 6">
              <a:extLst>
                <a:ext uri="{FF2B5EF4-FFF2-40B4-BE49-F238E27FC236}">
                  <a16:creationId xmlns:a16="http://schemas.microsoft.com/office/drawing/2014/main" id="{F5150D5B-972D-91A0-4FDF-B41F397A4D8B}"/>
                </a:ext>
              </a:extLst>
            </p:cNvPr>
            <p:cNvSpPr>
              <a:spLocks noChangeShapeType="1"/>
            </p:cNvSpPr>
            <p:nvPr/>
          </p:nvSpPr>
          <p:spPr bwMode="auto">
            <a:xfrm>
              <a:off x="2716407" y="1528874"/>
              <a:ext cx="61691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79" name="Line 7">
              <a:extLst>
                <a:ext uri="{FF2B5EF4-FFF2-40B4-BE49-F238E27FC236}">
                  <a16:creationId xmlns:a16="http://schemas.microsoft.com/office/drawing/2014/main" id="{3D95ECD7-7D0E-6E28-B0C5-83FE87AA0243}"/>
                </a:ext>
              </a:extLst>
            </p:cNvPr>
            <p:cNvSpPr>
              <a:spLocks noChangeShapeType="1"/>
            </p:cNvSpPr>
            <p:nvPr/>
          </p:nvSpPr>
          <p:spPr bwMode="auto">
            <a:xfrm>
              <a:off x="2716407" y="1707902"/>
              <a:ext cx="9683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0" name="Line 8">
              <a:extLst>
                <a:ext uri="{FF2B5EF4-FFF2-40B4-BE49-F238E27FC236}">
                  <a16:creationId xmlns:a16="http://schemas.microsoft.com/office/drawing/2014/main" id="{5BF47181-98AA-1485-0692-6B301FB336AD}"/>
                </a:ext>
              </a:extLst>
            </p:cNvPr>
            <p:cNvSpPr>
              <a:spLocks noChangeShapeType="1"/>
            </p:cNvSpPr>
            <p:nvPr/>
          </p:nvSpPr>
          <p:spPr bwMode="auto">
            <a:xfrm>
              <a:off x="2716407" y="1885427"/>
              <a:ext cx="8114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1" name="Line 9">
              <a:extLst>
                <a:ext uri="{FF2B5EF4-FFF2-40B4-BE49-F238E27FC236}">
                  <a16:creationId xmlns:a16="http://schemas.microsoft.com/office/drawing/2014/main" id="{EE11D116-6589-EE95-4A00-34CDB919D378}"/>
                </a:ext>
              </a:extLst>
            </p:cNvPr>
            <p:cNvSpPr>
              <a:spLocks noChangeShapeType="1"/>
            </p:cNvSpPr>
            <p:nvPr/>
          </p:nvSpPr>
          <p:spPr bwMode="auto">
            <a:xfrm>
              <a:off x="2729982" y="2267555"/>
              <a:ext cx="12700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2" name="Text Box 10">
              <a:extLst>
                <a:ext uri="{FF2B5EF4-FFF2-40B4-BE49-F238E27FC236}">
                  <a16:creationId xmlns:a16="http://schemas.microsoft.com/office/drawing/2014/main" id="{7B5BF11E-73BE-464A-7618-81AE4775459F}"/>
                </a:ext>
              </a:extLst>
            </p:cNvPr>
            <p:cNvSpPr txBox="1">
              <a:spLocks noChangeArrowheads="1"/>
            </p:cNvSpPr>
            <p:nvPr/>
          </p:nvSpPr>
          <p:spPr bwMode="auto">
            <a:xfrm>
              <a:off x="1809891" y="3525269"/>
              <a:ext cx="906516" cy="1919668"/>
            </a:xfrm>
            <a:prstGeom prst="rect">
              <a:avLst/>
            </a:prstGeom>
            <a:solidFill>
              <a:schemeClr val="accent1">
                <a:lumMod val="60000"/>
                <a:lumOff val="40000"/>
              </a:schemeClr>
            </a:solidFill>
            <a:ln w="25400">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400"/>
                <a:t>EI</a:t>
              </a:r>
            </a:p>
            <a:p>
              <a:pPr eaLnBrk="1" hangingPunct="1"/>
              <a:r>
                <a:rPr lang="ru-RU" altLang="en-US" sz="1400"/>
                <a:t>I7</a:t>
              </a:r>
            </a:p>
            <a:p>
              <a:pPr eaLnBrk="1" hangingPunct="1"/>
              <a:r>
                <a:rPr lang="ru-RU" altLang="en-US" sz="1400"/>
                <a:t>I6</a:t>
              </a:r>
            </a:p>
            <a:p>
              <a:pPr eaLnBrk="1" hangingPunct="1"/>
              <a:r>
                <a:rPr lang="ru-RU" altLang="en-US" sz="1400"/>
                <a:t>I5</a:t>
              </a:r>
            </a:p>
            <a:p>
              <a:pPr eaLnBrk="1" hangingPunct="1"/>
              <a:r>
                <a:rPr lang="ru-RU" altLang="en-US" sz="1400"/>
                <a:t>I4</a:t>
              </a:r>
            </a:p>
            <a:p>
              <a:pPr eaLnBrk="1" hangingPunct="1"/>
              <a:r>
                <a:rPr lang="ru-RU" altLang="en-US" sz="1400"/>
                <a:t>I3</a:t>
              </a:r>
            </a:p>
            <a:p>
              <a:pPr eaLnBrk="1" hangingPunct="1"/>
              <a:r>
                <a:rPr lang="ru-RU" altLang="en-US" sz="1400"/>
                <a:t>I2</a:t>
              </a:r>
            </a:p>
            <a:p>
              <a:pPr eaLnBrk="1" hangingPunct="1"/>
              <a:r>
                <a:rPr lang="ru-RU" altLang="en-US" sz="1400"/>
                <a:t>I1</a:t>
              </a:r>
            </a:p>
            <a:p>
              <a:pPr eaLnBrk="1" hangingPunct="1"/>
              <a:r>
                <a:rPr lang="ru-RU" altLang="en-US" sz="1400"/>
                <a:t>I0</a:t>
              </a:r>
              <a:endParaRPr lang="ru-RU" altLang="en-US" sz="1400" baseline="-25000"/>
            </a:p>
          </p:txBody>
        </p:sp>
        <p:sp>
          <p:nvSpPr>
            <p:cNvPr id="79883" name="Line 11">
              <a:extLst>
                <a:ext uri="{FF2B5EF4-FFF2-40B4-BE49-F238E27FC236}">
                  <a16:creationId xmlns:a16="http://schemas.microsoft.com/office/drawing/2014/main" id="{912A31AE-233C-E91C-B0F1-4CF39842B0D4}"/>
                </a:ext>
              </a:extLst>
            </p:cNvPr>
            <p:cNvSpPr>
              <a:spLocks noChangeShapeType="1"/>
            </p:cNvSpPr>
            <p:nvPr/>
          </p:nvSpPr>
          <p:spPr bwMode="auto">
            <a:xfrm>
              <a:off x="1431296" y="3678722"/>
              <a:ext cx="3635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4" name="Line 12">
              <a:extLst>
                <a:ext uri="{FF2B5EF4-FFF2-40B4-BE49-F238E27FC236}">
                  <a16:creationId xmlns:a16="http://schemas.microsoft.com/office/drawing/2014/main" id="{2BCBAD75-F835-BFC0-89E2-EBE045DA196D}"/>
                </a:ext>
              </a:extLst>
            </p:cNvPr>
            <p:cNvSpPr>
              <a:spLocks noChangeShapeType="1"/>
            </p:cNvSpPr>
            <p:nvPr/>
          </p:nvSpPr>
          <p:spPr bwMode="auto">
            <a:xfrm>
              <a:off x="1431296" y="3881822"/>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5" name="Line 13">
              <a:extLst>
                <a:ext uri="{FF2B5EF4-FFF2-40B4-BE49-F238E27FC236}">
                  <a16:creationId xmlns:a16="http://schemas.microsoft.com/office/drawing/2014/main" id="{B427132F-B3F4-EEEC-CE2F-9BB44A6E4164}"/>
                </a:ext>
              </a:extLst>
            </p:cNvPr>
            <p:cNvSpPr>
              <a:spLocks noChangeShapeType="1"/>
            </p:cNvSpPr>
            <p:nvPr/>
          </p:nvSpPr>
          <p:spPr bwMode="auto">
            <a:xfrm>
              <a:off x="1431296" y="4072886"/>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6" name="Line 14">
              <a:extLst>
                <a:ext uri="{FF2B5EF4-FFF2-40B4-BE49-F238E27FC236}">
                  <a16:creationId xmlns:a16="http://schemas.microsoft.com/office/drawing/2014/main" id="{AD8FA1F9-047F-D5E5-563B-5AFF997612CD}"/>
                </a:ext>
              </a:extLst>
            </p:cNvPr>
            <p:cNvSpPr>
              <a:spLocks noChangeShapeType="1"/>
            </p:cNvSpPr>
            <p:nvPr/>
          </p:nvSpPr>
          <p:spPr bwMode="auto">
            <a:xfrm>
              <a:off x="1431296" y="4263950"/>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7" name="Line 15">
              <a:extLst>
                <a:ext uri="{FF2B5EF4-FFF2-40B4-BE49-F238E27FC236}">
                  <a16:creationId xmlns:a16="http://schemas.microsoft.com/office/drawing/2014/main" id="{69FEBDC5-5F5A-4306-2676-5EFE7DBCC708}"/>
                </a:ext>
              </a:extLst>
            </p:cNvPr>
            <p:cNvSpPr>
              <a:spLocks noChangeShapeType="1"/>
            </p:cNvSpPr>
            <p:nvPr/>
          </p:nvSpPr>
          <p:spPr bwMode="auto">
            <a:xfrm>
              <a:off x="1431296" y="4455014"/>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8" name="Line 16">
              <a:extLst>
                <a:ext uri="{FF2B5EF4-FFF2-40B4-BE49-F238E27FC236}">
                  <a16:creationId xmlns:a16="http://schemas.microsoft.com/office/drawing/2014/main" id="{E07E13A9-8BF0-1321-B328-9FA622B80EB2}"/>
                </a:ext>
              </a:extLst>
            </p:cNvPr>
            <p:cNvSpPr>
              <a:spLocks noChangeShapeType="1"/>
            </p:cNvSpPr>
            <p:nvPr/>
          </p:nvSpPr>
          <p:spPr bwMode="auto">
            <a:xfrm>
              <a:off x="1431296" y="4658114"/>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9" name="Line 17">
              <a:extLst>
                <a:ext uri="{FF2B5EF4-FFF2-40B4-BE49-F238E27FC236}">
                  <a16:creationId xmlns:a16="http://schemas.microsoft.com/office/drawing/2014/main" id="{F80680A2-3883-BB49-F75C-B9FB6FD0633F}"/>
                </a:ext>
              </a:extLst>
            </p:cNvPr>
            <p:cNvSpPr>
              <a:spLocks noChangeShapeType="1"/>
            </p:cNvSpPr>
            <p:nvPr/>
          </p:nvSpPr>
          <p:spPr bwMode="auto">
            <a:xfrm>
              <a:off x="1431296" y="4861213"/>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0" name="Line 18">
              <a:extLst>
                <a:ext uri="{FF2B5EF4-FFF2-40B4-BE49-F238E27FC236}">
                  <a16:creationId xmlns:a16="http://schemas.microsoft.com/office/drawing/2014/main" id="{4CEEA665-9C98-DC6E-C246-381712FD1944}"/>
                </a:ext>
              </a:extLst>
            </p:cNvPr>
            <p:cNvSpPr>
              <a:spLocks noChangeShapeType="1"/>
            </p:cNvSpPr>
            <p:nvPr/>
          </p:nvSpPr>
          <p:spPr bwMode="auto">
            <a:xfrm>
              <a:off x="1431296" y="5038738"/>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1" name="Line 19">
              <a:extLst>
                <a:ext uri="{FF2B5EF4-FFF2-40B4-BE49-F238E27FC236}">
                  <a16:creationId xmlns:a16="http://schemas.microsoft.com/office/drawing/2014/main" id="{C25DA6ED-08D6-407A-533B-347D0C248F97}"/>
                </a:ext>
              </a:extLst>
            </p:cNvPr>
            <p:cNvSpPr>
              <a:spLocks noChangeShapeType="1"/>
            </p:cNvSpPr>
            <p:nvPr/>
          </p:nvSpPr>
          <p:spPr bwMode="auto">
            <a:xfrm>
              <a:off x="1431296" y="5243342"/>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2" name="Line 20">
              <a:extLst>
                <a:ext uri="{FF2B5EF4-FFF2-40B4-BE49-F238E27FC236}">
                  <a16:creationId xmlns:a16="http://schemas.microsoft.com/office/drawing/2014/main" id="{DC2ED560-3276-7337-CF5A-442B422EED23}"/>
                </a:ext>
              </a:extLst>
            </p:cNvPr>
            <p:cNvSpPr>
              <a:spLocks noChangeShapeType="1"/>
            </p:cNvSpPr>
            <p:nvPr/>
          </p:nvSpPr>
          <p:spPr bwMode="auto">
            <a:xfrm>
              <a:off x="2716407" y="3869786"/>
              <a:ext cx="6048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3" name="Line 21">
              <a:extLst>
                <a:ext uri="{FF2B5EF4-FFF2-40B4-BE49-F238E27FC236}">
                  <a16:creationId xmlns:a16="http://schemas.microsoft.com/office/drawing/2014/main" id="{604A94AE-AF6C-9AD1-0853-06916DE23D5A}"/>
                </a:ext>
              </a:extLst>
            </p:cNvPr>
            <p:cNvSpPr>
              <a:spLocks noChangeShapeType="1"/>
            </p:cNvSpPr>
            <p:nvPr/>
          </p:nvSpPr>
          <p:spPr bwMode="auto">
            <a:xfrm>
              <a:off x="2716407" y="4047310"/>
              <a:ext cx="13062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4" name="Line 22">
              <a:extLst>
                <a:ext uri="{FF2B5EF4-FFF2-40B4-BE49-F238E27FC236}">
                  <a16:creationId xmlns:a16="http://schemas.microsoft.com/office/drawing/2014/main" id="{4A3DF731-93D1-CC8F-FC69-B8A15E8B9E2E}"/>
                </a:ext>
              </a:extLst>
            </p:cNvPr>
            <p:cNvSpPr>
              <a:spLocks noChangeShapeType="1"/>
            </p:cNvSpPr>
            <p:nvPr/>
          </p:nvSpPr>
          <p:spPr bwMode="auto">
            <a:xfrm>
              <a:off x="2716407" y="4224834"/>
              <a:ext cx="6048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5" name="Line 23">
              <a:extLst>
                <a:ext uri="{FF2B5EF4-FFF2-40B4-BE49-F238E27FC236}">
                  <a16:creationId xmlns:a16="http://schemas.microsoft.com/office/drawing/2014/main" id="{5FC98C29-FF7A-5376-EA40-844AE728AA6D}"/>
                </a:ext>
              </a:extLst>
            </p:cNvPr>
            <p:cNvSpPr>
              <a:spLocks noChangeShapeType="1"/>
            </p:cNvSpPr>
            <p:nvPr/>
          </p:nvSpPr>
          <p:spPr bwMode="auto">
            <a:xfrm>
              <a:off x="2729982" y="4606963"/>
              <a:ext cx="3620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6" name="Line 24">
              <a:extLst>
                <a:ext uri="{FF2B5EF4-FFF2-40B4-BE49-F238E27FC236}">
                  <a16:creationId xmlns:a16="http://schemas.microsoft.com/office/drawing/2014/main" id="{0F41FF06-010A-7345-A706-91F409619773}"/>
                </a:ext>
              </a:extLst>
            </p:cNvPr>
            <p:cNvSpPr>
              <a:spLocks noChangeShapeType="1"/>
            </p:cNvSpPr>
            <p:nvPr/>
          </p:nvSpPr>
          <p:spPr bwMode="auto">
            <a:xfrm>
              <a:off x="2729982" y="4784487"/>
              <a:ext cx="2413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7" name="Text Box 25">
              <a:extLst>
                <a:ext uri="{FF2B5EF4-FFF2-40B4-BE49-F238E27FC236}">
                  <a16:creationId xmlns:a16="http://schemas.microsoft.com/office/drawing/2014/main" id="{7F8CBDC6-7587-A808-8580-F70C04AC4151}"/>
                </a:ext>
              </a:extLst>
            </p:cNvPr>
            <p:cNvSpPr txBox="1">
              <a:spLocks noChangeArrowheads="1"/>
            </p:cNvSpPr>
            <p:nvPr/>
          </p:nvSpPr>
          <p:spPr bwMode="auto">
            <a:xfrm>
              <a:off x="2275970" y="3704297"/>
              <a:ext cx="503788" cy="152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a:t>A2</a:t>
              </a:r>
            </a:p>
            <a:p>
              <a:pPr eaLnBrk="1" hangingPunct="1"/>
              <a:r>
                <a:rPr lang="en-US" altLang="en-US" sz="1400"/>
                <a:t>A1</a:t>
              </a:r>
            </a:p>
            <a:p>
              <a:pPr eaLnBrk="1" hangingPunct="1"/>
              <a:r>
                <a:rPr lang="en-US" altLang="en-US" sz="1400"/>
                <a:t>A0</a:t>
              </a:r>
            </a:p>
            <a:p>
              <a:pPr eaLnBrk="1" hangingPunct="1"/>
              <a:endParaRPr lang="en-US" altLang="en-US" sz="1400"/>
            </a:p>
            <a:p>
              <a:pPr eaLnBrk="1" hangingPunct="1"/>
              <a:r>
                <a:rPr lang="en-US" altLang="en-US" sz="1400"/>
                <a:t>GS</a:t>
              </a:r>
            </a:p>
            <a:p>
              <a:pPr eaLnBrk="1" hangingPunct="1"/>
              <a:r>
                <a:rPr lang="en-US" altLang="en-US" sz="1400"/>
                <a:t>EO</a:t>
              </a:r>
            </a:p>
            <a:p>
              <a:pPr eaLnBrk="1" hangingPunct="1"/>
              <a:endParaRPr lang="en-US" altLang="en-US" sz="1400"/>
            </a:p>
            <a:p>
              <a:pPr eaLnBrk="1" hangingPunct="1"/>
              <a:endParaRPr lang="en-US" altLang="en-US" sz="1400"/>
            </a:p>
            <a:p>
              <a:pPr eaLnBrk="1" hangingPunct="1"/>
              <a:endParaRPr lang="ru-RU" altLang="en-US" sz="1400" baseline="-25000"/>
            </a:p>
          </p:txBody>
        </p:sp>
        <p:sp>
          <p:nvSpPr>
            <p:cNvPr id="79898" name="Oval 26">
              <a:extLst>
                <a:ext uri="{FF2B5EF4-FFF2-40B4-BE49-F238E27FC236}">
                  <a16:creationId xmlns:a16="http://schemas.microsoft.com/office/drawing/2014/main" id="{11A7F134-C28E-454A-A232-0E97C8C8A2CE}"/>
                </a:ext>
              </a:extLst>
            </p:cNvPr>
            <p:cNvSpPr>
              <a:spLocks noChangeArrowheads="1"/>
            </p:cNvSpPr>
            <p:nvPr/>
          </p:nvSpPr>
          <p:spPr bwMode="auto">
            <a:xfrm>
              <a:off x="1758607" y="3632084"/>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899" name="Oval 27">
              <a:extLst>
                <a:ext uri="{FF2B5EF4-FFF2-40B4-BE49-F238E27FC236}">
                  <a16:creationId xmlns:a16="http://schemas.microsoft.com/office/drawing/2014/main" id="{F6226EE5-6872-E0BB-F837-48932F8B9264}"/>
                </a:ext>
              </a:extLst>
            </p:cNvPr>
            <p:cNvSpPr>
              <a:spLocks noChangeArrowheads="1"/>
            </p:cNvSpPr>
            <p:nvPr/>
          </p:nvSpPr>
          <p:spPr bwMode="auto">
            <a:xfrm>
              <a:off x="1746540" y="3823148"/>
              <a:ext cx="108601"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0" name="Oval 28">
              <a:extLst>
                <a:ext uri="{FF2B5EF4-FFF2-40B4-BE49-F238E27FC236}">
                  <a16:creationId xmlns:a16="http://schemas.microsoft.com/office/drawing/2014/main" id="{71DA6C75-1EC0-93D6-EDE3-FF6C00A26610}"/>
                </a:ext>
              </a:extLst>
            </p:cNvPr>
            <p:cNvSpPr>
              <a:spLocks noChangeArrowheads="1"/>
            </p:cNvSpPr>
            <p:nvPr/>
          </p:nvSpPr>
          <p:spPr bwMode="auto">
            <a:xfrm>
              <a:off x="1746540" y="4014212"/>
              <a:ext cx="108601"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1" name="Oval 29">
              <a:extLst>
                <a:ext uri="{FF2B5EF4-FFF2-40B4-BE49-F238E27FC236}">
                  <a16:creationId xmlns:a16="http://schemas.microsoft.com/office/drawing/2014/main" id="{46748B9D-6B82-8AA5-4D22-CAD7FD78B1C5}"/>
                </a:ext>
              </a:extLst>
            </p:cNvPr>
            <p:cNvSpPr>
              <a:spLocks noChangeArrowheads="1"/>
            </p:cNvSpPr>
            <p:nvPr/>
          </p:nvSpPr>
          <p:spPr bwMode="auto">
            <a:xfrm>
              <a:off x="1746540" y="4203772"/>
              <a:ext cx="108601"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2" name="Oval 30">
              <a:extLst>
                <a:ext uri="{FF2B5EF4-FFF2-40B4-BE49-F238E27FC236}">
                  <a16:creationId xmlns:a16="http://schemas.microsoft.com/office/drawing/2014/main" id="{943E8D50-A1A9-C1F5-7728-86685992FD87}"/>
                </a:ext>
              </a:extLst>
            </p:cNvPr>
            <p:cNvSpPr>
              <a:spLocks noChangeArrowheads="1"/>
            </p:cNvSpPr>
            <p:nvPr/>
          </p:nvSpPr>
          <p:spPr bwMode="auto">
            <a:xfrm>
              <a:off x="1746540" y="4382801"/>
              <a:ext cx="108601"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3" name="Oval 31">
              <a:extLst>
                <a:ext uri="{FF2B5EF4-FFF2-40B4-BE49-F238E27FC236}">
                  <a16:creationId xmlns:a16="http://schemas.microsoft.com/office/drawing/2014/main" id="{51CF6775-1A65-DC31-C38F-F0BBBB30A73E}"/>
                </a:ext>
              </a:extLst>
            </p:cNvPr>
            <p:cNvSpPr>
              <a:spLocks noChangeArrowheads="1"/>
            </p:cNvSpPr>
            <p:nvPr/>
          </p:nvSpPr>
          <p:spPr bwMode="auto">
            <a:xfrm>
              <a:off x="1758607" y="4597936"/>
              <a:ext cx="110109"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4" name="Oval 32">
              <a:extLst>
                <a:ext uri="{FF2B5EF4-FFF2-40B4-BE49-F238E27FC236}">
                  <a16:creationId xmlns:a16="http://schemas.microsoft.com/office/drawing/2014/main" id="{B7A17DF0-3C89-DB08-EE96-7A5106DC0527}"/>
                </a:ext>
              </a:extLst>
            </p:cNvPr>
            <p:cNvSpPr>
              <a:spLocks noChangeArrowheads="1"/>
            </p:cNvSpPr>
            <p:nvPr/>
          </p:nvSpPr>
          <p:spPr bwMode="auto">
            <a:xfrm>
              <a:off x="1758607" y="4802540"/>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5" name="Oval 33">
              <a:extLst>
                <a:ext uri="{FF2B5EF4-FFF2-40B4-BE49-F238E27FC236}">
                  <a16:creationId xmlns:a16="http://schemas.microsoft.com/office/drawing/2014/main" id="{C3C92CD9-2AB3-87AF-1F19-CB37FDB42B3F}"/>
                </a:ext>
              </a:extLst>
            </p:cNvPr>
            <p:cNvSpPr>
              <a:spLocks noChangeArrowheads="1"/>
            </p:cNvSpPr>
            <p:nvPr/>
          </p:nvSpPr>
          <p:spPr bwMode="auto">
            <a:xfrm>
              <a:off x="1758607" y="4980064"/>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6" name="Oval 34">
              <a:extLst>
                <a:ext uri="{FF2B5EF4-FFF2-40B4-BE49-F238E27FC236}">
                  <a16:creationId xmlns:a16="http://schemas.microsoft.com/office/drawing/2014/main" id="{1F805773-4324-4D30-9045-15C083693BF4}"/>
                </a:ext>
              </a:extLst>
            </p:cNvPr>
            <p:cNvSpPr>
              <a:spLocks noChangeArrowheads="1"/>
            </p:cNvSpPr>
            <p:nvPr/>
          </p:nvSpPr>
          <p:spPr bwMode="auto">
            <a:xfrm>
              <a:off x="1758607" y="5183164"/>
              <a:ext cx="110109"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7" name="Oval 35">
              <a:extLst>
                <a:ext uri="{FF2B5EF4-FFF2-40B4-BE49-F238E27FC236}">
                  <a16:creationId xmlns:a16="http://schemas.microsoft.com/office/drawing/2014/main" id="{11D9EAB0-399B-7DB7-F77D-5E5ADC0FF18D}"/>
                </a:ext>
              </a:extLst>
            </p:cNvPr>
            <p:cNvSpPr>
              <a:spLocks noChangeArrowheads="1"/>
            </p:cNvSpPr>
            <p:nvPr/>
          </p:nvSpPr>
          <p:spPr bwMode="auto">
            <a:xfrm>
              <a:off x="2653057" y="3809608"/>
              <a:ext cx="110109"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8" name="Oval 36">
              <a:extLst>
                <a:ext uri="{FF2B5EF4-FFF2-40B4-BE49-F238E27FC236}">
                  <a16:creationId xmlns:a16="http://schemas.microsoft.com/office/drawing/2014/main" id="{DE336AA2-80C9-3FA3-5DD5-29F9B430F1DB}"/>
                </a:ext>
              </a:extLst>
            </p:cNvPr>
            <p:cNvSpPr>
              <a:spLocks noChangeArrowheads="1"/>
            </p:cNvSpPr>
            <p:nvPr/>
          </p:nvSpPr>
          <p:spPr bwMode="auto">
            <a:xfrm>
              <a:off x="2653057" y="4000672"/>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09" name="Oval 37">
              <a:extLst>
                <a:ext uri="{FF2B5EF4-FFF2-40B4-BE49-F238E27FC236}">
                  <a16:creationId xmlns:a16="http://schemas.microsoft.com/office/drawing/2014/main" id="{54AB7BA4-184B-614F-0D0A-6CEF45E138A0}"/>
                </a:ext>
              </a:extLst>
            </p:cNvPr>
            <p:cNvSpPr>
              <a:spLocks noChangeArrowheads="1"/>
            </p:cNvSpPr>
            <p:nvPr/>
          </p:nvSpPr>
          <p:spPr bwMode="auto">
            <a:xfrm>
              <a:off x="2653057" y="4166161"/>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10" name="Oval 38">
              <a:extLst>
                <a:ext uri="{FF2B5EF4-FFF2-40B4-BE49-F238E27FC236}">
                  <a16:creationId xmlns:a16="http://schemas.microsoft.com/office/drawing/2014/main" id="{354B0D24-3DDD-7109-49DE-0FF016CAF165}"/>
                </a:ext>
              </a:extLst>
            </p:cNvPr>
            <p:cNvSpPr>
              <a:spLocks noChangeArrowheads="1"/>
            </p:cNvSpPr>
            <p:nvPr/>
          </p:nvSpPr>
          <p:spPr bwMode="auto">
            <a:xfrm>
              <a:off x="2653057" y="4548289"/>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11" name="Oval 39">
              <a:extLst>
                <a:ext uri="{FF2B5EF4-FFF2-40B4-BE49-F238E27FC236}">
                  <a16:creationId xmlns:a16="http://schemas.microsoft.com/office/drawing/2014/main" id="{C1E596EA-DB04-40E5-0F3C-3A542850F393}"/>
                </a:ext>
              </a:extLst>
            </p:cNvPr>
            <p:cNvSpPr>
              <a:spLocks noChangeArrowheads="1"/>
            </p:cNvSpPr>
            <p:nvPr/>
          </p:nvSpPr>
          <p:spPr bwMode="auto">
            <a:xfrm>
              <a:off x="2666632" y="4737849"/>
              <a:ext cx="108601"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12" name="Text Box 40">
              <a:extLst>
                <a:ext uri="{FF2B5EF4-FFF2-40B4-BE49-F238E27FC236}">
                  <a16:creationId xmlns:a16="http://schemas.microsoft.com/office/drawing/2014/main" id="{8B41B08F-E598-ADAF-0AD0-E2FC1D3D542A}"/>
                </a:ext>
              </a:extLst>
            </p:cNvPr>
            <p:cNvSpPr txBox="1">
              <a:spLocks noChangeArrowheads="1"/>
            </p:cNvSpPr>
            <p:nvPr/>
          </p:nvSpPr>
          <p:spPr bwMode="auto">
            <a:xfrm>
              <a:off x="939575" y="3729873"/>
              <a:ext cx="604847" cy="161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a:t>~</a:t>
              </a:r>
              <a:r>
                <a:rPr lang="ru-RU" altLang="en-US" sz="1400"/>
                <a:t>In7</a:t>
              </a:r>
            </a:p>
            <a:p>
              <a:pPr eaLnBrk="1" hangingPunct="1"/>
              <a:r>
                <a:rPr lang="en-US" altLang="en-US" sz="1400"/>
                <a:t>~</a:t>
              </a:r>
              <a:r>
                <a:rPr lang="ru-RU" altLang="en-US" sz="1400"/>
                <a:t>In6</a:t>
              </a:r>
            </a:p>
            <a:p>
              <a:pPr eaLnBrk="1" hangingPunct="1"/>
              <a:r>
                <a:rPr lang="en-US" altLang="en-US" sz="1400"/>
                <a:t>~</a:t>
              </a:r>
              <a:r>
                <a:rPr lang="ru-RU" altLang="en-US" sz="1400"/>
                <a:t>In5</a:t>
              </a:r>
            </a:p>
            <a:p>
              <a:pPr eaLnBrk="1" hangingPunct="1"/>
              <a:r>
                <a:rPr lang="en-US" altLang="en-US" sz="1400"/>
                <a:t>~</a:t>
              </a:r>
              <a:r>
                <a:rPr lang="ru-RU" altLang="en-US" sz="1400"/>
                <a:t>In4</a:t>
              </a:r>
            </a:p>
            <a:p>
              <a:pPr eaLnBrk="1" hangingPunct="1"/>
              <a:r>
                <a:rPr lang="en-US" altLang="en-US" sz="1400"/>
                <a:t>~</a:t>
              </a:r>
              <a:r>
                <a:rPr lang="ru-RU" altLang="en-US" sz="1400"/>
                <a:t>In3</a:t>
              </a:r>
            </a:p>
            <a:p>
              <a:pPr eaLnBrk="1" hangingPunct="1"/>
              <a:r>
                <a:rPr lang="en-US" altLang="en-US" sz="1400"/>
                <a:t>~</a:t>
              </a:r>
              <a:r>
                <a:rPr lang="ru-RU" altLang="en-US" sz="1400"/>
                <a:t>In2</a:t>
              </a:r>
            </a:p>
            <a:p>
              <a:pPr eaLnBrk="1" hangingPunct="1"/>
              <a:r>
                <a:rPr lang="en-US" altLang="en-US" sz="1400"/>
                <a:t>~</a:t>
              </a:r>
              <a:r>
                <a:rPr lang="ru-RU" altLang="en-US" sz="1400"/>
                <a:t>In1</a:t>
              </a:r>
            </a:p>
            <a:p>
              <a:pPr eaLnBrk="1" hangingPunct="1"/>
              <a:r>
                <a:rPr lang="en-US" altLang="en-US" sz="1400"/>
                <a:t>~</a:t>
              </a:r>
              <a:r>
                <a:rPr lang="ru-RU" altLang="en-US" sz="1400"/>
                <a:t>In0</a:t>
              </a:r>
            </a:p>
            <a:p>
              <a:pPr eaLnBrk="1" hangingPunct="1"/>
              <a:endParaRPr lang="ru-RU" altLang="en-US" sz="1400" baseline="-25000"/>
            </a:p>
          </p:txBody>
        </p:sp>
        <p:sp>
          <p:nvSpPr>
            <p:cNvPr id="79913" name="Line 41">
              <a:extLst>
                <a:ext uri="{FF2B5EF4-FFF2-40B4-BE49-F238E27FC236}">
                  <a16:creationId xmlns:a16="http://schemas.microsoft.com/office/drawing/2014/main" id="{7DF4337F-6A95-170E-DA09-808C526511B3}"/>
                </a:ext>
              </a:extLst>
            </p:cNvPr>
            <p:cNvSpPr>
              <a:spLocks noChangeShapeType="1"/>
            </p:cNvSpPr>
            <p:nvPr/>
          </p:nvSpPr>
          <p:spPr bwMode="auto">
            <a:xfrm>
              <a:off x="3043719" y="2445079"/>
              <a:ext cx="0" cy="79284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14" name="Line 42">
              <a:extLst>
                <a:ext uri="{FF2B5EF4-FFF2-40B4-BE49-F238E27FC236}">
                  <a16:creationId xmlns:a16="http://schemas.microsoft.com/office/drawing/2014/main" id="{96EA6E38-1762-1934-FE96-280FD4F63456}"/>
                </a:ext>
              </a:extLst>
            </p:cNvPr>
            <p:cNvSpPr>
              <a:spLocks noChangeShapeType="1"/>
            </p:cNvSpPr>
            <p:nvPr/>
          </p:nvSpPr>
          <p:spPr bwMode="auto">
            <a:xfrm>
              <a:off x="1431296" y="3233407"/>
              <a:ext cx="160940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15" name="Line 43">
              <a:extLst>
                <a:ext uri="{FF2B5EF4-FFF2-40B4-BE49-F238E27FC236}">
                  <a16:creationId xmlns:a16="http://schemas.microsoft.com/office/drawing/2014/main" id="{D408E37F-52ED-2226-F3B5-62E3D4656BF5}"/>
                </a:ext>
              </a:extLst>
            </p:cNvPr>
            <p:cNvSpPr>
              <a:spLocks noChangeShapeType="1"/>
            </p:cNvSpPr>
            <p:nvPr/>
          </p:nvSpPr>
          <p:spPr bwMode="auto">
            <a:xfrm>
              <a:off x="1431296" y="3233407"/>
              <a:ext cx="0" cy="4392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16" name="Oval 48">
              <a:extLst>
                <a:ext uri="{FF2B5EF4-FFF2-40B4-BE49-F238E27FC236}">
                  <a16:creationId xmlns:a16="http://schemas.microsoft.com/office/drawing/2014/main" id="{F293D997-1810-1F98-9E8D-09EAF127160E}"/>
                </a:ext>
              </a:extLst>
            </p:cNvPr>
            <p:cNvSpPr>
              <a:spLocks noChangeArrowheads="1"/>
            </p:cNvSpPr>
            <p:nvPr/>
          </p:nvSpPr>
          <p:spPr bwMode="auto">
            <a:xfrm>
              <a:off x="4444973" y="3069423"/>
              <a:ext cx="120668" cy="121860"/>
            </a:xfrm>
            <a:prstGeom prst="ellipse">
              <a:avLst/>
            </a:prstGeom>
            <a:solidFill>
              <a:srgbClr val="FFFFFF"/>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17" name="Oval 49">
              <a:extLst>
                <a:ext uri="{FF2B5EF4-FFF2-40B4-BE49-F238E27FC236}">
                  <a16:creationId xmlns:a16="http://schemas.microsoft.com/office/drawing/2014/main" id="{4F5ECE55-2FEC-BA00-CFA4-6C7593141E64}"/>
                </a:ext>
              </a:extLst>
            </p:cNvPr>
            <p:cNvSpPr>
              <a:spLocks noChangeArrowheads="1"/>
            </p:cNvSpPr>
            <p:nvPr/>
          </p:nvSpPr>
          <p:spPr bwMode="auto">
            <a:xfrm>
              <a:off x="4441956" y="3881822"/>
              <a:ext cx="122176" cy="121860"/>
            </a:xfrm>
            <a:prstGeom prst="ellipse">
              <a:avLst/>
            </a:prstGeom>
            <a:solidFill>
              <a:srgbClr val="FFFFFF"/>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18" name="Line 53">
              <a:extLst>
                <a:ext uri="{FF2B5EF4-FFF2-40B4-BE49-F238E27FC236}">
                  <a16:creationId xmlns:a16="http://schemas.microsoft.com/office/drawing/2014/main" id="{CE2CEE23-0174-3F59-4D9B-E3865377C61F}"/>
                </a:ext>
              </a:extLst>
            </p:cNvPr>
            <p:cNvSpPr>
              <a:spLocks noChangeShapeType="1"/>
            </p:cNvSpPr>
            <p:nvPr/>
          </p:nvSpPr>
          <p:spPr bwMode="auto">
            <a:xfrm>
              <a:off x="3321254" y="4224834"/>
              <a:ext cx="0" cy="7100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19" name="Line 54">
              <a:extLst>
                <a:ext uri="{FF2B5EF4-FFF2-40B4-BE49-F238E27FC236}">
                  <a16:creationId xmlns:a16="http://schemas.microsoft.com/office/drawing/2014/main" id="{FEA90881-21ED-77A4-B7CD-8B0DA4AE7234}"/>
                </a:ext>
              </a:extLst>
            </p:cNvPr>
            <p:cNvSpPr>
              <a:spLocks noChangeShapeType="1"/>
            </p:cNvSpPr>
            <p:nvPr/>
          </p:nvSpPr>
          <p:spPr bwMode="auto">
            <a:xfrm>
              <a:off x="3321254" y="4931922"/>
              <a:ext cx="6908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0" name="Line 55">
              <a:extLst>
                <a:ext uri="{FF2B5EF4-FFF2-40B4-BE49-F238E27FC236}">
                  <a16:creationId xmlns:a16="http://schemas.microsoft.com/office/drawing/2014/main" id="{A7FDDB8B-2374-2500-E172-F2F79BC45EBF}"/>
                </a:ext>
              </a:extLst>
            </p:cNvPr>
            <p:cNvSpPr>
              <a:spLocks noChangeShapeType="1"/>
            </p:cNvSpPr>
            <p:nvPr/>
          </p:nvSpPr>
          <p:spPr bwMode="auto">
            <a:xfrm>
              <a:off x="3535440" y="4706256"/>
              <a:ext cx="47814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1" name="Line 56">
              <a:extLst>
                <a:ext uri="{FF2B5EF4-FFF2-40B4-BE49-F238E27FC236}">
                  <a16:creationId xmlns:a16="http://schemas.microsoft.com/office/drawing/2014/main" id="{D9FE84D8-F368-02AB-883C-405EB661C965}"/>
                </a:ext>
              </a:extLst>
            </p:cNvPr>
            <p:cNvSpPr>
              <a:spLocks noChangeShapeType="1"/>
            </p:cNvSpPr>
            <p:nvPr/>
          </p:nvSpPr>
          <p:spPr bwMode="auto">
            <a:xfrm flipV="1">
              <a:off x="3535440" y="1873391"/>
              <a:ext cx="0" cy="28449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2" name="Line 57">
              <a:extLst>
                <a:ext uri="{FF2B5EF4-FFF2-40B4-BE49-F238E27FC236}">
                  <a16:creationId xmlns:a16="http://schemas.microsoft.com/office/drawing/2014/main" id="{B880A541-540A-F2E9-3B09-A74854D99B8A}"/>
                </a:ext>
              </a:extLst>
            </p:cNvPr>
            <p:cNvSpPr>
              <a:spLocks noChangeShapeType="1"/>
            </p:cNvSpPr>
            <p:nvPr/>
          </p:nvSpPr>
          <p:spPr bwMode="auto">
            <a:xfrm>
              <a:off x="3699849" y="3869786"/>
              <a:ext cx="3273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3" name="Line 58">
              <a:extLst>
                <a:ext uri="{FF2B5EF4-FFF2-40B4-BE49-F238E27FC236}">
                  <a16:creationId xmlns:a16="http://schemas.microsoft.com/office/drawing/2014/main" id="{447E338D-5D66-1D01-EA5B-8F0AAEBDAC4A}"/>
                </a:ext>
              </a:extLst>
            </p:cNvPr>
            <p:cNvSpPr>
              <a:spLocks noChangeShapeType="1"/>
            </p:cNvSpPr>
            <p:nvPr/>
          </p:nvSpPr>
          <p:spPr bwMode="auto">
            <a:xfrm flipV="1">
              <a:off x="3699849" y="1707902"/>
              <a:ext cx="0" cy="21603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4" name="Line 59">
              <a:extLst>
                <a:ext uri="{FF2B5EF4-FFF2-40B4-BE49-F238E27FC236}">
                  <a16:creationId xmlns:a16="http://schemas.microsoft.com/office/drawing/2014/main" id="{06EC06D8-CBBE-0F9B-7BF0-8995852E23AB}"/>
                </a:ext>
              </a:extLst>
            </p:cNvPr>
            <p:cNvSpPr>
              <a:spLocks noChangeShapeType="1"/>
            </p:cNvSpPr>
            <p:nvPr/>
          </p:nvSpPr>
          <p:spPr bwMode="auto">
            <a:xfrm flipV="1">
              <a:off x="3321254" y="3221371"/>
              <a:ext cx="0" cy="6348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5" name="Line 60">
              <a:extLst>
                <a:ext uri="{FF2B5EF4-FFF2-40B4-BE49-F238E27FC236}">
                  <a16:creationId xmlns:a16="http://schemas.microsoft.com/office/drawing/2014/main" id="{FD88F76A-E70F-B172-E68D-3542107704B9}"/>
                </a:ext>
              </a:extLst>
            </p:cNvPr>
            <p:cNvSpPr>
              <a:spLocks noChangeShapeType="1"/>
            </p:cNvSpPr>
            <p:nvPr/>
          </p:nvSpPr>
          <p:spPr bwMode="auto">
            <a:xfrm>
              <a:off x="3334829" y="3221371"/>
              <a:ext cx="6772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6" name="Line 61">
              <a:extLst>
                <a:ext uri="{FF2B5EF4-FFF2-40B4-BE49-F238E27FC236}">
                  <a16:creationId xmlns:a16="http://schemas.microsoft.com/office/drawing/2014/main" id="{13C44405-1DF7-EB3A-51FD-4E8C4C72A797}"/>
                </a:ext>
              </a:extLst>
            </p:cNvPr>
            <p:cNvSpPr>
              <a:spLocks noChangeShapeType="1"/>
            </p:cNvSpPr>
            <p:nvPr/>
          </p:nvSpPr>
          <p:spPr bwMode="auto">
            <a:xfrm flipV="1">
              <a:off x="3334829" y="1542414"/>
              <a:ext cx="0" cy="15014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7" name="Line 62">
              <a:extLst>
                <a:ext uri="{FF2B5EF4-FFF2-40B4-BE49-F238E27FC236}">
                  <a16:creationId xmlns:a16="http://schemas.microsoft.com/office/drawing/2014/main" id="{DA4E953F-BCB9-019D-8DEC-14BB464411D0}"/>
                </a:ext>
              </a:extLst>
            </p:cNvPr>
            <p:cNvSpPr>
              <a:spLocks noChangeShapeType="1"/>
            </p:cNvSpPr>
            <p:nvPr/>
          </p:nvSpPr>
          <p:spPr bwMode="auto">
            <a:xfrm>
              <a:off x="3334829" y="3055883"/>
              <a:ext cx="6772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8" name="Line 63">
              <a:extLst>
                <a:ext uri="{FF2B5EF4-FFF2-40B4-BE49-F238E27FC236}">
                  <a16:creationId xmlns:a16="http://schemas.microsoft.com/office/drawing/2014/main" id="{444CB752-A3E6-280D-7A92-77D7C7F45C5F}"/>
                </a:ext>
              </a:extLst>
            </p:cNvPr>
            <p:cNvSpPr>
              <a:spLocks noChangeShapeType="1"/>
            </p:cNvSpPr>
            <p:nvPr/>
          </p:nvSpPr>
          <p:spPr bwMode="auto">
            <a:xfrm>
              <a:off x="4582232" y="4817585"/>
              <a:ext cx="3861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29" name="Line 64">
              <a:extLst>
                <a:ext uri="{FF2B5EF4-FFF2-40B4-BE49-F238E27FC236}">
                  <a16:creationId xmlns:a16="http://schemas.microsoft.com/office/drawing/2014/main" id="{49896340-E7CF-6581-DB1D-F8BE9633FF1A}"/>
                </a:ext>
              </a:extLst>
            </p:cNvPr>
            <p:cNvSpPr>
              <a:spLocks noChangeShapeType="1"/>
            </p:cNvSpPr>
            <p:nvPr/>
          </p:nvSpPr>
          <p:spPr bwMode="auto">
            <a:xfrm>
              <a:off x="4568657" y="3932973"/>
              <a:ext cx="3831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0" name="Line 65">
              <a:extLst>
                <a:ext uri="{FF2B5EF4-FFF2-40B4-BE49-F238E27FC236}">
                  <a16:creationId xmlns:a16="http://schemas.microsoft.com/office/drawing/2014/main" id="{4767ED87-56ED-18A8-31AE-E15C25CDB65E}"/>
                </a:ext>
              </a:extLst>
            </p:cNvPr>
            <p:cNvSpPr>
              <a:spLocks noChangeShapeType="1"/>
            </p:cNvSpPr>
            <p:nvPr/>
          </p:nvSpPr>
          <p:spPr bwMode="auto">
            <a:xfrm>
              <a:off x="4553574" y="3131105"/>
              <a:ext cx="3861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1" name="Line 66">
              <a:extLst>
                <a:ext uri="{FF2B5EF4-FFF2-40B4-BE49-F238E27FC236}">
                  <a16:creationId xmlns:a16="http://schemas.microsoft.com/office/drawing/2014/main" id="{12D50293-1EF9-26BA-DC4A-0803EFF069AB}"/>
                </a:ext>
              </a:extLst>
            </p:cNvPr>
            <p:cNvSpPr>
              <a:spLocks noChangeShapeType="1"/>
            </p:cNvSpPr>
            <p:nvPr/>
          </p:nvSpPr>
          <p:spPr bwMode="auto">
            <a:xfrm>
              <a:off x="4518882" y="2254015"/>
              <a:ext cx="4540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2" name="Text Box 68">
              <a:extLst>
                <a:ext uri="{FF2B5EF4-FFF2-40B4-BE49-F238E27FC236}">
                  <a16:creationId xmlns:a16="http://schemas.microsoft.com/office/drawing/2014/main" id="{D78467C9-DA01-C84E-CD85-F99CDF285CB5}"/>
                </a:ext>
              </a:extLst>
            </p:cNvPr>
            <p:cNvSpPr txBox="1">
              <a:spLocks noChangeArrowheads="1"/>
            </p:cNvSpPr>
            <p:nvPr/>
          </p:nvSpPr>
          <p:spPr bwMode="auto">
            <a:xfrm>
              <a:off x="1809891" y="1185861"/>
              <a:ext cx="906516" cy="1919668"/>
            </a:xfrm>
            <a:prstGeom prst="rect">
              <a:avLst/>
            </a:prstGeom>
            <a:solidFill>
              <a:schemeClr val="accent1">
                <a:lumMod val="60000"/>
                <a:lumOff val="40000"/>
              </a:schemeClr>
            </a:solidFill>
            <a:ln w="25400">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400"/>
                <a:t>EI</a:t>
              </a:r>
            </a:p>
            <a:p>
              <a:pPr eaLnBrk="1" hangingPunct="1"/>
              <a:r>
                <a:rPr lang="ru-RU" altLang="en-US" sz="1400"/>
                <a:t>I7</a:t>
              </a:r>
            </a:p>
            <a:p>
              <a:pPr eaLnBrk="1" hangingPunct="1"/>
              <a:r>
                <a:rPr lang="ru-RU" altLang="en-US" sz="1400"/>
                <a:t>I6</a:t>
              </a:r>
            </a:p>
            <a:p>
              <a:pPr eaLnBrk="1" hangingPunct="1"/>
              <a:r>
                <a:rPr lang="ru-RU" altLang="en-US" sz="1400"/>
                <a:t>I5</a:t>
              </a:r>
            </a:p>
            <a:p>
              <a:pPr eaLnBrk="1" hangingPunct="1"/>
              <a:r>
                <a:rPr lang="ru-RU" altLang="en-US" sz="1400"/>
                <a:t>I4</a:t>
              </a:r>
            </a:p>
            <a:p>
              <a:pPr eaLnBrk="1" hangingPunct="1"/>
              <a:r>
                <a:rPr lang="ru-RU" altLang="en-US" sz="1400"/>
                <a:t>I3</a:t>
              </a:r>
            </a:p>
            <a:p>
              <a:pPr eaLnBrk="1" hangingPunct="1"/>
              <a:r>
                <a:rPr lang="ru-RU" altLang="en-US" sz="1400"/>
                <a:t>I2</a:t>
              </a:r>
            </a:p>
            <a:p>
              <a:pPr eaLnBrk="1" hangingPunct="1"/>
              <a:r>
                <a:rPr lang="ru-RU" altLang="en-US" sz="1400"/>
                <a:t>I1</a:t>
              </a:r>
            </a:p>
            <a:p>
              <a:pPr eaLnBrk="1" hangingPunct="1"/>
              <a:r>
                <a:rPr lang="ru-RU" altLang="en-US" sz="1400"/>
                <a:t>I0</a:t>
              </a:r>
              <a:endParaRPr lang="ru-RU" altLang="en-US" sz="1400" baseline="-25000"/>
            </a:p>
          </p:txBody>
        </p:sp>
        <p:sp>
          <p:nvSpPr>
            <p:cNvPr id="79933" name="Line 69">
              <a:extLst>
                <a:ext uri="{FF2B5EF4-FFF2-40B4-BE49-F238E27FC236}">
                  <a16:creationId xmlns:a16="http://schemas.microsoft.com/office/drawing/2014/main" id="{F4A1CDFA-E766-FB37-677D-6B0550784E00}"/>
                </a:ext>
              </a:extLst>
            </p:cNvPr>
            <p:cNvSpPr>
              <a:spLocks noChangeShapeType="1"/>
            </p:cNvSpPr>
            <p:nvPr/>
          </p:nvSpPr>
          <p:spPr bwMode="auto">
            <a:xfrm>
              <a:off x="1582131" y="1351350"/>
              <a:ext cx="1825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4" name="Line 70">
              <a:extLst>
                <a:ext uri="{FF2B5EF4-FFF2-40B4-BE49-F238E27FC236}">
                  <a16:creationId xmlns:a16="http://schemas.microsoft.com/office/drawing/2014/main" id="{9EE76027-C51D-931E-A345-5688B1588CCC}"/>
                </a:ext>
              </a:extLst>
            </p:cNvPr>
            <p:cNvSpPr>
              <a:spLocks noChangeShapeType="1"/>
            </p:cNvSpPr>
            <p:nvPr/>
          </p:nvSpPr>
          <p:spPr bwMode="auto">
            <a:xfrm>
              <a:off x="1431296" y="1542414"/>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5" name="Line 71">
              <a:extLst>
                <a:ext uri="{FF2B5EF4-FFF2-40B4-BE49-F238E27FC236}">
                  <a16:creationId xmlns:a16="http://schemas.microsoft.com/office/drawing/2014/main" id="{0DA5BAA6-F8F1-2817-42E8-9CB2FC7A38FA}"/>
                </a:ext>
              </a:extLst>
            </p:cNvPr>
            <p:cNvSpPr>
              <a:spLocks noChangeShapeType="1"/>
            </p:cNvSpPr>
            <p:nvPr/>
          </p:nvSpPr>
          <p:spPr bwMode="auto">
            <a:xfrm>
              <a:off x="1431296" y="1733478"/>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6" name="Line 72">
              <a:extLst>
                <a:ext uri="{FF2B5EF4-FFF2-40B4-BE49-F238E27FC236}">
                  <a16:creationId xmlns:a16="http://schemas.microsoft.com/office/drawing/2014/main" id="{DD4DD895-3140-1CCC-E37B-ACA0AA0C9CCF}"/>
                </a:ext>
              </a:extLst>
            </p:cNvPr>
            <p:cNvSpPr>
              <a:spLocks noChangeShapeType="1"/>
            </p:cNvSpPr>
            <p:nvPr/>
          </p:nvSpPr>
          <p:spPr bwMode="auto">
            <a:xfrm>
              <a:off x="1431296" y="1923038"/>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7" name="Line 73">
              <a:extLst>
                <a:ext uri="{FF2B5EF4-FFF2-40B4-BE49-F238E27FC236}">
                  <a16:creationId xmlns:a16="http://schemas.microsoft.com/office/drawing/2014/main" id="{43C58163-F094-6A63-CD35-EE1473CC0873}"/>
                </a:ext>
              </a:extLst>
            </p:cNvPr>
            <p:cNvSpPr>
              <a:spLocks noChangeShapeType="1"/>
            </p:cNvSpPr>
            <p:nvPr/>
          </p:nvSpPr>
          <p:spPr bwMode="auto">
            <a:xfrm>
              <a:off x="1431296" y="2114102"/>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8" name="Line 74">
              <a:extLst>
                <a:ext uri="{FF2B5EF4-FFF2-40B4-BE49-F238E27FC236}">
                  <a16:creationId xmlns:a16="http://schemas.microsoft.com/office/drawing/2014/main" id="{92DDE495-A34B-0167-51AE-556D17F906DB}"/>
                </a:ext>
              </a:extLst>
            </p:cNvPr>
            <p:cNvSpPr>
              <a:spLocks noChangeShapeType="1"/>
            </p:cNvSpPr>
            <p:nvPr/>
          </p:nvSpPr>
          <p:spPr bwMode="auto">
            <a:xfrm>
              <a:off x="1431296" y="2317202"/>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9" name="Line 75">
              <a:extLst>
                <a:ext uri="{FF2B5EF4-FFF2-40B4-BE49-F238E27FC236}">
                  <a16:creationId xmlns:a16="http://schemas.microsoft.com/office/drawing/2014/main" id="{C38527A3-71C3-1237-5B63-61916E201A21}"/>
                </a:ext>
              </a:extLst>
            </p:cNvPr>
            <p:cNvSpPr>
              <a:spLocks noChangeShapeType="1"/>
            </p:cNvSpPr>
            <p:nvPr/>
          </p:nvSpPr>
          <p:spPr bwMode="auto">
            <a:xfrm>
              <a:off x="1431296" y="2521806"/>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40" name="Line 76">
              <a:extLst>
                <a:ext uri="{FF2B5EF4-FFF2-40B4-BE49-F238E27FC236}">
                  <a16:creationId xmlns:a16="http://schemas.microsoft.com/office/drawing/2014/main" id="{4BC5B63A-D803-EE58-4AFD-587C46CD0D7D}"/>
                </a:ext>
              </a:extLst>
            </p:cNvPr>
            <p:cNvSpPr>
              <a:spLocks noChangeShapeType="1"/>
            </p:cNvSpPr>
            <p:nvPr/>
          </p:nvSpPr>
          <p:spPr bwMode="auto">
            <a:xfrm>
              <a:off x="1431296" y="2699330"/>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41" name="Line 77">
              <a:extLst>
                <a:ext uri="{FF2B5EF4-FFF2-40B4-BE49-F238E27FC236}">
                  <a16:creationId xmlns:a16="http://schemas.microsoft.com/office/drawing/2014/main" id="{A96F1767-BCFF-0E1C-3B7F-65D47B1A5F17}"/>
                </a:ext>
              </a:extLst>
            </p:cNvPr>
            <p:cNvSpPr>
              <a:spLocks noChangeShapeType="1"/>
            </p:cNvSpPr>
            <p:nvPr/>
          </p:nvSpPr>
          <p:spPr bwMode="auto">
            <a:xfrm>
              <a:off x="1431296" y="2902430"/>
              <a:ext cx="3740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42" name="Line 78">
              <a:extLst>
                <a:ext uri="{FF2B5EF4-FFF2-40B4-BE49-F238E27FC236}">
                  <a16:creationId xmlns:a16="http://schemas.microsoft.com/office/drawing/2014/main" id="{76E2E160-A4DB-99CA-A697-8E1D3ECA0BF6}"/>
                </a:ext>
              </a:extLst>
            </p:cNvPr>
            <p:cNvSpPr>
              <a:spLocks noChangeShapeType="1"/>
            </p:cNvSpPr>
            <p:nvPr/>
          </p:nvSpPr>
          <p:spPr bwMode="auto">
            <a:xfrm>
              <a:off x="2729982" y="2445079"/>
              <a:ext cx="3016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43" name="Text Box 79">
              <a:extLst>
                <a:ext uri="{FF2B5EF4-FFF2-40B4-BE49-F238E27FC236}">
                  <a16:creationId xmlns:a16="http://schemas.microsoft.com/office/drawing/2014/main" id="{38CAA99B-4F27-879E-7ED8-6693A4C68965}"/>
                </a:ext>
              </a:extLst>
            </p:cNvPr>
            <p:cNvSpPr txBox="1">
              <a:spLocks noChangeArrowheads="1"/>
            </p:cNvSpPr>
            <p:nvPr/>
          </p:nvSpPr>
          <p:spPr bwMode="auto">
            <a:xfrm>
              <a:off x="2288037" y="1337810"/>
              <a:ext cx="503788" cy="1527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a:t>A2</a:t>
              </a:r>
            </a:p>
            <a:p>
              <a:pPr eaLnBrk="1" hangingPunct="1"/>
              <a:r>
                <a:rPr lang="en-US" altLang="en-US" sz="1400"/>
                <a:t>A1</a:t>
              </a:r>
            </a:p>
            <a:p>
              <a:pPr eaLnBrk="1" hangingPunct="1"/>
              <a:r>
                <a:rPr lang="en-US" altLang="en-US" sz="1400"/>
                <a:t>A0</a:t>
              </a:r>
            </a:p>
            <a:p>
              <a:pPr eaLnBrk="1" hangingPunct="1"/>
              <a:endParaRPr lang="en-US" altLang="en-US" sz="1400"/>
            </a:p>
            <a:p>
              <a:pPr eaLnBrk="1" hangingPunct="1"/>
              <a:r>
                <a:rPr lang="en-US" altLang="en-US" sz="1400"/>
                <a:t>GS</a:t>
              </a:r>
            </a:p>
            <a:p>
              <a:pPr eaLnBrk="1" hangingPunct="1"/>
              <a:r>
                <a:rPr lang="en-US" altLang="en-US" sz="1400"/>
                <a:t>EO</a:t>
              </a:r>
            </a:p>
            <a:p>
              <a:pPr eaLnBrk="1" hangingPunct="1"/>
              <a:endParaRPr lang="en-US" altLang="en-US" sz="1400"/>
            </a:p>
            <a:p>
              <a:pPr eaLnBrk="1" hangingPunct="1"/>
              <a:endParaRPr lang="en-US" altLang="en-US" sz="1400"/>
            </a:p>
            <a:p>
              <a:pPr eaLnBrk="1" hangingPunct="1"/>
              <a:endParaRPr lang="ru-RU" altLang="en-US" sz="1400" baseline="-25000"/>
            </a:p>
          </p:txBody>
        </p:sp>
        <p:sp>
          <p:nvSpPr>
            <p:cNvPr id="79944" name="Oval 80">
              <a:extLst>
                <a:ext uri="{FF2B5EF4-FFF2-40B4-BE49-F238E27FC236}">
                  <a16:creationId xmlns:a16="http://schemas.microsoft.com/office/drawing/2014/main" id="{69CA8B10-4816-1CFC-9941-36878B384BDC}"/>
                </a:ext>
              </a:extLst>
            </p:cNvPr>
            <p:cNvSpPr>
              <a:spLocks noChangeArrowheads="1"/>
            </p:cNvSpPr>
            <p:nvPr/>
          </p:nvSpPr>
          <p:spPr bwMode="auto">
            <a:xfrm>
              <a:off x="1758607" y="1291172"/>
              <a:ext cx="110109"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45" name="Oval 81">
              <a:extLst>
                <a:ext uri="{FF2B5EF4-FFF2-40B4-BE49-F238E27FC236}">
                  <a16:creationId xmlns:a16="http://schemas.microsoft.com/office/drawing/2014/main" id="{D6C31AF9-1F35-314A-0262-8D0DEA288817}"/>
                </a:ext>
              </a:extLst>
            </p:cNvPr>
            <p:cNvSpPr>
              <a:spLocks noChangeArrowheads="1"/>
            </p:cNvSpPr>
            <p:nvPr/>
          </p:nvSpPr>
          <p:spPr bwMode="auto">
            <a:xfrm>
              <a:off x="1746540" y="1482236"/>
              <a:ext cx="108601"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46" name="Oval 82">
              <a:extLst>
                <a:ext uri="{FF2B5EF4-FFF2-40B4-BE49-F238E27FC236}">
                  <a16:creationId xmlns:a16="http://schemas.microsoft.com/office/drawing/2014/main" id="{F7F1CAF3-9DB0-171A-C98B-1B1205860323}"/>
                </a:ext>
              </a:extLst>
            </p:cNvPr>
            <p:cNvSpPr>
              <a:spLocks noChangeArrowheads="1"/>
            </p:cNvSpPr>
            <p:nvPr/>
          </p:nvSpPr>
          <p:spPr bwMode="auto">
            <a:xfrm>
              <a:off x="1746540" y="1673300"/>
              <a:ext cx="108601"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47" name="Oval 83">
              <a:extLst>
                <a:ext uri="{FF2B5EF4-FFF2-40B4-BE49-F238E27FC236}">
                  <a16:creationId xmlns:a16="http://schemas.microsoft.com/office/drawing/2014/main" id="{961044EA-FF09-E04D-5757-F6E1E6601909}"/>
                </a:ext>
              </a:extLst>
            </p:cNvPr>
            <p:cNvSpPr>
              <a:spLocks noChangeArrowheads="1"/>
            </p:cNvSpPr>
            <p:nvPr/>
          </p:nvSpPr>
          <p:spPr bwMode="auto">
            <a:xfrm>
              <a:off x="1746540" y="1864364"/>
              <a:ext cx="108601"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48" name="Oval 84">
              <a:extLst>
                <a:ext uri="{FF2B5EF4-FFF2-40B4-BE49-F238E27FC236}">
                  <a16:creationId xmlns:a16="http://schemas.microsoft.com/office/drawing/2014/main" id="{712B502D-DA0C-8283-305F-BF71AC6DF228}"/>
                </a:ext>
              </a:extLst>
            </p:cNvPr>
            <p:cNvSpPr>
              <a:spLocks noChangeArrowheads="1"/>
            </p:cNvSpPr>
            <p:nvPr/>
          </p:nvSpPr>
          <p:spPr bwMode="auto">
            <a:xfrm>
              <a:off x="1746540" y="2041889"/>
              <a:ext cx="108601"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49" name="Oval 85">
              <a:extLst>
                <a:ext uri="{FF2B5EF4-FFF2-40B4-BE49-F238E27FC236}">
                  <a16:creationId xmlns:a16="http://schemas.microsoft.com/office/drawing/2014/main" id="{ABC4896C-38E5-0AE4-B860-026F8887B468}"/>
                </a:ext>
              </a:extLst>
            </p:cNvPr>
            <p:cNvSpPr>
              <a:spLocks noChangeArrowheads="1"/>
            </p:cNvSpPr>
            <p:nvPr/>
          </p:nvSpPr>
          <p:spPr bwMode="auto">
            <a:xfrm>
              <a:off x="1758607" y="2258528"/>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0" name="Oval 86">
              <a:extLst>
                <a:ext uri="{FF2B5EF4-FFF2-40B4-BE49-F238E27FC236}">
                  <a16:creationId xmlns:a16="http://schemas.microsoft.com/office/drawing/2014/main" id="{5231F574-FB14-5B0E-B101-847DD097DA6F}"/>
                </a:ext>
              </a:extLst>
            </p:cNvPr>
            <p:cNvSpPr>
              <a:spLocks noChangeArrowheads="1"/>
            </p:cNvSpPr>
            <p:nvPr/>
          </p:nvSpPr>
          <p:spPr bwMode="auto">
            <a:xfrm>
              <a:off x="1758607" y="2461628"/>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1" name="Oval 87">
              <a:extLst>
                <a:ext uri="{FF2B5EF4-FFF2-40B4-BE49-F238E27FC236}">
                  <a16:creationId xmlns:a16="http://schemas.microsoft.com/office/drawing/2014/main" id="{03AD0CF4-2434-660F-D7CE-4B04B95576B2}"/>
                </a:ext>
              </a:extLst>
            </p:cNvPr>
            <p:cNvSpPr>
              <a:spLocks noChangeArrowheads="1"/>
            </p:cNvSpPr>
            <p:nvPr/>
          </p:nvSpPr>
          <p:spPr bwMode="auto">
            <a:xfrm>
              <a:off x="1758607" y="2640657"/>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2" name="Oval 88">
              <a:extLst>
                <a:ext uri="{FF2B5EF4-FFF2-40B4-BE49-F238E27FC236}">
                  <a16:creationId xmlns:a16="http://schemas.microsoft.com/office/drawing/2014/main" id="{07CCA220-AC21-CAE2-B356-E25F9BB1E0D6}"/>
                </a:ext>
              </a:extLst>
            </p:cNvPr>
            <p:cNvSpPr>
              <a:spLocks noChangeArrowheads="1"/>
            </p:cNvSpPr>
            <p:nvPr/>
          </p:nvSpPr>
          <p:spPr bwMode="auto">
            <a:xfrm>
              <a:off x="1758607" y="2843756"/>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3" name="Oval 89">
              <a:extLst>
                <a:ext uri="{FF2B5EF4-FFF2-40B4-BE49-F238E27FC236}">
                  <a16:creationId xmlns:a16="http://schemas.microsoft.com/office/drawing/2014/main" id="{767CF7F7-2611-752F-3AC6-07E977FAC6CC}"/>
                </a:ext>
              </a:extLst>
            </p:cNvPr>
            <p:cNvSpPr>
              <a:spLocks noChangeArrowheads="1"/>
            </p:cNvSpPr>
            <p:nvPr/>
          </p:nvSpPr>
          <p:spPr bwMode="auto">
            <a:xfrm>
              <a:off x="2653057" y="1470201"/>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4" name="Oval 90">
              <a:extLst>
                <a:ext uri="{FF2B5EF4-FFF2-40B4-BE49-F238E27FC236}">
                  <a16:creationId xmlns:a16="http://schemas.microsoft.com/office/drawing/2014/main" id="{99DADC9F-1153-CAD5-2482-FC68A8079D0E}"/>
                </a:ext>
              </a:extLst>
            </p:cNvPr>
            <p:cNvSpPr>
              <a:spLocks noChangeArrowheads="1"/>
            </p:cNvSpPr>
            <p:nvPr/>
          </p:nvSpPr>
          <p:spPr bwMode="auto">
            <a:xfrm>
              <a:off x="2653057" y="1661265"/>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5" name="Oval 91">
              <a:extLst>
                <a:ext uri="{FF2B5EF4-FFF2-40B4-BE49-F238E27FC236}">
                  <a16:creationId xmlns:a16="http://schemas.microsoft.com/office/drawing/2014/main" id="{6E7D128F-B60B-8958-8D02-3C4423362E6A}"/>
                </a:ext>
              </a:extLst>
            </p:cNvPr>
            <p:cNvSpPr>
              <a:spLocks noChangeArrowheads="1"/>
            </p:cNvSpPr>
            <p:nvPr/>
          </p:nvSpPr>
          <p:spPr bwMode="auto">
            <a:xfrm>
              <a:off x="2653057" y="1825249"/>
              <a:ext cx="110109" cy="111329"/>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6" name="Oval 92">
              <a:extLst>
                <a:ext uri="{FF2B5EF4-FFF2-40B4-BE49-F238E27FC236}">
                  <a16:creationId xmlns:a16="http://schemas.microsoft.com/office/drawing/2014/main" id="{180918FB-AC43-700A-B96A-0C84875E6AE0}"/>
                </a:ext>
              </a:extLst>
            </p:cNvPr>
            <p:cNvSpPr>
              <a:spLocks noChangeArrowheads="1"/>
            </p:cNvSpPr>
            <p:nvPr/>
          </p:nvSpPr>
          <p:spPr bwMode="auto">
            <a:xfrm>
              <a:off x="2653057" y="2207377"/>
              <a:ext cx="110109"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7" name="Oval 93">
              <a:extLst>
                <a:ext uri="{FF2B5EF4-FFF2-40B4-BE49-F238E27FC236}">
                  <a16:creationId xmlns:a16="http://schemas.microsoft.com/office/drawing/2014/main" id="{015A27E6-3FCB-28DC-392B-9528F2B88C5C}"/>
                </a:ext>
              </a:extLst>
            </p:cNvPr>
            <p:cNvSpPr>
              <a:spLocks noChangeArrowheads="1"/>
            </p:cNvSpPr>
            <p:nvPr/>
          </p:nvSpPr>
          <p:spPr bwMode="auto">
            <a:xfrm>
              <a:off x="2666632" y="2398441"/>
              <a:ext cx="108601" cy="109824"/>
            </a:xfrm>
            <a:prstGeom prst="ellipse">
              <a:avLst/>
            </a:prstGeom>
            <a:solidFill>
              <a:srgbClr val="FFFFFF"/>
            </a:solidFill>
            <a:ln w="95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58" name="Text Box 94">
              <a:extLst>
                <a:ext uri="{FF2B5EF4-FFF2-40B4-BE49-F238E27FC236}">
                  <a16:creationId xmlns:a16="http://schemas.microsoft.com/office/drawing/2014/main" id="{56BC9D80-B026-5CD1-CC74-E7B6714F0276}"/>
                </a:ext>
              </a:extLst>
            </p:cNvPr>
            <p:cNvSpPr txBox="1">
              <a:spLocks noChangeArrowheads="1"/>
            </p:cNvSpPr>
            <p:nvPr/>
          </p:nvSpPr>
          <p:spPr bwMode="auto">
            <a:xfrm>
              <a:off x="844549" y="1388961"/>
              <a:ext cx="672723" cy="1615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a:t>~</a:t>
              </a:r>
              <a:r>
                <a:rPr lang="ru-RU" altLang="en-US" sz="1400"/>
                <a:t>In15</a:t>
              </a:r>
            </a:p>
            <a:p>
              <a:pPr eaLnBrk="1" hangingPunct="1"/>
              <a:r>
                <a:rPr lang="en-US" altLang="en-US" sz="1400"/>
                <a:t>~</a:t>
              </a:r>
              <a:r>
                <a:rPr lang="ru-RU" altLang="en-US" sz="1400"/>
                <a:t>In14</a:t>
              </a:r>
            </a:p>
            <a:p>
              <a:pPr eaLnBrk="1" hangingPunct="1"/>
              <a:r>
                <a:rPr lang="en-US" altLang="en-US" sz="1400"/>
                <a:t>~</a:t>
              </a:r>
              <a:r>
                <a:rPr lang="ru-RU" altLang="en-US" sz="1400"/>
                <a:t>In13</a:t>
              </a:r>
            </a:p>
            <a:p>
              <a:pPr eaLnBrk="1" hangingPunct="1"/>
              <a:r>
                <a:rPr lang="en-US" altLang="en-US" sz="1400"/>
                <a:t>~</a:t>
              </a:r>
              <a:r>
                <a:rPr lang="ru-RU" altLang="en-US" sz="1400"/>
                <a:t>In12</a:t>
              </a:r>
            </a:p>
            <a:p>
              <a:pPr eaLnBrk="1" hangingPunct="1"/>
              <a:r>
                <a:rPr lang="en-US" altLang="en-US" sz="1400"/>
                <a:t>~</a:t>
              </a:r>
              <a:r>
                <a:rPr lang="ru-RU" altLang="en-US" sz="1400"/>
                <a:t>In11</a:t>
              </a:r>
            </a:p>
            <a:p>
              <a:pPr eaLnBrk="1" hangingPunct="1"/>
              <a:r>
                <a:rPr lang="en-US" altLang="en-US" sz="1400"/>
                <a:t>~</a:t>
              </a:r>
              <a:r>
                <a:rPr lang="ru-RU" altLang="en-US" sz="1400"/>
                <a:t>In10</a:t>
              </a:r>
            </a:p>
            <a:p>
              <a:pPr eaLnBrk="1" hangingPunct="1"/>
              <a:r>
                <a:rPr lang="en-US" altLang="en-US" sz="1400"/>
                <a:t>~</a:t>
              </a:r>
              <a:r>
                <a:rPr lang="ru-RU" altLang="en-US" sz="1400"/>
                <a:t>In9</a:t>
              </a:r>
            </a:p>
            <a:p>
              <a:pPr eaLnBrk="1" hangingPunct="1"/>
              <a:r>
                <a:rPr lang="en-US" altLang="en-US" sz="1400"/>
                <a:t>~</a:t>
              </a:r>
              <a:r>
                <a:rPr lang="ru-RU" altLang="en-US" sz="1400"/>
                <a:t>In8</a:t>
              </a:r>
            </a:p>
            <a:p>
              <a:pPr eaLnBrk="1" hangingPunct="1"/>
              <a:endParaRPr lang="ru-RU" altLang="en-US" sz="1400" baseline="-25000"/>
            </a:p>
          </p:txBody>
        </p:sp>
        <p:sp>
          <p:nvSpPr>
            <p:cNvPr id="79959" name="Line 95">
              <a:extLst>
                <a:ext uri="{FF2B5EF4-FFF2-40B4-BE49-F238E27FC236}">
                  <a16:creationId xmlns:a16="http://schemas.microsoft.com/office/drawing/2014/main" id="{F816A1E0-0098-3F04-C84C-17C8A00142D8}"/>
                </a:ext>
              </a:extLst>
            </p:cNvPr>
            <p:cNvSpPr>
              <a:spLocks noChangeShapeType="1"/>
            </p:cNvSpPr>
            <p:nvPr/>
          </p:nvSpPr>
          <p:spPr bwMode="auto">
            <a:xfrm flipV="1">
              <a:off x="1582131" y="1185861"/>
              <a:ext cx="0" cy="17150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60" name="Line 96">
              <a:extLst>
                <a:ext uri="{FF2B5EF4-FFF2-40B4-BE49-F238E27FC236}">
                  <a16:creationId xmlns:a16="http://schemas.microsoft.com/office/drawing/2014/main" id="{61E50755-E7B5-B1F0-F7A4-89722C309E30}"/>
                </a:ext>
              </a:extLst>
            </p:cNvPr>
            <p:cNvSpPr>
              <a:spLocks noChangeShapeType="1"/>
            </p:cNvSpPr>
            <p:nvPr/>
          </p:nvSpPr>
          <p:spPr bwMode="auto">
            <a:xfrm>
              <a:off x="1518780" y="1185861"/>
              <a:ext cx="1523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61" name="Line 100">
              <a:extLst>
                <a:ext uri="{FF2B5EF4-FFF2-40B4-BE49-F238E27FC236}">
                  <a16:creationId xmlns:a16="http://schemas.microsoft.com/office/drawing/2014/main" id="{5697BAA2-8521-CA6D-6A26-A08687BAD0D1}"/>
                </a:ext>
              </a:extLst>
            </p:cNvPr>
            <p:cNvSpPr>
              <a:spLocks noChangeShapeType="1"/>
            </p:cNvSpPr>
            <p:nvPr/>
          </p:nvSpPr>
          <p:spPr bwMode="auto">
            <a:xfrm>
              <a:off x="3850684" y="5413344"/>
              <a:ext cx="17044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62" name="Line 101">
              <a:extLst>
                <a:ext uri="{FF2B5EF4-FFF2-40B4-BE49-F238E27FC236}">
                  <a16:creationId xmlns:a16="http://schemas.microsoft.com/office/drawing/2014/main" id="{3DDE0BDA-B6C1-226C-A4A3-56B243E3F63B}"/>
                </a:ext>
              </a:extLst>
            </p:cNvPr>
            <p:cNvSpPr>
              <a:spLocks noChangeShapeType="1"/>
            </p:cNvSpPr>
            <p:nvPr/>
          </p:nvSpPr>
          <p:spPr bwMode="auto">
            <a:xfrm flipV="1">
              <a:off x="3843142" y="2270564"/>
              <a:ext cx="7542" cy="3147293"/>
            </a:xfrm>
            <a:prstGeom prst="line">
              <a:avLst/>
            </a:prstGeom>
            <a:noFill/>
            <a:ln w="25400">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79963" name="Line 102">
              <a:extLst>
                <a:ext uri="{FF2B5EF4-FFF2-40B4-BE49-F238E27FC236}">
                  <a16:creationId xmlns:a16="http://schemas.microsoft.com/office/drawing/2014/main" id="{BD237BBB-D9BA-F7C1-7A77-6F754BB73FD3}"/>
                </a:ext>
              </a:extLst>
            </p:cNvPr>
            <p:cNvSpPr>
              <a:spLocks noChangeShapeType="1"/>
            </p:cNvSpPr>
            <p:nvPr/>
          </p:nvSpPr>
          <p:spPr bwMode="auto">
            <a:xfrm>
              <a:off x="3095002" y="4599440"/>
              <a:ext cx="0" cy="10094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64" name="Line 103">
              <a:extLst>
                <a:ext uri="{FF2B5EF4-FFF2-40B4-BE49-F238E27FC236}">
                  <a16:creationId xmlns:a16="http://schemas.microsoft.com/office/drawing/2014/main" id="{16251949-9581-E96D-0DC0-DD96F46E1428}"/>
                </a:ext>
              </a:extLst>
            </p:cNvPr>
            <p:cNvSpPr>
              <a:spLocks noChangeShapeType="1"/>
            </p:cNvSpPr>
            <p:nvPr/>
          </p:nvSpPr>
          <p:spPr bwMode="auto">
            <a:xfrm>
              <a:off x="3082936" y="5601399"/>
              <a:ext cx="944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65" name="Line 104">
              <a:extLst>
                <a:ext uri="{FF2B5EF4-FFF2-40B4-BE49-F238E27FC236}">
                  <a16:creationId xmlns:a16="http://schemas.microsoft.com/office/drawing/2014/main" id="{20C8D31C-80BD-A70C-3269-81A95B00C869}"/>
                </a:ext>
              </a:extLst>
            </p:cNvPr>
            <p:cNvSpPr>
              <a:spLocks noChangeShapeType="1"/>
            </p:cNvSpPr>
            <p:nvPr/>
          </p:nvSpPr>
          <p:spPr bwMode="auto">
            <a:xfrm>
              <a:off x="4591282" y="5485557"/>
              <a:ext cx="35295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9966" name="Group 105">
              <a:extLst>
                <a:ext uri="{FF2B5EF4-FFF2-40B4-BE49-F238E27FC236}">
                  <a16:creationId xmlns:a16="http://schemas.microsoft.com/office/drawing/2014/main" id="{FF6ACE50-6B6C-9A68-668E-D59FB25286B5}"/>
                </a:ext>
              </a:extLst>
            </p:cNvPr>
            <p:cNvGrpSpPr>
              <a:grpSpLocks/>
            </p:cNvGrpSpPr>
            <p:nvPr/>
          </p:nvGrpSpPr>
          <p:grpSpPr bwMode="auto">
            <a:xfrm>
              <a:off x="3998502" y="2017818"/>
              <a:ext cx="508313" cy="457200"/>
              <a:chOff x="894" y="2432"/>
              <a:chExt cx="337" cy="326"/>
            </a:xfrm>
          </p:grpSpPr>
          <p:sp>
            <p:nvSpPr>
              <p:cNvPr id="79988" name="AutoShape 106">
                <a:extLst>
                  <a:ext uri="{FF2B5EF4-FFF2-40B4-BE49-F238E27FC236}">
                    <a16:creationId xmlns:a16="http://schemas.microsoft.com/office/drawing/2014/main" id="{99AE5200-0BD6-BEF7-6F56-617EC7823D43}"/>
                  </a:ext>
                </a:extLst>
              </p:cNvPr>
              <p:cNvSpPr>
                <a:spLocks noChangeArrowheads="1"/>
              </p:cNvSpPr>
              <p:nvPr/>
            </p:nvSpPr>
            <p:spPr bwMode="auto">
              <a:xfrm rot="5400000">
                <a:off x="860" y="2466"/>
                <a:ext cx="326" cy="258"/>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89" name="Oval 107">
                <a:extLst>
                  <a:ext uri="{FF2B5EF4-FFF2-40B4-BE49-F238E27FC236}">
                    <a16:creationId xmlns:a16="http://schemas.microsoft.com/office/drawing/2014/main" id="{84B78382-E150-65A2-069E-8C0FFE57A8D0}"/>
                  </a:ext>
                </a:extLst>
              </p:cNvPr>
              <p:cNvSpPr>
                <a:spLocks noChangeArrowheads="1"/>
              </p:cNvSpPr>
              <p:nvPr/>
            </p:nvSpPr>
            <p:spPr bwMode="auto">
              <a:xfrm>
                <a:off x="1154" y="2558"/>
                <a:ext cx="77" cy="77"/>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grpSp>
        <p:grpSp>
          <p:nvGrpSpPr>
            <p:cNvPr id="79967" name="Group 108">
              <a:extLst>
                <a:ext uri="{FF2B5EF4-FFF2-40B4-BE49-F238E27FC236}">
                  <a16:creationId xmlns:a16="http://schemas.microsoft.com/office/drawing/2014/main" id="{4D82C23B-3C3F-6208-EFFA-A35A18D3B7A8}"/>
                </a:ext>
              </a:extLst>
            </p:cNvPr>
            <p:cNvGrpSpPr>
              <a:grpSpLocks/>
            </p:cNvGrpSpPr>
            <p:nvPr/>
          </p:nvGrpSpPr>
          <p:grpSpPr bwMode="auto">
            <a:xfrm>
              <a:off x="4005275" y="2899421"/>
              <a:ext cx="457200" cy="454342"/>
              <a:chOff x="2608" y="1706"/>
              <a:chExt cx="341" cy="322"/>
            </a:xfrm>
          </p:grpSpPr>
          <p:sp>
            <p:nvSpPr>
              <p:cNvPr id="79984" name="Line 109">
                <a:extLst>
                  <a:ext uri="{FF2B5EF4-FFF2-40B4-BE49-F238E27FC236}">
                    <a16:creationId xmlns:a16="http://schemas.microsoft.com/office/drawing/2014/main" id="{60C8127D-376F-D15D-F51F-8821EAF0BA33}"/>
                  </a:ext>
                </a:extLst>
              </p:cNvPr>
              <p:cNvSpPr>
                <a:spLocks noChangeShapeType="1"/>
              </p:cNvSpPr>
              <p:nvPr/>
            </p:nvSpPr>
            <p:spPr bwMode="auto">
              <a:xfrm>
                <a:off x="2608" y="1706"/>
                <a:ext cx="0" cy="3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85" name="Line 110">
                <a:extLst>
                  <a:ext uri="{FF2B5EF4-FFF2-40B4-BE49-F238E27FC236}">
                    <a16:creationId xmlns:a16="http://schemas.microsoft.com/office/drawing/2014/main" id="{BE526AC0-CAB8-8FBE-2926-6369EB2342BD}"/>
                  </a:ext>
                </a:extLst>
              </p:cNvPr>
              <p:cNvSpPr>
                <a:spLocks noChangeShapeType="1"/>
              </p:cNvSpPr>
              <p:nvPr/>
            </p:nvSpPr>
            <p:spPr bwMode="auto">
              <a:xfrm>
                <a:off x="2608" y="1706"/>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86" name="Line 111">
                <a:extLst>
                  <a:ext uri="{FF2B5EF4-FFF2-40B4-BE49-F238E27FC236}">
                    <a16:creationId xmlns:a16="http://schemas.microsoft.com/office/drawing/2014/main" id="{86DE1D5C-AFDA-E370-BBAA-F1BF22D2ED8F}"/>
                  </a:ext>
                </a:extLst>
              </p:cNvPr>
              <p:cNvSpPr>
                <a:spLocks noChangeShapeType="1"/>
              </p:cNvSpPr>
              <p:nvPr/>
            </p:nvSpPr>
            <p:spPr bwMode="auto">
              <a:xfrm>
                <a:off x="2608" y="2026"/>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87" name="Arc 112">
                <a:extLst>
                  <a:ext uri="{FF2B5EF4-FFF2-40B4-BE49-F238E27FC236}">
                    <a16:creationId xmlns:a16="http://schemas.microsoft.com/office/drawing/2014/main" id="{95E48167-C749-CD6C-5E8A-21C15975A9C5}"/>
                  </a:ext>
                </a:extLst>
              </p:cNvPr>
              <p:cNvSpPr>
                <a:spLocks/>
              </p:cNvSpPr>
              <p:nvPr/>
            </p:nvSpPr>
            <p:spPr bwMode="auto">
              <a:xfrm>
                <a:off x="2763" y="1706"/>
                <a:ext cx="186" cy="322"/>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79968" name="Line 114">
              <a:extLst>
                <a:ext uri="{FF2B5EF4-FFF2-40B4-BE49-F238E27FC236}">
                  <a16:creationId xmlns:a16="http://schemas.microsoft.com/office/drawing/2014/main" id="{D7D19DF4-7283-0396-A792-13C224896866}"/>
                </a:ext>
              </a:extLst>
            </p:cNvPr>
            <p:cNvSpPr>
              <a:spLocks noChangeShapeType="1"/>
            </p:cNvSpPr>
            <p:nvPr/>
          </p:nvSpPr>
          <p:spPr bwMode="auto">
            <a:xfrm>
              <a:off x="4010569" y="3714828"/>
              <a:ext cx="0" cy="4483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69" name="Line 115">
              <a:extLst>
                <a:ext uri="{FF2B5EF4-FFF2-40B4-BE49-F238E27FC236}">
                  <a16:creationId xmlns:a16="http://schemas.microsoft.com/office/drawing/2014/main" id="{CEA488AB-4CA5-325A-4F63-7189C020D8CF}"/>
                </a:ext>
              </a:extLst>
            </p:cNvPr>
            <p:cNvSpPr>
              <a:spLocks noChangeShapeType="1"/>
            </p:cNvSpPr>
            <p:nvPr/>
          </p:nvSpPr>
          <p:spPr bwMode="auto">
            <a:xfrm>
              <a:off x="4010569" y="3714828"/>
              <a:ext cx="2247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70" name="Line 116">
              <a:extLst>
                <a:ext uri="{FF2B5EF4-FFF2-40B4-BE49-F238E27FC236}">
                  <a16:creationId xmlns:a16="http://schemas.microsoft.com/office/drawing/2014/main" id="{B21566A3-F86A-8D89-D3BD-61E55406772E}"/>
                </a:ext>
              </a:extLst>
            </p:cNvPr>
            <p:cNvSpPr>
              <a:spLocks noChangeShapeType="1"/>
            </p:cNvSpPr>
            <p:nvPr/>
          </p:nvSpPr>
          <p:spPr bwMode="auto">
            <a:xfrm>
              <a:off x="4010569" y="4166161"/>
              <a:ext cx="2247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71" name="Arc 117">
              <a:extLst>
                <a:ext uri="{FF2B5EF4-FFF2-40B4-BE49-F238E27FC236}">
                  <a16:creationId xmlns:a16="http://schemas.microsoft.com/office/drawing/2014/main" id="{0CF4C43B-C02F-863E-2B17-3A39DFEA8FAD}"/>
                </a:ext>
              </a:extLst>
            </p:cNvPr>
            <p:cNvSpPr>
              <a:spLocks/>
            </p:cNvSpPr>
            <p:nvPr/>
          </p:nvSpPr>
          <p:spPr bwMode="auto">
            <a:xfrm>
              <a:off x="4217212" y="3714828"/>
              <a:ext cx="218710" cy="442306"/>
            </a:xfrm>
            <a:custGeom>
              <a:avLst/>
              <a:gdLst>
                <a:gd name="T0" fmla="*/ 0 w 22632"/>
                <a:gd name="T1" fmla="*/ 0 h 43200"/>
                <a:gd name="T2" fmla="*/ 0 w 22632"/>
                <a:gd name="T3" fmla="*/ 2099 h 43200"/>
                <a:gd name="T4" fmla="*/ 0 w 22632"/>
                <a:gd name="T5" fmla="*/ 1044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79972" name="Group 124">
              <a:extLst>
                <a:ext uri="{FF2B5EF4-FFF2-40B4-BE49-F238E27FC236}">
                  <a16:creationId xmlns:a16="http://schemas.microsoft.com/office/drawing/2014/main" id="{8678CC14-89FE-271E-3ED3-ECCF3BDF7D2D}"/>
                </a:ext>
              </a:extLst>
            </p:cNvPr>
            <p:cNvGrpSpPr>
              <a:grpSpLocks/>
            </p:cNvGrpSpPr>
            <p:nvPr/>
          </p:nvGrpSpPr>
          <p:grpSpPr bwMode="auto">
            <a:xfrm>
              <a:off x="4022636" y="4581387"/>
              <a:ext cx="567138" cy="451333"/>
              <a:chOff x="3060" y="3328"/>
              <a:chExt cx="376" cy="300"/>
            </a:xfrm>
          </p:grpSpPr>
          <p:sp>
            <p:nvSpPr>
              <p:cNvPr id="79979" name="Oval 118">
                <a:extLst>
                  <a:ext uri="{FF2B5EF4-FFF2-40B4-BE49-F238E27FC236}">
                    <a16:creationId xmlns:a16="http://schemas.microsoft.com/office/drawing/2014/main" id="{14645B49-400C-191D-F510-BBF8A14F24E2}"/>
                  </a:ext>
                </a:extLst>
              </p:cNvPr>
              <p:cNvSpPr>
                <a:spLocks noChangeArrowheads="1"/>
              </p:cNvSpPr>
              <p:nvPr/>
            </p:nvSpPr>
            <p:spPr bwMode="auto">
              <a:xfrm>
                <a:off x="3355" y="3443"/>
                <a:ext cx="81" cy="81"/>
              </a:xfrm>
              <a:prstGeom prst="ellipse">
                <a:avLst/>
              </a:prstGeom>
              <a:solidFill>
                <a:srgbClr val="FFFFFF"/>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80" name="Line 120">
                <a:extLst>
                  <a:ext uri="{FF2B5EF4-FFF2-40B4-BE49-F238E27FC236}">
                    <a16:creationId xmlns:a16="http://schemas.microsoft.com/office/drawing/2014/main" id="{7F372359-4C31-6BD7-6217-450AACF308F0}"/>
                  </a:ext>
                </a:extLst>
              </p:cNvPr>
              <p:cNvSpPr>
                <a:spLocks noChangeShapeType="1"/>
              </p:cNvSpPr>
              <p:nvPr/>
            </p:nvSpPr>
            <p:spPr bwMode="auto">
              <a:xfrm>
                <a:off x="3060" y="3328"/>
                <a:ext cx="0" cy="2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81" name="Line 121">
                <a:extLst>
                  <a:ext uri="{FF2B5EF4-FFF2-40B4-BE49-F238E27FC236}">
                    <a16:creationId xmlns:a16="http://schemas.microsoft.com/office/drawing/2014/main" id="{FBA7F84C-6771-FADB-19CB-5EEEE6C71605}"/>
                  </a:ext>
                </a:extLst>
              </p:cNvPr>
              <p:cNvSpPr>
                <a:spLocks noChangeShapeType="1"/>
              </p:cNvSpPr>
              <p:nvPr/>
            </p:nvSpPr>
            <p:spPr bwMode="auto">
              <a:xfrm>
                <a:off x="3060" y="3328"/>
                <a:ext cx="1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82" name="Line 122">
                <a:extLst>
                  <a:ext uri="{FF2B5EF4-FFF2-40B4-BE49-F238E27FC236}">
                    <a16:creationId xmlns:a16="http://schemas.microsoft.com/office/drawing/2014/main" id="{0261E08E-DC8C-95E0-2A9E-5D9569E2A13D}"/>
                  </a:ext>
                </a:extLst>
              </p:cNvPr>
              <p:cNvSpPr>
                <a:spLocks noChangeShapeType="1"/>
              </p:cNvSpPr>
              <p:nvPr/>
            </p:nvSpPr>
            <p:spPr bwMode="auto">
              <a:xfrm>
                <a:off x="3060" y="3628"/>
                <a:ext cx="1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83" name="Arc 123">
                <a:extLst>
                  <a:ext uri="{FF2B5EF4-FFF2-40B4-BE49-F238E27FC236}">
                    <a16:creationId xmlns:a16="http://schemas.microsoft.com/office/drawing/2014/main" id="{5DDC4280-72C7-34CD-1905-26355C56D874}"/>
                  </a:ext>
                </a:extLst>
              </p:cNvPr>
              <p:cNvSpPr>
                <a:spLocks/>
              </p:cNvSpPr>
              <p:nvPr/>
            </p:nvSpPr>
            <p:spPr bwMode="auto">
              <a:xfrm>
                <a:off x="3197" y="3328"/>
                <a:ext cx="155" cy="29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9973" name="Group 125">
              <a:extLst>
                <a:ext uri="{FF2B5EF4-FFF2-40B4-BE49-F238E27FC236}">
                  <a16:creationId xmlns:a16="http://schemas.microsoft.com/office/drawing/2014/main" id="{3A2E5824-11BA-1EC3-6983-AA6A1E50FFDA}"/>
                </a:ext>
              </a:extLst>
            </p:cNvPr>
            <p:cNvGrpSpPr>
              <a:grpSpLocks/>
            </p:cNvGrpSpPr>
            <p:nvPr/>
          </p:nvGrpSpPr>
          <p:grpSpPr bwMode="auto">
            <a:xfrm>
              <a:off x="4034702" y="5255377"/>
              <a:ext cx="555072" cy="451333"/>
              <a:chOff x="3060" y="3328"/>
              <a:chExt cx="368" cy="300"/>
            </a:xfrm>
          </p:grpSpPr>
          <p:sp>
            <p:nvSpPr>
              <p:cNvPr id="79974" name="Oval 126">
                <a:extLst>
                  <a:ext uri="{FF2B5EF4-FFF2-40B4-BE49-F238E27FC236}">
                    <a16:creationId xmlns:a16="http://schemas.microsoft.com/office/drawing/2014/main" id="{6544C060-D393-85BA-5B43-38A599239274}"/>
                  </a:ext>
                </a:extLst>
              </p:cNvPr>
              <p:cNvSpPr>
                <a:spLocks noChangeArrowheads="1"/>
              </p:cNvSpPr>
              <p:nvPr/>
            </p:nvSpPr>
            <p:spPr bwMode="auto">
              <a:xfrm>
                <a:off x="3347" y="3443"/>
                <a:ext cx="81" cy="81"/>
              </a:xfrm>
              <a:prstGeom prst="ellipse">
                <a:avLst/>
              </a:prstGeom>
              <a:solidFill>
                <a:srgbClr val="FFFFFF"/>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aseline="-25000"/>
              </a:p>
            </p:txBody>
          </p:sp>
          <p:sp>
            <p:nvSpPr>
              <p:cNvPr id="79975" name="Line 127">
                <a:extLst>
                  <a:ext uri="{FF2B5EF4-FFF2-40B4-BE49-F238E27FC236}">
                    <a16:creationId xmlns:a16="http://schemas.microsoft.com/office/drawing/2014/main" id="{942D6568-C724-EBCF-9EB0-6D531150CF68}"/>
                  </a:ext>
                </a:extLst>
              </p:cNvPr>
              <p:cNvSpPr>
                <a:spLocks noChangeShapeType="1"/>
              </p:cNvSpPr>
              <p:nvPr/>
            </p:nvSpPr>
            <p:spPr bwMode="auto">
              <a:xfrm>
                <a:off x="3060" y="3328"/>
                <a:ext cx="0" cy="2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76" name="Line 128">
                <a:extLst>
                  <a:ext uri="{FF2B5EF4-FFF2-40B4-BE49-F238E27FC236}">
                    <a16:creationId xmlns:a16="http://schemas.microsoft.com/office/drawing/2014/main" id="{F0D29B7E-DFC9-52AE-72E1-C30707A809D2}"/>
                  </a:ext>
                </a:extLst>
              </p:cNvPr>
              <p:cNvSpPr>
                <a:spLocks noChangeShapeType="1"/>
              </p:cNvSpPr>
              <p:nvPr/>
            </p:nvSpPr>
            <p:spPr bwMode="auto">
              <a:xfrm>
                <a:off x="3060" y="3328"/>
                <a:ext cx="1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77" name="Line 129">
                <a:extLst>
                  <a:ext uri="{FF2B5EF4-FFF2-40B4-BE49-F238E27FC236}">
                    <a16:creationId xmlns:a16="http://schemas.microsoft.com/office/drawing/2014/main" id="{6DFD94FC-7499-9755-D855-D61AC6C68DBC}"/>
                  </a:ext>
                </a:extLst>
              </p:cNvPr>
              <p:cNvSpPr>
                <a:spLocks noChangeShapeType="1"/>
              </p:cNvSpPr>
              <p:nvPr/>
            </p:nvSpPr>
            <p:spPr bwMode="auto">
              <a:xfrm>
                <a:off x="3060" y="3628"/>
                <a:ext cx="1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78" name="Arc 130">
                <a:extLst>
                  <a:ext uri="{FF2B5EF4-FFF2-40B4-BE49-F238E27FC236}">
                    <a16:creationId xmlns:a16="http://schemas.microsoft.com/office/drawing/2014/main" id="{EE23418A-4B7E-84C9-BA3B-76F835C2DD6E}"/>
                  </a:ext>
                </a:extLst>
              </p:cNvPr>
              <p:cNvSpPr>
                <a:spLocks/>
              </p:cNvSpPr>
              <p:nvPr/>
            </p:nvSpPr>
            <p:spPr bwMode="auto">
              <a:xfrm>
                <a:off x="3188" y="3328"/>
                <a:ext cx="155" cy="29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79876" name="Text Box 120">
            <a:extLst>
              <a:ext uri="{FF2B5EF4-FFF2-40B4-BE49-F238E27FC236}">
                <a16:creationId xmlns:a16="http://schemas.microsoft.com/office/drawing/2014/main" id="{FDED6A6B-D2F5-9E65-3082-0C607D030ECA}"/>
              </a:ext>
            </a:extLst>
          </p:cNvPr>
          <p:cNvSpPr txBox="1">
            <a:spLocks noChangeArrowheads="1"/>
          </p:cNvSpPr>
          <p:nvPr/>
        </p:nvSpPr>
        <p:spPr bwMode="auto">
          <a:xfrm>
            <a:off x="7361239" y="1736726"/>
            <a:ext cx="261302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spcAft>
                <a:spcPct val="40000"/>
              </a:spcAft>
            </a:pPr>
            <a:r>
              <a:rPr lang="en-US" altLang="en-US" sz="2000" b="0"/>
              <a:t>Input ~</a:t>
            </a:r>
            <a:r>
              <a:rPr lang="en-US" altLang="en-US" sz="2000" b="0">
                <a:solidFill>
                  <a:srgbClr val="0000FF"/>
                </a:solidFill>
              </a:rPr>
              <a:t>In15</a:t>
            </a:r>
            <a:r>
              <a:rPr lang="en-US" altLang="en-US" sz="2000" b="0"/>
              <a:t> has highest priority.</a:t>
            </a:r>
          </a:p>
          <a:p>
            <a:pPr eaLnBrk="1" hangingPunct="1"/>
            <a:r>
              <a:rPr lang="en-US" altLang="en-US" sz="2000" b="0"/>
              <a:t>If the first encoder has no active inputs, then  EO =0.</a:t>
            </a:r>
          </a:p>
          <a:p>
            <a:pPr eaLnBrk="1" hangingPunct="1"/>
            <a:r>
              <a:rPr lang="en-US" altLang="en-US" sz="2000" b="0"/>
              <a:t>Since EI=EO=0, the second encoder is activated</a:t>
            </a:r>
            <a:endParaRPr lang="ru-RU" altLang="en-US" sz="2000" b="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23" name="Group 226">
            <a:extLst>
              <a:ext uri="{FF2B5EF4-FFF2-40B4-BE49-F238E27FC236}">
                <a16:creationId xmlns:a16="http://schemas.microsoft.com/office/drawing/2014/main" id="{2E6D9873-D2DD-80F0-F7FA-B0724EDF10D5}"/>
              </a:ext>
            </a:extLst>
          </p:cNvPr>
          <p:cNvGrpSpPr>
            <a:grpSpLocks/>
          </p:cNvGrpSpPr>
          <p:nvPr/>
        </p:nvGrpSpPr>
        <p:grpSpPr bwMode="auto">
          <a:xfrm>
            <a:off x="2649539" y="1068389"/>
            <a:ext cx="7678737" cy="4803775"/>
            <a:chOff x="1126074" y="1068779"/>
            <a:chExt cx="7677685" cy="4803898"/>
          </a:xfrm>
        </p:grpSpPr>
        <p:grpSp>
          <p:nvGrpSpPr>
            <p:cNvPr id="81924" name="Group 229">
              <a:extLst>
                <a:ext uri="{FF2B5EF4-FFF2-40B4-BE49-F238E27FC236}">
                  <a16:creationId xmlns:a16="http://schemas.microsoft.com/office/drawing/2014/main" id="{C165A6A6-B190-E756-8721-177EF49734DE}"/>
                </a:ext>
              </a:extLst>
            </p:cNvPr>
            <p:cNvGrpSpPr>
              <a:grpSpLocks/>
            </p:cNvGrpSpPr>
            <p:nvPr/>
          </p:nvGrpSpPr>
          <p:grpSpPr bwMode="auto">
            <a:xfrm>
              <a:off x="1126074" y="1119702"/>
              <a:ext cx="6094413" cy="4752975"/>
              <a:chOff x="1933957" y="667511"/>
              <a:chExt cx="6094476" cy="4752499"/>
            </a:xfrm>
          </p:grpSpPr>
          <p:sp>
            <p:nvSpPr>
              <p:cNvPr id="130054" name="Text Box 6">
                <a:extLst>
                  <a:ext uri="{FF2B5EF4-FFF2-40B4-BE49-F238E27FC236}">
                    <a16:creationId xmlns:a16="http://schemas.microsoft.com/office/drawing/2014/main" id="{35AB0FCC-095D-4BAE-8F36-C4D565598782}"/>
                  </a:ext>
                </a:extLst>
              </p:cNvPr>
              <p:cNvSpPr txBox="1">
                <a:spLocks noChangeArrowheads="1"/>
              </p:cNvSpPr>
              <p:nvPr/>
            </p:nvSpPr>
            <p:spPr bwMode="auto">
              <a:xfrm>
                <a:off x="3167288" y="676913"/>
                <a:ext cx="812697" cy="1565158"/>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r>
                  <a:rPr lang="ru-RU" sz="1050" dirty="0">
                    <a:latin typeface="Times New Roman" pitchFamily="18" charset="0"/>
                  </a:rPr>
                  <a:t>EI</a:t>
                </a:r>
              </a:p>
              <a:p>
                <a:pPr eaLnBrk="1" hangingPunct="1">
                  <a:defRPr/>
                </a:pPr>
                <a:r>
                  <a:rPr lang="ru-RU" sz="1050" dirty="0">
                    <a:latin typeface="Times New Roman" pitchFamily="18" charset="0"/>
                  </a:rPr>
                  <a:t>I7</a:t>
                </a:r>
              </a:p>
              <a:p>
                <a:pPr eaLnBrk="1" hangingPunct="1">
                  <a:defRPr/>
                </a:pPr>
                <a:r>
                  <a:rPr lang="ru-RU" sz="1050" dirty="0">
                    <a:latin typeface="Times New Roman" pitchFamily="18" charset="0"/>
                  </a:rPr>
                  <a:t>I6</a:t>
                </a:r>
              </a:p>
              <a:p>
                <a:pPr eaLnBrk="1" hangingPunct="1">
                  <a:defRPr/>
                </a:pPr>
                <a:r>
                  <a:rPr lang="ru-RU" sz="1050" dirty="0">
                    <a:latin typeface="Times New Roman" pitchFamily="18" charset="0"/>
                  </a:rPr>
                  <a:t>I5</a:t>
                </a:r>
              </a:p>
              <a:p>
                <a:pPr eaLnBrk="1" hangingPunct="1">
                  <a:defRPr/>
                </a:pPr>
                <a:r>
                  <a:rPr lang="ru-RU" sz="1050" dirty="0">
                    <a:latin typeface="Times New Roman" pitchFamily="18" charset="0"/>
                  </a:rPr>
                  <a:t>I4</a:t>
                </a:r>
              </a:p>
              <a:p>
                <a:pPr eaLnBrk="1" hangingPunct="1">
                  <a:defRPr/>
                </a:pPr>
                <a:r>
                  <a:rPr lang="ru-RU" sz="1050" dirty="0">
                    <a:latin typeface="Times New Roman" pitchFamily="18" charset="0"/>
                  </a:rPr>
                  <a:t>I3</a:t>
                </a:r>
              </a:p>
              <a:p>
                <a:pPr eaLnBrk="1" hangingPunct="1">
                  <a:defRPr/>
                </a:pPr>
                <a:r>
                  <a:rPr lang="ru-RU" sz="1050" dirty="0">
                    <a:latin typeface="Times New Roman" pitchFamily="18" charset="0"/>
                  </a:rPr>
                  <a:t>I2</a:t>
                </a:r>
              </a:p>
              <a:p>
                <a:pPr eaLnBrk="1" hangingPunct="1">
                  <a:defRPr/>
                </a:pPr>
                <a:r>
                  <a:rPr lang="ru-RU" sz="1050" dirty="0">
                    <a:latin typeface="Times New Roman" pitchFamily="18" charset="0"/>
                  </a:rPr>
                  <a:t>I1</a:t>
                </a:r>
              </a:p>
              <a:p>
                <a:pPr eaLnBrk="1" hangingPunct="1">
                  <a:defRPr/>
                </a:pPr>
                <a:r>
                  <a:rPr lang="ru-RU" sz="1050" dirty="0">
                    <a:latin typeface="Times New Roman" pitchFamily="18" charset="0"/>
                  </a:rPr>
                  <a:t>I0</a:t>
                </a:r>
                <a:endParaRPr lang="ru-RU" sz="1050" dirty="0"/>
              </a:p>
            </p:txBody>
          </p:sp>
          <p:sp>
            <p:nvSpPr>
              <p:cNvPr id="81927" name="Line 7">
                <a:extLst>
                  <a:ext uri="{FF2B5EF4-FFF2-40B4-BE49-F238E27FC236}">
                    <a16:creationId xmlns:a16="http://schemas.microsoft.com/office/drawing/2014/main" id="{5F34CA27-2D79-829C-E291-FBFFC33613D3}"/>
                  </a:ext>
                </a:extLst>
              </p:cNvPr>
              <p:cNvSpPr>
                <a:spLocks noChangeShapeType="1"/>
              </p:cNvSpPr>
              <p:nvPr/>
            </p:nvSpPr>
            <p:spPr bwMode="auto">
              <a:xfrm>
                <a:off x="2963570" y="800113"/>
                <a:ext cx="16343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28" name="Line 8">
                <a:extLst>
                  <a:ext uri="{FF2B5EF4-FFF2-40B4-BE49-F238E27FC236}">
                    <a16:creationId xmlns:a16="http://schemas.microsoft.com/office/drawing/2014/main" id="{CA742D83-222E-4E4C-852F-B84DA92C13EE}"/>
                  </a:ext>
                </a:extLst>
              </p:cNvPr>
              <p:cNvSpPr>
                <a:spLocks noChangeShapeType="1"/>
              </p:cNvSpPr>
              <p:nvPr/>
            </p:nvSpPr>
            <p:spPr bwMode="auto">
              <a:xfrm>
                <a:off x="2565393" y="993372"/>
                <a:ext cx="5526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29" name="Line 9">
                <a:extLst>
                  <a:ext uri="{FF2B5EF4-FFF2-40B4-BE49-F238E27FC236}">
                    <a16:creationId xmlns:a16="http://schemas.microsoft.com/office/drawing/2014/main" id="{E9125F07-891A-191F-8A1F-652DAE6B3A83}"/>
                  </a:ext>
                </a:extLst>
              </p:cNvPr>
              <p:cNvSpPr>
                <a:spLocks noChangeShapeType="1"/>
              </p:cNvSpPr>
              <p:nvPr/>
            </p:nvSpPr>
            <p:spPr bwMode="auto">
              <a:xfrm>
                <a:off x="2565393" y="1128795"/>
                <a:ext cx="5526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0" name="Line 10">
                <a:extLst>
                  <a:ext uri="{FF2B5EF4-FFF2-40B4-BE49-F238E27FC236}">
                    <a16:creationId xmlns:a16="http://schemas.microsoft.com/office/drawing/2014/main" id="{F91C8337-19E4-BC93-2B57-93DE36C83F16}"/>
                  </a:ext>
                </a:extLst>
              </p:cNvPr>
              <p:cNvSpPr>
                <a:spLocks noChangeShapeType="1"/>
              </p:cNvSpPr>
              <p:nvPr/>
            </p:nvSpPr>
            <p:spPr bwMode="auto">
              <a:xfrm>
                <a:off x="2565393" y="1296663"/>
                <a:ext cx="5526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1" name="Line 11">
                <a:extLst>
                  <a:ext uri="{FF2B5EF4-FFF2-40B4-BE49-F238E27FC236}">
                    <a16:creationId xmlns:a16="http://schemas.microsoft.com/office/drawing/2014/main" id="{F0B265A9-D933-6BA9-9871-FA12575C3330}"/>
                  </a:ext>
                </a:extLst>
              </p:cNvPr>
              <p:cNvSpPr>
                <a:spLocks noChangeShapeType="1"/>
              </p:cNvSpPr>
              <p:nvPr/>
            </p:nvSpPr>
            <p:spPr bwMode="auto">
              <a:xfrm>
                <a:off x="2565393" y="1454657"/>
                <a:ext cx="5526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2" name="Line 12">
                <a:extLst>
                  <a:ext uri="{FF2B5EF4-FFF2-40B4-BE49-F238E27FC236}">
                    <a16:creationId xmlns:a16="http://schemas.microsoft.com/office/drawing/2014/main" id="{DA864F45-4E5D-E820-F37F-B700BC8CB5C5}"/>
                  </a:ext>
                </a:extLst>
              </p:cNvPr>
              <p:cNvSpPr>
                <a:spLocks noChangeShapeType="1"/>
              </p:cNvSpPr>
              <p:nvPr/>
            </p:nvSpPr>
            <p:spPr bwMode="auto">
              <a:xfrm>
                <a:off x="2565393" y="1615472"/>
                <a:ext cx="5526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3" name="Line 13">
                <a:extLst>
                  <a:ext uri="{FF2B5EF4-FFF2-40B4-BE49-F238E27FC236}">
                    <a16:creationId xmlns:a16="http://schemas.microsoft.com/office/drawing/2014/main" id="{4590C85E-CA95-C142-3A09-E1771D665E9D}"/>
                  </a:ext>
                </a:extLst>
              </p:cNvPr>
              <p:cNvSpPr>
                <a:spLocks noChangeShapeType="1"/>
              </p:cNvSpPr>
              <p:nvPr/>
            </p:nvSpPr>
            <p:spPr bwMode="auto">
              <a:xfrm>
                <a:off x="2565393" y="1793214"/>
                <a:ext cx="51852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4" name="Line 14">
                <a:extLst>
                  <a:ext uri="{FF2B5EF4-FFF2-40B4-BE49-F238E27FC236}">
                    <a16:creationId xmlns:a16="http://schemas.microsoft.com/office/drawing/2014/main" id="{3A35F925-02A4-F051-7B25-7A2974FAC71B}"/>
                  </a:ext>
                </a:extLst>
              </p:cNvPr>
              <p:cNvSpPr>
                <a:spLocks noChangeShapeType="1"/>
              </p:cNvSpPr>
              <p:nvPr/>
            </p:nvSpPr>
            <p:spPr bwMode="auto">
              <a:xfrm>
                <a:off x="2565393" y="1939922"/>
                <a:ext cx="48434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5" name="Line 15">
                <a:extLst>
                  <a:ext uri="{FF2B5EF4-FFF2-40B4-BE49-F238E27FC236}">
                    <a16:creationId xmlns:a16="http://schemas.microsoft.com/office/drawing/2014/main" id="{CD01EBFE-9B81-6886-A56F-B7613EA68C31}"/>
                  </a:ext>
                </a:extLst>
              </p:cNvPr>
              <p:cNvSpPr>
                <a:spLocks noChangeShapeType="1"/>
              </p:cNvSpPr>
              <p:nvPr/>
            </p:nvSpPr>
            <p:spPr bwMode="auto">
              <a:xfrm>
                <a:off x="2565393" y="2088041"/>
                <a:ext cx="5526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6" name="Line 16">
                <a:extLst>
                  <a:ext uri="{FF2B5EF4-FFF2-40B4-BE49-F238E27FC236}">
                    <a16:creationId xmlns:a16="http://schemas.microsoft.com/office/drawing/2014/main" id="{CAFB4407-2D27-C19B-015F-EAD772966BEF}"/>
                  </a:ext>
                </a:extLst>
              </p:cNvPr>
              <p:cNvSpPr>
                <a:spLocks noChangeShapeType="1"/>
              </p:cNvSpPr>
              <p:nvPr/>
            </p:nvSpPr>
            <p:spPr bwMode="auto">
              <a:xfrm flipV="1">
                <a:off x="4012497" y="1686004"/>
                <a:ext cx="649265"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30065" name="Text Box 17">
                <a:extLst>
                  <a:ext uri="{FF2B5EF4-FFF2-40B4-BE49-F238E27FC236}">
                    <a16:creationId xmlns:a16="http://schemas.microsoft.com/office/drawing/2014/main" id="{20B61419-9CD4-4662-A3A1-432D410671D5}"/>
                  </a:ext>
                </a:extLst>
              </p:cNvPr>
              <p:cNvSpPr txBox="1">
                <a:spLocks noChangeArrowheads="1"/>
              </p:cNvSpPr>
              <p:nvPr/>
            </p:nvSpPr>
            <p:spPr bwMode="auto">
              <a:xfrm>
                <a:off x="3594272" y="791205"/>
                <a:ext cx="452380" cy="1141327"/>
              </a:xfrm>
              <a:prstGeom prst="rect">
                <a:avLst/>
              </a:prstGeom>
              <a:noFill/>
              <a:ln w="22225">
                <a:noFill/>
                <a:miter lim="800000"/>
                <a:headEnd/>
                <a:tailEnd/>
              </a:ln>
            </p:spPr>
            <p:txBody>
              <a:bodyPr/>
              <a:lstStyle/>
              <a:p>
                <a:pPr eaLnBrk="1" hangingPunct="1">
                  <a:defRPr/>
                </a:pPr>
                <a:r>
                  <a:rPr lang="en-US" sz="1050">
                    <a:latin typeface="Times New Roman" pitchFamily="18" charset="0"/>
                  </a:rPr>
                  <a:t>A0</a:t>
                </a:r>
              </a:p>
              <a:p>
                <a:pPr eaLnBrk="1" hangingPunct="1">
                  <a:defRPr/>
                </a:pPr>
                <a:r>
                  <a:rPr lang="en-US" sz="1050">
                    <a:latin typeface="Times New Roman" pitchFamily="18" charset="0"/>
                  </a:rPr>
                  <a:t>A1</a:t>
                </a:r>
              </a:p>
              <a:p>
                <a:pPr eaLnBrk="1" hangingPunct="1">
                  <a:defRPr/>
                </a:pPr>
                <a:r>
                  <a:rPr lang="en-US" sz="1050">
                    <a:latin typeface="Times New Roman" pitchFamily="18" charset="0"/>
                  </a:rPr>
                  <a:t>A2</a:t>
                </a:r>
              </a:p>
              <a:p>
                <a:pPr eaLnBrk="1" hangingPunct="1">
                  <a:defRPr/>
                </a:pPr>
                <a:endParaRPr lang="en-US" sz="1050">
                  <a:latin typeface="Times New Roman" pitchFamily="18" charset="0"/>
                </a:endParaRPr>
              </a:p>
              <a:p>
                <a:pPr eaLnBrk="1" hangingPunct="1">
                  <a:defRPr/>
                </a:pPr>
                <a:r>
                  <a:rPr lang="en-US" sz="1050">
                    <a:latin typeface="Times New Roman" pitchFamily="18" charset="0"/>
                  </a:rPr>
                  <a:t>GS</a:t>
                </a:r>
              </a:p>
              <a:p>
                <a:pPr eaLnBrk="1" hangingPunct="1">
                  <a:defRPr/>
                </a:pPr>
                <a:r>
                  <a:rPr lang="en-US" sz="1050">
                    <a:latin typeface="Times New Roman" pitchFamily="18" charset="0"/>
                  </a:rPr>
                  <a:t>EO</a:t>
                </a:r>
              </a:p>
              <a:p>
                <a:pPr eaLnBrk="1" hangingPunct="1">
                  <a:defRPr/>
                </a:pPr>
                <a:endParaRPr lang="en-US" sz="1050">
                  <a:latin typeface="Times New Roman" pitchFamily="18" charset="0"/>
                </a:endParaRPr>
              </a:p>
              <a:p>
                <a:pPr eaLnBrk="1" hangingPunct="1">
                  <a:defRPr/>
                </a:pPr>
                <a:endParaRPr lang="en-US" sz="1050">
                  <a:latin typeface="Times NR Cyr MT"/>
                </a:endParaRPr>
              </a:p>
              <a:p>
                <a:pPr eaLnBrk="1" hangingPunct="1">
                  <a:defRPr/>
                </a:pPr>
                <a:endParaRPr lang="ru-RU" sz="1050"/>
              </a:p>
            </p:txBody>
          </p:sp>
          <p:sp>
            <p:nvSpPr>
              <p:cNvPr id="81938" name="Oval 18">
                <a:extLst>
                  <a:ext uri="{FF2B5EF4-FFF2-40B4-BE49-F238E27FC236}">
                    <a16:creationId xmlns:a16="http://schemas.microsoft.com/office/drawing/2014/main" id="{C4AB479F-A005-6396-5BA7-29B35D9D41DB}"/>
                  </a:ext>
                </a:extLst>
              </p:cNvPr>
              <p:cNvSpPr>
                <a:spLocks noChangeArrowheads="1"/>
              </p:cNvSpPr>
              <p:nvPr/>
            </p:nvSpPr>
            <p:spPr bwMode="auto">
              <a:xfrm>
                <a:off x="3122543" y="756382"/>
                <a:ext cx="96573"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39" name="Oval 19">
                <a:extLst>
                  <a:ext uri="{FF2B5EF4-FFF2-40B4-BE49-F238E27FC236}">
                    <a16:creationId xmlns:a16="http://schemas.microsoft.com/office/drawing/2014/main" id="{C4F37237-0779-4ACA-6E97-4C3FCA6625C6}"/>
                  </a:ext>
                </a:extLst>
              </p:cNvPr>
              <p:cNvSpPr>
                <a:spLocks noChangeArrowheads="1"/>
              </p:cNvSpPr>
              <p:nvPr/>
            </p:nvSpPr>
            <p:spPr bwMode="auto">
              <a:xfrm>
                <a:off x="3070543" y="949642"/>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0" name="Oval 20">
                <a:extLst>
                  <a:ext uri="{FF2B5EF4-FFF2-40B4-BE49-F238E27FC236}">
                    <a16:creationId xmlns:a16="http://schemas.microsoft.com/office/drawing/2014/main" id="{0FC9B342-DE3F-65BB-0C86-6C2081AD8BA0}"/>
                  </a:ext>
                </a:extLst>
              </p:cNvPr>
              <p:cNvSpPr>
                <a:spLocks noChangeArrowheads="1"/>
              </p:cNvSpPr>
              <p:nvPr/>
            </p:nvSpPr>
            <p:spPr bwMode="auto">
              <a:xfrm>
                <a:off x="3070543" y="1092118"/>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1" name="Oval 21">
                <a:extLst>
                  <a:ext uri="{FF2B5EF4-FFF2-40B4-BE49-F238E27FC236}">
                    <a16:creationId xmlns:a16="http://schemas.microsoft.com/office/drawing/2014/main" id="{7BA3404E-D283-871A-0649-E8109BA2CC6C}"/>
                  </a:ext>
                </a:extLst>
              </p:cNvPr>
              <p:cNvSpPr>
                <a:spLocks noChangeArrowheads="1"/>
              </p:cNvSpPr>
              <p:nvPr/>
            </p:nvSpPr>
            <p:spPr bwMode="auto">
              <a:xfrm>
                <a:off x="3070543" y="1247290"/>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2" name="Oval 22">
                <a:extLst>
                  <a:ext uri="{FF2B5EF4-FFF2-40B4-BE49-F238E27FC236}">
                    <a16:creationId xmlns:a16="http://schemas.microsoft.com/office/drawing/2014/main" id="{F6EBAE12-6ADB-7559-34A1-350E27771780}"/>
                  </a:ext>
                </a:extLst>
              </p:cNvPr>
              <p:cNvSpPr>
                <a:spLocks noChangeArrowheads="1"/>
              </p:cNvSpPr>
              <p:nvPr/>
            </p:nvSpPr>
            <p:spPr bwMode="auto">
              <a:xfrm>
                <a:off x="3070543" y="1419390"/>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3" name="Oval 23">
                <a:extLst>
                  <a:ext uri="{FF2B5EF4-FFF2-40B4-BE49-F238E27FC236}">
                    <a16:creationId xmlns:a16="http://schemas.microsoft.com/office/drawing/2014/main" id="{9146AF4F-D34F-9463-54A7-AAFB2B14EB87}"/>
                  </a:ext>
                </a:extLst>
              </p:cNvPr>
              <p:cNvSpPr>
                <a:spLocks noChangeArrowheads="1"/>
              </p:cNvSpPr>
              <p:nvPr/>
            </p:nvSpPr>
            <p:spPr bwMode="auto">
              <a:xfrm>
                <a:off x="3055685" y="1580205"/>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4" name="Oval 24">
                <a:extLst>
                  <a:ext uri="{FF2B5EF4-FFF2-40B4-BE49-F238E27FC236}">
                    <a16:creationId xmlns:a16="http://schemas.microsoft.com/office/drawing/2014/main" id="{5E777F88-F34B-3CEF-FA57-915E13D24044}"/>
                  </a:ext>
                </a:extLst>
              </p:cNvPr>
              <p:cNvSpPr>
                <a:spLocks noChangeArrowheads="1"/>
              </p:cNvSpPr>
              <p:nvPr/>
            </p:nvSpPr>
            <p:spPr bwMode="auto">
              <a:xfrm>
                <a:off x="3069057" y="1745252"/>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5" name="Oval 25">
                <a:extLst>
                  <a:ext uri="{FF2B5EF4-FFF2-40B4-BE49-F238E27FC236}">
                    <a16:creationId xmlns:a16="http://schemas.microsoft.com/office/drawing/2014/main" id="{9ADCCFE8-9693-F72C-E79B-70A766EFB771}"/>
                  </a:ext>
                </a:extLst>
              </p:cNvPr>
              <p:cNvSpPr>
                <a:spLocks noChangeArrowheads="1"/>
              </p:cNvSpPr>
              <p:nvPr/>
            </p:nvSpPr>
            <p:spPr bwMode="auto">
              <a:xfrm>
                <a:off x="3069057" y="1904656"/>
                <a:ext cx="96573"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6" name="Oval 26">
                <a:extLst>
                  <a:ext uri="{FF2B5EF4-FFF2-40B4-BE49-F238E27FC236}">
                    <a16:creationId xmlns:a16="http://schemas.microsoft.com/office/drawing/2014/main" id="{35561284-6599-9C74-2A9E-183B901E7F07}"/>
                  </a:ext>
                </a:extLst>
              </p:cNvPr>
              <p:cNvSpPr>
                <a:spLocks noChangeArrowheads="1"/>
              </p:cNvSpPr>
              <p:nvPr/>
            </p:nvSpPr>
            <p:spPr bwMode="auto">
              <a:xfrm>
                <a:off x="3069057" y="2042900"/>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7" name="Oval 27">
                <a:extLst>
                  <a:ext uri="{FF2B5EF4-FFF2-40B4-BE49-F238E27FC236}">
                    <a16:creationId xmlns:a16="http://schemas.microsoft.com/office/drawing/2014/main" id="{178E3018-9A72-84AF-D343-38641EFCF924}"/>
                  </a:ext>
                </a:extLst>
              </p:cNvPr>
              <p:cNvSpPr>
                <a:spLocks noChangeArrowheads="1"/>
              </p:cNvSpPr>
              <p:nvPr/>
            </p:nvSpPr>
            <p:spPr bwMode="auto">
              <a:xfrm>
                <a:off x="3976840" y="890395"/>
                <a:ext cx="96573"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8" name="Oval 28">
                <a:extLst>
                  <a:ext uri="{FF2B5EF4-FFF2-40B4-BE49-F238E27FC236}">
                    <a16:creationId xmlns:a16="http://schemas.microsoft.com/office/drawing/2014/main" id="{991767D3-4714-22CF-EC55-054A8DF071F6}"/>
                  </a:ext>
                </a:extLst>
              </p:cNvPr>
              <p:cNvSpPr>
                <a:spLocks noChangeArrowheads="1"/>
              </p:cNvSpPr>
              <p:nvPr/>
            </p:nvSpPr>
            <p:spPr bwMode="auto">
              <a:xfrm>
                <a:off x="3963468" y="1032871"/>
                <a:ext cx="96573"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49" name="Oval 29">
                <a:extLst>
                  <a:ext uri="{FF2B5EF4-FFF2-40B4-BE49-F238E27FC236}">
                    <a16:creationId xmlns:a16="http://schemas.microsoft.com/office/drawing/2014/main" id="{66AA4281-EE6A-2609-E311-E2ADF33CD6A7}"/>
                  </a:ext>
                </a:extLst>
              </p:cNvPr>
              <p:cNvSpPr>
                <a:spLocks noChangeArrowheads="1"/>
              </p:cNvSpPr>
              <p:nvPr/>
            </p:nvSpPr>
            <p:spPr bwMode="auto">
              <a:xfrm>
                <a:off x="3963468" y="1180990"/>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50" name="Oval 30">
                <a:extLst>
                  <a:ext uri="{FF2B5EF4-FFF2-40B4-BE49-F238E27FC236}">
                    <a16:creationId xmlns:a16="http://schemas.microsoft.com/office/drawing/2014/main" id="{F9EDA5F9-B4D1-4936-FB79-21B2861B0AF0}"/>
                  </a:ext>
                </a:extLst>
              </p:cNvPr>
              <p:cNvSpPr>
                <a:spLocks noChangeArrowheads="1"/>
              </p:cNvSpPr>
              <p:nvPr/>
            </p:nvSpPr>
            <p:spPr bwMode="auto">
              <a:xfrm>
                <a:off x="3963468" y="1453246"/>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51" name="Oval 31">
                <a:extLst>
                  <a:ext uri="{FF2B5EF4-FFF2-40B4-BE49-F238E27FC236}">
                    <a16:creationId xmlns:a16="http://schemas.microsoft.com/office/drawing/2014/main" id="{504F1759-2616-26F3-9B39-2DE3F534B97B}"/>
                  </a:ext>
                </a:extLst>
              </p:cNvPr>
              <p:cNvSpPr>
                <a:spLocks noChangeArrowheads="1"/>
              </p:cNvSpPr>
              <p:nvPr/>
            </p:nvSpPr>
            <p:spPr bwMode="auto">
              <a:xfrm>
                <a:off x="3973868" y="1633810"/>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30080" name="Text Box 32">
                <a:extLst>
                  <a:ext uri="{FF2B5EF4-FFF2-40B4-BE49-F238E27FC236}">
                    <a16:creationId xmlns:a16="http://schemas.microsoft.com/office/drawing/2014/main" id="{009A15EB-6127-40A2-996B-E52CE4E15ABE}"/>
                  </a:ext>
                </a:extLst>
              </p:cNvPr>
              <p:cNvSpPr txBox="1">
                <a:spLocks noChangeArrowheads="1"/>
              </p:cNvSpPr>
              <p:nvPr/>
            </p:nvSpPr>
            <p:spPr bwMode="auto">
              <a:xfrm>
                <a:off x="1933957" y="773743"/>
                <a:ext cx="861903" cy="1206410"/>
              </a:xfrm>
              <a:prstGeom prst="rect">
                <a:avLst/>
              </a:prstGeom>
              <a:noFill/>
              <a:ln w="22225">
                <a:noFill/>
                <a:miter lim="800000"/>
                <a:headEnd/>
                <a:tailEnd/>
              </a:ln>
            </p:spPr>
            <p:txBody>
              <a:bodyPr/>
              <a:lstStyle/>
              <a:p>
                <a:pPr eaLnBrk="1" hangingPunct="1">
                  <a:defRPr/>
                </a:pPr>
                <a:r>
                  <a:rPr lang="ru-RU" sz="1050">
                    <a:latin typeface="Times New Roman" pitchFamily="18" charset="0"/>
                  </a:rPr>
                  <a:t>R0      1   </a:t>
                </a:r>
                <a:r>
                  <a:rPr lang="en-US" sz="1050">
                    <a:latin typeface="Times New Roman" pitchFamily="18" charset="0"/>
                  </a:rPr>
                  <a:t> </a:t>
                </a:r>
                <a:r>
                  <a:rPr lang="ru-RU" sz="1050">
                    <a:latin typeface="Times New Roman" pitchFamily="18" charset="0"/>
                  </a:rPr>
                  <a:t>1</a:t>
                </a:r>
              </a:p>
              <a:p>
                <a:pPr eaLnBrk="1" hangingPunct="1">
                  <a:defRPr/>
                </a:pPr>
                <a:r>
                  <a:rPr lang="ru-RU" sz="1050">
                    <a:latin typeface="Times New Roman" pitchFamily="18" charset="0"/>
                  </a:rPr>
                  <a:t>R1      2   </a:t>
                </a:r>
                <a:r>
                  <a:rPr lang="en-US" sz="1050">
                    <a:latin typeface="Times New Roman" pitchFamily="18" charset="0"/>
                  </a:rPr>
                  <a:t> </a:t>
                </a:r>
                <a:r>
                  <a:rPr lang="ru-RU" sz="1050">
                    <a:latin typeface="Times New Roman" pitchFamily="18" charset="0"/>
                  </a:rPr>
                  <a:t>2</a:t>
                </a:r>
              </a:p>
              <a:p>
                <a:pPr eaLnBrk="1" hangingPunct="1">
                  <a:defRPr/>
                </a:pPr>
                <a:r>
                  <a:rPr lang="ru-RU" sz="1050">
                    <a:latin typeface="Times New Roman" pitchFamily="18" charset="0"/>
                  </a:rPr>
                  <a:t>R2      3    3</a:t>
                </a:r>
                <a:br>
                  <a:rPr lang="ru-RU" sz="1050">
                    <a:latin typeface="Times New Roman" pitchFamily="18" charset="0"/>
                  </a:rPr>
                </a:br>
                <a:r>
                  <a:rPr lang="ru-RU" sz="1050">
                    <a:latin typeface="Times New Roman" pitchFamily="18" charset="0"/>
                  </a:rPr>
                  <a:t>R3      4    4</a:t>
                </a:r>
              </a:p>
              <a:p>
                <a:pPr eaLnBrk="1" hangingPunct="1">
                  <a:defRPr/>
                </a:pPr>
                <a:r>
                  <a:rPr lang="ru-RU" sz="1050">
                    <a:latin typeface="Times New Roman" pitchFamily="18" charset="0"/>
                  </a:rPr>
                  <a:t>R4      5    5</a:t>
                </a:r>
              </a:p>
              <a:p>
                <a:pPr eaLnBrk="1" hangingPunct="1">
                  <a:defRPr/>
                </a:pPr>
                <a:r>
                  <a:rPr lang="ru-RU" sz="1050">
                    <a:latin typeface="Times New Roman" pitchFamily="18" charset="0"/>
                  </a:rPr>
                  <a:t>R5      6    6</a:t>
                </a:r>
              </a:p>
              <a:p>
                <a:pPr eaLnBrk="1" hangingPunct="1">
                  <a:defRPr/>
                </a:pPr>
                <a:r>
                  <a:rPr lang="ru-RU" sz="1050">
                    <a:latin typeface="Times New Roman" pitchFamily="18" charset="0"/>
                  </a:rPr>
                  <a:t>R6      7    7</a:t>
                </a:r>
              </a:p>
              <a:p>
                <a:pPr eaLnBrk="1" hangingPunct="1">
                  <a:defRPr/>
                </a:pPr>
                <a:r>
                  <a:rPr lang="ru-RU" sz="1050">
                    <a:latin typeface="Times New Roman" pitchFamily="18" charset="0"/>
                  </a:rPr>
                  <a:t>R7      8    8</a:t>
                </a:r>
              </a:p>
              <a:p>
                <a:pPr eaLnBrk="1" hangingPunct="1">
                  <a:defRPr/>
                </a:pPr>
                <a:endParaRPr lang="ru-RU" sz="1050"/>
              </a:p>
            </p:txBody>
          </p:sp>
          <p:sp>
            <p:nvSpPr>
              <p:cNvPr id="81953" name="Line 33">
                <a:extLst>
                  <a:ext uri="{FF2B5EF4-FFF2-40B4-BE49-F238E27FC236}">
                    <a16:creationId xmlns:a16="http://schemas.microsoft.com/office/drawing/2014/main" id="{9B97FCFB-9598-B670-99CE-30DCCBFAB9E2}"/>
                  </a:ext>
                </a:extLst>
              </p:cNvPr>
              <p:cNvSpPr>
                <a:spLocks noChangeShapeType="1"/>
              </p:cNvSpPr>
              <p:nvPr/>
            </p:nvSpPr>
            <p:spPr bwMode="auto">
              <a:xfrm flipV="1">
                <a:off x="2963570" y="677386"/>
                <a:ext cx="0" cy="12837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4" name="Line 34">
                <a:extLst>
                  <a:ext uri="{FF2B5EF4-FFF2-40B4-BE49-F238E27FC236}">
                    <a16:creationId xmlns:a16="http://schemas.microsoft.com/office/drawing/2014/main" id="{47B3CB1A-269E-55CA-46C8-254F7CB8C6EB}"/>
                  </a:ext>
                </a:extLst>
              </p:cNvPr>
              <p:cNvSpPr>
                <a:spLocks noChangeShapeType="1"/>
              </p:cNvSpPr>
              <p:nvPr/>
            </p:nvSpPr>
            <p:spPr bwMode="auto">
              <a:xfrm>
                <a:off x="2907112" y="677386"/>
                <a:ext cx="1366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3" name="Text Box 35">
                <a:extLst>
                  <a:ext uri="{FF2B5EF4-FFF2-40B4-BE49-F238E27FC236}">
                    <a16:creationId xmlns:a16="http://schemas.microsoft.com/office/drawing/2014/main" id="{56059265-0633-44D9-A0C7-D1A365E0A25C}"/>
                  </a:ext>
                </a:extLst>
              </p:cNvPr>
              <p:cNvSpPr txBox="1">
                <a:spLocks noChangeArrowheads="1"/>
              </p:cNvSpPr>
              <p:nvPr/>
            </p:nvSpPr>
            <p:spPr bwMode="auto">
              <a:xfrm>
                <a:off x="5446649" y="667389"/>
                <a:ext cx="811110" cy="1512774"/>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ru-RU" sz="1050">
                  <a:latin typeface="Times NR Cyr MT"/>
                </a:endParaRPr>
              </a:p>
              <a:p>
                <a:pPr eaLnBrk="1" hangingPunct="1">
                  <a:defRPr/>
                </a:pPr>
                <a:r>
                  <a:rPr lang="ru-RU" sz="1050">
                    <a:latin typeface="Times New Roman" pitchFamily="18" charset="0"/>
                  </a:rPr>
                  <a:t>E1</a:t>
                </a:r>
              </a:p>
              <a:p>
                <a:pPr eaLnBrk="1" hangingPunct="1">
                  <a:defRPr/>
                </a:pPr>
                <a:r>
                  <a:rPr lang="ru-RU" sz="1050">
                    <a:latin typeface="Times New Roman" pitchFamily="18" charset="0"/>
                  </a:rPr>
                  <a:t>E2</a:t>
                </a:r>
              </a:p>
              <a:p>
                <a:pPr eaLnBrk="1" hangingPunct="1">
                  <a:defRPr/>
                </a:pPr>
                <a:r>
                  <a:rPr lang="ru-RU" sz="1050">
                    <a:latin typeface="Times New Roman" pitchFamily="18" charset="0"/>
                  </a:rPr>
                  <a:t>E3</a:t>
                </a:r>
              </a:p>
              <a:p>
                <a:pPr eaLnBrk="1" hangingPunct="1">
                  <a:defRPr/>
                </a:pPr>
                <a:endParaRPr lang="ru-RU" sz="1050">
                  <a:latin typeface="Times New Roman" pitchFamily="18" charset="0"/>
                </a:endParaRPr>
              </a:p>
              <a:p>
                <a:pPr eaLnBrk="1" hangingPunct="1">
                  <a:defRPr/>
                </a:pPr>
                <a:r>
                  <a:rPr lang="ru-RU" sz="1050">
                    <a:latin typeface="Times New Roman" pitchFamily="18" charset="0"/>
                  </a:rPr>
                  <a:t>A</a:t>
                </a:r>
              </a:p>
              <a:p>
                <a:pPr eaLnBrk="1" hangingPunct="1">
                  <a:defRPr/>
                </a:pPr>
                <a:r>
                  <a:rPr lang="ru-RU" sz="1050">
                    <a:latin typeface="Times New Roman" pitchFamily="18" charset="0"/>
                  </a:rPr>
                  <a:t>B</a:t>
                </a:r>
              </a:p>
              <a:p>
                <a:pPr eaLnBrk="1" hangingPunct="1">
                  <a:defRPr/>
                </a:pPr>
                <a:r>
                  <a:rPr lang="ru-RU" sz="1050">
                    <a:latin typeface="Times New Roman" pitchFamily="18" charset="0"/>
                  </a:rPr>
                  <a:t>C</a:t>
                </a:r>
                <a:endParaRPr lang="ru-RU" sz="1050"/>
              </a:p>
            </p:txBody>
          </p:sp>
          <p:sp>
            <p:nvSpPr>
              <p:cNvPr id="81956" name="Line 36">
                <a:extLst>
                  <a:ext uri="{FF2B5EF4-FFF2-40B4-BE49-F238E27FC236}">
                    <a16:creationId xmlns:a16="http://schemas.microsoft.com/office/drawing/2014/main" id="{A6434E4A-FA63-41D5-2872-E0FDC73004B8}"/>
                  </a:ext>
                </a:extLst>
              </p:cNvPr>
              <p:cNvSpPr>
                <a:spLocks noChangeShapeType="1"/>
              </p:cNvSpPr>
              <p:nvPr/>
            </p:nvSpPr>
            <p:spPr bwMode="auto">
              <a:xfrm>
                <a:off x="4664734" y="934125"/>
                <a:ext cx="7681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7" name="Line 37">
                <a:extLst>
                  <a:ext uri="{FF2B5EF4-FFF2-40B4-BE49-F238E27FC236}">
                    <a16:creationId xmlns:a16="http://schemas.microsoft.com/office/drawing/2014/main" id="{BB66DF65-CD2B-EDB3-11C0-21D9DF1FD791}"/>
                  </a:ext>
                </a:extLst>
              </p:cNvPr>
              <p:cNvSpPr>
                <a:spLocks noChangeShapeType="1"/>
              </p:cNvSpPr>
              <p:nvPr/>
            </p:nvSpPr>
            <p:spPr bwMode="auto">
              <a:xfrm>
                <a:off x="5094111" y="1089297"/>
                <a:ext cx="3342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8" name="Line 38">
                <a:extLst>
                  <a:ext uri="{FF2B5EF4-FFF2-40B4-BE49-F238E27FC236}">
                    <a16:creationId xmlns:a16="http://schemas.microsoft.com/office/drawing/2014/main" id="{8644D677-B222-6D78-0B49-A8B9C40A396C}"/>
                  </a:ext>
                </a:extLst>
              </p:cNvPr>
              <p:cNvSpPr>
                <a:spLocks noChangeShapeType="1"/>
              </p:cNvSpPr>
              <p:nvPr/>
            </p:nvSpPr>
            <p:spPr bwMode="auto">
              <a:xfrm>
                <a:off x="5094111" y="1219077"/>
                <a:ext cx="334290"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81959" name="Line 39">
                <a:extLst>
                  <a:ext uri="{FF2B5EF4-FFF2-40B4-BE49-F238E27FC236}">
                    <a16:creationId xmlns:a16="http://schemas.microsoft.com/office/drawing/2014/main" id="{ABA8F194-3C91-948C-7500-E5512EB7764E}"/>
                  </a:ext>
                </a:extLst>
              </p:cNvPr>
              <p:cNvSpPr>
                <a:spLocks noChangeShapeType="1"/>
              </p:cNvSpPr>
              <p:nvPr/>
            </p:nvSpPr>
            <p:spPr bwMode="auto">
              <a:xfrm>
                <a:off x="5107482" y="1666255"/>
                <a:ext cx="3342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60" name="Line 40">
                <a:extLst>
                  <a:ext uri="{FF2B5EF4-FFF2-40B4-BE49-F238E27FC236}">
                    <a16:creationId xmlns:a16="http://schemas.microsoft.com/office/drawing/2014/main" id="{9F9E0DD4-57DD-9FEA-4D99-09D9E271EEC0}"/>
                  </a:ext>
                </a:extLst>
              </p:cNvPr>
              <p:cNvSpPr>
                <a:spLocks noChangeShapeType="1"/>
              </p:cNvSpPr>
              <p:nvPr/>
            </p:nvSpPr>
            <p:spPr bwMode="auto">
              <a:xfrm>
                <a:off x="5107482" y="1824249"/>
                <a:ext cx="3342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61" name="Line 41">
                <a:extLst>
                  <a:ext uri="{FF2B5EF4-FFF2-40B4-BE49-F238E27FC236}">
                    <a16:creationId xmlns:a16="http://schemas.microsoft.com/office/drawing/2014/main" id="{1FAEC6D9-5EF3-4B57-B734-E471A3BBFCE1}"/>
                  </a:ext>
                </a:extLst>
              </p:cNvPr>
              <p:cNvSpPr>
                <a:spLocks noChangeShapeType="1"/>
              </p:cNvSpPr>
              <p:nvPr/>
            </p:nvSpPr>
            <p:spPr bwMode="auto">
              <a:xfrm>
                <a:off x="5107482" y="1983653"/>
                <a:ext cx="3342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90" name="Text Box 42">
                <a:extLst>
                  <a:ext uri="{FF2B5EF4-FFF2-40B4-BE49-F238E27FC236}">
                    <a16:creationId xmlns:a16="http://schemas.microsoft.com/office/drawing/2014/main" id="{953D5561-A641-4E0F-AF7B-2219E02FAC47}"/>
                  </a:ext>
                </a:extLst>
              </p:cNvPr>
              <p:cNvSpPr txBox="1">
                <a:spLocks noChangeArrowheads="1"/>
              </p:cNvSpPr>
              <p:nvPr/>
            </p:nvSpPr>
            <p:spPr bwMode="auto">
              <a:xfrm>
                <a:off x="5875220" y="781680"/>
                <a:ext cx="450793" cy="1327051"/>
              </a:xfrm>
              <a:prstGeom prst="rect">
                <a:avLst/>
              </a:prstGeom>
              <a:noFill/>
              <a:ln w="22225">
                <a:noFill/>
                <a:miter lim="800000"/>
                <a:headEnd/>
                <a:tailEnd/>
              </a:ln>
            </p:spPr>
            <p:txBody>
              <a:bodyPr/>
              <a:lstStyle/>
              <a:p>
                <a:pPr eaLnBrk="1" hangingPunct="1">
                  <a:defRPr/>
                </a:pPr>
                <a:r>
                  <a:rPr lang="en-US" sz="1050">
                    <a:latin typeface="Times New Roman" pitchFamily="18" charset="0"/>
                  </a:rPr>
                  <a:t>Y0</a:t>
                </a:r>
              </a:p>
              <a:p>
                <a:pPr eaLnBrk="1" hangingPunct="1">
                  <a:defRPr/>
                </a:pPr>
                <a:r>
                  <a:rPr lang="en-US" sz="1050">
                    <a:latin typeface="Times New Roman" pitchFamily="18" charset="0"/>
                  </a:rPr>
                  <a:t>Y1</a:t>
                </a:r>
              </a:p>
              <a:p>
                <a:pPr eaLnBrk="1" hangingPunct="1">
                  <a:defRPr/>
                </a:pPr>
                <a:r>
                  <a:rPr lang="en-US" sz="1050">
                    <a:latin typeface="Times New Roman" pitchFamily="18" charset="0"/>
                  </a:rPr>
                  <a:t>Y2</a:t>
                </a:r>
              </a:p>
              <a:p>
                <a:pPr eaLnBrk="1" hangingPunct="1">
                  <a:defRPr/>
                </a:pPr>
                <a:r>
                  <a:rPr lang="en-US" sz="1050">
                    <a:latin typeface="Times New Roman" pitchFamily="18" charset="0"/>
                  </a:rPr>
                  <a:t>Y3</a:t>
                </a:r>
              </a:p>
              <a:p>
                <a:pPr eaLnBrk="1" hangingPunct="1">
                  <a:defRPr/>
                </a:pPr>
                <a:r>
                  <a:rPr lang="en-US" sz="1050">
                    <a:latin typeface="Times New Roman" pitchFamily="18" charset="0"/>
                  </a:rPr>
                  <a:t>Y4</a:t>
                </a:r>
              </a:p>
              <a:p>
                <a:pPr eaLnBrk="1" hangingPunct="1">
                  <a:defRPr/>
                </a:pPr>
                <a:r>
                  <a:rPr lang="en-US" sz="1050">
                    <a:latin typeface="Times New Roman" pitchFamily="18" charset="0"/>
                  </a:rPr>
                  <a:t>Y5</a:t>
                </a:r>
              </a:p>
              <a:p>
                <a:pPr eaLnBrk="1" hangingPunct="1">
                  <a:defRPr/>
                </a:pPr>
                <a:r>
                  <a:rPr lang="en-US" sz="1050">
                    <a:latin typeface="Times New Roman" pitchFamily="18" charset="0"/>
                  </a:rPr>
                  <a:t>Y6</a:t>
                </a:r>
              </a:p>
              <a:p>
                <a:pPr eaLnBrk="1" hangingPunct="1">
                  <a:defRPr/>
                </a:pPr>
                <a:r>
                  <a:rPr lang="en-US" sz="1050">
                    <a:latin typeface="Times New Roman" pitchFamily="18" charset="0"/>
                  </a:rPr>
                  <a:t>Y7</a:t>
                </a:r>
              </a:p>
              <a:p>
                <a:pPr eaLnBrk="1" hangingPunct="1">
                  <a:defRPr/>
                </a:pPr>
                <a:endParaRPr lang="en-US" sz="1050">
                  <a:latin typeface="Times NR Cyr MT"/>
                </a:endParaRPr>
              </a:p>
              <a:p>
                <a:pPr eaLnBrk="1" hangingPunct="1">
                  <a:defRPr/>
                </a:pPr>
                <a:endParaRPr lang="ru-RU" sz="1050"/>
              </a:p>
            </p:txBody>
          </p:sp>
          <p:sp>
            <p:nvSpPr>
              <p:cNvPr id="81963" name="Oval 43">
                <a:extLst>
                  <a:ext uri="{FF2B5EF4-FFF2-40B4-BE49-F238E27FC236}">
                    <a16:creationId xmlns:a16="http://schemas.microsoft.com/office/drawing/2014/main" id="{EA59A874-9A94-D801-0E3B-AFE338079857}"/>
                  </a:ext>
                </a:extLst>
              </p:cNvPr>
              <p:cNvSpPr>
                <a:spLocks noChangeArrowheads="1"/>
              </p:cNvSpPr>
              <p:nvPr/>
            </p:nvSpPr>
            <p:spPr bwMode="auto">
              <a:xfrm>
                <a:off x="5349657" y="1032871"/>
                <a:ext cx="96573"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64" name="Oval 44">
                <a:extLst>
                  <a:ext uri="{FF2B5EF4-FFF2-40B4-BE49-F238E27FC236}">
                    <a16:creationId xmlns:a16="http://schemas.microsoft.com/office/drawing/2014/main" id="{D965AB73-424A-3A29-0E64-3537EA1D69B1}"/>
                  </a:ext>
                </a:extLst>
              </p:cNvPr>
              <p:cNvSpPr>
                <a:spLocks noChangeArrowheads="1"/>
              </p:cNvSpPr>
              <p:nvPr/>
            </p:nvSpPr>
            <p:spPr bwMode="auto">
              <a:xfrm>
                <a:off x="5349657" y="1173936"/>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65" name="Oval 45">
                <a:extLst>
                  <a:ext uri="{FF2B5EF4-FFF2-40B4-BE49-F238E27FC236}">
                    <a16:creationId xmlns:a16="http://schemas.microsoft.com/office/drawing/2014/main" id="{C3A198E3-39DD-09FC-C677-4996C575CA8D}"/>
                  </a:ext>
                </a:extLst>
              </p:cNvPr>
              <p:cNvSpPr>
                <a:spLocks noChangeArrowheads="1"/>
              </p:cNvSpPr>
              <p:nvPr/>
            </p:nvSpPr>
            <p:spPr bwMode="auto">
              <a:xfrm>
                <a:off x="6254468" y="880520"/>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66" name="Oval 46">
                <a:extLst>
                  <a:ext uri="{FF2B5EF4-FFF2-40B4-BE49-F238E27FC236}">
                    <a16:creationId xmlns:a16="http://schemas.microsoft.com/office/drawing/2014/main" id="{A3D28EFA-8743-ADC3-6237-8CFE0303A032}"/>
                  </a:ext>
                </a:extLst>
              </p:cNvPr>
              <p:cNvSpPr>
                <a:spLocks noChangeArrowheads="1"/>
              </p:cNvSpPr>
              <p:nvPr/>
            </p:nvSpPr>
            <p:spPr bwMode="auto">
              <a:xfrm>
                <a:off x="6254468" y="1035692"/>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67" name="Oval 47">
                <a:extLst>
                  <a:ext uri="{FF2B5EF4-FFF2-40B4-BE49-F238E27FC236}">
                    <a16:creationId xmlns:a16="http://schemas.microsoft.com/office/drawing/2014/main" id="{6C573F7A-6A98-019C-01D9-051CCEBBFE91}"/>
                  </a:ext>
                </a:extLst>
              </p:cNvPr>
              <p:cNvSpPr>
                <a:spLocks noChangeArrowheads="1"/>
              </p:cNvSpPr>
              <p:nvPr/>
            </p:nvSpPr>
            <p:spPr bwMode="auto">
              <a:xfrm>
                <a:off x="6254468" y="1210613"/>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68" name="Oval 48">
                <a:extLst>
                  <a:ext uri="{FF2B5EF4-FFF2-40B4-BE49-F238E27FC236}">
                    <a16:creationId xmlns:a16="http://schemas.microsoft.com/office/drawing/2014/main" id="{4778D315-EB84-6A05-A862-E915E5292E85}"/>
                  </a:ext>
                </a:extLst>
              </p:cNvPr>
              <p:cNvSpPr>
                <a:spLocks noChangeArrowheads="1"/>
              </p:cNvSpPr>
              <p:nvPr/>
            </p:nvSpPr>
            <p:spPr bwMode="auto">
              <a:xfrm>
                <a:off x="6255954" y="1520958"/>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69" name="Oval 49">
                <a:extLst>
                  <a:ext uri="{FF2B5EF4-FFF2-40B4-BE49-F238E27FC236}">
                    <a16:creationId xmlns:a16="http://schemas.microsoft.com/office/drawing/2014/main" id="{2B6032F3-6197-9C1B-DD0F-507E99A1B3C0}"/>
                  </a:ext>
                </a:extLst>
              </p:cNvPr>
              <p:cNvSpPr>
                <a:spLocks noChangeArrowheads="1"/>
              </p:cNvSpPr>
              <p:nvPr/>
            </p:nvSpPr>
            <p:spPr bwMode="auto">
              <a:xfrm>
                <a:off x="6252982" y="1670487"/>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70" name="Oval 50">
                <a:extLst>
                  <a:ext uri="{FF2B5EF4-FFF2-40B4-BE49-F238E27FC236}">
                    <a16:creationId xmlns:a16="http://schemas.microsoft.com/office/drawing/2014/main" id="{1059A98B-96A6-CF78-1DB6-5680C7C7F75F}"/>
                  </a:ext>
                </a:extLst>
              </p:cNvPr>
              <p:cNvSpPr>
                <a:spLocks noChangeArrowheads="1"/>
              </p:cNvSpPr>
              <p:nvPr/>
            </p:nvSpPr>
            <p:spPr bwMode="auto">
              <a:xfrm>
                <a:off x="6241096" y="1370018"/>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71" name="Oval 51">
                <a:extLst>
                  <a:ext uri="{FF2B5EF4-FFF2-40B4-BE49-F238E27FC236}">
                    <a16:creationId xmlns:a16="http://schemas.microsoft.com/office/drawing/2014/main" id="{5B8AE50F-205D-3D4A-0740-0D28B0FC3358}"/>
                  </a:ext>
                </a:extLst>
              </p:cNvPr>
              <p:cNvSpPr>
                <a:spLocks noChangeArrowheads="1"/>
              </p:cNvSpPr>
              <p:nvPr/>
            </p:nvSpPr>
            <p:spPr bwMode="auto">
              <a:xfrm>
                <a:off x="6252982" y="1832713"/>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72" name="Oval 52">
                <a:extLst>
                  <a:ext uri="{FF2B5EF4-FFF2-40B4-BE49-F238E27FC236}">
                    <a16:creationId xmlns:a16="http://schemas.microsoft.com/office/drawing/2014/main" id="{D78D2421-8FD2-8EF5-F08E-4B8D142611D7}"/>
                  </a:ext>
                </a:extLst>
              </p:cNvPr>
              <p:cNvSpPr>
                <a:spLocks noChangeArrowheads="1"/>
              </p:cNvSpPr>
              <p:nvPr/>
            </p:nvSpPr>
            <p:spPr bwMode="auto">
              <a:xfrm>
                <a:off x="6252982" y="1987885"/>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73" name="Line 53">
                <a:extLst>
                  <a:ext uri="{FF2B5EF4-FFF2-40B4-BE49-F238E27FC236}">
                    <a16:creationId xmlns:a16="http://schemas.microsoft.com/office/drawing/2014/main" id="{315D1662-1158-D200-B89D-36316EF7ADAB}"/>
                  </a:ext>
                </a:extLst>
              </p:cNvPr>
              <p:cNvSpPr>
                <a:spLocks noChangeShapeType="1"/>
              </p:cNvSpPr>
              <p:nvPr/>
            </p:nvSpPr>
            <p:spPr bwMode="auto">
              <a:xfrm>
                <a:off x="6365898" y="2035847"/>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4" name="Line 54">
                <a:extLst>
                  <a:ext uri="{FF2B5EF4-FFF2-40B4-BE49-F238E27FC236}">
                    <a16:creationId xmlns:a16="http://schemas.microsoft.com/office/drawing/2014/main" id="{D66F46B1-41E0-4D7D-1E9C-F06F6AEBBD88}"/>
                  </a:ext>
                </a:extLst>
              </p:cNvPr>
              <p:cNvSpPr>
                <a:spLocks noChangeShapeType="1"/>
              </p:cNvSpPr>
              <p:nvPr/>
            </p:nvSpPr>
            <p:spPr bwMode="auto">
              <a:xfrm>
                <a:off x="4051126" y="1495566"/>
                <a:ext cx="12777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03" name="Text Box 55">
                <a:extLst>
                  <a:ext uri="{FF2B5EF4-FFF2-40B4-BE49-F238E27FC236}">
                    <a16:creationId xmlns:a16="http://schemas.microsoft.com/office/drawing/2014/main" id="{D060DE22-3470-4EA2-846C-C8B4A0052BF1}"/>
                  </a:ext>
                </a:extLst>
              </p:cNvPr>
              <p:cNvSpPr txBox="1">
                <a:spLocks noChangeArrowheads="1"/>
              </p:cNvSpPr>
              <p:nvPr/>
            </p:nvSpPr>
            <p:spPr bwMode="auto">
              <a:xfrm>
                <a:off x="5502205" y="3264346"/>
                <a:ext cx="812697" cy="1514362"/>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r>
                  <a:rPr lang="ru-RU" sz="1050">
                    <a:latin typeface="Times New Roman" pitchFamily="18" charset="0"/>
                  </a:rPr>
                  <a:t>EI</a:t>
                </a:r>
              </a:p>
              <a:p>
                <a:pPr eaLnBrk="1" hangingPunct="1">
                  <a:defRPr/>
                </a:pPr>
                <a:r>
                  <a:rPr lang="ru-RU" sz="1050">
                    <a:latin typeface="Times New Roman" pitchFamily="18" charset="0"/>
                  </a:rPr>
                  <a:t>I7</a:t>
                </a:r>
              </a:p>
              <a:p>
                <a:pPr eaLnBrk="1" hangingPunct="1">
                  <a:defRPr/>
                </a:pPr>
                <a:r>
                  <a:rPr lang="ru-RU" sz="1050">
                    <a:latin typeface="Times New Roman" pitchFamily="18" charset="0"/>
                  </a:rPr>
                  <a:t>I6</a:t>
                </a:r>
              </a:p>
              <a:p>
                <a:pPr eaLnBrk="1" hangingPunct="1">
                  <a:defRPr/>
                </a:pPr>
                <a:r>
                  <a:rPr lang="ru-RU" sz="1050">
                    <a:latin typeface="Times New Roman" pitchFamily="18" charset="0"/>
                  </a:rPr>
                  <a:t>I5</a:t>
                </a:r>
              </a:p>
              <a:p>
                <a:pPr eaLnBrk="1" hangingPunct="1">
                  <a:defRPr/>
                </a:pPr>
                <a:r>
                  <a:rPr lang="ru-RU" sz="1050">
                    <a:latin typeface="Times New Roman" pitchFamily="18" charset="0"/>
                  </a:rPr>
                  <a:t>I4</a:t>
                </a:r>
              </a:p>
              <a:p>
                <a:pPr eaLnBrk="1" hangingPunct="1">
                  <a:defRPr/>
                </a:pPr>
                <a:r>
                  <a:rPr lang="ru-RU" sz="1050">
                    <a:latin typeface="Times New Roman" pitchFamily="18" charset="0"/>
                  </a:rPr>
                  <a:t>I3</a:t>
                </a:r>
              </a:p>
              <a:p>
                <a:pPr eaLnBrk="1" hangingPunct="1">
                  <a:defRPr/>
                </a:pPr>
                <a:r>
                  <a:rPr lang="ru-RU" sz="1050">
                    <a:latin typeface="Times New Roman" pitchFamily="18" charset="0"/>
                  </a:rPr>
                  <a:t>I2</a:t>
                </a:r>
              </a:p>
              <a:p>
                <a:pPr eaLnBrk="1" hangingPunct="1">
                  <a:defRPr/>
                </a:pPr>
                <a:r>
                  <a:rPr lang="ru-RU" sz="1050">
                    <a:latin typeface="Times New Roman" pitchFamily="18" charset="0"/>
                  </a:rPr>
                  <a:t>I1</a:t>
                </a:r>
              </a:p>
              <a:p>
                <a:pPr eaLnBrk="1" hangingPunct="1">
                  <a:defRPr/>
                </a:pPr>
                <a:r>
                  <a:rPr lang="ru-RU" sz="1050">
                    <a:latin typeface="Times New Roman" pitchFamily="18" charset="0"/>
                  </a:rPr>
                  <a:t>I0</a:t>
                </a:r>
                <a:endParaRPr lang="ru-RU" sz="1050"/>
              </a:p>
            </p:txBody>
          </p:sp>
          <p:sp>
            <p:nvSpPr>
              <p:cNvPr id="81976" name="Line 56">
                <a:extLst>
                  <a:ext uri="{FF2B5EF4-FFF2-40B4-BE49-F238E27FC236}">
                    <a16:creationId xmlns:a16="http://schemas.microsoft.com/office/drawing/2014/main" id="{ADF37A8B-BC1E-BDCF-3C3C-E1A480EF97A5}"/>
                  </a:ext>
                </a:extLst>
              </p:cNvPr>
              <p:cNvSpPr>
                <a:spLocks noChangeShapeType="1"/>
              </p:cNvSpPr>
              <p:nvPr/>
            </p:nvSpPr>
            <p:spPr bwMode="auto">
              <a:xfrm>
                <a:off x="5272399" y="3388666"/>
                <a:ext cx="16194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7" name="Line 57">
                <a:extLst>
                  <a:ext uri="{FF2B5EF4-FFF2-40B4-BE49-F238E27FC236}">
                    <a16:creationId xmlns:a16="http://schemas.microsoft.com/office/drawing/2014/main" id="{6F6C202B-05D2-2849-9C83-7B7CED2D17DF}"/>
                  </a:ext>
                </a:extLst>
              </p:cNvPr>
              <p:cNvSpPr>
                <a:spLocks noChangeShapeType="1"/>
              </p:cNvSpPr>
              <p:nvPr/>
            </p:nvSpPr>
            <p:spPr bwMode="auto">
              <a:xfrm>
                <a:off x="5068853" y="3548070"/>
                <a:ext cx="3892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8" name="Line 58">
                <a:extLst>
                  <a:ext uri="{FF2B5EF4-FFF2-40B4-BE49-F238E27FC236}">
                    <a16:creationId xmlns:a16="http://schemas.microsoft.com/office/drawing/2014/main" id="{55DE31DD-373F-8212-DF5B-51CC44EF6E66}"/>
                  </a:ext>
                </a:extLst>
              </p:cNvPr>
              <p:cNvSpPr>
                <a:spLocks noChangeShapeType="1"/>
              </p:cNvSpPr>
              <p:nvPr/>
            </p:nvSpPr>
            <p:spPr bwMode="auto">
              <a:xfrm>
                <a:off x="4911366" y="3699010"/>
                <a:ext cx="5512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9" name="Line 59">
                <a:extLst>
                  <a:ext uri="{FF2B5EF4-FFF2-40B4-BE49-F238E27FC236}">
                    <a16:creationId xmlns:a16="http://schemas.microsoft.com/office/drawing/2014/main" id="{A8380759-3845-AFB8-8E80-236737EA2522}"/>
                  </a:ext>
                </a:extLst>
              </p:cNvPr>
              <p:cNvSpPr>
                <a:spLocks noChangeShapeType="1"/>
              </p:cNvSpPr>
              <p:nvPr/>
            </p:nvSpPr>
            <p:spPr bwMode="auto">
              <a:xfrm>
                <a:off x="4689991" y="3854182"/>
                <a:ext cx="7681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0" name="Line 60">
                <a:extLst>
                  <a:ext uri="{FF2B5EF4-FFF2-40B4-BE49-F238E27FC236}">
                    <a16:creationId xmlns:a16="http://schemas.microsoft.com/office/drawing/2014/main" id="{F3CDD189-E7AE-F8EC-A779-478C6B7311A7}"/>
                  </a:ext>
                </a:extLst>
              </p:cNvPr>
              <p:cNvSpPr>
                <a:spLocks noChangeShapeType="1"/>
              </p:cNvSpPr>
              <p:nvPr/>
            </p:nvSpPr>
            <p:spPr bwMode="auto">
              <a:xfrm>
                <a:off x="4602333" y="4026282"/>
                <a:ext cx="77406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1" name="Line 61">
                <a:extLst>
                  <a:ext uri="{FF2B5EF4-FFF2-40B4-BE49-F238E27FC236}">
                    <a16:creationId xmlns:a16="http://schemas.microsoft.com/office/drawing/2014/main" id="{572D1216-2343-BFB1-CF2F-9A918772AC3F}"/>
                  </a:ext>
                </a:extLst>
              </p:cNvPr>
              <p:cNvSpPr>
                <a:spLocks noChangeShapeType="1"/>
              </p:cNvSpPr>
              <p:nvPr/>
            </p:nvSpPr>
            <p:spPr bwMode="auto">
              <a:xfrm>
                <a:off x="4468617" y="4199793"/>
                <a:ext cx="9568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2" name="Line 62">
                <a:extLst>
                  <a:ext uri="{FF2B5EF4-FFF2-40B4-BE49-F238E27FC236}">
                    <a16:creationId xmlns:a16="http://schemas.microsoft.com/office/drawing/2014/main" id="{EADC127F-A6C1-0156-151E-7F5072E36FCB}"/>
                  </a:ext>
                </a:extLst>
              </p:cNvPr>
              <p:cNvSpPr>
                <a:spLocks noChangeShapeType="1"/>
              </p:cNvSpPr>
              <p:nvPr/>
            </p:nvSpPr>
            <p:spPr bwMode="auto">
              <a:xfrm>
                <a:off x="4724163" y="4339448"/>
                <a:ext cx="66709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3" name="Line 63">
                <a:extLst>
                  <a:ext uri="{FF2B5EF4-FFF2-40B4-BE49-F238E27FC236}">
                    <a16:creationId xmlns:a16="http://schemas.microsoft.com/office/drawing/2014/main" id="{78365221-C5D5-8923-9C39-21C38804D3D1}"/>
                  </a:ext>
                </a:extLst>
              </p:cNvPr>
              <p:cNvSpPr>
                <a:spLocks noChangeShapeType="1"/>
              </p:cNvSpPr>
              <p:nvPr/>
            </p:nvSpPr>
            <p:spPr bwMode="auto">
              <a:xfrm>
                <a:off x="4921766" y="4486156"/>
                <a:ext cx="48434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4" name="Line 64">
                <a:extLst>
                  <a:ext uri="{FF2B5EF4-FFF2-40B4-BE49-F238E27FC236}">
                    <a16:creationId xmlns:a16="http://schemas.microsoft.com/office/drawing/2014/main" id="{EA3D2582-F99C-884C-395F-DE0ABBBEC00E}"/>
                  </a:ext>
                </a:extLst>
              </p:cNvPr>
              <p:cNvSpPr>
                <a:spLocks noChangeShapeType="1"/>
              </p:cNvSpPr>
              <p:nvPr/>
            </p:nvSpPr>
            <p:spPr bwMode="auto">
              <a:xfrm>
                <a:off x="5079253" y="4651203"/>
                <a:ext cx="3892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85" name="Line 65">
                <a:extLst>
                  <a:ext uri="{FF2B5EF4-FFF2-40B4-BE49-F238E27FC236}">
                    <a16:creationId xmlns:a16="http://schemas.microsoft.com/office/drawing/2014/main" id="{C348E16E-CD80-0FF7-9990-CDCA88CCD623}"/>
                  </a:ext>
                </a:extLst>
              </p:cNvPr>
              <p:cNvSpPr>
                <a:spLocks noChangeShapeType="1"/>
              </p:cNvSpPr>
              <p:nvPr/>
            </p:nvSpPr>
            <p:spPr bwMode="auto">
              <a:xfrm>
                <a:off x="6420870" y="4291485"/>
                <a:ext cx="50217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14" name="Text Box 66">
                <a:extLst>
                  <a:ext uri="{FF2B5EF4-FFF2-40B4-BE49-F238E27FC236}">
                    <a16:creationId xmlns:a16="http://schemas.microsoft.com/office/drawing/2014/main" id="{1B372692-E726-4CB8-8ECC-B034779BA792}"/>
                  </a:ext>
                </a:extLst>
              </p:cNvPr>
              <p:cNvSpPr txBox="1">
                <a:spLocks noChangeArrowheads="1"/>
              </p:cNvSpPr>
              <p:nvPr/>
            </p:nvSpPr>
            <p:spPr bwMode="auto">
              <a:xfrm>
                <a:off x="5932363" y="3378637"/>
                <a:ext cx="450793" cy="1141327"/>
              </a:xfrm>
              <a:prstGeom prst="rect">
                <a:avLst/>
              </a:prstGeom>
              <a:noFill/>
              <a:ln w="22225">
                <a:noFill/>
                <a:miter lim="800000"/>
                <a:headEnd/>
                <a:tailEnd/>
              </a:ln>
            </p:spPr>
            <p:txBody>
              <a:bodyPr/>
              <a:lstStyle/>
              <a:p>
                <a:pPr eaLnBrk="1" hangingPunct="1">
                  <a:defRPr/>
                </a:pPr>
                <a:r>
                  <a:rPr lang="en-US" sz="1050">
                    <a:latin typeface="Times New Roman" pitchFamily="18" charset="0"/>
                  </a:rPr>
                  <a:t>A0</a:t>
                </a:r>
              </a:p>
              <a:p>
                <a:pPr eaLnBrk="1" hangingPunct="1">
                  <a:defRPr/>
                </a:pPr>
                <a:r>
                  <a:rPr lang="en-US" sz="1050">
                    <a:latin typeface="Times New Roman" pitchFamily="18" charset="0"/>
                  </a:rPr>
                  <a:t>A1</a:t>
                </a:r>
              </a:p>
              <a:p>
                <a:pPr eaLnBrk="1" hangingPunct="1">
                  <a:defRPr/>
                </a:pPr>
                <a:r>
                  <a:rPr lang="en-US" sz="1050">
                    <a:latin typeface="Times New Roman" pitchFamily="18" charset="0"/>
                  </a:rPr>
                  <a:t>A2</a:t>
                </a:r>
              </a:p>
              <a:p>
                <a:pPr eaLnBrk="1" hangingPunct="1">
                  <a:defRPr/>
                </a:pPr>
                <a:endParaRPr lang="en-US" sz="1050">
                  <a:latin typeface="Times New Roman" pitchFamily="18" charset="0"/>
                </a:endParaRPr>
              </a:p>
              <a:p>
                <a:pPr eaLnBrk="1" hangingPunct="1">
                  <a:defRPr/>
                </a:pPr>
                <a:r>
                  <a:rPr lang="en-US" sz="1050">
                    <a:latin typeface="Times New Roman" pitchFamily="18" charset="0"/>
                  </a:rPr>
                  <a:t>GS</a:t>
                </a:r>
              </a:p>
              <a:p>
                <a:pPr eaLnBrk="1" hangingPunct="1">
                  <a:defRPr/>
                </a:pPr>
                <a:r>
                  <a:rPr lang="en-US" sz="1050">
                    <a:latin typeface="Times New Roman" pitchFamily="18" charset="0"/>
                  </a:rPr>
                  <a:t>EO</a:t>
                </a:r>
                <a:endParaRPr lang="en-US" sz="1050">
                  <a:latin typeface="Times NR Cyr MT"/>
                </a:endParaRPr>
              </a:p>
              <a:p>
                <a:pPr eaLnBrk="1" hangingPunct="1">
                  <a:defRPr/>
                </a:pPr>
                <a:endParaRPr lang="en-US" sz="1050">
                  <a:latin typeface="Times NR Cyr MT"/>
                </a:endParaRPr>
              </a:p>
              <a:p>
                <a:pPr eaLnBrk="1" hangingPunct="1">
                  <a:defRPr/>
                </a:pPr>
                <a:endParaRPr lang="en-US" sz="1050">
                  <a:latin typeface="Times NR Cyr MT"/>
                </a:endParaRPr>
              </a:p>
              <a:p>
                <a:pPr eaLnBrk="1" hangingPunct="1">
                  <a:defRPr/>
                </a:pPr>
                <a:endParaRPr lang="ru-RU" sz="1050"/>
              </a:p>
            </p:txBody>
          </p:sp>
          <p:sp>
            <p:nvSpPr>
              <p:cNvPr id="81987" name="Oval 67">
                <a:extLst>
                  <a:ext uri="{FF2B5EF4-FFF2-40B4-BE49-F238E27FC236}">
                    <a16:creationId xmlns:a16="http://schemas.microsoft.com/office/drawing/2014/main" id="{1B844956-BED8-9614-89FD-CD9A243C30D6}"/>
                  </a:ext>
                </a:extLst>
              </p:cNvPr>
              <p:cNvSpPr>
                <a:spLocks noChangeArrowheads="1"/>
              </p:cNvSpPr>
              <p:nvPr/>
            </p:nvSpPr>
            <p:spPr bwMode="auto">
              <a:xfrm>
                <a:off x="5403143" y="3343525"/>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88" name="Oval 68">
                <a:extLst>
                  <a:ext uri="{FF2B5EF4-FFF2-40B4-BE49-F238E27FC236}">
                    <a16:creationId xmlns:a16="http://schemas.microsoft.com/office/drawing/2014/main" id="{78B7579A-2326-03F1-7C36-04B5D94DC88B}"/>
                  </a:ext>
                </a:extLst>
              </p:cNvPr>
              <p:cNvSpPr>
                <a:spLocks noChangeArrowheads="1"/>
              </p:cNvSpPr>
              <p:nvPr/>
            </p:nvSpPr>
            <p:spPr bwMode="auto">
              <a:xfrm>
                <a:off x="5392743" y="3511393"/>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89" name="Oval 69">
                <a:extLst>
                  <a:ext uri="{FF2B5EF4-FFF2-40B4-BE49-F238E27FC236}">
                    <a16:creationId xmlns:a16="http://schemas.microsoft.com/office/drawing/2014/main" id="{52420B36-40AD-0DA2-2420-32183D0A37D0}"/>
                  </a:ext>
                </a:extLst>
              </p:cNvPr>
              <p:cNvSpPr>
                <a:spLocks noChangeArrowheads="1"/>
              </p:cNvSpPr>
              <p:nvPr/>
            </p:nvSpPr>
            <p:spPr bwMode="auto">
              <a:xfrm>
                <a:off x="5392743" y="3655280"/>
                <a:ext cx="96573"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0" name="Oval 70">
                <a:extLst>
                  <a:ext uri="{FF2B5EF4-FFF2-40B4-BE49-F238E27FC236}">
                    <a16:creationId xmlns:a16="http://schemas.microsoft.com/office/drawing/2014/main" id="{B8D7BFE1-BF48-5E3C-A57B-80EF8674685E}"/>
                  </a:ext>
                </a:extLst>
              </p:cNvPr>
              <p:cNvSpPr>
                <a:spLocks noChangeArrowheads="1"/>
              </p:cNvSpPr>
              <p:nvPr/>
            </p:nvSpPr>
            <p:spPr bwMode="auto">
              <a:xfrm>
                <a:off x="5392743" y="3810452"/>
                <a:ext cx="96573"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1" name="Oval 71">
                <a:extLst>
                  <a:ext uri="{FF2B5EF4-FFF2-40B4-BE49-F238E27FC236}">
                    <a16:creationId xmlns:a16="http://schemas.microsoft.com/office/drawing/2014/main" id="{B7CA6596-F3E7-2AC1-2CE1-EEEA5F708A77}"/>
                  </a:ext>
                </a:extLst>
              </p:cNvPr>
              <p:cNvSpPr>
                <a:spLocks noChangeArrowheads="1"/>
              </p:cNvSpPr>
              <p:nvPr/>
            </p:nvSpPr>
            <p:spPr bwMode="auto">
              <a:xfrm>
                <a:off x="5392743" y="3993837"/>
                <a:ext cx="96573"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2" name="Oval 72">
                <a:extLst>
                  <a:ext uri="{FF2B5EF4-FFF2-40B4-BE49-F238E27FC236}">
                    <a16:creationId xmlns:a16="http://schemas.microsoft.com/office/drawing/2014/main" id="{28445EE8-1723-0EF4-7DBF-500BF05899CC}"/>
                  </a:ext>
                </a:extLst>
              </p:cNvPr>
              <p:cNvSpPr>
                <a:spLocks noChangeArrowheads="1"/>
              </p:cNvSpPr>
              <p:nvPr/>
            </p:nvSpPr>
            <p:spPr bwMode="auto">
              <a:xfrm>
                <a:off x="5403143" y="4156063"/>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3" name="Oval 73">
                <a:extLst>
                  <a:ext uri="{FF2B5EF4-FFF2-40B4-BE49-F238E27FC236}">
                    <a16:creationId xmlns:a16="http://schemas.microsoft.com/office/drawing/2014/main" id="{895A354C-9198-7D1C-EA8D-25D95E98B6FC}"/>
                  </a:ext>
                </a:extLst>
              </p:cNvPr>
              <p:cNvSpPr>
                <a:spLocks noChangeArrowheads="1"/>
              </p:cNvSpPr>
              <p:nvPr/>
            </p:nvSpPr>
            <p:spPr bwMode="auto">
              <a:xfrm>
                <a:off x="5403143" y="4295717"/>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4" name="Oval 74">
                <a:extLst>
                  <a:ext uri="{FF2B5EF4-FFF2-40B4-BE49-F238E27FC236}">
                    <a16:creationId xmlns:a16="http://schemas.microsoft.com/office/drawing/2014/main" id="{B362A196-4624-2425-B0B8-A6C6816D5731}"/>
                  </a:ext>
                </a:extLst>
              </p:cNvPr>
              <p:cNvSpPr>
                <a:spLocks noChangeArrowheads="1"/>
              </p:cNvSpPr>
              <p:nvPr/>
            </p:nvSpPr>
            <p:spPr bwMode="auto">
              <a:xfrm>
                <a:off x="5389772" y="4441015"/>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5" name="Oval 75">
                <a:extLst>
                  <a:ext uri="{FF2B5EF4-FFF2-40B4-BE49-F238E27FC236}">
                    <a16:creationId xmlns:a16="http://schemas.microsoft.com/office/drawing/2014/main" id="{2869C5B3-77F9-DB31-1B70-FECB72B15685}"/>
                  </a:ext>
                </a:extLst>
              </p:cNvPr>
              <p:cNvSpPr>
                <a:spLocks noChangeArrowheads="1"/>
              </p:cNvSpPr>
              <p:nvPr/>
            </p:nvSpPr>
            <p:spPr bwMode="auto">
              <a:xfrm>
                <a:off x="5389772" y="4606062"/>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6" name="Oval 76">
                <a:extLst>
                  <a:ext uri="{FF2B5EF4-FFF2-40B4-BE49-F238E27FC236}">
                    <a16:creationId xmlns:a16="http://schemas.microsoft.com/office/drawing/2014/main" id="{89CED3DF-68AA-EDD7-021F-2870A24E48A1}"/>
                  </a:ext>
                </a:extLst>
              </p:cNvPr>
              <p:cNvSpPr>
                <a:spLocks noChangeArrowheads="1"/>
              </p:cNvSpPr>
              <p:nvPr/>
            </p:nvSpPr>
            <p:spPr bwMode="auto">
              <a:xfrm>
                <a:off x="6310926" y="3477537"/>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7" name="Oval 77">
                <a:extLst>
                  <a:ext uri="{FF2B5EF4-FFF2-40B4-BE49-F238E27FC236}">
                    <a16:creationId xmlns:a16="http://schemas.microsoft.com/office/drawing/2014/main" id="{7F4172C4-9739-FD8D-E7E6-96A8B8DB0B68}"/>
                  </a:ext>
                </a:extLst>
              </p:cNvPr>
              <p:cNvSpPr>
                <a:spLocks noChangeArrowheads="1"/>
              </p:cNvSpPr>
              <p:nvPr/>
            </p:nvSpPr>
            <p:spPr bwMode="auto">
              <a:xfrm>
                <a:off x="6297554" y="3632709"/>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8" name="Oval 78">
                <a:extLst>
                  <a:ext uri="{FF2B5EF4-FFF2-40B4-BE49-F238E27FC236}">
                    <a16:creationId xmlns:a16="http://schemas.microsoft.com/office/drawing/2014/main" id="{FF9DAE45-7158-26B4-DFB7-6F07950240C2}"/>
                  </a:ext>
                </a:extLst>
              </p:cNvPr>
              <p:cNvSpPr>
                <a:spLocks noChangeArrowheads="1"/>
              </p:cNvSpPr>
              <p:nvPr/>
            </p:nvSpPr>
            <p:spPr bwMode="auto">
              <a:xfrm>
                <a:off x="6310926" y="3768132"/>
                <a:ext cx="98058" cy="83229"/>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1999" name="Oval 79">
                <a:extLst>
                  <a:ext uri="{FF2B5EF4-FFF2-40B4-BE49-F238E27FC236}">
                    <a16:creationId xmlns:a16="http://schemas.microsoft.com/office/drawing/2014/main" id="{2325FF47-0D8E-A8BB-CA05-A0BD9B6209A1}"/>
                  </a:ext>
                </a:extLst>
              </p:cNvPr>
              <p:cNvSpPr>
                <a:spLocks noChangeArrowheads="1"/>
              </p:cNvSpPr>
              <p:nvPr/>
            </p:nvSpPr>
            <p:spPr bwMode="auto">
              <a:xfrm>
                <a:off x="6310926" y="4092583"/>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2000" name="Oval 80">
                <a:extLst>
                  <a:ext uri="{FF2B5EF4-FFF2-40B4-BE49-F238E27FC236}">
                    <a16:creationId xmlns:a16="http://schemas.microsoft.com/office/drawing/2014/main" id="{1682E6BB-BF07-BFA9-A61D-3E156CA06A51}"/>
                  </a:ext>
                </a:extLst>
              </p:cNvPr>
              <p:cNvSpPr>
                <a:spLocks noChangeArrowheads="1"/>
              </p:cNvSpPr>
              <p:nvPr/>
            </p:nvSpPr>
            <p:spPr bwMode="auto">
              <a:xfrm>
                <a:off x="6309440" y="4260451"/>
                <a:ext cx="98058" cy="81818"/>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2001" name="Line 81">
                <a:extLst>
                  <a:ext uri="{FF2B5EF4-FFF2-40B4-BE49-F238E27FC236}">
                    <a16:creationId xmlns:a16="http://schemas.microsoft.com/office/drawing/2014/main" id="{AD2BE466-BFBD-6D4D-285D-4B17030F06D9}"/>
                  </a:ext>
                </a:extLst>
              </p:cNvPr>
              <p:cNvSpPr>
                <a:spLocks noChangeShapeType="1"/>
              </p:cNvSpPr>
              <p:nvPr/>
            </p:nvSpPr>
            <p:spPr bwMode="auto">
              <a:xfrm flipV="1">
                <a:off x="5272399" y="3272992"/>
                <a:ext cx="0" cy="11003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2" name="Line 82">
                <a:extLst>
                  <a:ext uri="{FF2B5EF4-FFF2-40B4-BE49-F238E27FC236}">
                    <a16:creationId xmlns:a16="http://schemas.microsoft.com/office/drawing/2014/main" id="{EAD6DB28-F226-9AFF-EC97-4FA3F8F2324B}"/>
                  </a:ext>
                </a:extLst>
              </p:cNvPr>
              <p:cNvSpPr>
                <a:spLocks noChangeShapeType="1"/>
              </p:cNvSpPr>
              <p:nvPr/>
            </p:nvSpPr>
            <p:spPr bwMode="auto">
              <a:xfrm>
                <a:off x="5202569" y="3264528"/>
                <a:ext cx="1352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3" name="Line 83">
                <a:extLst>
                  <a:ext uri="{FF2B5EF4-FFF2-40B4-BE49-F238E27FC236}">
                    <a16:creationId xmlns:a16="http://schemas.microsoft.com/office/drawing/2014/main" id="{EC088A93-70FD-38BE-4EB6-1E5C42C901E2}"/>
                  </a:ext>
                </a:extLst>
              </p:cNvPr>
              <p:cNvSpPr>
                <a:spLocks noChangeShapeType="1"/>
              </p:cNvSpPr>
              <p:nvPr/>
            </p:nvSpPr>
            <p:spPr bwMode="auto">
              <a:xfrm>
                <a:off x="6425327" y="4129260"/>
                <a:ext cx="13074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4" name="Line 84">
                <a:extLst>
                  <a:ext uri="{FF2B5EF4-FFF2-40B4-BE49-F238E27FC236}">
                    <a16:creationId xmlns:a16="http://schemas.microsoft.com/office/drawing/2014/main" id="{610A5B5A-0DFA-F310-0388-7E13D526892E}"/>
                  </a:ext>
                </a:extLst>
              </p:cNvPr>
              <p:cNvSpPr>
                <a:spLocks noChangeShapeType="1"/>
              </p:cNvSpPr>
              <p:nvPr/>
            </p:nvSpPr>
            <p:spPr bwMode="auto">
              <a:xfrm>
                <a:off x="6689788" y="855128"/>
                <a:ext cx="0" cy="1663163"/>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5" name="Line 85">
                <a:extLst>
                  <a:ext uri="{FF2B5EF4-FFF2-40B4-BE49-F238E27FC236}">
                    <a16:creationId xmlns:a16="http://schemas.microsoft.com/office/drawing/2014/main" id="{2EFF763B-1442-62A7-693E-53DA94E85807}"/>
                  </a:ext>
                </a:extLst>
              </p:cNvPr>
              <p:cNvSpPr>
                <a:spLocks noChangeShapeType="1"/>
              </p:cNvSpPr>
              <p:nvPr/>
            </p:nvSpPr>
            <p:spPr bwMode="auto">
              <a:xfrm>
                <a:off x="4438903" y="3876753"/>
                <a:ext cx="1545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6" name="Line 86">
                <a:extLst>
                  <a:ext uri="{FF2B5EF4-FFF2-40B4-BE49-F238E27FC236}">
                    <a16:creationId xmlns:a16="http://schemas.microsoft.com/office/drawing/2014/main" id="{429DB358-D7EB-44F3-2D88-14B3ED04E714}"/>
                  </a:ext>
                </a:extLst>
              </p:cNvPr>
              <p:cNvSpPr>
                <a:spLocks noChangeShapeType="1"/>
              </p:cNvSpPr>
              <p:nvPr/>
            </p:nvSpPr>
            <p:spPr bwMode="auto">
              <a:xfrm>
                <a:off x="4602333" y="3876753"/>
                <a:ext cx="0" cy="1594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7" name="Line 87">
                <a:extLst>
                  <a:ext uri="{FF2B5EF4-FFF2-40B4-BE49-F238E27FC236}">
                    <a16:creationId xmlns:a16="http://schemas.microsoft.com/office/drawing/2014/main" id="{202EFD95-5C57-036E-D230-AB87D94C4B7B}"/>
                  </a:ext>
                </a:extLst>
              </p:cNvPr>
              <p:cNvSpPr>
                <a:spLocks noChangeShapeType="1"/>
              </p:cNvSpPr>
              <p:nvPr/>
            </p:nvSpPr>
            <p:spPr bwMode="auto">
              <a:xfrm>
                <a:off x="4390017" y="3525499"/>
                <a:ext cx="3134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8" name="Line 88">
                <a:extLst>
                  <a:ext uri="{FF2B5EF4-FFF2-40B4-BE49-F238E27FC236}">
                    <a16:creationId xmlns:a16="http://schemas.microsoft.com/office/drawing/2014/main" id="{5363F9E9-6C13-B71A-BE8F-9783C53BE03E}"/>
                  </a:ext>
                </a:extLst>
              </p:cNvPr>
              <p:cNvSpPr>
                <a:spLocks noChangeShapeType="1"/>
              </p:cNvSpPr>
              <p:nvPr/>
            </p:nvSpPr>
            <p:spPr bwMode="auto">
              <a:xfrm flipV="1">
                <a:off x="4682563" y="3522678"/>
                <a:ext cx="0" cy="282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09" name="Line 89">
                <a:extLst>
                  <a:ext uri="{FF2B5EF4-FFF2-40B4-BE49-F238E27FC236}">
                    <a16:creationId xmlns:a16="http://schemas.microsoft.com/office/drawing/2014/main" id="{E0D7DDF7-5F46-01A8-A699-394358DEC4F7}"/>
                  </a:ext>
                </a:extLst>
              </p:cNvPr>
              <p:cNvSpPr>
                <a:spLocks noChangeShapeType="1"/>
              </p:cNvSpPr>
              <p:nvPr/>
            </p:nvSpPr>
            <p:spPr bwMode="auto">
              <a:xfrm>
                <a:off x="4366102" y="4563742"/>
                <a:ext cx="3476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0" name="Line 90">
                <a:extLst>
                  <a:ext uri="{FF2B5EF4-FFF2-40B4-BE49-F238E27FC236}">
                    <a16:creationId xmlns:a16="http://schemas.microsoft.com/office/drawing/2014/main" id="{640A0AD0-4584-AD29-BEAF-EDA7C2F3F8B3}"/>
                  </a:ext>
                </a:extLst>
              </p:cNvPr>
              <p:cNvSpPr>
                <a:spLocks noChangeShapeType="1"/>
              </p:cNvSpPr>
              <p:nvPr/>
            </p:nvSpPr>
            <p:spPr bwMode="auto">
              <a:xfrm flipV="1">
                <a:off x="4724163" y="4340858"/>
                <a:ext cx="0" cy="2115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1" name="Line 91">
                <a:extLst>
                  <a:ext uri="{FF2B5EF4-FFF2-40B4-BE49-F238E27FC236}">
                    <a16:creationId xmlns:a16="http://schemas.microsoft.com/office/drawing/2014/main" id="{7759405D-3FC3-81E1-EA13-0A1F5BA78780}"/>
                  </a:ext>
                </a:extLst>
              </p:cNvPr>
              <p:cNvSpPr>
                <a:spLocks noChangeShapeType="1"/>
              </p:cNvSpPr>
              <p:nvPr/>
            </p:nvSpPr>
            <p:spPr bwMode="auto">
              <a:xfrm flipV="1">
                <a:off x="4912851" y="3162961"/>
                <a:ext cx="0" cy="52758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2" name="Line 92">
                <a:extLst>
                  <a:ext uri="{FF2B5EF4-FFF2-40B4-BE49-F238E27FC236}">
                    <a16:creationId xmlns:a16="http://schemas.microsoft.com/office/drawing/2014/main" id="{9F8E78E2-E0DC-16F3-8C31-66B117A55E4D}"/>
                  </a:ext>
                </a:extLst>
              </p:cNvPr>
              <p:cNvSpPr>
                <a:spLocks noChangeShapeType="1"/>
              </p:cNvSpPr>
              <p:nvPr/>
            </p:nvSpPr>
            <p:spPr bwMode="auto">
              <a:xfrm flipV="1">
                <a:off x="4920280" y="4488977"/>
                <a:ext cx="0" cy="40626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3" name="Line 93">
                <a:extLst>
                  <a:ext uri="{FF2B5EF4-FFF2-40B4-BE49-F238E27FC236}">
                    <a16:creationId xmlns:a16="http://schemas.microsoft.com/office/drawing/2014/main" id="{32606906-AA9A-94A4-DB51-4170DE792EA9}"/>
                  </a:ext>
                </a:extLst>
              </p:cNvPr>
              <p:cNvSpPr>
                <a:spLocks noChangeShapeType="1"/>
              </p:cNvSpPr>
              <p:nvPr/>
            </p:nvSpPr>
            <p:spPr bwMode="auto">
              <a:xfrm>
                <a:off x="4450788" y="3162961"/>
                <a:ext cx="4561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4" name="Line 94">
                <a:extLst>
                  <a:ext uri="{FF2B5EF4-FFF2-40B4-BE49-F238E27FC236}">
                    <a16:creationId xmlns:a16="http://schemas.microsoft.com/office/drawing/2014/main" id="{42618EE5-868B-C6C3-A05A-E8ADFE771D50}"/>
                  </a:ext>
                </a:extLst>
              </p:cNvPr>
              <p:cNvSpPr>
                <a:spLocks noChangeShapeType="1"/>
              </p:cNvSpPr>
              <p:nvPr/>
            </p:nvSpPr>
            <p:spPr bwMode="auto">
              <a:xfrm>
                <a:off x="4372045" y="4905121"/>
                <a:ext cx="5408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5" name="Line 95">
                <a:extLst>
                  <a:ext uri="{FF2B5EF4-FFF2-40B4-BE49-F238E27FC236}">
                    <a16:creationId xmlns:a16="http://schemas.microsoft.com/office/drawing/2014/main" id="{565E773A-7F2A-D44E-36F7-1A73ED3A7067}"/>
                  </a:ext>
                </a:extLst>
              </p:cNvPr>
              <p:cNvSpPr>
                <a:spLocks noChangeShapeType="1"/>
              </p:cNvSpPr>
              <p:nvPr/>
            </p:nvSpPr>
            <p:spPr bwMode="auto">
              <a:xfrm flipV="1">
                <a:off x="5068853" y="2837099"/>
                <a:ext cx="0" cy="709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6" name="Line 96">
                <a:extLst>
                  <a:ext uri="{FF2B5EF4-FFF2-40B4-BE49-F238E27FC236}">
                    <a16:creationId xmlns:a16="http://schemas.microsoft.com/office/drawing/2014/main" id="{C9234301-BB3E-F61A-6431-81C4DC0FB1B0}"/>
                  </a:ext>
                </a:extLst>
              </p:cNvPr>
              <p:cNvSpPr>
                <a:spLocks noChangeShapeType="1"/>
              </p:cNvSpPr>
              <p:nvPr/>
            </p:nvSpPr>
            <p:spPr bwMode="auto">
              <a:xfrm>
                <a:off x="4495360" y="2838510"/>
                <a:ext cx="55417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7" name="Line 97">
                <a:extLst>
                  <a:ext uri="{FF2B5EF4-FFF2-40B4-BE49-F238E27FC236}">
                    <a16:creationId xmlns:a16="http://schemas.microsoft.com/office/drawing/2014/main" id="{2938AAA2-97EF-D34B-E0D7-385451BB1501}"/>
                  </a:ext>
                </a:extLst>
              </p:cNvPr>
              <p:cNvSpPr>
                <a:spLocks noChangeShapeType="1"/>
              </p:cNvSpPr>
              <p:nvPr/>
            </p:nvSpPr>
            <p:spPr bwMode="auto">
              <a:xfrm>
                <a:off x="4379473" y="5266249"/>
                <a:ext cx="7042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8" name="Line 98">
                <a:extLst>
                  <a:ext uri="{FF2B5EF4-FFF2-40B4-BE49-F238E27FC236}">
                    <a16:creationId xmlns:a16="http://schemas.microsoft.com/office/drawing/2014/main" id="{809A4B76-C051-5C92-6B21-4D84EB22D1AB}"/>
                  </a:ext>
                </a:extLst>
              </p:cNvPr>
              <p:cNvSpPr>
                <a:spLocks noChangeShapeType="1"/>
              </p:cNvSpPr>
              <p:nvPr/>
            </p:nvSpPr>
            <p:spPr bwMode="auto">
              <a:xfrm flipV="1">
                <a:off x="5071825" y="4655435"/>
                <a:ext cx="0" cy="60799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19" name="Oval 99">
                <a:extLst>
                  <a:ext uri="{FF2B5EF4-FFF2-40B4-BE49-F238E27FC236}">
                    <a16:creationId xmlns:a16="http://schemas.microsoft.com/office/drawing/2014/main" id="{C2346014-71F2-AD64-E7E4-F87FF0A2D3B5}"/>
                  </a:ext>
                </a:extLst>
              </p:cNvPr>
              <p:cNvSpPr>
                <a:spLocks noChangeArrowheads="1"/>
              </p:cNvSpPr>
              <p:nvPr/>
            </p:nvSpPr>
            <p:spPr bwMode="auto">
              <a:xfrm>
                <a:off x="4398788" y="2800422"/>
                <a:ext cx="89144" cy="73354"/>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82020" name="Line 100">
                <a:extLst>
                  <a:ext uri="{FF2B5EF4-FFF2-40B4-BE49-F238E27FC236}">
                    <a16:creationId xmlns:a16="http://schemas.microsoft.com/office/drawing/2014/main" id="{4897858D-E7DC-D651-D936-29FF596C736C}"/>
                  </a:ext>
                </a:extLst>
              </p:cNvPr>
              <p:cNvSpPr>
                <a:spLocks noChangeShapeType="1"/>
              </p:cNvSpPr>
              <p:nvPr/>
            </p:nvSpPr>
            <p:spPr bwMode="auto">
              <a:xfrm flipV="1">
                <a:off x="3382546" y="2767977"/>
                <a:ext cx="6819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1" name="Line 101">
                <a:extLst>
                  <a:ext uri="{FF2B5EF4-FFF2-40B4-BE49-F238E27FC236}">
                    <a16:creationId xmlns:a16="http://schemas.microsoft.com/office/drawing/2014/main" id="{F99CB2CD-7434-931C-F8F3-B42922C42316}"/>
                  </a:ext>
                </a:extLst>
              </p:cNvPr>
              <p:cNvSpPr>
                <a:spLocks noChangeShapeType="1"/>
              </p:cNvSpPr>
              <p:nvPr/>
            </p:nvSpPr>
            <p:spPr bwMode="auto">
              <a:xfrm flipV="1">
                <a:off x="3379575" y="3085375"/>
                <a:ext cx="6819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2" name="Line 102">
                <a:extLst>
                  <a:ext uri="{FF2B5EF4-FFF2-40B4-BE49-F238E27FC236}">
                    <a16:creationId xmlns:a16="http://schemas.microsoft.com/office/drawing/2014/main" id="{49F213D5-61F0-67C4-10DE-24EB229BDF88}"/>
                  </a:ext>
                </a:extLst>
              </p:cNvPr>
              <p:cNvSpPr>
                <a:spLocks noChangeShapeType="1"/>
              </p:cNvSpPr>
              <p:nvPr/>
            </p:nvSpPr>
            <p:spPr bwMode="auto">
              <a:xfrm flipV="1">
                <a:off x="3379575" y="3449324"/>
                <a:ext cx="6819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3" name="Line 103">
                <a:extLst>
                  <a:ext uri="{FF2B5EF4-FFF2-40B4-BE49-F238E27FC236}">
                    <a16:creationId xmlns:a16="http://schemas.microsoft.com/office/drawing/2014/main" id="{A0D9B3EA-8CEA-EA8F-8B3B-18FA261BE9B6}"/>
                  </a:ext>
                </a:extLst>
              </p:cNvPr>
              <p:cNvSpPr>
                <a:spLocks noChangeShapeType="1"/>
              </p:cNvSpPr>
              <p:nvPr/>
            </p:nvSpPr>
            <p:spPr bwMode="auto">
              <a:xfrm flipV="1">
                <a:off x="3388489" y="3799167"/>
                <a:ext cx="6611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4" name="Line 104">
                <a:extLst>
                  <a:ext uri="{FF2B5EF4-FFF2-40B4-BE49-F238E27FC236}">
                    <a16:creationId xmlns:a16="http://schemas.microsoft.com/office/drawing/2014/main" id="{FCAE7996-FDE1-EF8D-59C4-92FAE9D2513B}"/>
                  </a:ext>
                </a:extLst>
              </p:cNvPr>
              <p:cNvSpPr>
                <a:spLocks noChangeShapeType="1"/>
              </p:cNvSpPr>
              <p:nvPr/>
            </p:nvSpPr>
            <p:spPr bwMode="auto">
              <a:xfrm flipV="1">
                <a:off x="3364718" y="4150420"/>
                <a:ext cx="6819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5" name="Line 105">
                <a:extLst>
                  <a:ext uri="{FF2B5EF4-FFF2-40B4-BE49-F238E27FC236}">
                    <a16:creationId xmlns:a16="http://schemas.microsoft.com/office/drawing/2014/main" id="{638F7E67-AF49-7B40-21E0-A9E55520878E}"/>
                  </a:ext>
                </a:extLst>
              </p:cNvPr>
              <p:cNvSpPr>
                <a:spLocks noChangeShapeType="1"/>
              </p:cNvSpPr>
              <p:nvPr/>
            </p:nvSpPr>
            <p:spPr bwMode="auto">
              <a:xfrm flipV="1">
                <a:off x="3392947" y="4503084"/>
                <a:ext cx="6819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6" name="Line 106">
                <a:extLst>
                  <a:ext uri="{FF2B5EF4-FFF2-40B4-BE49-F238E27FC236}">
                    <a16:creationId xmlns:a16="http://schemas.microsoft.com/office/drawing/2014/main" id="{42AFD1EE-8C39-A3CE-D317-B9875D240426}"/>
                  </a:ext>
                </a:extLst>
              </p:cNvPr>
              <p:cNvSpPr>
                <a:spLocks noChangeShapeType="1"/>
              </p:cNvSpPr>
              <p:nvPr/>
            </p:nvSpPr>
            <p:spPr bwMode="auto">
              <a:xfrm flipV="1">
                <a:off x="3387004" y="4841641"/>
                <a:ext cx="6819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7" name="Line 107">
                <a:extLst>
                  <a:ext uri="{FF2B5EF4-FFF2-40B4-BE49-F238E27FC236}">
                    <a16:creationId xmlns:a16="http://schemas.microsoft.com/office/drawing/2014/main" id="{B3D18668-A9A7-E8F9-FB6F-804BAB58CA9A}"/>
                  </a:ext>
                </a:extLst>
              </p:cNvPr>
              <p:cNvSpPr>
                <a:spLocks noChangeShapeType="1"/>
              </p:cNvSpPr>
              <p:nvPr/>
            </p:nvSpPr>
            <p:spPr bwMode="auto">
              <a:xfrm flipV="1">
                <a:off x="3391461" y="5208412"/>
                <a:ext cx="68195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8" name="Line 108">
                <a:extLst>
                  <a:ext uri="{FF2B5EF4-FFF2-40B4-BE49-F238E27FC236}">
                    <a16:creationId xmlns:a16="http://schemas.microsoft.com/office/drawing/2014/main" id="{80FE72B1-50EE-B3DC-0B9B-B1BEB17B6896}"/>
                  </a:ext>
                </a:extLst>
              </p:cNvPr>
              <p:cNvSpPr>
                <a:spLocks noChangeShapeType="1"/>
              </p:cNvSpPr>
              <p:nvPr/>
            </p:nvSpPr>
            <p:spPr bwMode="auto">
              <a:xfrm>
                <a:off x="2853626" y="2917507"/>
                <a:ext cx="122424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29" name="Line 109">
                <a:extLst>
                  <a:ext uri="{FF2B5EF4-FFF2-40B4-BE49-F238E27FC236}">
                    <a16:creationId xmlns:a16="http://schemas.microsoft.com/office/drawing/2014/main" id="{749149E7-3375-9EDE-40E9-8020BAD815F8}"/>
                  </a:ext>
                </a:extLst>
              </p:cNvPr>
              <p:cNvSpPr>
                <a:spLocks noChangeShapeType="1"/>
              </p:cNvSpPr>
              <p:nvPr/>
            </p:nvSpPr>
            <p:spPr bwMode="auto">
              <a:xfrm>
                <a:off x="2872940" y="3240547"/>
                <a:ext cx="119155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0" name="Line 110">
                <a:extLst>
                  <a:ext uri="{FF2B5EF4-FFF2-40B4-BE49-F238E27FC236}">
                    <a16:creationId xmlns:a16="http://schemas.microsoft.com/office/drawing/2014/main" id="{3F4079EA-FB23-5A93-F603-6B049CF752F7}"/>
                  </a:ext>
                </a:extLst>
              </p:cNvPr>
              <p:cNvSpPr>
                <a:spLocks noChangeShapeType="1"/>
              </p:cNvSpPr>
              <p:nvPr/>
            </p:nvSpPr>
            <p:spPr bwMode="auto">
              <a:xfrm>
                <a:off x="2872940" y="3594622"/>
                <a:ext cx="119155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1" name="Line 111">
                <a:extLst>
                  <a:ext uri="{FF2B5EF4-FFF2-40B4-BE49-F238E27FC236}">
                    <a16:creationId xmlns:a16="http://schemas.microsoft.com/office/drawing/2014/main" id="{3C3A1221-E52E-0603-763B-B359DA1BA0CC}"/>
                  </a:ext>
                </a:extLst>
              </p:cNvPr>
              <p:cNvSpPr>
                <a:spLocks noChangeShapeType="1"/>
              </p:cNvSpPr>
              <p:nvPr/>
            </p:nvSpPr>
            <p:spPr bwMode="auto">
              <a:xfrm>
                <a:off x="2871454" y="3957160"/>
                <a:ext cx="119007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2" name="Line 112">
                <a:extLst>
                  <a:ext uri="{FF2B5EF4-FFF2-40B4-BE49-F238E27FC236}">
                    <a16:creationId xmlns:a16="http://schemas.microsoft.com/office/drawing/2014/main" id="{F6F6AA2C-5231-6BFA-67F5-4884A95E25F2}"/>
                  </a:ext>
                </a:extLst>
              </p:cNvPr>
              <p:cNvSpPr>
                <a:spLocks noChangeShapeType="1"/>
              </p:cNvSpPr>
              <p:nvPr/>
            </p:nvSpPr>
            <p:spPr bwMode="auto">
              <a:xfrm>
                <a:off x="2871454" y="4288664"/>
                <a:ext cx="119007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3" name="Line 113">
                <a:extLst>
                  <a:ext uri="{FF2B5EF4-FFF2-40B4-BE49-F238E27FC236}">
                    <a16:creationId xmlns:a16="http://schemas.microsoft.com/office/drawing/2014/main" id="{EFFFDCB2-44E7-6F75-0E75-2CC8134A196E}"/>
                  </a:ext>
                </a:extLst>
              </p:cNvPr>
              <p:cNvSpPr>
                <a:spLocks noChangeShapeType="1"/>
              </p:cNvSpPr>
              <p:nvPr/>
            </p:nvSpPr>
            <p:spPr bwMode="auto">
              <a:xfrm>
                <a:off x="2868483" y="4648381"/>
                <a:ext cx="119155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4" name="Line 114">
                <a:extLst>
                  <a:ext uri="{FF2B5EF4-FFF2-40B4-BE49-F238E27FC236}">
                    <a16:creationId xmlns:a16="http://schemas.microsoft.com/office/drawing/2014/main" id="{BD56D993-244B-A0A5-50D3-7152387391EF}"/>
                  </a:ext>
                </a:extLst>
              </p:cNvPr>
              <p:cNvSpPr>
                <a:spLocks noChangeShapeType="1"/>
              </p:cNvSpPr>
              <p:nvPr/>
            </p:nvSpPr>
            <p:spPr bwMode="auto">
              <a:xfrm>
                <a:off x="2868483" y="5001045"/>
                <a:ext cx="119155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5" name="Line 115">
                <a:extLst>
                  <a:ext uri="{FF2B5EF4-FFF2-40B4-BE49-F238E27FC236}">
                    <a16:creationId xmlns:a16="http://schemas.microsoft.com/office/drawing/2014/main" id="{1C49F3FE-4151-1BE6-6851-3E8D0D6EE416}"/>
                  </a:ext>
                </a:extLst>
              </p:cNvPr>
              <p:cNvSpPr>
                <a:spLocks noChangeShapeType="1"/>
              </p:cNvSpPr>
              <p:nvPr/>
            </p:nvSpPr>
            <p:spPr bwMode="auto">
              <a:xfrm flipH="1">
                <a:off x="2580251" y="862181"/>
                <a:ext cx="0" cy="4337766"/>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6" name="Line 116">
                <a:extLst>
                  <a:ext uri="{FF2B5EF4-FFF2-40B4-BE49-F238E27FC236}">
                    <a16:creationId xmlns:a16="http://schemas.microsoft.com/office/drawing/2014/main" id="{EFF7C65A-BC26-2F80-534C-7C7AE87B8AA8}"/>
                  </a:ext>
                </a:extLst>
              </p:cNvPr>
              <p:cNvSpPr>
                <a:spLocks noChangeShapeType="1"/>
              </p:cNvSpPr>
              <p:nvPr/>
            </p:nvSpPr>
            <p:spPr bwMode="auto">
              <a:xfrm>
                <a:off x="2849168" y="2518291"/>
                <a:ext cx="3859934" cy="0"/>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7" name="Line 117">
                <a:extLst>
                  <a:ext uri="{FF2B5EF4-FFF2-40B4-BE49-F238E27FC236}">
                    <a16:creationId xmlns:a16="http://schemas.microsoft.com/office/drawing/2014/main" id="{D090C835-8DF1-CEF3-1159-4FA3A6D10BAF}"/>
                  </a:ext>
                </a:extLst>
              </p:cNvPr>
              <p:cNvSpPr>
                <a:spLocks noChangeShapeType="1"/>
              </p:cNvSpPr>
              <p:nvPr/>
            </p:nvSpPr>
            <p:spPr bwMode="auto">
              <a:xfrm>
                <a:off x="2862540" y="2507006"/>
                <a:ext cx="0" cy="2865042"/>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8" name="Line 118">
                <a:extLst>
                  <a:ext uri="{FF2B5EF4-FFF2-40B4-BE49-F238E27FC236}">
                    <a16:creationId xmlns:a16="http://schemas.microsoft.com/office/drawing/2014/main" id="{D22C76DB-D02D-D91D-9105-762EA13ED94F}"/>
                  </a:ext>
                </a:extLst>
              </p:cNvPr>
              <p:cNvSpPr>
                <a:spLocks noChangeShapeType="1"/>
              </p:cNvSpPr>
              <p:nvPr/>
            </p:nvSpPr>
            <p:spPr bwMode="auto">
              <a:xfrm>
                <a:off x="2577279" y="5199948"/>
                <a:ext cx="5422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39" name="Line 119">
                <a:extLst>
                  <a:ext uri="{FF2B5EF4-FFF2-40B4-BE49-F238E27FC236}">
                    <a16:creationId xmlns:a16="http://schemas.microsoft.com/office/drawing/2014/main" id="{533CCFF5-4300-60FF-7663-5723FDEBC6F9}"/>
                  </a:ext>
                </a:extLst>
              </p:cNvPr>
              <p:cNvSpPr>
                <a:spLocks noChangeShapeType="1"/>
              </p:cNvSpPr>
              <p:nvPr/>
            </p:nvSpPr>
            <p:spPr bwMode="auto">
              <a:xfrm>
                <a:off x="2580251" y="4835999"/>
                <a:ext cx="5408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0" name="Line 120">
                <a:extLst>
                  <a:ext uri="{FF2B5EF4-FFF2-40B4-BE49-F238E27FC236}">
                    <a16:creationId xmlns:a16="http://schemas.microsoft.com/office/drawing/2014/main" id="{A90544AD-253A-9B0F-92F3-F68372625445}"/>
                  </a:ext>
                </a:extLst>
              </p:cNvPr>
              <p:cNvSpPr>
                <a:spLocks noChangeShapeType="1"/>
              </p:cNvSpPr>
              <p:nvPr/>
            </p:nvSpPr>
            <p:spPr bwMode="auto">
              <a:xfrm>
                <a:off x="2580251" y="4504494"/>
                <a:ext cx="5408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1" name="Line 121">
                <a:extLst>
                  <a:ext uri="{FF2B5EF4-FFF2-40B4-BE49-F238E27FC236}">
                    <a16:creationId xmlns:a16="http://schemas.microsoft.com/office/drawing/2014/main" id="{FD24042F-5619-B832-C640-0A540A136387}"/>
                  </a:ext>
                </a:extLst>
              </p:cNvPr>
              <p:cNvSpPr>
                <a:spLocks noChangeShapeType="1"/>
              </p:cNvSpPr>
              <p:nvPr/>
            </p:nvSpPr>
            <p:spPr bwMode="auto">
              <a:xfrm>
                <a:off x="2569851" y="4144777"/>
                <a:ext cx="5408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2" name="Line 122">
                <a:extLst>
                  <a:ext uri="{FF2B5EF4-FFF2-40B4-BE49-F238E27FC236}">
                    <a16:creationId xmlns:a16="http://schemas.microsoft.com/office/drawing/2014/main" id="{369BC85E-51B3-1652-2C0F-7C63D3BC6195}"/>
                  </a:ext>
                </a:extLst>
              </p:cNvPr>
              <p:cNvSpPr>
                <a:spLocks noChangeShapeType="1"/>
              </p:cNvSpPr>
              <p:nvPr/>
            </p:nvSpPr>
            <p:spPr bwMode="auto">
              <a:xfrm>
                <a:off x="2580251" y="3799167"/>
                <a:ext cx="5408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3" name="Line 123">
                <a:extLst>
                  <a:ext uri="{FF2B5EF4-FFF2-40B4-BE49-F238E27FC236}">
                    <a16:creationId xmlns:a16="http://schemas.microsoft.com/office/drawing/2014/main" id="{4F4053FD-7B7B-3047-0F35-4C3F8A19E1D5}"/>
                  </a:ext>
                </a:extLst>
              </p:cNvPr>
              <p:cNvSpPr>
                <a:spLocks noChangeShapeType="1"/>
              </p:cNvSpPr>
              <p:nvPr/>
            </p:nvSpPr>
            <p:spPr bwMode="auto">
              <a:xfrm>
                <a:off x="2581737" y="3435217"/>
                <a:ext cx="5422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4" name="Line 124">
                <a:extLst>
                  <a:ext uri="{FF2B5EF4-FFF2-40B4-BE49-F238E27FC236}">
                    <a16:creationId xmlns:a16="http://schemas.microsoft.com/office/drawing/2014/main" id="{DD3A3434-517F-6217-EB34-CBB89E68ED62}"/>
                  </a:ext>
                </a:extLst>
              </p:cNvPr>
              <p:cNvSpPr>
                <a:spLocks noChangeShapeType="1"/>
              </p:cNvSpPr>
              <p:nvPr/>
            </p:nvSpPr>
            <p:spPr bwMode="auto">
              <a:xfrm>
                <a:off x="2584708" y="3086785"/>
                <a:ext cx="54080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5" name="Line 125">
                <a:extLst>
                  <a:ext uri="{FF2B5EF4-FFF2-40B4-BE49-F238E27FC236}">
                    <a16:creationId xmlns:a16="http://schemas.microsoft.com/office/drawing/2014/main" id="{CF49B8DA-A56B-149D-F0A8-35D8BFE7B25C}"/>
                  </a:ext>
                </a:extLst>
              </p:cNvPr>
              <p:cNvSpPr>
                <a:spLocks noChangeShapeType="1"/>
              </p:cNvSpPr>
              <p:nvPr/>
            </p:nvSpPr>
            <p:spPr bwMode="auto">
              <a:xfrm>
                <a:off x="2566879" y="2762335"/>
                <a:ext cx="54229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6" name="Line 126">
                <a:extLst>
                  <a:ext uri="{FF2B5EF4-FFF2-40B4-BE49-F238E27FC236}">
                    <a16:creationId xmlns:a16="http://schemas.microsoft.com/office/drawing/2014/main" id="{151BAA39-7D3B-7386-0363-80447363CF3E}"/>
                  </a:ext>
                </a:extLst>
              </p:cNvPr>
              <p:cNvSpPr>
                <a:spLocks noChangeShapeType="1"/>
              </p:cNvSpPr>
              <p:nvPr/>
            </p:nvSpPr>
            <p:spPr bwMode="auto">
              <a:xfrm>
                <a:off x="2250418" y="993372"/>
                <a:ext cx="33577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7" name="Line 127">
                <a:extLst>
                  <a:ext uri="{FF2B5EF4-FFF2-40B4-BE49-F238E27FC236}">
                    <a16:creationId xmlns:a16="http://schemas.microsoft.com/office/drawing/2014/main" id="{58F5255F-D4CE-B525-D2F6-CC776F3A6A45}"/>
                  </a:ext>
                </a:extLst>
              </p:cNvPr>
              <p:cNvSpPr>
                <a:spLocks noChangeShapeType="1"/>
              </p:cNvSpPr>
              <p:nvPr/>
            </p:nvSpPr>
            <p:spPr bwMode="auto">
              <a:xfrm>
                <a:off x="2222189" y="1131617"/>
                <a:ext cx="33577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8" name="Line 128">
                <a:extLst>
                  <a:ext uri="{FF2B5EF4-FFF2-40B4-BE49-F238E27FC236}">
                    <a16:creationId xmlns:a16="http://schemas.microsoft.com/office/drawing/2014/main" id="{A7F4B8B1-3DAA-8228-0BFB-449101B60E3A}"/>
                  </a:ext>
                </a:extLst>
              </p:cNvPr>
              <p:cNvSpPr>
                <a:spLocks noChangeShapeType="1"/>
              </p:cNvSpPr>
              <p:nvPr/>
            </p:nvSpPr>
            <p:spPr bwMode="auto">
              <a:xfrm>
                <a:off x="2225161" y="1279736"/>
                <a:ext cx="33577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9" name="Line 129">
                <a:extLst>
                  <a:ext uri="{FF2B5EF4-FFF2-40B4-BE49-F238E27FC236}">
                    <a16:creationId xmlns:a16="http://schemas.microsoft.com/office/drawing/2014/main" id="{A462ACD3-53A2-012A-AE89-BE377218102F}"/>
                  </a:ext>
                </a:extLst>
              </p:cNvPr>
              <p:cNvSpPr>
                <a:spLocks noChangeShapeType="1"/>
              </p:cNvSpPr>
              <p:nvPr/>
            </p:nvSpPr>
            <p:spPr bwMode="auto">
              <a:xfrm>
                <a:off x="2240018" y="1447604"/>
                <a:ext cx="33577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0" name="Line 130">
                <a:extLst>
                  <a:ext uri="{FF2B5EF4-FFF2-40B4-BE49-F238E27FC236}">
                    <a16:creationId xmlns:a16="http://schemas.microsoft.com/office/drawing/2014/main" id="{D27DC43E-4A59-7F91-4503-6EDDC25F7086}"/>
                  </a:ext>
                </a:extLst>
              </p:cNvPr>
              <p:cNvSpPr>
                <a:spLocks noChangeShapeType="1"/>
              </p:cNvSpPr>
              <p:nvPr/>
            </p:nvSpPr>
            <p:spPr bwMode="auto">
              <a:xfrm>
                <a:off x="2242989" y="1616882"/>
                <a:ext cx="3342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1" name="Line 131">
                <a:extLst>
                  <a:ext uri="{FF2B5EF4-FFF2-40B4-BE49-F238E27FC236}">
                    <a16:creationId xmlns:a16="http://schemas.microsoft.com/office/drawing/2014/main" id="{71FF709C-9007-7366-4308-CE87D5163771}"/>
                  </a:ext>
                </a:extLst>
              </p:cNvPr>
              <p:cNvSpPr>
                <a:spLocks noChangeShapeType="1"/>
              </p:cNvSpPr>
              <p:nvPr/>
            </p:nvSpPr>
            <p:spPr bwMode="auto">
              <a:xfrm>
                <a:off x="2244475" y="1783340"/>
                <a:ext cx="33577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2" name="Line 132">
                <a:extLst>
                  <a:ext uri="{FF2B5EF4-FFF2-40B4-BE49-F238E27FC236}">
                    <a16:creationId xmlns:a16="http://schemas.microsoft.com/office/drawing/2014/main" id="{35C0F266-656D-94DE-836E-A9289C9BE748}"/>
                  </a:ext>
                </a:extLst>
              </p:cNvPr>
              <p:cNvSpPr>
                <a:spLocks noChangeShapeType="1"/>
              </p:cNvSpPr>
              <p:nvPr/>
            </p:nvSpPr>
            <p:spPr bwMode="auto">
              <a:xfrm>
                <a:off x="2247447" y="1941333"/>
                <a:ext cx="33429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3" name="Line 133">
                <a:extLst>
                  <a:ext uri="{FF2B5EF4-FFF2-40B4-BE49-F238E27FC236}">
                    <a16:creationId xmlns:a16="http://schemas.microsoft.com/office/drawing/2014/main" id="{9CD5A349-54F8-9653-B21C-D1B71B965BD1}"/>
                  </a:ext>
                </a:extLst>
              </p:cNvPr>
              <p:cNvSpPr>
                <a:spLocks noChangeShapeType="1"/>
              </p:cNvSpPr>
              <p:nvPr/>
            </p:nvSpPr>
            <p:spPr bwMode="auto">
              <a:xfrm>
                <a:off x="2269733" y="2078167"/>
                <a:ext cx="33577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82" name="Text Box 134">
                <a:extLst>
                  <a:ext uri="{FF2B5EF4-FFF2-40B4-BE49-F238E27FC236}">
                    <a16:creationId xmlns:a16="http://schemas.microsoft.com/office/drawing/2014/main" id="{16733579-B9BE-4B4E-92AF-1A9ACB5D952C}"/>
                  </a:ext>
                </a:extLst>
              </p:cNvPr>
              <p:cNvSpPr txBox="1">
                <a:spLocks noChangeArrowheads="1"/>
              </p:cNvSpPr>
              <p:nvPr/>
            </p:nvSpPr>
            <p:spPr bwMode="auto">
              <a:xfrm>
                <a:off x="6389505" y="737234"/>
                <a:ext cx="319048" cy="1219109"/>
              </a:xfrm>
              <a:prstGeom prst="rect">
                <a:avLst/>
              </a:prstGeom>
              <a:noFill/>
              <a:ln w="22225">
                <a:noFill/>
                <a:miter lim="800000"/>
                <a:headEnd/>
                <a:tailEnd/>
              </a:ln>
            </p:spPr>
            <p:txBody>
              <a:bodyPr/>
              <a:lstStyle/>
              <a:p>
                <a:pPr eaLnBrk="1" hangingPunct="1">
                  <a:defRPr/>
                </a:pPr>
                <a:r>
                  <a:rPr lang="ru-RU" sz="1050">
                    <a:latin typeface="Times New Roman" pitchFamily="18" charset="0"/>
                  </a:rPr>
                  <a:t>1</a:t>
                </a:r>
              </a:p>
              <a:p>
                <a:pPr eaLnBrk="1" hangingPunct="1">
                  <a:defRPr/>
                </a:pPr>
                <a:r>
                  <a:rPr lang="ru-RU" sz="1050">
                    <a:latin typeface="Times New Roman" pitchFamily="18" charset="0"/>
                  </a:rPr>
                  <a:t>2</a:t>
                </a:r>
              </a:p>
              <a:p>
                <a:pPr eaLnBrk="1" hangingPunct="1">
                  <a:defRPr/>
                </a:pPr>
                <a:r>
                  <a:rPr lang="ru-RU" sz="1050">
                    <a:latin typeface="Times New Roman" pitchFamily="18" charset="0"/>
                  </a:rPr>
                  <a:t>3</a:t>
                </a:r>
              </a:p>
              <a:p>
                <a:pPr eaLnBrk="1" hangingPunct="1">
                  <a:defRPr/>
                </a:pPr>
                <a:r>
                  <a:rPr lang="ru-RU" sz="1050">
                    <a:latin typeface="Times New Roman" pitchFamily="18" charset="0"/>
                  </a:rPr>
                  <a:t>4</a:t>
                </a:r>
              </a:p>
              <a:p>
                <a:pPr eaLnBrk="1" hangingPunct="1">
                  <a:defRPr/>
                </a:pPr>
                <a:r>
                  <a:rPr lang="ru-RU" sz="1050">
                    <a:latin typeface="Times New Roman" pitchFamily="18" charset="0"/>
                  </a:rPr>
                  <a:t>5</a:t>
                </a:r>
              </a:p>
              <a:p>
                <a:pPr eaLnBrk="1" hangingPunct="1">
                  <a:defRPr/>
                </a:pPr>
                <a:r>
                  <a:rPr lang="ru-RU" sz="1050">
                    <a:latin typeface="Times New Roman" pitchFamily="18" charset="0"/>
                  </a:rPr>
                  <a:t>6</a:t>
                </a:r>
              </a:p>
              <a:p>
                <a:pPr eaLnBrk="1" hangingPunct="1">
                  <a:defRPr/>
                </a:pPr>
                <a:r>
                  <a:rPr lang="ru-RU" sz="1050">
                    <a:latin typeface="Times New Roman" pitchFamily="18" charset="0"/>
                  </a:rPr>
                  <a:t>7</a:t>
                </a:r>
              </a:p>
              <a:p>
                <a:pPr eaLnBrk="1" hangingPunct="1">
                  <a:defRPr/>
                </a:pPr>
                <a:r>
                  <a:rPr lang="ru-RU" sz="1050">
                    <a:latin typeface="Times New Roman" pitchFamily="18" charset="0"/>
                  </a:rPr>
                  <a:t>8</a:t>
                </a: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p>
            </p:txBody>
          </p:sp>
          <p:sp>
            <p:nvSpPr>
              <p:cNvPr id="82055" name="Line 135">
                <a:extLst>
                  <a:ext uri="{FF2B5EF4-FFF2-40B4-BE49-F238E27FC236}">
                    <a16:creationId xmlns:a16="http://schemas.microsoft.com/office/drawing/2014/main" id="{4E7BE49B-FCFB-06C8-729A-86AD64DF4FF1}"/>
                  </a:ext>
                </a:extLst>
              </p:cNvPr>
              <p:cNvSpPr>
                <a:spLocks noChangeShapeType="1"/>
              </p:cNvSpPr>
              <p:nvPr/>
            </p:nvSpPr>
            <p:spPr bwMode="auto">
              <a:xfrm>
                <a:off x="4340844" y="853718"/>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6" name="Line 136">
                <a:extLst>
                  <a:ext uri="{FF2B5EF4-FFF2-40B4-BE49-F238E27FC236}">
                    <a16:creationId xmlns:a16="http://schemas.microsoft.com/office/drawing/2014/main" id="{BDEFA7FB-81CC-325B-043A-C5EC3C5E1A8B}"/>
                  </a:ext>
                </a:extLst>
              </p:cNvPr>
              <p:cNvSpPr>
                <a:spLocks noChangeShapeType="1"/>
              </p:cNvSpPr>
              <p:nvPr/>
            </p:nvSpPr>
            <p:spPr bwMode="auto">
              <a:xfrm flipV="1">
                <a:off x="4663248" y="932714"/>
                <a:ext cx="0" cy="14515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7" name="Line 137">
                <a:extLst>
                  <a:ext uri="{FF2B5EF4-FFF2-40B4-BE49-F238E27FC236}">
                    <a16:creationId xmlns:a16="http://schemas.microsoft.com/office/drawing/2014/main" id="{47607980-F444-8830-359B-30CCECCB8FCD}"/>
                  </a:ext>
                </a:extLst>
              </p:cNvPr>
              <p:cNvSpPr>
                <a:spLocks noChangeShapeType="1"/>
              </p:cNvSpPr>
              <p:nvPr/>
            </p:nvSpPr>
            <p:spPr bwMode="auto">
              <a:xfrm>
                <a:off x="5034681" y="1358732"/>
                <a:ext cx="1352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8" name="Line 138">
                <a:extLst>
                  <a:ext uri="{FF2B5EF4-FFF2-40B4-BE49-F238E27FC236}">
                    <a16:creationId xmlns:a16="http://schemas.microsoft.com/office/drawing/2014/main" id="{A9EED313-C431-F2C6-286E-4C733AFD1970}"/>
                  </a:ext>
                </a:extLst>
              </p:cNvPr>
              <p:cNvSpPr>
                <a:spLocks noChangeShapeType="1"/>
              </p:cNvSpPr>
              <p:nvPr/>
            </p:nvSpPr>
            <p:spPr bwMode="auto">
              <a:xfrm>
                <a:off x="5100054" y="1494155"/>
                <a:ext cx="0" cy="747648"/>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59" name="Line 139">
                <a:extLst>
                  <a:ext uri="{FF2B5EF4-FFF2-40B4-BE49-F238E27FC236}">
                    <a16:creationId xmlns:a16="http://schemas.microsoft.com/office/drawing/2014/main" id="{875F9D22-5610-AFBA-D3DF-21A1AB19D61D}"/>
                  </a:ext>
                </a:extLst>
              </p:cNvPr>
              <p:cNvSpPr>
                <a:spLocks noChangeShapeType="1"/>
              </p:cNvSpPr>
              <p:nvPr/>
            </p:nvSpPr>
            <p:spPr bwMode="auto">
              <a:xfrm>
                <a:off x="4372045" y="1494155"/>
                <a:ext cx="723552" cy="0"/>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0" name="Line 140">
                <a:extLst>
                  <a:ext uri="{FF2B5EF4-FFF2-40B4-BE49-F238E27FC236}">
                    <a16:creationId xmlns:a16="http://schemas.microsoft.com/office/drawing/2014/main" id="{3FE816DA-EF91-366F-12A1-3D9E8D773799}"/>
                  </a:ext>
                </a:extLst>
              </p:cNvPr>
              <p:cNvSpPr>
                <a:spLocks noChangeShapeType="1"/>
              </p:cNvSpPr>
              <p:nvPr/>
            </p:nvSpPr>
            <p:spPr bwMode="auto">
              <a:xfrm flipV="1">
                <a:off x="4385416" y="862181"/>
                <a:ext cx="0" cy="639027"/>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1" name="Line 141">
                <a:extLst>
                  <a:ext uri="{FF2B5EF4-FFF2-40B4-BE49-F238E27FC236}">
                    <a16:creationId xmlns:a16="http://schemas.microsoft.com/office/drawing/2014/main" id="{1D012E06-1488-E519-7146-9445C3713DEC}"/>
                  </a:ext>
                </a:extLst>
              </p:cNvPr>
              <p:cNvSpPr>
                <a:spLocks noChangeShapeType="1"/>
              </p:cNvSpPr>
              <p:nvPr/>
            </p:nvSpPr>
            <p:spPr bwMode="auto">
              <a:xfrm>
                <a:off x="4070441" y="932714"/>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2" name="Line 142">
                <a:extLst>
                  <a:ext uri="{FF2B5EF4-FFF2-40B4-BE49-F238E27FC236}">
                    <a16:creationId xmlns:a16="http://schemas.microsoft.com/office/drawing/2014/main" id="{B9122B87-6011-F13D-1ED0-2A04636B9A21}"/>
                  </a:ext>
                </a:extLst>
              </p:cNvPr>
              <p:cNvSpPr>
                <a:spLocks noChangeShapeType="1"/>
              </p:cNvSpPr>
              <p:nvPr/>
            </p:nvSpPr>
            <p:spPr bwMode="auto">
              <a:xfrm>
                <a:off x="4057069" y="1237416"/>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3" name="Line 143">
                <a:extLst>
                  <a:ext uri="{FF2B5EF4-FFF2-40B4-BE49-F238E27FC236}">
                    <a16:creationId xmlns:a16="http://schemas.microsoft.com/office/drawing/2014/main" id="{70D5EC4C-1F78-4975-5FBE-1DC85FB6CEC2}"/>
                  </a:ext>
                </a:extLst>
              </p:cNvPr>
              <p:cNvSpPr>
                <a:spLocks noChangeShapeType="1"/>
              </p:cNvSpPr>
              <p:nvPr/>
            </p:nvSpPr>
            <p:spPr bwMode="auto">
              <a:xfrm>
                <a:off x="4055583" y="1070959"/>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4" name="Line 144">
                <a:extLst>
                  <a:ext uri="{FF2B5EF4-FFF2-40B4-BE49-F238E27FC236}">
                    <a16:creationId xmlns:a16="http://schemas.microsoft.com/office/drawing/2014/main" id="{3D979F7C-500C-6CD8-6291-C4C24FB2B5BB}"/>
                  </a:ext>
                </a:extLst>
              </p:cNvPr>
              <p:cNvSpPr>
                <a:spLocks noChangeShapeType="1"/>
              </p:cNvSpPr>
              <p:nvPr/>
            </p:nvSpPr>
            <p:spPr bwMode="auto">
              <a:xfrm>
                <a:off x="5089653" y="2258731"/>
                <a:ext cx="2029511" cy="0"/>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193" name="Text Box 145">
                <a:extLst>
                  <a:ext uri="{FF2B5EF4-FFF2-40B4-BE49-F238E27FC236}">
                    <a16:creationId xmlns:a16="http://schemas.microsoft.com/office/drawing/2014/main" id="{15DF41BF-8200-4D21-8108-D31776DA7344}"/>
                  </a:ext>
                </a:extLst>
              </p:cNvPr>
              <p:cNvSpPr txBox="1">
                <a:spLocks noChangeArrowheads="1"/>
              </p:cNvSpPr>
              <p:nvPr/>
            </p:nvSpPr>
            <p:spPr bwMode="auto">
              <a:xfrm>
                <a:off x="4173635" y="715010"/>
                <a:ext cx="319048" cy="614316"/>
              </a:xfrm>
              <a:prstGeom prst="rect">
                <a:avLst/>
              </a:prstGeom>
              <a:noFill/>
              <a:ln w="22225">
                <a:noFill/>
                <a:miter lim="800000"/>
                <a:headEnd/>
                <a:tailEnd/>
              </a:ln>
            </p:spPr>
            <p:txBody>
              <a:bodyPr/>
              <a:lstStyle/>
              <a:p>
                <a:pPr eaLnBrk="1" hangingPunct="1">
                  <a:defRPr/>
                </a:pPr>
                <a:r>
                  <a:rPr lang="ru-RU" sz="1050">
                    <a:latin typeface="Times New Roman" pitchFamily="18" charset="0"/>
                  </a:rPr>
                  <a:t>1</a:t>
                </a:r>
              </a:p>
              <a:p>
                <a:pPr eaLnBrk="1" hangingPunct="1">
                  <a:defRPr/>
                </a:pPr>
                <a:r>
                  <a:rPr lang="ru-RU" sz="1050">
                    <a:latin typeface="Times New Roman" pitchFamily="18" charset="0"/>
                  </a:rPr>
                  <a:t>2</a:t>
                </a:r>
              </a:p>
              <a:p>
                <a:pPr eaLnBrk="1" hangingPunct="1">
                  <a:defRPr/>
                </a:pPr>
                <a:r>
                  <a:rPr lang="ru-RU" sz="1050">
                    <a:latin typeface="Times New Roman" pitchFamily="18" charset="0"/>
                  </a:rPr>
                  <a:t>3</a:t>
                </a: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p>
            </p:txBody>
          </p:sp>
          <p:sp>
            <p:nvSpPr>
              <p:cNvPr id="130194" name="Text Box 146">
                <a:extLst>
                  <a:ext uri="{FF2B5EF4-FFF2-40B4-BE49-F238E27FC236}">
                    <a16:creationId xmlns:a16="http://schemas.microsoft.com/office/drawing/2014/main" id="{3D1B0504-16DE-49AF-A25D-F4F62587A483}"/>
                  </a:ext>
                </a:extLst>
              </p:cNvPr>
              <p:cNvSpPr txBox="1">
                <a:spLocks noChangeArrowheads="1"/>
              </p:cNvSpPr>
              <p:nvPr/>
            </p:nvSpPr>
            <p:spPr bwMode="auto">
              <a:xfrm>
                <a:off x="5092682" y="1476954"/>
                <a:ext cx="319047" cy="523836"/>
              </a:xfrm>
              <a:prstGeom prst="rect">
                <a:avLst/>
              </a:prstGeom>
              <a:noFill/>
              <a:ln w="22225">
                <a:noFill/>
                <a:miter lim="800000"/>
                <a:headEnd/>
                <a:tailEnd/>
              </a:ln>
            </p:spPr>
            <p:txBody>
              <a:bodyPr/>
              <a:lstStyle/>
              <a:p>
                <a:pPr eaLnBrk="1" hangingPunct="1">
                  <a:defRPr/>
                </a:pPr>
                <a:r>
                  <a:rPr lang="ru-RU" sz="1050">
                    <a:latin typeface="Times New Roman" pitchFamily="18" charset="0"/>
                  </a:rPr>
                  <a:t>1</a:t>
                </a:r>
              </a:p>
              <a:p>
                <a:pPr eaLnBrk="1" hangingPunct="1">
                  <a:defRPr/>
                </a:pPr>
                <a:r>
                  <a:rPr lang="ru-RU" sz="1050">
                    <a:latin typeface="Times New Roman" pitchFamily="18" charset="0"/>
                  </a:rPr>
                  <a:t>2</a:t>
                </a:r>
              </a:p>
              <a:p>
                <a:pPr eaLnBrk="1" hangingPunct="1">
                  <a:defRPr/>
                </a:pPr>
                <a:r>
                  <a:rPr lang="ru-RU" sz="1050">
                    <a:latin typeface="Times New Roman" pitchFamily="18" charset="0"/>
                  </a:rPr>
                  <a:t>3</a:t>
                </a: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p>
            </p:txBody>
          </p:sp>
          <p:sp>
            <p:nvSpPr>
              <p:cNvPr id="130195" name="Text Box 147">
                <a:extLst>
                  <a:ext uri="{FF2B5EF4-FFF2-40B4-BE49-F238E27FC236}">
                    <a16:creationId xmlns:a16="http://schemas.microsoft.com/office/drawing/2014/main" id="{5F207268-7A99-4C9F-B149-A6DB76964A05}"/>
                  </a:ext>
                </a:extLst>
              </p:cNvPr>
              <p:cNvSpPr txBox="1">
                <a:spLocks noChangeArrowheads="1"/>
              </p:cNvSpPr>
              <p:nvPr/>
            </p:nvSpPr>
            <p:spPr bwMode="auto">
              <a:xfrm>
                <a:off x="6446647" y="3299268"/>
                <a:ext cx="319048" cy="614316"/>
              </a:xfrm>
              <a:prstGeom prst="rect">
                <a:avLst/>
              </a:prstGeom>
              <a:noFill/>
              <a:ln w="22225">
                <a:noFill/>
                <a:miter lim="800000"/>
                <a:headEnd/>
                <a:tailEnd/>
              </a:ln>
            </p:spPr>
            <p:txBody>
              <a:bodyPr/>
              <a:lstStyle/>
              <a:p>
                <a:pPr eaLnBrk="1" hangingPunct="1">
                  <a:defRPr/>
                </a:pPr>
                <a:r>
                  <a:rPr lang="ru-RU" sz="1050">
                    <a:latin typeface="Times NR Cyr MT"/>
                  </a:rPr>
                  <a:t>1</a:t>
                </a:r>
              </a:p>
              <a:p>
                <a:pPr eaLnBrk="1" hangingPunct="1">
                  <a:defRPr/>
                </a:pPr>
                <a:r>
                  <a:rPr lang="ru-RU" sz="1050">
                    <a:latin typeface="Times NR Cyr MT"/>
                  </a:rPr>
                  <a:t>2</a:t>
                </a:r>
              </a:p>
              <a:p>
                <a:pPr eaLnBrk="1" hangingPunct="1">
                  <a:defRPr/>
                </a:pPr>
                <a:r>
                  <a:rPr lang="ru-RU" sz="1050">
                    <a:latin typeface="Times NR Cyr MT"/>
                  </a:rPr>
                  <a:t>3</a:t>
                </a: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latin typeface="Times NR Cyr MT"/>
                </a:endParaRPr>
              </a:p>
              <a:p>
                <a:pPr eaLnBrk="1" hangingPunct="1">
                  <a:defRPr/>
                </a:pPr>
                <a:endParaRPr lang="ru-RU" sz="1050"/>
              </a:p>
            </p:txBody>
          </p:sp>
          <p:sp>
            <p:nvSpPr>
              <p:cNvPr id="82068" name="Line 148">
                <a:extLst>
                  <a:ext uri="{FF2B5EF4-FFF2-40B4-BE49-F238E27FC236}">
                    <a16:creationId xmlns:a16="http://schemas.microsoft.com/office/drawing/2014/main" id="{FC675DCA-0356-764A-DEF7-B1569DD68EBE}"/>
                  </a:ext>
                </a:extLst>
              </p:cNvPr>
              <p:cNvSpPr>
                <a:spLocks noChangeShapeType="1"/>
              </p:cNvSpPr>
              <p:nvPr/>
            </p:nvSpPr>
            <p:spPr bwMode="auto">
              <a:xfrm>
                <a:off x="6403041" y="3514214"/>
                <a:ext cx="27634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69" name="Line 149">
                <a:extLst>
                  <a:ext uri="{FF2B5EF4-FFF2-40B4-BE49-F238E27FC236}">
                    <a16:creationId xmlns:a16="http://schemas.microsoft.com/office/drawing/2014/main" id="{5498C7AA-BE55-3859-0880-0CFE96FFB646}"/>
                  </a:ext>
                </a:extLst>
              </p:cNvPr>
              <p:cNvSpPr>
                <a:spLocks noChangeShapeType="1"/>
              </p:cNvSpPr>
              <p:nvPr/>
            </p:nvSpPr>
            <p:spPr bwMode="auto">
              <a:xfrm>
                <a:off x="6404527" y="3669386"/>
                <a:ext cx="27634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70" name="Line 150">
                <a:extLst>
                  <a:ext uri="{FF2B5EF4-FFF2-40B4-BE49-F238E27FC236}">
                    <a16:creationId xmlns:a16="http://schemas.microsoft.com/office/drawing/2014/main" id="{C4D27923-3CE5-9AFA-4C89-5407B17C5B92}"/>
                  </a:ext>
                </a:extLst>
              </p:cNvPr>
              <p:cNvSpPr>
                <a:spLocks noChangeShapeType="1"/>
              </p:cNvSpPr>
              <p:nvPr/>
            </p:nvSpPr>
            <p:spPr bwMode="auto">
              <a:xfrm>
                <a:off x="6411956" y="3810452"/>
                <a:ext cx="27634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71" name="Line 151">
                <a:extLst>
                  <a:ext uri="{FF2B5EF4-FFF2-40B4-BE49-F238E27FC236}">
                    <a16:creationId xmlns:a16="http://schemas.microsoft.com/office/drawing/2014/main" id="{4FEB76FA-6D18-E367-1972-1D9554DA09F8}"/>
                  </a:ext>
                </a:extLst>
              </p:cNvPr>
              <p:cNvSpPr>
                <a:spLocks noChangeShapeType="1"/>
              </p:cNvSpPr>
              <p:nvPr/>
            </p:nvSpPr>
            <p:spPr bwMode="auto">
              <a:xfrm>
                <a:off x="6694245" y="3469073"/>
                <a:ext cx="0" cy="438714"/>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72" name="Line 152">
                <a:extLst>
                  <a:ext uri="{FF2B5EF4-FFF2-40B4-BE49-F238E27FC236}">
                    <a16:creationId xmlns:a16="http://schemas.microsoft.com/office/drawing/2014/main" id="{8E64CAFC-CABB-E664-0AD4-EA629D4B8943}"/>
                  </a:ext>
                </a:extLst>
              </p:cNvPr>
              <p:cNvSpPr>
                <a:spLocks noChangeShapeType="1"/>
              </p:cNvSpPr>
              <p:nvPr/>
            </p:nvSpPr>
            <p:spPr bwMode="auto">
              <a:xfrm>
                <a:off x="6683845" y="3909198"/>
                <a:ext cx="356576" cy="0"/>
              </a:xfrm>
              <a:prstGeom prst="line">
                <a:avLst/>
              </a:prstGeom>
              <a:noFill/>
              <a:ln w="317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73" name="Line 153">
                <a:extLst>
                  <a:ext uri="{FF2B5EF4-FFF2-40B4-BE49-F238E27FC236}">
                    <a16:creationId xmlns:a16="http://schemas.microsoft.com/office/drawing/2014/main" id="{ED1A9ABC-5AE8-AF7D-7D19-DAAF722FFD7B}"/>
                  </a:ext>
                </a:extLst>
              </p:cNvPr>
              <p:cNvSpPr>
                <a:spLocks noChangeShapeType="1"/>
              </p:cNvSpPr>
              <p:nvPr/>
            </p:nvSpPr>
            <p:spPr bwMode="auto">
              <a:xfrm>
                <a:off x="4673648" y="2384279"/>
                <a:ext cx="24366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202" name="Text Box 154">
                <a:extLst>
                  <a:ext uri="{FF2B5EF4-FFF2-40B4-BE49-F238E27FC236}">
                    <a16:creationId xmlns:a16="http://schemas.microsoft.com/office/drawing/2014/main" id="{6D2C7AFC-0666-4ADC-BF94-C1E5F42C266A}"/>
                  </a:ext>
                </a:extLst>
              </p:cNvPr>
              <p:cNvSpPr txBox="1">
                <a:spLocks noChangeArrowheads="1"/>
              </p:cNvSpPr>
              <p:nvPr/>
            </p:nvSpPr>
            <p:spPr bwMode="auto">
              <a:xfrm>
                <a:off x="7081567" y="2023013"/>
                <a:ext cx="947618" cy="514312"/>
              </a:xfrm>
              <a:prstGeom prst="rect">
                <a:avLst/>
              </a:prstGeom>
              <a:noFill/>
              <a:ln w="22225">
                <a:noFill/>
                <a:miter lim="800000"/>
                <a:headEnd/>
                <a:tailEnd/>
              </a:ln>
            </p:spPr>
            <p:txBody>
              <a:bodyPr/>
              <a:lstStyle/>
              <a:p>
                <a:pPr eaLnBrk="1" hangingPunct="1">
                  <a:defRPr/>
                </a:pPr>
                <a:r>
                  <a:rPr lang="ru-RU" sz="1050">
                    <a:latin typeface="Times New Roman" pitchFamily="18" charset="0"/>
                  </a:rPr>
                  <a:t>A[2:0]</a:t>
                </a:r>
              </a:p>
              <a:p>
                <a:pPr eaLnBrk="1" hangingPunct="1">
                  <a:defRPr/>
                </a:pPr>
                <a:r>
                  <a:rPr lang="ru-RU" sz="1050">
                    <a:latin typeface="Times New Roman" pitchFamily="18" charset="0"/>
                  </a:rPr>
                  <a:t>AVALID</a:t>
                </a:r>
                <a:endParaRPr lang="ru-RU" sz="1050"/>
              </a:p>
            </p:txBody>
          </p:sp>
          <p:sp>
            <p:nvSpPr>
              <p:cNvPr id="130203" name="Text Box 155">
                <a:extLst>
                  <a:ext uri="{FF2B5EF4-FFF2-40B4-BE49-F238E27FC236}">
                    <a16:creationId xmlns:a16="http://schemas.microsoft.com/office/drawing/2014/main" id="{C5717CED-1434-419A-98A0-1E78DCC25713}"/>
                  </a:ext>
                </a:extLst>
              </p:cNvPr>
              <p:cNvSpPr txBox="1">
                <a:spLocks noChangeArrowheads="1"/>
              </p:cNvSpPr>
              <p:nvPr/>
            </p:nvSpPr>
            <p:spPr bwMode="auto">
              <a:xfrm>
                <a:off x="7032361" y="3832628"/>
                <a:ext cx="958729" cy="784167"/>
              </a:xfrm>
              <a:prstGeom prst="rect">
                <a:avLst/>
              </a:prstGeom>
              <a:noFill/>
              <a:ln w="22225">
                <a:noFill/>
                <a:miter lim="800000"/>
                <a:headEnd/>
                <a:tailEnd/>
              </a:ln>
            </p:spPr>
            <p:txBody>
              <a:bodyPr/>
              <a:lstStyle/>
              <a:p>
                <a:pPr eaLnBrk="1" hangingPunct="1">
                  <a:defRPr/>
                </a:pPr>
                <a:r>
                  <a:rPr lang="ru-RU" sz="1050">
                    <a:latin typeface="Times New Roman" pitchFamily="18" charset="0"/>
                  </a:rPr>
                  <a:t>B[2:0]</a:t>
                </a:r>
              </a:p>
              <a:p>
                <a:pPr eaLnBrk="1" hangingPunct="1">
                  <a:defRPr/>
                </a:pPr>
                <a:endParaRPr lang="ru-RU" sz="1050">
                  <a:latin typeface="Times New Roman" pitchFamily="18" charset="0"/>
                </a:endParaRPr>
              </a:p>
              <a:p>
                <a:pPr eaLnBrk="1" hangingPunct="1">
                  <a:defRPr/>
                </a:pPr>
                <a:r>
                  <a:rPr lang="ru-RU" sz="1050">
                    <a:latin typeface="Times New Roman" pitchFamily="18" charset="0"/>
                  </a:rPr>
                  <a:t>BVALID</a:t>
                </a:r>
                <a:endParaRPr lang="ru-RU" sz="1050"/>
              </a:p>
            </p:txBody>
          </p:sp>
          <p:sp>
            <p:nvSpPr>
              <p:cNvPr id="82076" name="AutoShape 156">
                <a:extLst>
                  <a:ext uri="{FF2B5EF4-FFF2-40B4-BE49-F238E27FC236}">
                    <a16:creationId xmlns:a16="http://schemas.microsoft.com/office/drawing/2014/main" id="{48985743-2BD8-B3FC-CF80-8C57A6AE6E57}"/>
                  </a:ext>
                </a:extLst>
              </p:cNvPr>
              <p:cNvSpPr>
                <a:spLocks noChangeArrowheads="1"/>
              </p:cNvSpPr>
              <p:nvPr/>
            </p:nvSpPr>
            <p:spPr bwMode="auto">
              <a:xfrm>
                <a:off x="4068955" y="2708730"/>
                <a:ext cx="319433" cy="258150"/>
              </a:xfrm>
              <a:prstGeom prst="flowChartDelay">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nvGrpSpPr>
              <p:cNvPr id="3" name="Group 157">
                <a:extLst>
                  <a:ext uri="{FF2B5EF4-FFF2-40B4-BE49-F238E27FC236}">
                    <a16:creationId xmlns:a16="http://schemas.microsoft.com/office/drawing/2014/main" id="{1A0654E5-3C9D-45D5-8944-A66C85E3118C}"/>
                  </a:ext>
                </a:extLst>
              </p:cNvPr>
              <p:cNvGrpSpPr>
                <a:grpSpLocks/>
              </p:cNvGrpSpPr>
              <p:nvPr/>
            </p:nvGrpSpPr>
            <p:grpSpPr bwMode="auto">
              <a:xfrm>
                <a:off x="3098772" y="2681927"/>
                <a:ext cx="292689" cy="197492"/>
                <a:chOff x="3570" y="5544"/>
                <a:chExt cx="389" cy="326"/>
              </a:xfrm>
              <a:solidFill>
                <a:schemeClr val="accent1"/>
              </a:solidFill>
            </p:grpSpPr>
            <p:sp>
              <p:nvSpPr>
                <p:cNvPr id="130206" name="Oval 158">
                  <a:extLst>
                    <a:ext uri="{FF2B5EF4-FFF2-40B4-BE49-F238E27FC236}">
                      <a16:creationId xmlns:a16="http://schemas.microsoft.com/office/drawing/2014/main" id="{C25FACAE-4BC3-4BE1-9467-F602DE028B07}"/>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07" name="AutoShape 159">
                  <a:extLst>
                    <a:ext uri="{FF2B5EF4-FFF2-40B4-BE49-F238E27FC236}">
                      <a16:creationId xmlns:a16="http://schemas.microsoft.com/office/drawing/2014/main" id="{40ECCDD0-0938-4C5C-8ABA-5542A564DEDF}"/>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4" name="Group 160">
                <a:extLst>
                  <a:ext uri="{FF2B5EF4-FFF2-40B4-BE49-F238E27FC236}">
                    <a16:creationId xmlns:a16="http://schemas.microsoft.com/office/drawing/2014/main" id="{D3F70C5B-5E5C-4E50-AFF4-245BEB82C088}"/>
                  </a:ext>
                </a:extLst>
              </p:cNvPr>
              <p:cNvGrpSpPr>
                <a:grpSpLocks/>
              </p:cNvGrpSpPr>
              <p:nvPr/>
            </p:nvGrpSpPr>
            <p:grpSpPr bwMode="auto">
              <a:xfrm>
                <a:off x="3098772" y="2982397"/>
                <a:ext cx="292689" cy="197492"/>
                <a:chOff x="3570" y="5544"/>
                <a:chExt cx="389" cy="326"/>
              </a:xfrm>
              <a:solidFill>
                <a:schemeClr val="accent1"/>
              </a:solidFill>
            </p:grpSpPr>
            <p:sp>
              <p:nvSpPr>
                <p:cNvPr id="130209" name="Oval 161">
                  <a:extLst>
                    <a:ext uri="{FF2B5EF4-FFF2-40B4-BE49-F238E27FC236}">
                      <a16:creationId xmlns:a16="http://schemas.microsoft.com/office/drawing/2014/main" id="{9E8634A9-9714-4BBA-80E7-C707624A6EF1}"/>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10" name="AutoShape 162">
                  <a:extLst>
                    <a:ext uri="{FF2B5EF4-FFF2-40B4-BE49-F238E27FC236}">
                      <a16:creationId xmlns:a16="http://schemas.microsoft.com/office/drawing/2014/main" id="{2B2F3A29-98C0-4200-87B6-5D119F36F21A}"/>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5" name="Group 163">
                <a:extLst>
                  <a:ext uri="{FF2B5EF4-FFF2-40B4-BE49-F238E27FC236}">
                    <a16:creationId xmlns:a16="http://schemas.microsoft.com/office/drawing/2014/main" id="{D1D5D472-8E38-48A3-A908-94D88B01693D}"/>
                  </a:ext>
                </a:extLst>
              </p:cNvPr>
              <p:cNvGrpSpPr>
                <a:grpSpLocks/>
              </p:cNvGrpSpPr>
              <p:nvPr/>
            </p:nvGrpSpPr>
            <p:grpSpPr bwMode="auto">
              <a:xfrm>
                <a:off x="4068955" y="3027538"/>
                <a:ext cx="405605" cy="258150"/>
                <a:chOff x="4860" y="6114"/>
                <a:chExt cx="539" cy="425"/>
              </a:xfrm>
              <a:solidFill>
                <a:schemeClr val="accent1"/>
              </a:solidFill>
            </p:grpSpPr>
            <p:sp>
              <p:nvSpPr>
                <p:cNvPr id="130212" name="AutoShape 164">
                  <a:extLst>
                    <a:ext uri="{FF2B5EF4-FFF2-40B4-BE49-F238E27FC236}">
                      <a16:creationId xmlns:a16="http://schemas.microsoft.com/office/drawing/2014/main" id="{C8602C21-6533-4EC5-9E7E-EA6C30144033}"/>
                    </a:ext>
                  </a:extLst>
                </p:cNvPr>
                <p:cNvSpPr>
                  <a:spLocks noChangeArrowheads="1"/>
                </p:cNvSpPr>
                <p:nvPr/>
              </p:nvSpPr>
              <p:spPr bwMode="auto">
                <a:xfrm>
                  <a:off x="4860" y="6114"/>
                  <a:ext cx="425" cy="425"/>
                </a:xfrm>
                <a:prstGeom prst="flowChartDelay">
                  <a:avLst/>
                </a:prstGeom>
                <a:grpFill/>
                <a:ln w="22225">
                  <a:solidFill>
                    <a:srgbClr val="000000"/>
                  </a:solidFill>
                  <a:miter lim="800000"/>
                  <a:headEnd/>
                  <a:tailEnd/>
                </a:ln>
              </p:spPr>
              <p:txBody>
                <a:bodyPr/>
                <a:lstStyle/>
                <a:p>
                  <a:pPr eaLnBrk="1" hangingPunct="1">
                    <a:defRPr/>
                  </a:pPr>
                  <a:endParaRPr lang="en-US"/>
                </a:p>
              </p:txBody>
            </p:sp>
            <p:sp>
              <p:nvSpPr>
                <p:cNvPr id="130213" name="Oval 165">
                  <a:extLst>
                    <a:ext uri="{FF2B5EF4-FFF2-40B4-BE49-F238E27FC236}">
                      <a16:creationId xmlns:a16="http://schemas.microsoft.com/office/drawing/2014/main" id="{83C52C64-AE8E-4F64-8272-F6F5D5C7CDE4}"/>
                    </a:ext>
                  </a:extLst>
                </p:cNvPr>
                <p:cNvSpPr>
                  <a:spLocks noChangeArrowheads="1"/>
                </p:cNvSpPr>
                <p:nvPr/>
              </p:nvSpPr>
              <p:spPr bwMode="auto">
                <a:xfrm>
                  <a:off x="5280" y="6279"/>
                  <a:ext cx="119" cy="119"/>
                </a:xfrm>
                <a:prstGeom prst="ellipse">
                  <a:avLst/>
                </a:prstGeom>
                <a:grpFill/>
                <a:ln w="22225">
                  <a:solidFill>
                    <a:srgbClr val="000000"/>
                  </a:solidFill>
                  <a:round/>
                  <a:headEnd/>
                  <a:tailEnd/>
                </a:ln>
              </p:spPr>
              <p:txBody>
                <a:bodyPr/>
                <a:lstStyle/>
                <a:p>
                  <a:pPr eaLnBrk="1" hangingPunct="1">
                    <a:defRPr/>
                  </a:pPr>
                  <a:endParaRPr lang="en-US"/>
                </a:p>
              </p:txBody>
            </p:sp>
          </p:grpSp>
          <p:grpSp>
            <p:nvGrpSpPr>
              <p:cNvPr id="6" name="Group 166">
                <a:extLst>
                  <a:ext uri="{FF2B5EF4-FFF2-40B4-BE49-F238E27FC236}">
                    <a16:creationId xmlns:a16="http://schemas.microsoft.com/office/drawing/2014/main" id="{7080BBBD-D191-4771-AF57-F26F88BE8528}"/>
                  </a:ext>
                </a:extLst>
              </p:cNvPr>
              <p:cNvGrpSpPr>
                <a:grpSpLocks/>
              </p:cNvGrpSpPr>
              <p:nvPr/>
            </p:nvGrpSpPr>
            <p:grpSpPr bwMode="auto">
              <a:xfrm>
                <a:off x="3110657" y="3346346"/>
                <a:ext cx="292689" cy="197492"/>
                <a:chOff x="3570" y="5544"/>
                <a:chExt cx="389" cy="326"/>
              </a:xfrm>
              <a:solidFill>
                <a:schemeClr val="accent1"/>
              </a:solidFill>
            </p:grpSpPr>
            <p:sp>
              <p:nvSpPr>
                <p:cNvPr id="130215" name="Oval 167">
                  <a:extLst>
                    <a:ext uri="{FF2B5EF4-FFF2-40B4-BE49-F238E27FC236}">
                      <a16:creationId xmlns:a16="http://schemas.microsoft.com/office/drawing/2014/main" id="{ECA56588-B057-4B81-A61B-BD3FC80D42D4}"/>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16" name="AutoShape 168">
                  <a:extLst>
                    <a:ext uri="{FF2B5EF4-FFF2-40B4-BE49-F238E27FC236}">
                      <a16:creationId xmlns:a16="http://schemas.microsoft.com/office/drawing/2014/main" id="{609C70F1-2238-4948-85DA-1BD74423CC2E}"/>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7" name="Group 169">
                <a:extLst>
                  <a:ext uri="{FF2B5EF4-FFF2-40B4-BE49-F238E27FC236}">
                    <a16:creationId xmlns:a16="http://schemas.microsoft.com/office/drawing/2014/main" id="{33F0C958-E8E3-49E1-AF78-3D220BE3A4C7}"/>
                  </a:ext>
                </a:extLst>
              </p:cNvPr>
              <p:cNvGrpSpPr>
                <a:grpSpLocks/>
              </p:cNvGrpSpPr>
              <p:nvPr/>
            </p:nvGrpSpPr>
            <p:grpSpPr bwMode="auto">
              <a:xfrm>
                <a:off x="4068955" y="3391487"/>
                <a:ext cx="405605" cy="258150"/>
                <a:chOff x="4860" y="6114"/>
                <a:chExt cx="539" cy="425"/>
              </a:xfrm>
              <a:solidFill>
                <a:schemeClr val="accent1"/>
              </a:solidFill>
            </p:grpSpPr>
            <p:sp>
              <p:nvSpPr>
                <p:cNvPr id="130218" name="AutoShape 170">
                  <a:extLst>
                    <a:ext uri="{FF2B5EF4-FFF2-40B4-BE49-F238E27FC236}">
                      <a16:creationId xmlns:a16="http://schemas.microsoft.com/office/drawing/2014/main" id="{E755EBE2-4480-47FB-B728-EE221D9F5A90}"/>
                    </a:ext>
                  </a:extLst>
                </p:cNvPr>
                <p:cNvSpPr>
                  <a:spLocks noChangeArrowheads="1"/>
                </p:cNvSpPr>
                <p:nvPr/>
              </p:nvSpPr>
              <p:spPr bwMode="auto">
                <a:xfrm>
                  <a:off x="4860" y="6114"/>
                  <a:ext cx="425" cy="425"/>
                </a:xfrm>
                <a:prstGeom prst="flowChartDelay">
                  <a:avLst/>
                </a:prstGeom>
                <a:grpFill/>
                <a:ln w="22225">
                  <a:solidFill>
                    <a:srgbClr val="000000"/>
                  </a:solidFill>
                  <a:miter lim="800000"/>
                  <a:headEnd/>
                  <a:tailEnd/>
                </a:ln>
              </p:spPr>
              <p:txBody>
                <a:bodyPr/>
                <a:lstStyle/>
                <a:p>
                  <a:pPr eaLnBrk="1" hangingPunct="1">
                    <a:defRPr/>
                  </a:pPr>
                  <a:endParaRPr lang="en-US"/>
                </a:p>
              </p:txBody>
            </p:sp>
            <p:sp>
              <p:nvSpPr>
                <p:cNvPr id="130219" name="Oval 171">
                  <a:extLst>
                    <a:ext uri="{FF2B5EF4-FFF2-40B4-BE49-F238E27FC236}">
                      <a16:creationId xmlns:a16="http://schemas.microsoft.com/office/drawing/2014/main" id="{72DC2983-E26E-4EB1-8CCD-55E44DBE25EE}"/>
                    </a:ext>
                  </a:extLst>
                </p:cNvPr>
                <p:cNvSpPr>
                  <a:spLocks noChangeArrowheads="1"/>
                </p:cNvSpPr>
                <p:nvPr/>
              </p:nvSpPr>
              <p:spPr bwMode="auto">
                <a:xfrm>
                  <a:off x="5280" y="6279"/>
                  <a:ext cx="119" cy="119"/>
                </a:xfrm>
                <a:prstGeom prst="ellipse">
                  <a:avLst/>
                </a:prstGeom>
                <a:grpFill/>
                <a:ln w="22225">
                  <a:solidFill>
                    <a:srgbClr val="000000"/>
                  </a:solidFill>
                  <a:round/>
                  <a:headEnd/>
                  <a:tailEnd/>
                </a:ln>
              </p:spPr>
              <p:txBody>
                <a:bodyPr/>
                <a:lstStyle/>
                <a:p>
                  <a:pPr eaLnBrk="1" hangingPunct="1">
                    <a:defRPr/>
                  </a:pPr>
                  <a:endParaRPr lang="en-US"/>
                </a:p>
              </p:txBody>
            </p:sp>
          </p:grpSp>
          <p:grpSp>
            <p:nvGrpSpPr>
              <p:cNvPr id="8" name="Group 172">
                <a:extLst>
                  <a:ext uri="{FF2B5EF4-FFF2-40B4-BE49-F238E27FC236}">
                    <a16:creationId xmlns:a16="http://schemas.microsoft.com/office/drawing/2014/main" id="{DF5CDAB8-3055-4566-90D8-4449BDA1EBAE}"/>
                  </a:ext>
                </a:extLst>
              </p:cNvPr>
              <p:cNvGrpSpPr>
                <a:grpSpLocks/>
              </p:cNvGrpSpPr>
              <p:nvPr/>
            </p:nvGrpSpPr>
            <p:grpSpPr bwMode="auto">
              <a:xfrm>
                <a:off x="3122543" y="3701831"/>
                <a:ext cx="292689" cy="197492"/>
                <a:chOff x="3570" y="5544"/>
                <a:chExt cx="389" cy="326"/>
              </a:xfrm>
              <a:solidFill>
                <a:schemeClr val="accent1"/>
              </a:solidFill>
            </p:grpSpPr>
            <p:sp>
              <p:nvSpPr>
                <p:cNvPr id="130221" name="Oval 173">
                  <a:extLst>
                    <a:ext uri="{FF2B5EF4-FFF2-40B4-BE49-F238E27FC236}">
                      <a16:creationId xmlns:a16="http://schemas.microsoft.com/office/drawing/2014/main" id="{BB1CD3DB-77BB-4CFC-A727-309161A9A6BB}"/>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22" name="AutoShape 174">
                  <a:extLst>
                    <a:ext uri="{FF2B5EF4-FFF2-40B4-BE49-F238E27FC236}">
                      <a16:creationId xmlns:a16="http://schemas.microsoft.com/office/drawing/2014/main" id="{36477DE7-9C23-45CB-861A-9B88D088A2B9}"/>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9" name="Group 175">
                <a:extLst>
                  <a:ext uri="{FF2B5EF4-FFF2-40B4-BE49-F238E27FC236}">
                    <a16:creationId xmlns:a16="http://schemas.microsoft.com/office/drawing/2014/main" id="{31D27C99-FC9E-4416-BAA4-1B364A4B86E7}"/>
                  </a:ext>
                </a:extLst>
              </p:cNvPr>
              <p:cNvGrpSpPr>
                <a:grpSpLocks/>
              </p:cNvGrpSpPr>
              <p:nvPr/>
            </p:nvGrpSpPr>
            <p:grpSpPr bwMode="auto">
              <a:xfrm>
                <a:off x="4068955" y="3738508"/>
                <a:ext cx="405605" cy="258150"/>
                <a:chOff x="4860" y="6114"/>
                <a:chExt cx="539" cy="425"/>
              </a:xfrm>
              <a:solidFill>
                <a:schemeClr val="accent1"/>
              </a:solidFill>
            </p:grpSpPr>
            <p:sp>
              <p:nvSpPr>
                <p:cNvPr id="130224" name="AutoShape 176">
                  <a:extLst>
                    <a:ext uri="{FF2B5EF4-FFF2-40B4-BE49-F238E27FC236}">
                      <a16:creationId xmlns:a16="http://schemas.microsoft.com/office/drawing/2014/main" id="{398B744E-2DB5-412C-A789-3B06AA1A9F1D}"/>
                    </a:ext>
                  </a:extLst>
                </p:cNvPr>
                <p:cNvSpPr>
                  <a:spLocks noChangeArrowheads="1"/>
                </p:cNvSpPr>
                <p:nvPr/>
              </p:nvSpPr>
              <p:spPr bwMode="auto">
                <a:xfrm>
                  <a:off x="4860" y="6114"/>
                  <a:ext cx="425" cy="425"/>
                </a:xfrm>
                <a:prstGeom prst="flowChartDelay">
                  <a:avLst/>
                </a:prstGeom>
                <a:grpFill/>
                <a:ln w="22225">
                  <a:solidFill>
                    <a:srgbClr val="000000"/>
                  </a:solidFill>
                  <a:miter lim="800000"/>
                  <a:headEnd/>
                  <a:tailEnd/>
                </a:ln>
              </p:spPr>
              <p:txBody>
                <a:bodyPr/>
                <a:lstStyle/>
                <a:p>
                  <a:pPr eaLnBrk="1" hangingPunct="1">
                    <a:defRPr/>
                  </a:pPr>
                  <a:endParaRPr lang="en-US"/>
                </a:p>
              </p:txBody>
            </p:sp>
            <p:sp>
              <p:nvSpPr>
                <p:cNvPr id="130225" name="Oval 177">
                  <a:extLst>
                    <a:ext uri="{FF2B5EF4-FFF2-40B4-BE49-F238E27FC236}">
                      <a16:creationId xmlns:a16="http://schemas.microsoft.com/office/drawing/2014/main" id="{BF2EA0D9-0F22-4B29-851E-FCBC001781C2}"/>
                    </a:ext>
                  </a:extLst>
                </p:cNvPr>
                <p:cNvSpPr>
                  <a:spLocks noChangeArrowheads="1"/>
                </p:cNvSpPr>
                <p:nvPr/>
              </p:nvSpPr>
              <p:spPr bwMode="auto">
                <a:xfrm>
                  <a:off x="5280" y="6279"/>
                  <a:ext cx="119" cy="119"/>
                </a:xfrm>
                <a:prstGeom prst="ellipse">
                  <a:avLst/>
                </a:prstGeom>
                <a:grpFill/>
                <a:ln w="22225">
                  <a:solidFill>
                    <a:srgbClr val="000000"/>
                  </a:solidFill>
                  <a:round/>
                  <a:headEnd/>
                  <a:tailEnd/>
                </a:ln>
              </p:spPr>
              <p:txBody>
                <a:bodyPr/>
                <a:lstStyle/>
                <a:p>
                  <a:pPr eaLnBrk="1" hangingPunct="1">
                    <a:defRPr/>
                  </a:pPr>
                  <a:endParaRPr lang="en-US"/>
                </a:p>
              </p:txBody>
            </p:sp>
          </p:grpSp>
          <p:grpSp>
            <p:nvGrpSpPr>
              <p:cNvPr id="10" name="Group 178">
                <a:extLst>
                  <a:ext uri="{FF2B5EF4-FFF2-40B4-BE49-F238E27FC236}">
                    <a16:creationId xmlns:a16="http://schemas.microsoft.com/office/drawing/2014/main" id="{250EF35F-0844-49D5-8E64-E1BD90D1A810}"/>
                  </a:ext>
                </a:extLst>
              </p:cNvPr>
              <p:cNvGrpSpPr>
                <a:grpSpLocks/>
              </p:cNvGrpSpPr>
              <p:nvPr/>
            </p:nvGrpSpPr>
            <p:grpSpPr bwMode="auto">
              <a:xfrm>
                <a:off x="3122543" y="4047442"/>
                <a:ext cx="292689" cy="197492"/>
                <a:chOff x="3570" y="5544"/>
                <a:chExt cx="389" cy="326"/>
              </a:xfrm>
              <a:solidFill>
                <a:schemeClr val="accent1"/>
              </a:solidFill>
            </p:grpSpPr>
            <p:sp>
              <p:nvSpPr>
                <p:cNvPr id="130227" name="Oval 179">
                  <a:extLst>
                    <a:ext uri="{FF2B5EF4-FFF2-40B4-BE49-F238E27FC236}">
                      <a16:creationId xmlns:a16="http://schemas.microsoft.com/office/drawing/2014/main" id="{73B8E1F6-30F6-49F9-975E-EA265AD3FB2F}"/>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28" name="AutoShape 180">
                  <a:extLst>
                    <a:ext uri="{FF2B5EF4-FFF2-40B4-BE49-F238E27FC236}">
                      <a16:creationId xmlns:a16="http://schemas.microsoft.com/office/drawing/2014/main" id="{EA598F46-6304-4789-8166-FE9D00C3C8FC}"/>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11" name="Group 181">
                <a:extLst>
                  <a:ext uri="{FF2B5EF4-FFF2-40B4-BE49-F238E27FC236}">
                    <a16:creationId xmlns:a16="http://schemas.microsoft.com/office/drawing/2014/main" id="{668E97BC-A0E7-44EB-9CB3-5DE1BC091F7D}"/>
                  </a:ext>
                </a:extLst>
              </p:cNvPr>
              <p:cNvGrpSpPr>
                <a:grpSpLocks/>
              </p:cNvGrpSpPr>
              <p:nvPr/>
            </p:nvGrpSpPr>
            <p:grpSpPr bwMode="auto">
              <a:xfrm>
                <a:off x="3122543" y="4402927"/>
                <a:ext cx="292689" cy="197492"/>
                <a:chOff x="3570" y="5544"/>
                <a:chExt cx="389" cy="326"/>
              </a:xfrm>
              <a:solidFill>
                <a:schemeClr val="accent1"/>
              </a:solidFill>
            </p:grpSpPr>
            <p:sp>
              <p:nvSpPr>
                <p:cNvPr id="130230" name="Oval 182">
                  <a:extLst>
                    <a:ext uri="{FF2B5EF4-FFF2-40B4-BE49-F238E27FC236}">
                      <a16:creationId xmlns:a16="http://schemas.microsoft.com/office/drawing/2014/main" id="{23ABEF20-D900-4F4F-89B9-C4E923E6AC0D}"/>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31" name="AutoShape 183">
                  <a:extLst>
                    <a:ext uri="{FF2B5EF4-FFF2-40B4-BE49-F238E27FC236}">
                      <a16:creationId xmlns:a16="http://schemas.microsoft.com/office/drawing/2014/main" id="{482408EB-3A7A-41C8-8F78-A329F7367B43}"/>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12" name="Group 184">
                <a:extLst>
                  <a:ext uri="{FF2B5EF4-FFF2-40B4-BE49-F238E27FC236}">
                    <a16:creationId xmlns:a16="http://schemas.microsoft.com/office/drawing/2014/main" id="{BF592877-7636-490C-B319-6D3E79224E60}"/>
                  </a:ext>
                </a:extLst>
              </p:cNvPr>
              <p:cNvGrpSpPr>
                <a:grpSpLocks/>
              </p:cNvGrpSpPr>
              <p:nvPr/>
            </p:nvGrpSpPr>
            <p:grpSpPr bwMode="auto">
              <a:xfrm>
                <a:off x="3122543" y="4748538"/>
                <a:ext cx="292689" cy="198902"/>
                <a:chOff x="3570" y="5544"/>
                <a:chExt cx="389" cy="326"/>
              </a:xfrm>
              <a:solidFill>
                <a:schemeClr val="accent1"/>
              </a:solidFill>
            </p:grpSpPr>
            <p:sp>
              <p:nvSpPr>
                <p:cNvPr id="130233" name="Oval 185">
                  <a:extLst>
                    <a:ext uri="{FF2B5EF4-FFF2-40B4-BE49-F238E27FC236}">
                      <a16:creationId xmlns:a16="http://schemas.microsoft.com/office/drawing/2014/main" id="{CF27A255-1796-4595-ACF9-B688B1DAA035}"/>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34" name="AutoShape 186">
                  <a:extLst>
                    <a:ext uri="{FF2B5EF4-FFF2-40B4-BE49-F238E27FC236}">
                      <a16:creationId xmlns:a16="http://schemas.microsoft.com/office/drawing/2014/main" id="{C6243F31-63BF-4950-85A1-598E0128DED6}"/>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13" name="Group 187">
                <a:extLst>
                  <a:ext uri="{FF2B5EF4-FFF2-40B4-BE49-F238E27FC236}">
                    <a16:creationId xmlns:a16="http://schemas.microsoft.com/office/drawing/2014/main" id="{5C1EA759-A559-42E5-8E78-018A67B09694}"/>
                  </a:ext>
                </a:extLst>
              </p:cNvPr>
              <p:cNvGrpSpPr>
                <a:grpSpLocks/>
              </p:cNvGrpSpPr>
              <p:nvPr/>
            </p:nvGrpSpPr>
            <p:grpSpPr bwMode="auto">
              <a:xfrm>
                <a:off x="3132943" y="5113898"/>
                <a:ext cx="292689" cy="197492"/>
                <a:chOff x="3570" y="5544"/>
                <a:chExt cx="389" cy="326"/>
              </a:xfrm>
              <a:solidFill>
                <a:schemeClr val="accent1"/>
              </a:solidFill>
            </p:grpSpPr>
            <p:sp>
              <p:nvSpPr>
                <p:cNvPr id="130236" name="Oval 188">
                  <a:extLst>
                    <a:ext uri="{FF2B5EF4-FFF2-40B4-BE49-F238E27FC236}">
                      <a16:creationId xmlns:a16="http://schemas.microsoft.com/office/drawing/2014/main" id="{0701CA20-58A6-49B8-8FBC-B6C5328B2E5C}"/>
                    </a:ext>
                  </a:extLst>
                </p:cNvPr>
                <p:cNvSpPr>
                  <a:spLocks noChangeArrowheads="1"/>
                </p:cNvSpPr>
                <p:nvPr/>
              </p:nvSpPr>
              <p:spPr bwMode="auto">
                <a:xfrm>
                  <a:off x="3846" y="5639"/>
                  <a:ext cx="113" cy="115"/>
                </a:xfrm>
                <a:prstGeom prst="ellipse">
                  <a:avLst/>
                </a:prstGeom>
                <a:grpFill/>
                <a:ln w="22225">
                  <a:solidFill>
                    <a:srgbClr val="000000"/>
                  </a:solidFill>
                  <a:round/>
                  <a:headEnd/>
                  <a:tailEnd/>
                </a:ln>
              </p:spPr>
              <p:txBody>
                <a:bodyPr/>
                <a:lstStyle/>
                <a:p>
                  <a:pPr eaLnBrk="1" hangingPunct="1">
                    <a:defRPr/>
                  </a:pPr>
                  <a:endParaRPr lang="en-US"/>
                </a:p>
              </p:txBody>
            </p:sp>
            <p:sp>
              <p:nvSpPr>
                <p:cNvPr id="130237" name="AutoShape 189">
                  <a:extLst>
                    <a:ext uri="{FF2B5EF4-FFF2-40B4-BE49-F238E27FC236}">
                      <a16:creationId xmlns:a16="http://schemas.microsoft.com/office/drawing/2014/main" id="{8DFC9C7A-4F1A-4A0B-B37E-C6523E26E24C}"/>
                    </a:ext>
                  </a:extLst>
                </p:cNvPr>
                <p:cNvSpPr>
                  <a:spLocks noChangeArrowheads="1"/>
                </p:cNvSpPr>
                <p:nvPr/>
              </p:nvSpPr>
              <p:spPr bwMode="auto">
                <a:xfrm rot="-16164796">
                  <a:off x="3539" y="5575"/>
                  <a:ext cx="326" cy="264"/>
                </a:xfrm>
                <a:prstGeom prst="triangle">
                  <a:avLst>
                    <a:gd name="adj" fmla="val 50000"/>
                  </a:avLst>
                </a:prstGeom>
                <a:grpFill/>
                <a:ln w="22225">
                  <a:solidFill>
                    <a:srgbClr val="000000"/>
                  </a:solidFill>
                  <a:miter lim="800000"/>
                  <a:headEnd/>
                  <a:tailEnd/>
                </a:ln>
              </p:spPr>
              <p:txBody>
                <a:bodyPr/>
                <a:lstStyle/>
                <a:p>
                  <a:pPr eaLnBrk="1" hangingPunct="1">
                    <a:defRPr/>
                  </a:pPr>
                  <a:endParaRPr lang="en-US"/>
                </a:p>
              </p:txBody>
            </p:sp>
          </p:grpSp>
          <p:grpSp>
            <p:nvGrpSpPr>
              <p:cNvPr id="14" name="Group 190">
                <a:extLst>
                  <a:ext uri="{FF2B5EF4-FFF2-40B4-BE49-F238E27FC236}">
                    <a16:creationId xmlns:a16="http://schemas.microsoft.com/office/drawing/2014/main" id="{96EBC2F5-37C5-408A-BA5B-D3A81BDA50D9}"/>
                  </a:ext>
                </a:extLst>
              </p:cNvPr>
              <p:cNvGrpSpPr>
                <a:grpSpLocks/>
              </p:cNvGrpSpPr>
              <p:nvPr/>
            </p:nvGrpSpPr>
            <p:grpSpPr bwMode="auto">
              <a:xfrm>
                <a:off x="4068955" y="4074244"/>
                <a:ext cx="405605" cy="258150"/>
                <a:chOff x="4860" y="6114"/>
                <a:chExt cx="539" cy="425"/>
              </a:xfrm>
              <a:solidFill>
                <a:schemeClr val="accent1"/>
              </a:solidFill>
            </p:grpSpPr>
            <p:sp>
              <p:nvSpPr>
                <p:cNvPr id="130239" name="AutoShape 191">
                  <a:extLst>
                    <a:ext uri="{FF2B5EF4-FFF2-40B4-BE49-F238E27FC236}">
                      <a16:creationId xmlns:a16="http://schemas.microsoft.com/office/drawing/2014/main" id="{087EB262-EA09-417D-9F0C-5F9B5715E5AD}"/>
                    </a:ext>
                  </a:extLst>
                </p:cNvPr>
                <p:cNvSpPr>
                  <a:spLocks noChangeArrowheads="1"/>
                </p:cNvSpPr>
                <p:nvPr/>
              </p:nvSpPr>
              <p:spPr bwMode="auto">
                <a:xfrm>
                  <a:off x="4860" y="6114"/>
                  <a:ext cx="425" cy="425"/>
                </a:xfrm>
                <a:prstGeom prst="flowChartDelay">
                  <a:avLst/>
                </a:prstGeom>
                <a:grpFill/>
                <a:ln w="22225">
                  <a:solidFill>
                    <a:srgbClr val="000000"/>
                  </a:solidFill>
                  <a:miter lim="800000"/>
                  <a:headEnd/>
                  <a:tailEnd/>
                </a:ln>
              </p:spPr>
              <p:txBody>
                <a:bodyPr/>
                <a:lstStyle/>
                <a:p>
                  <a:pPr eaLnBrk="1" hangingPunct="1">
                    <a:defRPr/>
                  </a:pPr>
                  <a:endParaRPr lang="en-US"/>
                </a:p>
              </p:txBody>
            </p:sp>
            <p:sp>
              <p:nvSpPr>
                <p:cNvPr id="130240" name="Oval 192">
                  <a:extLst>
                    <a:ext uri="{FF2B5EF4-FFF2-40B4-BE49-F238E27FC236}">
                      <a16:creationId xmlns:a16="http://schemas.microsoft.com/office/drawing/2014/main" id="{FF226780-CCFE-444F-B736-1FFF6B6F9E1B}"/>
                    </a:ext>
                  </a:extLst>
                </p:cNvPr>
                <p:cNvSpPr>
                  <a:spLocks noChangeArrowheads="1"/>
                </p:cNvSpPr>
                <p:nvPr/>
              </p:nvSpPr>
              <p:spPr bwMode="auto">
                <a:xfrm>
                  <a:off x="5280" y="6279"/>
                  <a:ext cx="119" cy="119"/>
                </a:xfrm>
                <a:prstGeom prst="ellipse">
                  <a:avLst/>
                </a:prstGeom>
                <a:grpFill/>
                <a:ln w="22225">
                  <a:solidFill>
                    <a:srgbClr val="000000"/>
                  </a:solidFill>
                  <a:round/>
                  <a:headEnd/>
                  <a:tailEnd/>
                </a:ln>
              </p:spPr>
              <p:txBody>
                <a:bodyPr/>
                <a:lstStyle/>
                <a:p>
                  <a:pPr eaLnBrk="1" hangingPunct="1">
                    <a:defRPr/>
                  </a:pPr>
                  <a:endParaRPr lang="en-US"/>
                </a:p>
              </p:txBody>
            </p:sp>
          </p:grpSp>
          <p:grpSp>
            <p:nvGrpSpPr>
              <p:cNvPr id="15" name="Group 193">
                <a:extLst>
                  <a:ext uri="{FF2B5EF4-FFF2-40B4-BE49-F238E27FC236}">
                    <a16:creationId xmlns:a16="http://schemas.microsoft.com/office/drawing/2014/main" id="{572B9F0D-D239-4A1B-8293-6A94B559E618}"/>
                  </a:ext>
                </a:extLst>
              </p:cNvPr>
              <p:cNvGrpSpPr>
                <a:grpSpLocks/>
              </p:cNvGrpSpPr>
              <p:nvPr/>
            </p:nvGrpSpPr>
            <p:grpSpPr bwMode="auto">
              <a:xfrm>
                <a:off x="4068955" y="4429730"/>
                <a:ext cx="405605" cy="258150"/>
                <a:chOff x="4860" y="6114"/>
                <a:chExt cx="539" cy="425"/>
              </a:xfrm>
              <a:solidFill>
                <a:schemeClr val="accent1"/>
              </a:solidFill>
            </p:grpSpPr>
            <p:sp>
              <p:nvSpPr>
                <p:cNvPr id="130242" name="AutoShape 194">
                  <a:extLst>
                    <a:ext uri="{FF2B5EF4-FFF2-40B4-BE49-F238E27FC236}">
                      <a16:creationId xmlns:a16="http://schemas.microsoft.com/office/drawing/2014/main" id="{9EEF6A34-5516-4B0D-AA36-73491EE97B44}"/>
                    </a:ext>
                  </a:extLst>
                </p:cNvPr>
                <p:cNvSpPr>
                  <a:spLocks noChangeArrowheads="1"/>
                </p:cNvSpPr>
                <p:nvPr/>
              </p:nvSpPr>
              <p:spPr bwMode="auto">
                <a:xfrm>
                  <a:off x="4860" y="6114"/>
                  <a:ext cx="425" cy="425"/>
                </a:xfrm>
                <a:prstGeom prst="flowChartDelay">
                  <a:avLst/>
                </a:prstGeom>
                <a:grpFill/>
                <a:ln w="22225">
                  <a:solidFill>
                    <a:srgbClr val="000000"/>
                  </a:solidFill>
                  <a:miter lim="800000"/>
                  <a:headEnd/>
                  <a:tailEnd/>
                </a:ln>
              </p:spPr>
              <p:txBody>
                <a:bodyPr/>
                <a:lstStyle/>
                <a:p>
                  <a:pPr eaLnBrk="1" hangingPunct="1">
                    <a:defRPr/>
                  </a:pPr>
                  <a:endParaRPr lang="en-US"/>
                </a:p>
              </p:txBody>
            </p:sp>
            <p:sp>
              <p:nvSpPr>
                <p:cNvPr id="130243" name="Oval 195">
                  <a:extLst>
                    <a:ext uri="{FF2B5EF4-FFF2-40B4-BE49-F238E27FC236}">
                      <a16:creationId xmlns:a16="http://schemas.microsoft.com/office/drawing/2014/main" id="{FBCC7FB6-D4C3-4A57-87C2-8CC17945EC67}"/>
                    </a:ext>
                  </a:extLst>
                </p:cNvPr>
                <p:cNvSpPr>
                  <a:spLocks noChangeArrowheads="1"/>
                </p:cNvSpPr>
                <p:nvPr/>
              </p:nvSpPr>
              <p:spPr bwMode="auto">
                <a:xfrm>
                  <a:off x="5280" y="6279"/>
                  <a:ext cx="119" cy="119"/>
                </a:xfrm>
                <a:prstGeom prst="ellipse">
                  <a:avLst/>
                </a:prstGeom>
                <a:grpFill/>
                <a:ln w="22225">
                  <a:solidFill>
                    <a:srgbClr val="000000"/>
                  </a:solidFill>
                  <a:round/>
                  <a:headEnd/>
                  <a:tailEnd/>
                </a:ln>
              </p:spPr>
              <p:txBody>
                <a:bodyPr/>
                <a:lstStyle/>
                <a:p>
                  <a:pPr eaLnBrk="1" hangingPunct="1">
                    <a:defRPr/>
                  </a:pPr>
                  <a:endParaRPr lang="en-US"/>
                </a:p>
              </p:txBody>
            </p:sp>
          </p:grpSp>
          <p:grpSp>
            <p:nvGrpSpPr>
              <p:cNvPr id="16" name="Group 196">
                <a:extLst>
                  <a:ext uri="{FF2B5EF4-FFF2-40B4-BE49-F238E27FC236}">
                    <a16:creationId xmlns:a16="http://schemas.microsoft.com/office/drawing/2014/main" id="{6F2842CF-7899-431E-9246-F00BF789D333}"/>
                  </a:ext>
                </a:extLst>
              </p:cNvPr>
              <p:cNvGrpSpPr>
                <a:grpSpLocks/>
              </p:cNvGrpSpPr>
              <p:nvPr/>
            </p:nvGrpSpPr>
            <p:grpSpPr bwMode="auto">
              <a:xfrm>
                <a:off x="4068955" y="4776751"/>
                <a:ext cx="405605" cy="258150"/>
                <a:chOff x="4860" y="6114"/>
                <a:chExt cx="539" cy="425"/>
              </a:xfrm>
              <a:solidFill>
                <a:schemeClr val="accent1"/>
              </a:solidFill>
            </p:grpSpPr>
            <p:sp>
              <p:nvSpPr>
                <p:cNvPr id="130245" name="AutoShape 197">
                  <a:extLst>
                    <a:ext uri="{FF2B5EF4-FFF2-40B4-BE49-F238E27FC236}">
                      <a16:creationId xmlns:a16="http://schemas.microsoft.com/office/drawing/2014/main" id="{120D6CAA-837C-466C-84DF-2B615D320200}"/>
                    </a:ext>
                  </a:extLst>
                </p:cNvPr>
                <p:cNvSpPr>
                  <a:spLocks noChangeArrowheads="1"/>
                </p:cNvSpPr>
                <p:nvPr/>
              </p:nvSpPr>
              <p:spPr bwMode="auto">
                <a:xfrm>
                  <a:off x="4860" y="6114"/>
                  <a:ext cx="425" cy="425"/>
                </a:xfrm>
                <a:prstGeom prst="flowChartDelay">
                  <a:avLst/>
                </a:prstGeom>
                <a:grpFill/>
                <a:ln w="22225">
                  <a:solidFill>
                    <a:srgbClr val="000000"/>
                  </a:solidFill>
                  <a:miter lim="800000"/>
                  <a:headEnd/>
                  <a:tailEnd/>
                </a:ln>
              </p:spPr>
              <p:txBody>
                <a:bodyPr/>
                <a:lstStyle/>
                <a:p>
                  <a:pPr eaLnBrk="1" hangingPunct="1">
                    <a:defRPr/>
                  </a:pPr>
                  <a:endParaRPr lang="en-US"/>
                </a:p>
              </p:txBody>
            </p:sp>
            <p:sp>
              <p:nvSpPr>
                <p:cNvPr id="130246" name="Oval 198">
                  <a:extLst>
                    <a:ext uri="{FF2B5EF4-FFF2-40B4-BE49-F238E27FC236}">
                      <a16:creationId xmlns:a16="http://schemas.microsoft.com/office/drawing/2014/main" id="{87FEFD12-02F7-42B2-A7E5-5D5EAA436A44}"/>
                    </a:ext>
                  </a:extLst>
                </p:cNvPr>
                <p:cNvSpPr>
                  <a:spLocks noChangeArrowheads="1"/>
                </p:cNvSpPr>
                <p:nvPr/>
              </p:nvSpPr>
              <p:spPr bwMode="auto">
                <a:xfrm>
                  <a:off x="5280" y="6279"/>
                  <a:ext cx="119" cy="119"/>
                </a:xfrm>
                <a:prstGeom prst="ellipse">
                  <a:avLst/>
                </a:prstGeom>
                <a:grpFill/>
                <a:ln w="22225">
                  <a:solidFill>
                    <a:srgbClr val="000000"/>
                  </a:solidFill>
                  <a:round/>
                  <a:headEnd/>
                  <a:tailEnd/>
                </a:ln>
              </p:spPr>
              <p:txBody>
                <a:bodyPr/>
                <a:lstStyle/>
                <a:p>
                  <a:pPr eaLnBrk="1" hangingPunct="1">
                    <a:defRPr/>
                  </a:pPr>
                  <a:endParaRPr lang="en-US"/>
                </a:p>
              </p:txBody>
            </p:sp>
          </p:grpSp>
          <p:sp>
            <p:nvSpPr>
              <p:cNvPr id="82091" name="Line 199">
                <a:extLst>
                  <a:ext uri="{FF2B5EF4-FFF2-40B4-BE49-F238E27FC236}">
                    <a16:creationId xmlns:a16="http://schemas.microsoft.com/office/drawing/2014/main" id="{E415395C-2778-6D73-C511-428AF5C18099}"/>
                  </a:ext>
                </a:extLst>
              </p:cNvPr>
              <p:cNvSpPr>
                <a:spLocks noChangeShapeType="1"/>
              </p:cNvSpPr>
              <p:nvPr/>
            </p:nvSpPr>
            <p:spPr bwMode="auto">
              <a:xfrm>
                <a:off x="2855111" y="5366405"/>
                <a:ext cx="119155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 name="Group 200">
                <a:extLst>
                  <a:ext uri="{FF2B5EF4-FFF2-40B4-BE49-F238E27FC236}">
                    <a16:creationId xmlns:a16="http://schemas.microsoft.com/office/drawing/2014/main" id="{96F673ED-75BC-427E-B591-636EF834BC1D}"/>
                  </a:ext>
                </a:extLst>
              </p:cNvPr>
              <p:cNvGrpSpPr>
                <a:grpSpLocks/>
              </p:cNvGrpSpPr>
              <p:nvPr/>
            </p:nvGrpSpPr>
            <p:grpSpPr bwMode="auto">
              <a:xfrm>
                <a:off x="4068955" y="5140700"/>
                <a:ext cx="405605" cy="258150"/>
                <a:chOff x="4860" y="6114"/>
                <a:chExt cx="539" cy="425"/>
              </a:xfrm>
              <a:solidFill>
                <a:schemeClr val="accent1"/>
              </a:solidFill>
            </p:grpSpPr>
            <p:sp>
              <p:nvSpPr>
                <p:cNvPr id="130249" name="AutoShape 201">
                  <a:extLst>
                    <a:ext uri="{FF2B5EF4-FFF2-40B4-BE49-F238E27FC236}">
                      <a16:creationId xmlns:a16="http://schemas.microsoft.com/office/drawing/2014/main" id="{8094B1AF-9C23-485D-8B7E-A63A60079D38}"/>
                    </a:ext>
                  </a:extLst>
                </p:cNvPr>
                <p:cNvSpPr>
                  <a:spLocks noChangeArrowheads="1"/>
                </p:cNvSpPr>
                <p:nvPr/>
              </p:nvSpPr>
              <p:spPr bwMode="auto">
                <a:xfrm>
                  <a:off x="4860" y="6114"/>
                  <a:ext cx="425" cy="425"/>
                </a:xfrm>
                <a:prstGeom prst="flowChartDelay">
                  <a:avLst/>
                </a:prstGeom>
                <a:grpFill/>
                <a:ln w="22225">
                  <a:solidFill>
                    <a:srgbClr val="000000"/>
                  </a:solidFill>
                  <a:miter lim="800000"/>
                  <a:headEnd/>
                  <a:tailEnd/>
                </a:ln>
              </p:spPr>
              <p:txBody>
                <a:bodyPr/>
                <a:lstStyle/>
                <a:p>
                  <a:pPr eaLnBrk="1" hangingPunct="1">
                    <a:defRPr/>
                  </a:pPr>
                  <a:endParaRPr lang="en-US"/>
                </a:p>
              </p:txBody>
            </p:sp>
            <p:sp>
              <p:nvSpPr>
                <p:cNvPr id="130250" name="Oval 202">
                  <a:extLst>
                    <a:ext uri="{FF2B5EF4-FFF2-40B4-BE49-F238E27FC236}">
                      <a16:creationId xmlns:a16="http://schemas.microsoft.com/office/drawing/2014/main" id="{034D71BF-DBB6-45EC-AB32-5F0DEEA06525}"/>
                    </a:ext>
                  </a:extLst>
                </p:cNvPr>
                <p:cNvSpPr>
                  <a:spLocks noChangeArrowheads="1"/>
                </p:cNvSpPr>
                <p:nvPr/>
              </p:nvSpPr>
              <p:spPr bwMode="auto">
                <a:xfrm>
                  <a:off x="5280" y="6279"/>
                  <a:ext cx="119" cy="119"/>
                </a:xfrm>
                <a:prstGeom prst="ellipse">
                  <a:avLst/>
                </a:prstGeom>
                <a:grpFill/>
                <a:ln w="22225">
                  <a:solidFill>
                    <a:srgbClr val="000000"/>
                  </a:solidFill>
                  <a:round/>
                  <a:headEnd/>
                  <a:tailEnd/>
                </a:ln>
              </p:spPr>
              <p:txBody>
                <a:bodyPr/>
                <a:lstStyle/>
                <a:p>
                  <a:pPr eaLnBrk="1" hangingPunct="1">
                    <a:defRPr/>
                  </a:pPr>
                  <a:endParaRPr lang="en-US"/>
                </a:p>
              </p:txBody>
            </p:sp>
          </p:grpSp>
          <p:sp>
            <p:nvSpPr>
              <p:cNvPr id="82093" name="Line 203">
                <a:extLst>
                  <a:ext uri="{FF2B5EF4-FFF2-40B4-BE49-F238E27FC236}">
                    <a16:creationId xmlns:a16="http://schemas.microsoft.com/office/drawing/2014/main" id="{1DB15735-04DD-92C4-06AF-3AA37CD9D2B5}"/>
                  </a:ext>
                </a:extLst>
              </p:cNvPr>
              <p:cNvSpPr>
                <a:spLocks noChangeShapeType="1"/>
              </p:cNvSpPr>
              <p:nvPr/>
            </p:nvSpPr>
            <p:spPr bwMode="auto">
              <a:xfrm>
                <a:off x="4698906" y="3522678"/>
                <a:ext cx="0" cy="32162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94" name="Line 204">
                <a:extLst>
                  <a:ext uri="{FF2B5EF4-FFF2-40B4-BE49-F238E27FC236}">
                    <a16:creationId xmlns:a16="http://schemas.microsoft.com/office/drawing/2014/main" id="{5EEABE2B-5F63-9499-9320-0771B64D56DA}"/>
                  </a:ext>
                </a:extLst>
              </p:cNvPr>
              <p:cNvSpPr>
                <a:spLocks noChangeShapeType="1"/>
              </p:cNvSpPr>
              <p:nvPr/>
            </p:nvSpPr>
            <p:spPr bwMode="auto">
              <a:xfrm flipH="1">
                <a:off x="5094111" y="1097761"/>
                <a:ext cx="0" cy="24404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95" name="Text Box 205">
                <a:extLst>
                  <a:ext uri="{FF2B5EF4-FFF2-40B4-BE49-F238E27FC236}">
                    <a16:creationId xmlns:a16="http://schemas.microsoft.com/office/drawing/2014/main" id="{1A706B6F-009B-ED8A-ADAB-D38BF237157E}"/>
                  </a:ext>
                </a:extLst>
              </p:cNvPr>
              <p:cNvSpPr txBox="1">
                <a:spLocks noChangeArrowheads="1"/>
              </p:cNvSpPr>
              <p:nvPr/>
            </p:nvSpPr>
            <p:spPr bwMode="auto">
              <a:xfrm>
                <a:off x="2538650" y="2502774"/>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1</a:t>
                </a:r>
                <a:endParaRPr lang="ru-RU" altLang="en-US" sz="1100"/>
              </a:p>
            </p:txBody>
          </p:sp>
          <p:sp>
            <p:nvSpPr>
              <p:cNvPr id="82096" name="Text Box 206">
                <a:extLst>
                  <a:ext uri="{FF2B5EF4-FFF2-40B4-BE49-F238E27FC236}">
                    <a16:creationId xmlns:a16="http://schemas.microsoft.com/office/drawing/2014/main" id="{18110572-0E54-AB57-CE7D-CEFB7BD3CCFD}"/>
                  </a:ext>
                </a:extLst>
              </p:cNvPr>
              <p:cNvSpPr txBox="1">
                <a:spLocks noChangeArrowheads="1"/>
              </p:cNvSpPr>
              <p:nvPr/>
            </p:nvSpPr>
            <p:spPr bwMode="auto">
              <a:xfrm>
                <a:off x="2823911" y="2696034"/>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1</a:t>
                </a:r>
                <a:endParaRPr lang="ru-RU" altLang="en-US" sz="1100"/>
              </a:p>
            </p:txBody>
          </p:sp>
          <p:sp>
            <p:nvSpPr>
              <p:cNvPr id="82097" name="Text Box 207">
                <a:extLst>
                  <a:ext uri="{FF2B5EF4-FFF2-40B4-BE49-F238E27FC236}">
                    <a16:creationId xmlns:a16="http://schemas.microsoft.com/office/drawing/2014/main" id="{AAE74B8F-041C-C7E6-3419-BB607F10DA65}"/>
                  </a:ext>
                </a:extLst>
              </p:cNvPr>
              <p:cNvSpPr txBox="1">
                <a:spLocks noChangeArrowheads="1"/>
              </p:cNvSpPr>
              <p:nvPr/>
            </p:nvSpPr>
            <p:spPr bwMode="auto">
              <a:xfrm>
                <a:off x="2552022" y="2851206"/>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2</a:t>
                </a:r>
                <a:endParaRPr lang="ru-RU" altLang="en-US" sz="1100"/>
              </a:p>
            </p:txBody>
          </p:sp>
          <p:sp>
            <p:nvSpPr>
              <p:cNvPr id="82098" name="Text Box 208">
                <a:extLst>
                  <a:ext uri="{FF2B5EF4-FFF2-40B4-BE49-F238E27FC236}">
                    <a16:creationId xmlns:a16="http://schemas.microsoft.com/office/drawing/2014/main" id="{051FD26A-DFF3-ADFB-4993-6B757ED753BC}"/>
                  </a:ext>
                </a:extLst>
              </p:cNvPr>
              <p:cNvSpPr txBox="1">
                <a:spLocks noChangeArrowheads="1"/>
              </p:cNvSpPr>
              <p:nvPr/>
            </p:nvSpPr>
            <p:spPr bwMode="auto">
              <a:xfrm>
                <a:off x="2823911" y="3031770"/>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2</a:t>
                </a:r>
                <a:endParaRPr lang="ru-RU" altLang="en-US" sz="1100"/>
              </a:p>
            </p:txBody>
          </p:sp>
          <p:sp>
            <p:nvSpPr>
              <p:cNvPr id="82099" name="Text Box 209">
                <a:extLst>
                  <a:ext uri="{FF2B5EF4-FFF2-40B4-BE49-F238E27FC236}">
                    <a16:creationId xmlns:a16="http://schemas.microsoft.com/office/drawing/2014/main" id="{9B56EAC6-C93D-E1E3-C976-300871EFC16B}"/>
                  </a:ext>
                </a:extLst>
              </p:cNvPr>
              <p:cNvSpPr txBox="1">
                <a:spLocks noChangeArrowheads="1"/>
              </p:cNvSpPr>
              <p:nvPr/>
            </p:nvSpPr>
            <p:spPr bwMode="auto">
              <a:xfrm>
                <a:off x="2566879" y="3225030"/>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3</a:t>
                </a:r>
                <a:endParaRPr lang="ru-RU" altLang="en-US" sz="1100"/>
              </a:p>
            </p:txBody>
          </p:sp>
          <p:sp>
            <p:nvSpPr>
              <p:cNvPr id="82100" name="Text Box 210">
                <a:extLst>
                  <a:ext uri="{FF2B5EF4-FFF2-40B4-BE49-F238E27FC236}">
                    <a16:creationId xmlns:a16="http://schemas.microsoft.com/office/drawing/2014/main" id="{FE6467A2-6EEB-528C-DFDE-C286D214D994}"/>
                  </a:ext>
                </a:extLst>
              </p:cNvPr>
              <p:cNvSpPr txBox="1">
                <a:spLocks noChangeArrowheads="1"/>
              </p:cNvSpPr>
              <p:nvPr/>
            </p:nvSpPr>
            <p:spPr bwMode="auto">
              <a:xfrm>
                <a:off x="2825397" y="3380202"/>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3</a:t>
                </a:r>
                <a:endParaRPr lang="ru-RU" altLang="en-US" sz="1100"/>
              </a:p>
            </p:txBody>
          </p:sp>
          <p:sp>
            <p:nvSpPr>
              <p:cNvPr id="82101" name="Text Box 211">
                <a:extLst>
                  <a:ext uri="{FF2B5EF4-FFF2-40B4-BE49-F238E27FC236}">
                    <a16:creationId xmlns:a16="http://schemas.microsoft.com/office/drawing/2014/main" id="{7FEC9368-81E4-C899-2E19-4A38CD72EF7E}"/>
                  </a:ext>
                </a:extLst>
              </p:cNvPr>
              <p:cNvSpPr txBox="1">
                <a:spLocks noChangeArrowheads="1"/>
              </p:cNvSpPr>
              <p:nvPr/>
            </p:nvSpPr>
            <p:spPr bwMode="auto">
              <a:xfrm>
                <a:off x="2565393" y="3573462"/>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4</a:t>
                </a:r>
                <a:endParaRPr lang="ru-RU" altLang="en-US" sz="1100"/>
              </a:p>
            </p:txBody>
          </p:sp>
          <p:sp>
            <p:nvSpPr>
              <p:cNvPr id="82102" name="Text Box 212">
                <a:extLst>
                  <a:ext uri="{FF2B5EF4-FFF2-40B4-BE49-F238E27FC236}">
                    <a16:creationId xmlns:a16="http://schemas.microsoft.com/office/drawing/2014/main" id="{1B5E9A30-916A-D337-3F40-D92D49B13A03}"/>
                  </a:ext>
                </a:extLst>
              </p:cNvPr>
              <p:cNvSpPr txBox="1">
                <a:spLocks noChangeArrowheads="1"/>
              </p:cNvSpPr>
              <p:nvPr/>
            </p:nvSpPr>
            <p:spPr bwMode="auto">
              <a:xfrm>
                <a:off x="2837283" y="3754026"/>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4</a:t>
                </a:r>
                <a:endParaRPr lang="ru-RU" altLang="en-US" sz="1100"/>
              </a:p>
            </p:txBody>
          </p:sp>
          <p:sp>
            <p:nvSpPr>
              <p:cNvPr id="82103" name="Text Box 213">
                <a:extLst>
                  <a:ext uri="{FF2B5EF4-FFF2-40B4-BE49-F238E27FC236}">
                    <a16:creationId xmlns:a16="http://schemas.microsoft.com/office/drawing/2014/main" id="{E3B17590-E87C-4DB8-B772-FC829D021DE7}"/>
                  </a:ext>
                </a:extLst>
              </p:cNvPr>
              <p:cNvSpPr txBox="1">
                <a:spLocks noChangeArrowheads="1"/>
              </p:cNvSpPr>
              <p:nvPr/>
            </p:nvSpPr>
            <p:spPr bwMode="auto">
              <a:xfrm>
                <a:off x="2563908" y="3921894"/>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5</a:t>
                </a:r>
                <a:endParaRPr lang="ru-RU" altLang="en-US" sz="1100"/>
              </a:p>
            </p:txBody>
          </p:sp>
          <p:sp>
            <p:nvSpPr>
              <p:cNvPr id="82104" name="Text Box 214">
                <a:extLst>
                  <a:ext uri="{FF2B5EF4-FFF2-40B4-BE49-F238E27FC236}">
                    <a16:creationId xmlns:a16="http://schemas.microsoft.com/office/drawing/2014/main" id="{76FB5235-840B-11D2-5C03-CDCD22A5A083}"/>
                  </a:ext>
                </a:extLst>
              </p:cNvPr>
              <p:cNvSpPr txBox="1">
                <a:spLocks noChangeArrowheads="1"/>
              </p:cNvSpPr>
              <p:nvPr/>
            </p:nvSpPr>
            <p:spPr bwMode="auto">
              <a:xfrm>
                <a:off x="2849168" y="4089762"/>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5</a:t>
                </a:r>
                <a:endParaRPr lang="ru-RU" altLang="en-US" sz="1100"/>
              </a:p>
            </p:txBody>
          </p:sp>
          <p:sp>
            <p:nvSpPr>
              <p:cNvPr id="82105" name="Text Box 215">
                <a:extLst>
                  <a:ext uri="{FF2B5EF4-FFF2-40B4-BE49-F238E27FC236}">
                    <a16:creationId xmlns:a16="http://schemas.microsoft.com/office/drawing/2014/main" id="{17A66A28-CF27-A814-1690-6C2CA50E8058}"/>
                  </a:ext>
                </a:extLst>
              </p:cNvPr>
              <p:cNvSpPr txBox="1">
                <a:spLocks noChangeArrowheads="1"/>
              </p:cNvSpPr>
              <p:nvPr/>
            </p:nvSpPr>
            <p:spPr bwMode="auto">
              <a:xfrm>
                <a:off x="2575794" y="4295717"/>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6</a:t>
                </a:r>
                <a:endParaRPr lang="ru-RU" altLang="en-US" sz="1100"/>
              </a:p>
            </p:txBody>
          </p:sp>
          <p:sp>
            <p:nvSpPr>
              <p:cNvPr id="82106" name="Text Box 216">
                <a:extLst>
                  <a:ext uri="{FF2B5EF4-FFF2-40B4-BE49-F238E27FC236}">
                    <a16:creationId xmlns:a16="http://schemas.microsoft.com/office/drawing/2014/main" id="{414A3BD3-0B2D-179E-71DA-2FD3F386E359}"/>
                  </a:ext>
                </a:extLst>
              </p:cNvPr>
              <p:cNvSpPr txBox="1">
                <a:spLocks noChangeArrowheads="1"/>
              </p:cNvSpPr>
              <p:nvPr/>
            </p:nvSpPr>
            <p:spPr bwMode="auto">
              <a:xfrm>
                <a:off x="2834311" y="4449479"/>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6</a:t>
                </a:r>
                <a:endParaRPr lang="ru-RU" altLang="en-US" sz="1100"/>
              </a:p>
            </p:txBody>
          </p:sp>
          <p:sp>
            <p:nvSpPr>
              <p:cNvPr id="82107" name="Text Box 217">
                <a:extLst>
                  <a:ext uri="{FF2B5EF4-FFF2-40B4-BE49-F238E27FC236}">
                    <a16:creationId xmlns:a16="http://schemas.microsoft.com/office/drawing/2014/main" id="{782E53E1-4312-CE25-B868-8410E6BD087B}"/>
                  </a:ext>
                </a:extLst>
              </p:cNvPr>
              <p:cNvSpPr txBox="1">
                <a:spLocks noChangeArrowheads="1"/>
              </p:cNvSpPr>
              <p:nvPr/>
            </p:nvSpPr>
            <p:spPr bwMode="auto">
              <a:xfrm>
                <a:off x="2575794" y="4617347"/>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7</a:t>
                </a:r>
                <a:endParaRPr lang="ru-RU" altLang="en-US" sz="1100"/>
              </a:p>
            </p:txBody>
          </p:sp>
          <p:sp>
            <p:nvSpPr>
              <p:cNvPr id="82108" name="Text Box 218">
                <a:extLst>
                  <a:ext uri="{FF2B5EF4-FFF2-40B4-BE49-F238E27FC236}">
                    <a16:creationId xmlns:a16="http://schemas.microsoft.com/office/drawing/2014/main" id="{97EC8984-DFB9-F997-5CEF-E1C03C54635E}"/>
                  </a:ext>
                </a:extLst>
              </p:cNvPr>
              <p:cNvSpPr txBox="1">
                <a:spLocks noChangeArrowheads="1"/>
              </p:cNvSpPr>
              <p:nvPr/>
            </p:nvSpPr>
            <p:spPr bwMode="auto">
              <a:xfrm>
                <a:off x="2832825" y="4785215"/>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7</a:t>
                </a:r>
                <a:endParaRPr lang="ru-RU" altLang="en-US" sz="1100"/>
              </a:p>
            </p:txBody>
          </p:sp>
          <p:sp>
            <p:nvSpPr>
              <p:cNvPr id="82109" name="Text Box 219">
                <a:extLst>
                  <a:ext uri="{FF2B5EF4-FFF2-40B4-BE49-F238E27FC236}">
                    <a16:creationId xmlns:a16="http://schemas.microsoft.com/office/drawing/2014/main" id="{5DDE8A07-8647-7B9A-B084-2A915039A3BE}"/>
                  </a:ext>
                </a:extLst>
              </p:cNvPr>
              <p:cNvSpPr txBox="1">
                <a:spLocks noChangeArrowheads="1"/>
              </p:cNvSpPr>
              <p:nvPr/>
            </p:nvSpPr>
            <p:spPr bwMode="auto">
              <a:xfrm>
                <a:off x="2560936" y="4978475"/>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8</a:t>
                </a:r>
                <a:endParaRPr lang="ru-RU" altLang="en-US" sz="1100"/>
              </a:p>
            </p:txBody>
          </p:sp>
          <p:sp>
            <p:nvSpPr>
              <p:cNvPr id="82110" name="Text Box 220">
                <a:extLst>
                  <a:ext uri="{FF2B5EF4-FFF2-40B4-BE49-F238E27FC236}">
                    <a16:creationId xmlns:a16="http://schemas.microsoft.com/office/drawing/2014/main" id="{B8ECAE88-E31A-6269-1921-C6404D0F378E}"/>
                  </a:ext>
                </a:extLst>
              </p:cNvPr>
              <p:cNvSpPr txBox="1">
                <a:spLocks noChangeArrowheads="1"/>
              </p:cNvSpPr>
              <p:nvPr/>
            </p:nvSpPr>
            <p:spPr bwMode="auto">
              <a:xfrm>
                <a:off x="2831340" y="5159039"/>
                <a:ext cx="435320" cy="2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100"/>
                  <a:t>8</a:t>
                </a:r>
                <a:endParaRPr lang="ru-RU" altLang="en-US" sz="1100"/>
              </a:p>
            </p:txBody>
          </p:sp>
          <p:sp>
            <p:nvSpPr>
              <p:cNvPr id="82111" name="Line 221">
                <a:extLst>
                  <a:ext uri="{FF2B5EF4-FFF2-40B4-BE49-F238E27FC236}">
                    <a16:creationId xmlns:a16="http://schemas.microsoft.com/office/drawing/2014/main" id="{D2A0C241-4C38-2D92-F178-5CF0D76C7B20}"/>
                  </a:ext>
                </a:extLst>
              </p:cNvPr>
              <p:cNvSpPr>
                <a:spLocks noChangeShapeType="1"/>
              </p:cNvSpPr>
              <p:nvPr/>
            </p:nvSpPr>
            <p:spPr bwMode="auto">
              <a:xfrm>
                <a:off x="6352526" y="1867979"/>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12" name="Line 222">
                <a:extLst>
                  <a:ext uri="{FF2B5EF4-FFF2-40B4-BE49-F238E27FC236}">
                    <a16:creationId xmlns:a16="http://schemas.microsoft.com/office/drawing/2014/main" id="{50554E31-5A7D-DD29-E5CB-978D94E84604}"/>
                  </a:ext>
                </a:extLst>
              </p:cNvPr>
              <p:cNvSpPr>
                <a:spLocks noChangeShapeType="1"/>
              </p:cNvSpPr>
              <p:nvPr/>
            </p:nvSpPr>
            <p:spPr bwMode="auto">
              <a:xfrm>
                <a:off x="6365898" y="1712807"/>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13" name="Line 223">
                <a:extLst>
                  <a:ext uri="{FF2B5EF4-FFF2-40B4-BE49-F238E27FC236}">
                    <a16:creationId xmlns:a16="http://schemas.microsoft.com/office/drawing/2014/main" id="{1405B44A-659B-38CE-48B6-0E744D66CA1D}"/>
                  </a:ext>
                </a:extLst>
              </p:cNvPr>
              <p:cNvSpPr>
                <a:spLocks noChangeShapeType="1"/>
              </p:cNvSpPr>
              <p:nvPr/>
            </p:nvSpPr>
            <p:spPr bwMode="auto">
              <a:xfrm>
                <a:off x="6352526" y="1571741"/>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14" name="Line 224">
                <a:extLst>
                  <a:ext uri="{FF2B5EF4-FFF2-40B4-BE49-F238E27FC236}">
                    <a16:creationId xmlns:a16="http://schemas.microsoft.com/office/drawing/2014/main" id="{4E0140E3-B543-37F2-E78C-47176EC7CE3C}"/>
                  </a:ext>
                </a:extLst>
              </p:cNvPr>
              <p:cNvSpPr>
                <a:spLocks noChangeShapeType="1"/>
              </p:cNvSpPr>
              <p:nvPr/>
            </p:nvSpPr>
            <p:spPr bwMode="auto">
              <a:xfrm>
                <a:off x="6352526" y="1416569"/>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15" name="Line 225">
                <a:extLst>
                  <a:ext uri="{FF2B5EF4-FFF2-40B4-BE49-F238E27FC236}">
                    <a16:creationId xmlns:a16="http://schemas.microsoft.com/office/drawing/2014/main" id="{0CF1CC04-8D3F-AAE9-2183-D55BD8127C53}"/>
                  </a:ext>
                </a:extLst>
              </p:cNvPr>
              <p:cNvSpPr>
                <a:spLocks noChangeShapeType="1"/>
              </p:cNvSpPr>
              <p:nvPr/>
            </p:nvSpPr>
            <p:spPr bwMode="auto">
              <a:xfrm>
                <a:off x="6365898" y="1250112"/>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16" name="Line 226">
                <a:extLst>
                  <a:ext uri="{FF2B5EF4-FFF2-40B4-BE49-F238E27FC236}">
                    <a16:creationId xmlns:a16="http://schemas.microsoft.com/office/drawing/2014/main" id="{3D4EC04B-72BC-3A4C-2AFD-C44941D08807}"/>
                  </a:ext>
                </a:extLst>
              </p:cNvPr>
              <p:cNvSpPr>
                <a:spLocks noChangeShapeType="1"/>
              </p:cNvSpPr>
              <p:nvPr/>
            </p:nvSpPr>
            <p:spPr bwMode="auto">
              <a:xfrm>
                <a:off x="6352526" y="1069548"/>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117" name="Line 227">
                <a:extLst>
                  <a:ext uri="{FF2B5EF4-FFF2-40B4-BE49-F238E27FC236}">
                    <a16:creationId xmlns:a16="http://schemas.microsoft.com/office/drawing/2014/main" id="{39ADC500-AAAE-1898-96C2-0DEA5693FBE6}"/>
                  </a:ext>
                </a:extLst>
              </p:cNvPr>
              <p:cNvSpPr>
                <a:spLocks noChangeShapeType="1"/>
              </p:cNvSpPr>
              <p:nvPr/>
            </p:nvSpPr>
            <p:spPr bwMode="auto">
              <a:xfrm>
                <a:off x="6352526" y="915786"/>
                <a:ext cx="3030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1925" name="TextBox 225">
              <a:extLst>
                <a:ext uri="{FF2B5EF4-FFF2-40B4-BE49-F238E27FC236}">
                  <a16:creationId xmlns:a16="http://schemas.microsoft.com/office/drawing/2014/main" id="{9E8D7ADB-D01C-2B73-A95B-75F1AABE37C2}"/>
                </a:ext>
              </a:extLst>
            </p:cNvPr>
            <p:cNvSpPr txBox="1">
              <a:spLocks noChangeArrowheads="1"/>
            </p:cNvSpPr>
            <p:nvPr/>
          </p:nvSpPr>
          <p:spPr bwMode="auto">
            <a:xfrm>
              <a:off x="6507127" y="1068779"/>
              <a:ext cx="229663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R0-R7 -  active  low.</a:t>
              </a:r>
            </a:p>
            <a:p>
              <a:pPr eaLnBrk="1" hangingPunct="1"/>
              <a:r>
                <a:rPr lang="en-US" altLang="en-US" sz="1800" b="0"/>
                <a:t>R0 has highest priority </a:t>
              </a:r>
              <a:endParaRPr lang="en-GB" altLang="en-US" sz="1800" b="0"/>
            </a:p>
          </p:txBody>
        </p:sp>
      </p:grpSp>
      <p:sp>
        <p:nvSpPr>
          <p:cNvPr id="19" name="Title 18">
            <a:extLst>
              <a:ext uri="{FF2B5EF4-FFF2-40B4-BE49-F238E27FC236}">
                <a16:creationId xmlns:a16="http://schemas.microsoft.com/office/drawing/2014/main" id="{3246ACFA-A34E-29D0-4A95-07E414C28D4F}"/>
              </a:ext>
            </a:extLst>
          </p:cNvPr>
          <p:cNvSpPr>
            <a:spLocks noGrp="1"/>
          </p:cNvSpPr>
          <p:nvPr>
            <p:ph type="title"/>
          </p:nvPr>
        </p:nvSpPr>
        <p:spPr/>
        <p:txBody>
          <a:bodyPr>
            <a:normAutofit/>
          </a:bodyPr>
          <a:lstStyle/>
          <a:p>
            <a:r>
              <a:rPr lang="en-US" dirty="0"/>
              <a:t>Double Priority Encoder (2)</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A4362EED-64B1-E5C2-5EAE-958EC37F2323}"/>
              </a:ext>
            </a:extLst>
          </p:cNvPr>
          <p:cNvSpPr>
            <a:spLocks noGrp="1" noChangeArrowheads="1"/>
          </p:cNvSpPr>
          <p:nvPr>
            <p:ph type="title"/>
          </p:nvPr>
        </p:nvSpPr>
        <p:spPr>
          <a:xfrm>
            <a:off x="-1" y="183402"/>
            <a:ext cx="11612880" cy="704088"/>
          </a:xfrm>
        </p:spPr>
        <p:txBody>
          <a:bodyPr/>
          <a:lstStyle/>
          <a:p>
            <a:r>
              <a:rPr lang="en-US" altLang="en-US"/>
              <a:t>Priority Circuit (System Verilog)</a:t>
            </a:r>
            <a:endParaRPr lang="en-GB" altLang="en-US"/>
          </a:p>
        </p:txBody>
      </p:sp>
      <p:sp>
        <p:nvSpPr>
          <p:cNvPr id="5" name="Text Placeholder 4">
            <a:extLst>
              <a:ext uri="{FF2B5EF4-FFF2-40B4-BE49-F238E27FC236}">
                <a16:creationId xmlns:a16="http://schemas.microsoft.com/office/drawing/2014/main" id="{1F2D317A-E2DB-5681-816B-37A09DCE6DF1}"/>
              </a:ext>
            </a:extLst>
          </p:cNvPr>
          <p:cNvSpPr>
            <a:spLocks noGrp="1"/>
          </p:cNvSpPr>
          <p:nvPr>
            <p:ph type="body" sz="quarter" idx="10"/>
          </p:nvPr>
        </p:nvSpPr>
        <p:spPr/>
        <p:txBody>
          <a:bodyPr/>
          <a:lstStyle/>
          <a:p>
            <a:r>
              <a:rPr lang="en-US" sz="2200" dirty="0"/>
              <a:t>module </a:t>
            </a:r>
            <a:r>
              <a:rPr lang="en-US" sz="2200" dirty="0" err="1"/>
              <a:t>priority_circuit</a:t>
            </a:r>
            <a:r>
              <a:rPr lang="en-US" sz="2200" dirty="0"/>
              <a:t> (input logic [3:0] a,</a:t>
            </a:r>
          </a:p>
          <a:p>
            <a:r>
              <a:rPr lang="en-US" sz="2200" dirty="0"/>
              <a:t>output logic [3:0] y);</a:t>
            </a:r>
          </a:p>
          <a:p>
            <a:r>
              <a:rPr lang="en-US" sz="2200" dirty="0" err="1"/>
              <a:t>always_comb</a:t>
            </a:r>
            <a:endParaRPr lang="en-US" sz="2200" dirty="0"/>
          </a:p>
          <a:p>
            <a:r>
              <a:rPr lang="en-US" sz="2200" dirty="0"/>
              <a:t>if (a[3]) y &lt;= 4'b1000;</a:t>
            </a:r>
          </a:p>
          <a:p>
            <a:r>
              <a:rPr lang="en-US" sz="2200" dirty="0"/>
              <a:t>else if (a[2]) y &lt;= 4'b0100;</a:t>
            </a:r>
          </a:p>
          <a:p>
            <a:r>
              <a:rPr lang="en-US" sz="2200" dirty="0"/>
              <a:t>else if (a[1]) y &lt;= 4'b0010;</a:t>
            </a:r>
          </a:p>
          <a:p>
            <a:r>
              <a:rPr lang="en-US" sz="2200" dirty="0"/>
              <a:t>else if (a[0]) y &lt;= 4'b0001;</a:t>
            </a:r>
          </a:p>
          <a:p>
            <a:r>
              <a:rPr lang="en-US" sz="2200" dirty="0"/>
              <a:t>else y &lt;= 4'b0000;</a:t>
            </a:r>
          </a:p>
          <a:p>
            <a:r>
              <a:rPr lang="en-US" sz="2200" dirty="0" err="1"/>
              <a:t>endmodule</a:t>
            </a:r>
            <a:endParaRPr lang="en-US" sz="2200" dirty="0"/>
          </a:p>
          <a:p>
            <a:r>
              <a:rPr lang="en-US" sz="2200" dirty="0"/>
              <a:t>In Verilog and  </a:t>
            </a:r>
            <a:r>
              <a:rPr lang="en-US" sz="2200" dirty="0" err="1"/>
              <a:t>SystemVerilog</a:t>
            </a:r>
            <a:r>
              <a:rPr lang="en-US" sz="2200" dirty="0"/>
              <a:t>, if statements must appear inside of always  statement</a:t>
            </a:r>
          </a:p>
          <a:p>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3C2BE603-F418-38F0-A241-09E14336359E}"/>
              </a:ext>
            </a:extLst>
          </p:cNvPr>
          <p:cNvSpPr>
            <a:spLocks noGrp="1" noChangeArrowheads="1"/>
          </p:cNvSpPr>
          <p:nvPr>
            <p:ph type="title"/>
          </p:nvPr>
        </p:nvSpPr>
        <p:spPr>
          <a:xfrm>
            <a:off x="-1" y="183402"/>
            <a:ext cx="11612880" cy="704088"/>
          </a:xfrm>
        </p:spPr>
        <p:txBody>
          <a:bodyPr>
            <a:normAutofit/>
          </a:bodyPr>
          <a:lstStyle/>
          <a:p>
            <a:r>
              <a:rPr lang="en-US" altLang="en-US" dirty="0"/>
              <a:t>Full Adder</a:t>
            </a:r>
          </a:p>
        </p:txBody>
      </p:sp>
      <p:sp>
        <p:nvSpPr>
          <p:cNvPr id="83971" name="Content Placeholder 2">
            <a:extLst>
              <a:ext uri="{FF2B5EF4-FFF2-40B4-BE49-F238E27FC236}">
                <a16:creationId xmlns:a16="http://schemas.microsoft.com/office/drawing/2014/main" id="{D946C7C1-8559-D181-F937-E65EAB1C5D88}"/>
              </a:ext>
            </a:extLst>
          </p:cNvPr>
          <p:cNvSpPr>
            <a:spLocks noGrp="1" noChangeArrowheads="1"/>
          </p:cNvSpPr>
          <p:nvPr>
            <p:ph type="body" sz="quarter" idx="10"/>
          </p:nvPr>
        </p:nvSpPr>
        <p:spPr>
          <a:xfrm>
            <a:off x="457200" y="1188720"/>
            <a:ext cx="11277922" cy="5185186"/>
          </a:xfrm>
        </p:spPr>
        <p:txBody>
          <a:bodyPr/>
          <a:lstStyle/>
          <a:p>
            <a:r>
              <a:rPr lang="en-US" altLang="en-US"/>
              <a:t>The function of the full adder is to add two binary digits and a carry that might be generated or propagated by the previous stage.</a:t>
            </a:r>
            <a:endParaRPr lang="ru-RU" altLang="en-US"/>
          </a:p>
          <a:p>
            <a:endParaRPr lang="en-US" altLang="en-US"/>
          </a:p>
        </p:txBody>
      </p:sp>
      <p:graphicFrame>
        <p:nvGraphicFramePr>
          <p:cNvPr id="4" name="Table 3">
            <a:extLst>
              <a:ext uri="{FF2B5EF4-FFF2-40B4-BE49-F238E27FC236}">
                <a16:creationId xmlns:a16="http://schemas.microsoft.com/office/drawing/2014/main" id="{DE6A8F6C-53CD-499B-B5B0-9E5EE4008917}"/>
              </a:ext>
            </a:extLst>
          </p:cNvPr>
          <p:cNvGraphicFramePr>
            <a:graphicFrameLocks noGrp="1"/>
          </p:cNvGraphicFramePr>
          <p:nvPr/>
        </p:nvGraphicFramePr>
        <p:xfrm>
          <a:off x="4191000" y="2362201"/>
          <a:ext cx="2819400" cy="3230832"/>
        </p:xfrm>
        <a:graphic>
          <a:graphicData uri="http://schemas.openxmlformats.org/drawingml/2006/table">
            <a:tbl>
              <a:tblPr firstRow="1" bandRow="1">
                <a:tableStyleId>{5C22544A-7EE6-4342-B048-85BDC9FD1C3A}</a:tableStyleId>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tblGrid>
              <a:tr h="7009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Inputs</a:t>
                      </a:r>
                      <a:br>
                        <a:rPr kumimoji="0" lang="en-US" sz="2000" u="none" strike="noStrike" cap="none" normalizeH="0" baseline="0" dirty="0">
                          <a:ln>
                            <a:noFill/>
                          </a:ln>
                          <a:effectLst/>
                        </a:rPr>
                      </a:br>
                      <a:r>
                        <a:rPr kumimoji="0" lang="en-US" sz="2000" u="none" strike="noStrike" cap="none" normalizeH="0" baseline="0" dirty="0">
                          <a:ln>
                            <a:noFill/>
                          </a:ln>
                          <a:effectLst/>
                        </a:rPr>
                        <a:t>a   b   </a:t>
                      </a:r>
                      <a:r>
                        <a:rPr kumimoji="0" lang="en-US" sz="2000" u="none" strike="noStrike" cap="none" normalizeH="0" baseline="0" dirty="0" err="1">
                          <a:ln>
                            <a:noFill/>
                          </a:ln>
                          <a:effectLst/>
                        </a:rPr>
                        <a:t>c</a:t>
                      </a:r>
                      <a:r>
                        <a:rPr kumimoji="0" lang="en-US" sz="2000" u="none" strike="noStrike" cap="none" normalizeH="0" baseline="-25000" dirty="0" err="1">
                          <a:ln>
                            <a:noFill/>
                          </a:ln>
                          <a:effectLst/>
                        </a:rPr>
                        <a:t>in</a:t>
                      </a:r>
                      <a:endParaRPr kumimoji="0" lang="ru-RU" sz="2000" b="1" i="0" u="none" strike="noStrike" cap="none" normalizeH="0" baseline="-25000" dirty="0">
                        <a:ln>
                          <a:noFill/>
                        </a:ln>
                        <a:solidFill>
                          <a:schemeClr val="tx1"/>
                        </a:solidFill>
                        <a:effectLst/>
                        <a:latin typeface="Arial" charset="0"/>
                        <a:cs typeface="Arial" charset="0"/>
                      </a:endParaRPr>
                    </a:p>
                  </a:txBody>
                  <a:tcPr marT="45708" marB="45708"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Outputs</a:t>
                      </a:r>
                      <a:br>
                        <a:rPr kumimoji="0" lang="en-US" sz="2000" u="none" strike="noStrike" cap="none" normalizeH="0" baseline="0" dirty="0">
                          <a:ln>
                            <a:noFill/>
                          </a:ln>
                          <a:effectLst/>
                        </a:rPr>
                      </a:br>
                      <a:r>
                        <a:rPr kumimoji="0" lang="en-US" sz="2000" u="none" strike="noStrike" cap="none" normalizeH="0" baseline="0" dirty="0">
                          <a:ln>
                            <a:noFill/>
                          </a:ln>
                          <a:effectLst/>
                        </a:rPr>
                        <a:t> s   </a:t>
                      </a:r>
                      <a:r>
                        <a:rPr kumimoji="0" lang="en-US" sz="2000" u="none" strike="noStrike" cap="none" normalizeH="0" baseline="0" dirty="0" err="1">
                          <a:ln>
                            <a:noFill/>
                          </a:ln>
                          <a:effectLst/>
                        </a:rPr>
                        <a:t>c</a:t>
                      </a:r>
                      <a:r>
                        <a:rPr kumimoji="0" lang="en-US" sz="2000" u="none" strike="noStrike" cap="none" normalizeH="0" baseline="-25000" dirty="0" err="1">
                          <a:ln>
                            <a:noFill/>
                          </a:ln>
                          <a:effectLst/>
                        </a:rPr>
                        <a:t>out</a:t>
                      </a:r>
                      <a:endParaRPr kumimoji="0" lang="ru-RU" sz="2000" b="1" i="0" u="none" strike="noStrike" cap="none" normalizeH="0" baseline="-25000" dirty="0">
                        <a:ln>
                          <a:noFill/>
                        </a:ln>
                        <a:solidFill>
                          <a:schemeClr val="tx1"/>
                        </a:solidFill>
                        <a:effectLst/>
                        <a:latin typeface="Arial" charset="0"/>
                        <a:cs typeface="Arial" charset="0"/>
                      </a:endParaRPr>
                    </a:p>
                  </a:txBody>
                  <a:tcPr marT="45708" marB="45708" horzOverflow="overflow"/>
                </a:tc>
                <a:extLst>
                  <a:ext uri="{0D108BD9-81ED-4DB2-BD59-A6C34878D82A}">
                    <a16:rowId xmlns:a16="http://schemas.microsoft.com/office/drawing/2014/main" val="10000"/>
                  </a:ext>
                </a:extLst>
              </a:tr>
              <a:tr h="2529601">
                <a:tc>
                  <a:txBody>
                    <a:bodyPr/>
                    <a:lstStyle/>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0   0   0</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0   0   1</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0   1   0</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0   1   1</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u="none" strike="noStrike" cap="none" normalizeH="0" baseline="0" dirty="0">
                          <a:ln>
                            <a:noFill/>
                          </a:ln>
                          <a:effectLst/>
                        </a:rPr>
                        <a:t>1   0   0</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u="none" strike="noStrike" cap="none" normalizeH="0" baseline="0" dirty="0">
                          <a:ln>
                            <a:noFill/>
                          </a:ln>
                          <a:effectLst/>
                        </a:rPr>
                        <a:t>1   0   1</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u="none" strike="noStrike" cap="none" normalizeH="0" baseline="0" dirty="0">
                          <a:ln>
                            <a:noFill/>
                          </a:ln>
                          <a:effectLst/>
                        </a:rPr>
                        <a:t>1   1   0</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u="none" strike="noStrike" cap="none" normalizeH="0" baseline="0" dirty="0">
                          <a:ln>
                            <a:noFill/>
                          </a:ln>
                          <a:effectLst/>
                        </a:rPr>
                        <a:t>1   1   1</a:t>
                      </a:r>
                      <a:endParaRPr kumimoji="0" lang="en-US" sz="2000" b="0" i="0" u="none" strike="noStrike" cap="none" normalizeH="0" baseline="0" dirty="0">
                        <a:ln>
                          <a:noFill/>
                        </a:ln>
                        <a:solidFill>
                          <a:schemeClr val="tx1"/>
                        </a:solidFill>
                        <a:effectLst/>
                        <a:latin typeface="Arial" charset="0"/>
                        <a:cs typeface="Arial" charset="0"/>
                      </a:endParaRPr>
                    </a:p>
                  </a:txBody>
                  <a:tcPr marT="45708" marB="45708"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 0   0</a:t>
                      </a:r>
                      <a:br>
                        <a:rPr kumimoji="0" lang="en-US" sz="2000" u="none" strike="noStrike" cap="none" normalizeH="0" baseline="0" dirty="0">
                          <a:ln>
                            <a:noFill/>
                          </a:ln>
                          <a:effectLst/>
                        </a:rPr>
                      </a:br>
                      <a:r>
                        <a:rPr kumimoji="0" lang="en-US" sz="2000" u="none" strike="noStrike" cap="none" normalizeH="0" baseline="0" dirty="0">
                          <a:ln>
                            <a:noFill/>
                          </a:ln>
                          <a:effectLst/>
                        </a:rPr>
                        <a:t> 1   0</a:t>
                      </a:r>
                      <a:br>
                        <a:rPr kumimoji="0" lang="en-US" sz="2000" u="none" strike="noStrike" cap="none" normalizeH="0" baseline="0" dirty="0">
                          <a:ln>
                            <a:noFill/>
                          </a:ln>
                          <a:effectLst/>
                        </a:rPr>
                      </a:br>
                      <a:r>
                        <a:rPr kumimoji="0" lang="en-US" sz="2000" u="none" strike="noStrike" cap="none" normalizeH="0" baseline="0" dirty="0">
                          <a:ln>
                            <a:noFill/>
                          </a:ln>
                          <a:effectLst/>
                        </a:rPr>
                        <a:t> 1   0</a:t>
                      </a:r>
                      <a:br>
                        <a:rPr kumimoji="0" lang="en-US" sz="2000" u="none" strike="noStrike" cap="none" normalizeH="0" baseline="0" dirty="0">
                          <a:ln>
                            <a:noFill/>
                          </a:ln>
                          <a:effectLst/>
                        </a:rPr>
                      </a:br>
                      <a:r>
                        <a:rPr kumimoji="0" lang="en-US" sz="2000" u="none" strike="noStrike" cap="none" normalizeH="0" baseline="0" dirty="0">
                          <a:ln>
                            <a:noFill/>
                          </a:ln>
                          <a:effectLst/>
                        </a:rPr>
                        <a:t>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 1   0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 1   1</a:t>
                      </a:r>
                      <a:endParaRPr kumimoji="0" lang="ru-RU" sz="2000" b="0" i="0" u="none" strike="noStrike" cap="none" normalizeH="0" baseline="0" dirty="0">
                        <a:ln>
                          <a:noFill/>
                        </a:ln>
                        <a:solidFill>
                          <a:schemeClr val="tx1"/>
                        </a:solidFill>
                        <a:effectLst/>
                        <a:latin typeface="Arial" charset="0"/>
                        <a:cs typeface="Arial" charset="0"/>
                      </a:endParaRPr>
                    </a:p>
                  </a:txBody>
                  <a:tcPr marT="45708" marB="45708" horzOverflow="overflow"/>
                </a:tc>
                <a:extLst>
                  <a:ext uri="{0D108BD9-81ED-4DB2-BD59-A6C34878D82A}">
                    <a16:rowId xmlns:a16="http://schemas.microsoft.com/office/drawing/2014/main" val="10001"/>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46">
            <a:extLst>
              <a:ext uri="{FF2B5EF4-FFF2-40B4-BE49-F238E27FC236}">
                <a16:creationId xmlns:a16="http://schemas.microsoft.com/office/drawing/2014/main" id="{6ED1162D-9217-ED6B-B9D0-8CF352AE9BD7}"/>
              </a:ext>
            </a:extLst>
          </p:cNvPr>
          <p:cNvSpPr txBox="1">
            <a:spLocks noChangeArrowheads="1"/>
          </p:cNvSpPr>
          <p:nvPr/>
        </p:nvSpPr>
        <p:spPr bwMode="auto">
          <a:xfrm>
            <a:off x="2057400" y="4495800"/>
            <a:ext cx="82057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S=a </a:t>
            </a:r>
            <a:r>
              <a:rPr lang="en-US" altLang="en-US" sz="2000" b="0">
                <a:sym typeface="Symbol" panose="05050102010706020507" pitchFamily="18" charset="2"/>
              </a:rPr>
              <a:t> b  c; </a:t>
            </a:r>
          </a:p>
          <a:p>
            <a:pPr eaLnBrk="1" hangingPunct="1"/>
            <a:r>
              <a:rPr lang="en-US" altLang="en-US" sz="2000" b="0">
                <a:sym typeface="Symbol" panose="05050102010706020507" pitchFamily="18" charset="2"/>
              </a:rPr>
              <a:t>c</a:t>
            </a:r>
            <a:r>
              <a:rPr lang="en-US" altLang="en-US" sz="2000" b="0" baseline="-25000">
                <a:sym typeface="Symbol" panose="05050102010706020507" pitchFamily="18" charset="2"/>
              </a:rPr>
              <a:t>out</a:t>
            </a:r>
            <a:r>
              <a:rPr lang="en-US" altLang="en-US" sz="2000" b="0">
                <a:sym typeface="Symbol" panose="05050102010706020507" pitchFamily="18" charset="2"/>
              </a:rPr>
              <a:t> = a·b + a·c</a:t>
            </a:r>
            <a:r>
              <a:rPr lang="en-US" altLang="en-US" sz="2000" b="0" baseline="-25000">
                <a:sym typeface="Symbol" panose="05050102010706020507" pitchFamily="18" charset="2"/>
              </a:rPr>
              <a:t>in</a:t>
            </a:r>
            <a:r>
              <a:rPr lang="en-US" altLang="en-US" sz="2000" b="0">
                <a:sym typeface="Symbol" panose="05050102010706020507" pitchFamily="18" charset="2"/>
              </a:rPr>
              <a:t> + b·c</a:t>
            </a:r>
            <a:r>
              <a:rPr lang="en-US" altLang="en-US" sz="2000" b="0" baseline="-25000">
                <a:sym typeface="Symbol" panose="05050102010706020507" pitchFamily="18" charset="2"/>
              </a:rPr>
              <a:t>in </a:t>
            </a:r>
            <a:r>
              <a:rPr lang="en-US" altLang="en-US" sz="2000" b="0">
                <a:sym typeface="Symbol" panose="05050102010706020507" pitchFamily="18" charset="2"/>
              </a:rPr>
              <a:t>= a·b +c</a:t>
            </a:r>
            <a:r>
              <a:rPr lang="en-US" altLang="en-US" sz="2000" b="0" baseline="-25000">
                <a:sym typeface="Symbol" panose="05050102010706020507" pitchFamily="18" charset="2"/>
              </a:rPr>
              <a:t>in</a:t>
            </a:r>
            <a:r>
              <a:rPr lang="en-US" altLang="en-US" sz="2000" b="0">
                <a:sym typeface="Symbol" panose="05050102010706020507" pitchFamily="18" charset="2"/>
              </a:rPr>
              <a:t>(a+b);         </a:t>
            </a:r>
            <a:r>
              <a:rPr lang="en-US" altLang="en-US" sz="2000" b="0">
                <a:solidFill>
                  <a:srgbClr val="0000FF"/>
                </a:solidFill>
                <a:sym typeface="Symbol" panose="05050102010706020507" pitchFamily="18" charset="2"/>
              </a:rPr>
              <a:t>majority function</a:t>
            </a:r>
            <a:endParaRPr lang="ru-RU" altLang="en-US" sz="2000" b="0">
              <a:sym typeface="Symbol" panose="05050102010706020507" pitchFamily="18" charset="2"/>
            </a:endParaRPr>
          </a:p>
          <a:p>
            <a:pPr eaLnBrk="1" hangingPunct="1"/>
            <a:r>
              <a:rPr lang="en-GB" altLang="en-US" sz="2000" b="0">
                <a:sym typeface="Symbol" panose="05050102010706020507" pitchFamily="18" charset="2"/>
              </a:rPr>
              <a:t>g=</a:t>
            </a:r>
            <a:r>
              <a:rPr lang="en-US" altLang="en-US" sz="2000" b="0">
                <a:sym typeface="Symbol" panose="05050102010706020507" pitchFamily="18" charset="2"/>
              </a:rPr>
              <a:t> a·b;  p=a+b  or  p=a^b;  g= generation, p – propagation functions.  </a:t>
            </a:r>
            <a:endParaRPr lang="en-US" altLang="en-US" sz="2000" b="0" baseline="-25000">
              <a:sym typeface="Symbol" panose="05050102010706020507" pitchFamily="18" charset="2"/>
            </a:endParaRPr>
          </a:p>
        </p:txBody>
      </p:sp>
      <p:sp>
        <p:nvSpPr>
          <p:cNvPr id="84995" name="Text Box 5">
            <a:extLst>
              <a:ext uri="{FF2B5EF4-FFF2-40B4-BE49-F238E27FC236}">
                <a16:creationId xmlns:a16="http://schemas.microsoft.com/office/drawing/2014/main" id="{4072FBE2-A6FA-1F1C-752D-8B40F939EAD2}"/>
              </a:ext>
            </a:extLst>
          </p:cNvPr>
          <p:cNvSpPr txBox="1">
            <a:spLocks noChangeArrowheads="1"/>
          </p:cNvSpPr>
          <p:nvPr/>
        </p:nvSpPr>
        <p:spPr bwMode="auto">
          <a:xfrm>
            <a:off x="4162425" y="1371601"/>
            <a:ext cx="698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bc</a:t>
            </a:r>
            <a:r>
              <a:rPr lang="en-US" altLang="en-US" sz="2000" baseline="-25000"/>
              <a:t>in</a:t>
            </a:r>
            <a:endParaRPr lang="ru-RU" altLang="en-US" sz="2000"/>
          </a:p>
        </p:txBody>
      </p:sp>
      <p:grpSp>
        <p:nvGrpSpPr>
          <p:cNvPr id="84996" name="Group 6">
            <a:extLst>
              <a:ext uri="{FF2B5EF4-FFF2-40B4-BE49-F238E27FC236}">
                <a16:creationId xmlns:a16="http://schemas.microsoft.com/office/drawing/2014/main" id="{B73F295B-9AD1-E7D4-A2C4-D9FBD887498C}"/>
              </a:ext>
            </a:extLst>
          </p:cNvPr>
          <p:cNvGrpSpPr>
            <a:grpSpLocks/>
          </p:cNvGrpSpPr>
          <p:nvPr/>
        </p:nvGrpSpPr>
        <p:grpSpPr bwMode="auto">
          <a:xfrm>
            <a:off x="3867151" y="1504951"/>
            <a:ext cx="3673475" cy="1304925"/>
            <a:chOff x="2653" y="1344"/>
            <a:chExt cx="2314" cy="1088"/>
          </a:xfrm>
        </p:grpSpPr>
        <p:sp>
          <p:nvSpPr>
            <p:cNvPr id="20510" name="Rectangle 7">
              <a:extLst>
                <a:ext uri="{FF2B5EF4-FFF2-40B4-BE49-F238E27FC236}">
                  <a16:creationId xmlns:a16="http://schemas.microsoft.com/office/drawing/2014/main" id="{BEA868BD-A1F0-4486-8A93-460892BAF119}"/>
                </a:ext>
              </a:extLst>
            </p:cNvPr>
            <p:cNvSpPr>
              <a:spLocks noChangeArrowheads="1"/>
            </p:cNvSpPr>
            <p:nvPr/>
          </p:nvSpPr>
          <p:spPr bwMode="auto">
            <a:xfrm>
              <a:off x="3016" y="1615"/>
              <a:ext cx="1951" cy="81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p>
          </p:txBody>
        </p:sp>
        <p:sp>
          <p:nvSpPr>
            <p:cNvPr id="85023" name="Line 8">
              <a:extLst>
                <a:ext uri="{FF2B5EF4-FFF2-40B4-BE49-F238E27FC236}">
                  <a16:creationId xmlns:a16="http://schemas.microsoft.com/office/drawing/2014/main" id="{791E0FEA-68BB-11C7-46FF-18D4C97AD3EF}"/>
                </a:ext>
              </a:extLst>
            </p:cNvPr>
            <p:cNvSpPr>
              <a:spLocks noChangeShapeType="1"/>
            </p:cNvSpPr>
            <p:nvPr/>
          </p:nvSpPr>
          <p:spPr bwMode="auto">
            <a:xfrm>
              <a:off x="3996" y="1616"/>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4" name="Line 9">
              <a:extLst>
                <a:ext uri="{FF2B5EF4-FFF2-40B4-BE49-F238E27FC236}">
                  <a16:creationId xmlns:a16="http://schemas.microsoft.com/office/drawing/2014/main" id="{DF8D0D2C-8DC1-0F4A-8AC0-2FB45B49FFDA}"/>
                </a:ext>
              </a:extLst>
            </p:cNvPr>
            <p:cNvSpPr>
              <a:spLocks noChangeShapeType="1"/>
            </p:cNvSpPr>
            <p:nvPr/>
          </p:nvSpPr>
          <p:spPr bwMode="auto">
            <a:xfrm>
              <a:off x="3016" y="2024"/>
              <a:ext cx="195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5" name="Line 10">
              <a:extLst>
                <a:ext uri="{FF2B5EF4-FFF2-40B4-BE49-F238E27FC236}">
                  <a16:creationId xmlns:a16="http://schemas.microsoft.com/office/drawing/2014/main" id="{207320C0-4C29-C6BE-0350-10C3E75C6074}"/>
                </a:ext>
              </a:extLst>
            </p:cNvPr>
            <p:cNvSpPr>
              <a:spLocks noChangeShapeType="1"/>
            </p:cNvSpPr>
            <p:nvPr/>
          </p:nvSpPr>
          <p:spPr bwMode="auto">
            <a:xfrm>
              <a:off x="3513" y="1616"/>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6" name="Line 11">
              <a:extLst>
                <a:ext uri="{FF2B5EF4-FFF2-40B4-BE49-F238E27FC236}">
                  <a16:creationId xmlns:a16="http://schemas.microsoft.com/office/drawing/2014/main" id="{E094DCE1-28ED-BCB8-D1C3-85085E3718EB}"/>
                </a:ext>
              </a:extLst>
            </p:cNvPr>
            <p:cNvSpPr>
              <a:spLocks noChangeShapeType="1"/>
            </p:cNvSpPr>
            <p:nvPr/>
          </p:nvSpPr>
          <p:spPr bwMode="auto">
            <a:xfrm>
              <a:off x="4498" y="1616"/>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7" name="Line 12">
              <a:extLst>
                <a:ext uri="{FF2B5EF4-FFF2-40B4-BE49-F238E27FC236}">
                  <a16:creationId xmlns:a16="http://schemas.microsoft.com/office/drawing/2014/main" id="{13B27512-99AD-471F-16B0-C5056FC7C93F}"/>
                </a:ext>
              </a:extLst>
            </p:cNvPr>
            <p:cNvSpPr>
              <a:spLocks noChangeShapeType="1"/>
            </p:cNvSpPr>
            <p:nvPr/>
          </p:nvSpPr>
          <p:spPr bwMode="auto">
            <a:xfrm flipH="1" flipV="1">
              <a:off x="2789" y="1389"/>
              <a:ext cx="227"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28" name="Text Box 13">
              <a:extLst>
                <a:ext uri="{FF2B5EF4-FFF2-40B4-BE49-F238E27FC236}">
                  <a16:creationId xmlns:a16="http://schemas.microsoft.com/office/drawing/2014/main" id="{A6C3FFD6-D262-59A5-3362-3A4CA86422FB}"/>
                </a:ext>
              </a:extLst>
            </p:cNvPr>
            <p:cNvSpPr txBox="1">
              <a:spLocks noChangeArrowheads="1"/>
            </p:cNvSpPr>
            <p:nvPr/>
          </p:nvSpPr>
          <p:spPr bwMode="auto">
            <a:xfrm>
              <a:off x="2653" y="1434"/>
              <a:ext cx="31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endParaRPr lang="ru-RU" altLang="en-US" sz="2000"/>
            </a:p>
          </p:txBody>
        </p:sp>
        <p:sp>
          <p:nvSpPr>
            <p:cNvPr id="85029" name="Text Box 14">
              <a:extLst>
                <a:ext uri="{FF2B5EF4-FFF2-40B4-BE49-F238E27FC236}">
                  <a16:creationId xmlns:a16="http://schemas.microsoft.com/office/drawing/2014/main" id="{5772276C-D06F-1208-E3BF-9297A641FCB1}"/>
                </a:ext>
              </a:extLst>
            </p:cNvPr>
            <p:cNvSpPr txBox="1">
              <a:spLocks noChangeArrowheads="1"/>
            </p:cNvSpPr>
            <p:nvPr/>
          </p:nvSpPr>
          <p:spPr bwMode="auto">
            <a:xfrm>
              <a:off x="3146" y="1356"/>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85030" name="Text Box 15">
              <a:extLst>
                <a:ext uri="{FF2B5EF4-FFF2-40B4-BE49-F238E27FC236}">
                  <a16:creationId xmlns:a16="http://schemas.microsoft.com/office/drawing/2014/main" id="{2AEC2650-BDBE-7842-627C-34BDB9CE061F}"/>
                </a:ext>
              </a:extLst>
            </p:cNvPr>
            <p:cNvSpPr txBox="1">
              <a:spLocks noChangeArrowheads="1"/>
            </p:cNvSpPr>
            <p:nvPr/>
          </p:nvSpPr>
          <p:spPr bwMode="auto">
            <a:xfrm>
              <a:off x="3596" y="1362"/>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85031" name="Text Box 16">
              <a:extLst>
                <a:ext uri="{FF2B5EF4-FFF2-40B4-BE49-F238E27FC236}">
                  <a16:creationId xmlns:a16="http://schemas.microsoft.com/office/drawing/2014/main" id="{AF2E7A09-7F2B-3F4A-8D47-9C803C89014E}"/>
                </a:ext>
              </a:extLst>
            </p:cNvPr>
            <p:cNvSpPr txBox="1">
              <a:spLocks noChangeArrowheads="1"/>
            </p:cNvSpPr>
            <p:nvPr/>
          </p:nvSpPr>
          <p:spPr bwMode="auto">
            <a:xfrm>
              <a:off x="4077" y="1344"/>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85032" name="Text Box 17">
              <a:extLst>
                <a:ext uri="{FF2B5EF4-FFF2-40B4-BE49-F238E27FC236}">
                  <a16:creationId xmlns:a16="http://schemas.microsoft.com/office/drawing/2014/main" id="{A41CB162-A436-CC2B-F53E-3474B7F5EC4F}"/>
                </a:ext>
              </a:extLst>
            </p:cNvPr>
            <p:cNvSpPr txBox="1">
              <a:spLocks noChangeArrowheads="1"/>
            </p:cNvSpPr>
            <p:nvPr/>
          </p:nvSpPr>
          <p:spPr bwMode="auto">
            <a:xfrm>
              <a:off x="4513" y="1344"/>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85033" name="Text Box 18">
              <a:extLst>
                <a:ext uri="{FF2B5EF4-FFF2-40B4-BE49-F238E27FC236}">
                  <a16:creationId xmlns:a16="http://schemas.microsoft.com/office/drawing/2014/main" id="{571B7C11-7D89-24E1-EBA9-F01D9B7B52B0}"/>
                </a:ext>
              </a:extLst>
            </p:cNvPr>
            <p:cNvSpPr txBox="1">
              <a:spLocks noChangeArrowheads="1"/>
            </p:cNvSpPr>
            <p:nvPr/>
          </p:nvSpPr>
          <p:spPr bwMode="auto">
            <a:xfrm>
              <a:off x="2758" y="1697"/>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endParaRPr lang="ru-RU" altLang="en-US" sz="2000"/>
            </a:p>
          </p:txBody>
        </p:sp>
        <p:sp>
          <p:nvSpPr>
            <p:cNvPr id="85034" name="Text Box 19">
              <a:extLst>
                <a:ext uri="{FF2B5EF4-FFF2-40B4-BE49-F238E27FC236}">
                  <a16:creationId xmlns:a16="http://schemas.microsoft.com/office/drawing/2014/main" id="{3B1E1B45-79CE-97BE-2F71-BF2FEC877223}"/>
                </a:ext>
              </a:extLst>
            </p:cNvPr>
            <p:cNvSpPr txBox="1">
              <a:spLocks noChangeArrowheads="1"/>
            </p:cNvSpPr>
            <p:nvPr/>
          </p:nvSpPr>
          <p:spPr bwMode="auto">
            <a:xfrm>
              <a:off x="2756" y="2078"/>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35" name="Text Box 20">
              <a:extLst>
                <a:ext uri="{FF2B5EF4-FFF2-40B4-BE49-F238E27FC236}">
                  <a16:creationId xmlns:a16="http://schemas.microsoft.com/office/drawing/2014/main" id="{8E8EDB09-9081-7AC2-AD62-03C97BF80EEA}"/>
                </a:ext>
              </a:extLst>
            </p:cNvPr>
            <p:cNvSpPr txBox="1">
              <a:spLocks noChangeArrowheads="1"/>
            </p:cNvSpPr>
            <p:nvPr/>
          </p:nvSpPr>
          <p:spPr bwMode="auto">
            <a:xfrm>
              <a:off x="3653" y="1688"/>
              <a:ext cx="29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36" name="Text Box 21">
              <a:extLst>
                <a:ext uri="{FF2B5EF4-FFF2-40B4-BE49-F238E27FC236}">
                  <a16:creationId xmlns:a16="http://schemas.microsoft.com/office/drawing/2014/main" id="{99FF9440-D494-9D25-40AE-653DF8BB15E5}"/>
                </a:ext>
              </a:extLst>
            </p:cNvPr>
            <p:cNvSpPr txBox="1">
              <a:spLocks noChangeArrowheads="1"/>
            </p:cNvSpPr>
            <p:nvPr/>
          </p:nvSpPr>
          <p:spPr bwMode="auto">
            <a:xfrm>
              <a:off x="4563" y="1670"/>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37" name="Text Box 22">
              <a:extLst>
                <a:ext uri="{FF2B5EF4-FFF2-40B4-BE49-F238E27FC236}">
                  <a16:creationId xmlns:a16="http://schemas.microsoft.com/office/drawing/2014/main" id="{6F3D0124-B60E-FC6E-4AD2-92ACFCD49131}"/>
                </a:ext>
              </a:extLst>
            </p:cNvPr>
            <p:cNvSpPr txBox="1">
              <a:spLocks noChangeArrowheads="1"/>
            </p:cNvSpPr>
            <p:nvPr/>
          </p:nvSpPr>
          <p:spPr bwMode="auto">
            <a:xfrm>
              <a:off x="3059" y="2060"/>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38" name="Text Box 23">
              <a:extLst>
                <a:ext uri="{FF2B5EF4-FFF2-40B4-BE49-F238E27FC236}">
                  <a16:creationId xmlns:a16="http://schemas.microsoft.com/office/drawing/2014/main" id="{CD5D9FA2-A38D-06F4-B67C-89A695C4FA17}"/>
                </a:ext>
              </a:extLst>
            </p:cNvPr>
            <p:cNvSpPr txBox="1">
              <a:spLocks noChangeArrowheads="1"/>
            </p:cNvSpPr>
            <p:nvPr/>
          </p:nvSpPr>
          <p:spPr bwMode="auto">
            <a:xfrm>
              <a:off x="4098" y="2060"/>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grpSp>
      <p:sp>
        <p:nvSpPr>
          <p:cNvPr id="84997" name="Text Box 47">
            <a:extLst>
              <a:ext uri="{FF2B5EF4-FFF2-40B4-BE49-F238E27FC236}">
                <a16:creationId xmlns:a16="http://schemas.microsoft.com/office/drawing/2014/main" id="{4F074056-75E4-A314-8155-8B6EC7DF544C}"/>
              </a:ext>
            </a:extLst>
          </p:cNvPr>
          <p:cNvSpPr txBox="1">
            <a:spLocks noChangeArrowheads="1"/>
          </p:cNvSpPr>
          <p:nvPr/>
        </p:nvSpPr>
        <p:spPr bwMode="auto">
          <a:xfrm>
            <a:off x="7756525" y="1498601"/>
            <a:ext cx="668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S</a:t>
            </a:r>
            <a:endParaRPr lang="ru-RU" altLang="en-US" sz="2000">
              <a:solidFill>
                <a:srgbClr val="0000FF"/>
              </a:solidFill>
            </a:endParaRPr>
          </a:p>
        </p:txBody>
      </p:sp>
      <p:grpSp>
        <p:nvGrpSpPr>
          <p:cNvPr id="84998" name="Group 50">
            <a:extLst>
              <a:ext uri="{FF2B5EF4-FFF2-40B4-BE49-F238E27FC236}">
                <a16:creationId xmlns:a16="http://schemas.microsoft.com/office/drawing/2014/main" id="{507CD65F-4216-5ABB-0832-D18EAD4EF919}"/>
              </a:ext>
            </a:extLst>
          </p:cNvPr>
          <p:cNvGrpSpPr>
            <a:grpSpLocks/>
          </p:cNvGrpSpPr>
          <p:nvPr/>
        </p:nvGrpSpPr>
        <p:grpSpPr bwMode="auto">
          <a:xfrm>
            <a:off x="3911601" y="2841626"/>
            <a:ext cx="4873625" cy="1431925"/>
            <a:chOff x="1216" y="2191"/>
            <a:chExt cx="3070" cy="1193"/>
          </a:xfrm>
        </p:grpSpPr>
        <p:sp>
          <p:nvSpPr>
            <p:cNvPr id="85000" name="Text Box 24">
              <a:extLst>
                <a:ext uri="{FF2B5EF4-FFF2-40B4-BE49-F238E27FC236}">
                  <a16:creationId xmlns:a16="http://schemas.microsoft.com/office/drawing/2014/main" id="{6A87ACCF-55DB-CFD9-CFFA-492BD25C648D}"/>
                </a:ext>
              </a:extLst>
            </p:cNvPr>
            <p:cNvSpPr txBox="1">
              <a:spLocks noChangeArrowheads="1"/>
            </p:cNvSpPr>
            <p:nvPr/>
          </p:nvSpPr>
          <p:spPr bwMode="auto">
            <a:xfrm>
              <a:off x="1344" y="2191"/>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bc</a:t>
              </a:r>
              <a:r>
                <a:rPr lang="en-US" altLang="en-US" sz="2000" baseline="-25000"/>
                <a:t>in</a:t>
              </a:r>
              <a:endParaRPr lang="ru-RU" altLang="en-US" sz="2000"/>
            </a:p>
          </p:txBody>
        </p:sp>
        <p:sp>
          <p:nvSpPr>
            <p:cNvPr id="20489" name="Rectangle 26">
              <a:extLst>
                <a:ext uri="{FF2B5EF4-FFF2-40B4-BE49-F238E27FC236}">
                  <a16:creationId xmlns:a16="http://schemas.microsoft.com/office/drawing/2014/main" id="{C96C5451-87F9-422A-BF50-F35067D5B276}"/>
                </a:ext>
              </a:extLst>
            </p:cNvPr>
            <p:cNvSpPr>
              <a:spLocks noChangeArrowheads="1"/>
            </p:cNvSpPr>
            <p:nvPr/>
          </p:nvSpPr>
          <p:spPr bwMode="auto">
            <a:xfrm>
              <a:off x="1579" y="2567"/>
              <a:ext cx="1951" cy="81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p>
          </p:txBody>
        </p:sp>
        <p:sp>
          <p:nvSpPr>
            <p:cNvPr id="85002" name="Line 27">
              <a:extLst>
                <a:ext uri="{FF2B5EF4-FFF2-40B4-BE49-F238E27FC236}">
                  <a16:creationId xmlns:a16="http://schemas.microsoft.com/office/drawing/2014/main" id="{CDCB5BBE-4337-3399-1F20-63E7E4D46C1E}"/>
                </a:ext>
              </a:extLst>
            </p:cNvPr>
            <p:cNvSpPr>
              <a:spLocks noChangeShapeType="1"/>
            </p:cNvSpPr>
            <p:nvPr/>
          </p:nvSpPr>
          <p:spPr bwMode="auto">
            <a:xfrm>
              <a:off x="2559" y="2568"/>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3" name="Line 28">
              <a:extLst>
                <a:ext uri="{FF2B5EF4-FFF2-40B4-BE49-F238E27FC236}">
                  <a16:creationId xmlns:a16="http://schemas.microsoft.com/office/drawing/2014/main" id="{C96D79C9-62C1-694F-6B56-73C7CDD20BB6}"/>
                </a:ext>
              </a:extLst>
            </p:cNvPr>
            <p:cNvSpPr>
              <a:spLocks noChangeShapeType="1"/>
            </p:cNvSpPr>
            <p:nvPr/>
          </p:nvSpPr>
          <p:spPr bwMode="auto">
            <a:xfrm>
              <a:off x="1579" y="2976"/>
              <a:ext cx="195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4" name="Line 29">
              <a:extLst>
                <a:ext uri="{FF2B5EF4-FFF2-40B4-BE49-F238E27FC236}">
                  <a16:creationId xmlns:a16="http://schemas.microsoft.com/office/drawing/2014/main" id="{D47707BA-B2BC-41E0-5A41-220EE465077A}"/>
                </a:ext>
              </a:extLst>
            </p:cNvPr>
            <p:cNvSpPr>
              <a:spLocks noChangeShapeType="1"/>
            </p:cNvSpPr>
            <p:nvPr/>
          </p:nvSpPr>
          <p:spPr bwMode="auto">
            <a:xfrm>
              <a:off x="2076" y="2568"/>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5" name="Line 30">
              <a:extLst>
                <a:ext uri="{FF2B5EF4-FFF2-40B4-BE49-F238E27FC236}">
                  <a16:creationId xmlns:a16="http://schemas.microsoft.com/office/drawing/2014/main" id="{100B2045-848A-9BDA-6D5B-BFE9331D59B7}"/>
                </a:ext>
              </a:extLst>
            </p:cNvPr>
            <p:cNvSpPr>
              <a:spLocks noChangeShapeType="1"/>
            </p:cNvSpPr>
            <p:nvPr/>
          </p:nvSpPr>
          <p:spPr bwMode="auto">
            <a:xfrm>
              <a:off x="3061" y="2568"/>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6" name="Line 31">
              <a:extLst>
                <a:ext uri="{FF2B5EF4-FFF2-40B4-BE49-F238E27FC236}">
                  <a16:creationId xmlns:a16="http://schemas.microsoft.com/office/drawing/2014/main" id="{A8310C70-ED3A-77AE-BA78-ECE5469B10EA}"/>
                </a:ext>
              </a:extLst>
            </p:cNvPr>
            <p:cNvSpPr>
              <a:spLocks noChangeShapeType="1"/>
            </p:cNvSpPr>
            <p:nvPr/>
          </p:nvSpPr>
          <p:spPr bwMode="auto">
            <a:xfrm flipH="1" flipV="1">
              <a:off x="1352" y="2341"/>
              <a:ext cx="227"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007" name="Text Box 32">
              <a:extLst>
                <a:ext uri="{FF2B5EF4-FFF2-40B4-BE49-F238E27FC236}">
                  <a16:creationId xmlns:a16="http://schemas.microsoft.com/office/drawing/2014/main" id="{42F4B7AA-E22A-E914-C3A3-077E9D5F8D29}"/>
                </a:ext>
              </a:extLst>
            </p:cNvPr>
            <p:cNvSpPr txBox="1">
              <a:spLocks noChangeArrowheads="1"/>
            </p:cNvSpPr>
            <p:nvPr/>
          </p:nvSpPr>
          <p:spPr bwMode="auto">
            <a:xfrm>
              <a:off x="1216" y="2385"/>
              <a:ext cx="31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endParaRPr lang="ru-RU" altLang="en-US" sz="2000"/>
            </a:p>
          </p:txBody>
        </p:sp>
        <p:sp>
          <p:nvSpPr>
            <p:cNvPr id="85008" name="Text Box 33">
              <a:extLst>
                <a:ext uri="{FF2B5EF4-FFF2-40B4-BE49-F238E27FC236}">
                  <a16:creationId xmlns:a16="http://schemas.microsoft.com/office/drawing/2014/main" id="{4CA636E8-D283-282F-CD6B-3E0D08696F0F}"/>
                </a:ext>
              </a:extLst>
            </p:cNvPr>
            <p:cNvSpPr txBox="1">
              <a:spLocks noChangeArrowheads="1"/>
            </p:cNvSpPr>
            <p:nvPr/>
          </p:nvSpPr>
          <p:spPr bwMode="auto">
            <a:xfrm>
              <a:off x="1709" y="2307"/>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85009" name="Text Box 34">
              <a:extLst>
                <a:ext uri="{FF2B5EF4-FFF2-40B4-BE49-F238E27FC236}">
                  <a16:creationId xmlns:a16="http://schemas.microsoft.com/office/drawing/2014/main" id="{7E98EB5D-D9DF-E444-1B91-EA3E4181C783}"/>
                </a:ext>
              </a:extLst>
            </p:cNvPr>
            <p:cNvSpPr txBox="1">
              <a:spLocks noChangeArrowheads="1"/>
            </p:cNvSpPr>
            <p:nvPr/>
          </p:nvSpPr>
          <p:spPr bwMode="auto">
            <a:xfrm>
              <a:off x="2159" y="2314"/>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85010" name="Text Box 35">
              <a:extLst>
                <a:ext uri="{FF2B5EF4-FFF2-40B4-BE49-F238E27FC236}">
                  <a16:creationId xmlns:a16="http://schemas.microsoft.com/office/drawing/2014/main" id="{15BC9613-FFBF-0277-E2F0-D27B92AD8DFA}"/>
                </a:ext>
              </a:extLst>
            </p:cNvPr>
            <p:cNvSpPr txBox="1">
              <a:spLocks noChangeArrowheads="1"/>
            </p:cNvSpPr>
            <p:nvPr/>
          </p:nvSpPr>
          <p:spPr bwMode="auto">
            <a:xfrm>
              <a:off x="2640" y="2295"/>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85011" name="Text Box 36">
              <a:extLst>
                <a:ext uri="{FF2B5EF4-FFF2-40B4-BE49-F238E27FC236}">
                  <a16:creationId xmlns:a16="http://schemas.microsoft.com/office/drawing/2014/main" id="{C56A1BD2-8EE5-FB4C-B3E3-6DF757BF578C}"/>
                </a:ext>
              </a:extLst>
            </p:cNvPr>
            <p:cNvSpPr txBox="1">
              <a:spLocks noChangeArrowheads="1"/>
            </p:cNvSpPr>
            <p:nvPr/>
          </p:nvSpPr>
          <p:spPr bwMode="auto">
            <a:xfrm>
              <a:off x="3076" y="2295"/>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85012" name="Text Box 37">
              <a:extLst>
                <a:ext uri="{FF2B5EF4-FFF2-40B4-BE49-F238E27FC236}">
                  <a16:creationId xmlns:a16="http://schemas.microsoft.com/office/drawing/2014/main" id="{6C4F2ACD-6770-DBF3-52BD-6258319D582A}"/>
                </a:ext>
              </a:extLst>
            </p:cNvPr>
            <p:cNvSpPr txBox="1">
              <a:spLocks noChangeArrowheads="1"/>
            </p:cNvSpPr>
            <p:nvPr/>
          </p:nvSpPr>
          <p:spPr bwMode="auto">
            <a:xfrm>
              <a:off x="1321" y="2649"/>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endParaRPr lang="ru-RU" altLang="en-US" sz="2000"/>
            </a:p>
          </p:txBody>
        </p:sp>
        <p:sp>
          <p:nvSpPr>
            <p:cNvPr id="85013" name="Text Box 38">
              <a:extLst>
                <a:ext uri="{FF2B5EF4-FFF2-40B4-BE49-F238E27FC236}">
                  <a16:creationId xmlns:a16="http://schemas.microsoft.com/office/drawing/2014/main" id="{BCA1E5A6-5573-DCAD-DB2C-5954EF3978BB}"/>
                </a:ext>
              </a:extLst>
            </p:cNvPr>
            <p:cNvSpPr txBox="1">
              <a:spLocks noChangeArrowheads="1"/>
            </p:cNvSpPr>
            <p:nvPr/>
          </p:nvSpPr>
          <p:spPr bwMode="auto">
            <a:xfrm>
              <a:off x="1319" y="3030"/>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14" name="Text Box 39">
              <a:extLst>
                <a:ext uri="{FF2B5EF4-FFF2-40B4-BE49-F238E27FC236}">
                  <a16:creationId xmlns:a16="http://schemas.microsoft.com/office/drawing/2014/main" id="{0A1ABE66-F7B5-A6D0-DBBD-B5503EB088A4}"/>
                </a:ext>
              </a:extLst>
            </p:cNvPr>
            <p:cNvSpPr txBox="1">
              <a:spLocks noChangeArrowheads="1"/>
            </p:cNvSpPr>
            <p:nvPr/>
          </p:nvSpPr>
          <p:spPr bwMode="auto">
            <a:xfrm>
              <a:off x="2640" y="2627"/>
              <a:ext cx="29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15" name="Text Box 40">
              <a:extLst>
                <a:ext uri="{FF2B5EF4-FFF2-40B4-BE49-F238E27FC236}">
                  <a16:creationId xmlns:a16="http://schemas.microsoft.com/office/drawing/2014/main" id="{3EA234F0-518E-BAE7-2F01-98697C672F33}"/>
                </a:ext>
              </a:extLst>
            </p:cNvPr>
            <p:cNvSpPr txBox="1">
              <a:spLocks noChangeArrowheads="1"/>
            </p:cNvSpPr>
            <p:nvPr/>
          </p:nvSpPr>
          <p:spPr bwMode="auto">
            <a:xfrm>
              <a:off x="3126" y="3018"/>
              <a:ext cx="29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16" name="Text Box 41">
              <a:extLst>
                <a:ext uri="{FF2B5EF4-FFF2-40B4-BE49-F238E27FC236}">
                  <a16:creationId xmlns:a16="http://schemas.microsoft.com/office/drawing/2014/main" id="{EE8DD612-A5A0-1766-ADB8-8FF4A29116FA}"/>
                </a:ext>
              </a:extLst>
            </p:cNvPr>
            <p:cNvSpPr txBox="1">
              <a:spLocks noChangeArrowheads="1"/>
            </p:cNvSpPr>
            <p:nvPr/>
          </p:nvSpPr>
          <p:spPr bwMode="auto">
            <a:xfrm>
              <a:off x="2204" y="3008"/>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17" name="Text Box 42">
              <a:extLst>
                <a:ext uri="{FF2B5EF4-FFF2-40B4-BE49-F238E27FC236}">
                  <a16:creationId xmlns:a16="http://schemas.microsoft.com/office/drawing/2014/main" id="{FA1C0D3B-67EA-5E2A-73A2-89370E31AFCC}"/>
                </a:ext>
              </a:extLst>
            </p:cNvPr>
            <p:cNvSpPr txBox="1">
              <a:spLocks noChangeArrowheads="1"/>
            </p:cNvSpPr>
            <p:nvPr/>
          </p:nvSpPr>
          <p:spPr bwMode="auto">
            <a:xfrm>
              <a:off x="2661" y="3003"/>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85018" name="AutoShape 43">
              <a:extLst>
                <a:ext uri="{FF2B5EF4-FFF2-40B4-BE49-F238E27FC236}">
                  <a16:creationId xmlns:a16="http://schemas.microsoft.com/office/drawing/2014/main" id="{86223A72-328D-7350-763A-C6CB38247E26}"/>
                </a:ext>
              </a:extLst>
            </p:cNvPr>
            <p:cNvSpPr>
              <a:spLocks noChangeArrowheads="1"/>
            </p:cNvSpPr>
            <p:nvPr/>
          </p:nvSpPr>
          <p:spPr bwMode="auto">
            <a:xfrm>
              <a:off x="2186" y="3027"/>
              <a:ext cx="771" cy="272"/>
            </a:xfrm>
            <a:prstGeom prst="roundRect">
              <a:avLst>
                <a:gd name="adj" fmla="val 16667"/>
              </a:avLst>
            </a:prstGeom>
            <a:noFill/>
            <a:ln w="349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5019" name="AutoShape 44">
              <a:extLst>
                <a:ext uri="{FF2B5EF4-FFF2-40B4-BE49-F238E27FC236}">
                  <a16:creationId xmlns:a16="http://schemas.microsoft.com/office/drawing/2014/main" id="{DE3CC029-DB4A-FEC4-5DF5-F9E8E4406A2C}"/>
                </a:ext>
              </a:extLst>
            </p:cNvPr>
            <p:cNvSpPr>
              <a:spLocks noChangeArrowheads="1"/>
            </p:cNvSpPr>
            <p:nvPr/>
          </p:nvSpPr>
          <p:spPr bwMode="auto">
            <a:xfrm>
              <a:off x="2641" y="3073"/>
              <a:ext cx="771" cy="272"/>
            </a:xfrm>
            <a:prstGeom prst="roundRect">
              <a:avLst>
                <a:gd name="adj" fmla="val 16667"/>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5020" name="AutoShape 45">
              <a:extLst>
                <a:ext uri="{FF2B5EF4-FFF2-40B4-BE49-F238E27FC236}">
                  <a16:creationId xmlns:a16="http://schemas.microsoft.com/office/drawing/2014/main" id="{F371F0AA-D0A9-EBAB-B0A2-9E6B6469433C}"/>
                </a:ext>
              </a:extLst>
            </p:cNvPr>
            <p:cNvSpPr>
              <a:spLocks noChangeArrowheads="1"/>
            </p:cNvSpPr>
            <p:nvPr/>
          </p:nvSpPr>
          <p:spPr bwMode="auto">
            <a:xfrm>
              <a:off x="2594" y="2627"/>
              <a:ext cx="409" cy="590"/>
            </a:xfrm>
            <a:prstGeom prst="roundRect">
              <a:avLst>
                <a:gd name="adj" fmla="val 16667"/>
              </a:avLst>
            </a:prstGeom>
            <a:noFill/>
            <a:ln w="254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85021" name="Text Box 48">
              <a:extLst>
                <a:ext uri="{FF2B5EF4-FFF2-40B4-BE49-F238E27FC236}">
                  <a16:creationId xmlns:a16="http://schemas.microsoft.com/office/drawing/2014/main" id="{5F86F8A4-9ABE-6BCA-237F-16792F0DCCED}"/>
                </a:ext>
              </a:extLst>
            </p:cNvPr>
            <p:cNvSpPr txBox="1">
              <a:spLocks noChangeArrowheads="1"/>
            </p:cNvSpPr>
            <p:nvPr/>
          </p:nvSpPr>
          <p:spPr bwMode="auto">
            <a:xfrm>
              <a:off x="3619" y="2395"/>
              <a:ext cx="66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c</a:t>
              </a:r>
              <a:r>
                <a:rPr lang="en-US" altLang="en-US" sz="2000" baseline="-25000">
                  <a:solidFill>
                    <a:srgbClr val="0000FF"/>
                  </a:solidFill>
                </a:rPr>
                <a:t>out</a:t>
              </a:r>
              <a:endParaRPr lang="ru-RU" altLang="en-US" sz="2000">
                <a:solidFill>
                  <a:srgbClr val="0000FF"/>
                </a:solidFill>
              </a:endParaRPr>
            </a:p>
          </p:txBody>
        </p:sp>
      </p:grpSp>
      <p:sp>
        <p:nvSpPr>
          <p:cNvPr id="4" name="Title 3">
            <a:extLst>
              <a:ext uri="{FF2B5EF4-FFF2-40B4-BE49-F238E27FC236}">
                <a16:creationId xmlns:a16="http://schemas.microsoft.com/office/drawing/2014/main" id="{B93FCE5B-0A36-E3F9-E8E2-929D5E5464A3}"/>
              </a:ext>
            </a:extLst>
          </p:cNvPr>
          <p:cNvSpPr>
            <a:spLocks noGrp="1"/>
          </p:cNvSpPr>
          <p:nvPr>
            <p:ph type="title"/>
          </p:nvPr>
        </p:nvSpPr>
        <p:spPr/>
        <p:txBody>
          <a:bodyPr>
            <a:normAutofit/>
          </a:bodyPr>
          <a:lstStyle/>
          <a:p>
            <a:r>
              <a:rPr lang="en-US" dirty="0"/>
              <a:t>Full Adder (2)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a:extLst>
              <a:ext uri="{FF2B5EF4-FFF2-40B4-BE49-F238E27FC236}">
                <a16:creationId xmlns:a16="http://schemas.microsoft.com/office/drawing/2014/main" id="{65B71075-0354-3511-2AFE-B7DDA02CC53A}"/>
              </a:ext>
            </a:extLst>
          </p:cNvPr>
          <p:cNvSpPr>
            <a:spLocks noGrp="1" noChangeArrowheads="1"/>
          </p:cNvSpPr>
          <p:nvPr>
            <p:ph type="title"/>
          </p:nvPr>
        </p:nvSpPr>
        <p:spPr>
          <a:xfrm>
            <a:off x="-1" y="183402"/>
            <a:ext cx="11612880" cy="704088"/>
          </a:xfrm>
        </p:spPr>
        <p:txBody>
          <a:bodyPr/>
          <a:lstStyle/>
          <a:p>
            <a:r>
              <a:rPr lang="en-US" altLang="en-US"/>
              <a:t>The Circuit of Full Adder </a:t>
            </a:r>
            <a:endParaRPr lang="ru-RU" altLang="en-US"/>
          </a:p>
        </p:txBody>
      </p:sp>
      <p:sp>
        <p:nvSpPr>
          <p:cNvPr id="86019" name="Text Box 60">
            <a:extLst>
              <a:ext uri="{FF2B5EF4-FFF2-40B4-BE49-F238E27FC236}">
                <a16:creationId xmlns:a16="http://schemas.microsoft.com/office/drawing/2014/main" id="{4865387D-AA2F-AEC1-3985-9CF69B043C7B}"/>
              </a:ext>
            </a:extLst>
          </p:cNvPr>
          <p:cNvSpPr txBox="1">
            <a:spLocks noChangeArrowheads="1"/>
          </p:cNvSpPr>
          <p:nvPr/>
        </p:nvSpPr>
        <p:spPr bwMode="auto">
          <a:xfrm>
            <a:off x="1905000" y="4876801"/>
            <a:ext cx="63182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Cout=a</a:t>
            </a:r>
            <a:r>
              <a:rPr lang="en-US" altLang="en-US" sz="2000" b="0">
                <a:sym typeface="Symbol" panose="05050102010706020507" pitchFamily="18" charset="2"/>
              </a:rPr>
              <a:t>b +cin(ab)</a:t>
            </a:r>
          </a:p>
          <a:p>
            <a:pPr eaLnBrk="1" hangingPunct="1"/>
            <a:r>
              <a:rPr lang="en-US" altLang="en-US" sz="2000" b="0">
                <a:sym typeface="Symbol" panose="05050102010706020507" pitchFamily="18" charset="2"/>
              </a:rPr>
              <a:t>Standard approach – 6 gates </a:t>
            </a:r>
          </a:p>
        </p:txBody>
      </p:sp>
      <p:grpSp>
        <p:nvGrpSpPr>
          <p:cNvPr id="86020" name="Group 50">
            <a:extLst>
              <a:ext uri="{FF2B5EF4-FFF2-40B4-BE49-F238E27FC236}">
                <a16:creationId xmlns:a16="http://schemas.microsoft.com/office/drawing/2014/main" id="{95AB84CB-72C8-8A97-D0AF-F664AF6F654D}"/>
              </a:ext>
            </a:extLst>
          </p:cNvPr>
          <p:cNvGrpSpPr>
            <a:grpSpLocks/>
          </p:cNvGrpSpPr>
          <p:nvPr/>
        </p:nvGrpSpPr>
        <p:grpSpPr bwMode="auto">
          <a:xfrm>
            <a:off x="2916238" y="1657350"/>
            <a:ext cx="5745162" cy="3259138"/>
            <a:chOff x="1173" y="1044"/>
            <a:chExt cx="3323" cy="2053"/>
          </a:xfrm>
        </p:grpSpPr>
        <p:grpSp>
          <p:nvGrpSpPr>
            <p:cNvPr id="86021" name="Group 5">
              <a:extLst>
                <a:ext uri="{FF2B5EF4-FFF2-40B4-BE49-F238E27FC236}">
                  <a16:creationId xmlns:a16="http://schemas.microsoft.com/office/drawing/2014/main" id="{0AF4B3EA-6B65-4D2C-C501-10CFC3040654}"/>
                </a:ext>
              </a:extLst>
            </p:cNvPr>
            <p:cNvGrpSpPr>
              <a:grpSpLocks/>
            </p:cNvGrpSpPr>
            <p:nvPr/>
          </p:nvGrpSpPr>
          <p:grpSpPr bwMode="auto">
            <a:xfrm>
              <a:off x="1947" y="1456"/>
              <a:ext cx="372" cy="363"/>
              <a:chOff x="3095" y="1883"/>
              <a:chExt cx="501" cy="363"/>
            </a:xfrm>
          </p:grpSpPr>
          <p:sp>
            <p:nvSpPr>
              <p:cNvPr id="21550" name="AutoShape 7">
                <a:extLst>
                  <a:ext uri="{FF2B5EF4-FFF2-40B4-BE49-F238E27FC236}">
                    <a16:creationId xmlns:a16="http://schemas.microsoft.com/office/drawing/2014/main" id="{77351DEE-A208-4B53-90D2-C9E180F8265F}"/>
                  </a:ext>
                </a:extLst>
              </p:cNvPr>
              <p:cNvSpPr>
                <a:spLocks noChangeArrowheads="1"/>
              </p:cNvSpPr>
              <p:nvPr/>
            </p:nvSpPr>
            <p:spPr bwMode="auto">
              <a:xfrm flipH="1">
                <a:off x="3095" y="1883"/>
                <a:ext cx="498"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86059" name="AutoShape 6">
                <a:extLst>
                  <a:ext uri="{FF2B5EF4-FFF2-40B4-BE49-F238E27FC236}">
                    <a16:creationId xmlns:a16="http://schemas.microsoft.com/office/drawing/2014/main" id="{4EBA70EA-D1D0-00F0-4A33-3C291103C948}"/>
                  </a:ext>
                </a:extLst>
              </p:cNvPr>
              <p:cNvSpPr>
                <a:spLocks noChangeArrowheads="1"/>
              </p:cNvSpPr>
              <p:nvPr/>
            </p:nvSpPr>
            <p:spPr bwMode="auto">
              <a:xfrm flipH="1">
                <a:off x="3169" y="1883"/>
                <a:ext cx="427" cy="36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grpSp>
          <p:nvGrpSpPr>
            <p:cNvPr id="86022" name="Group 8">
              <a:extLst>
                <a:ext uri="{FF2B5EF4-FFF2-40B4-BE49-F238E27FC236}">
                  <a16:creationId xmlns:a16="http://schemas.microsoft.com/office/drawing/2014/main" id="{AAA05EE3-13F6-D54F-2C03-7E17DFA6790F}"/>
                </a:ext>
              </a:extLst>
            </p:cNvPr>
            <p:cNvGrpSpPr>
              <a:grpSpLocks/>
            </p:cNvGrpSpPr>
            <p:nvPr/>
          </p:nvGrpSpPr>
          <p:grpSpPr bwMode="auto">
            <a:xfrm>
              <a:off x="3311" y="1202"/>
              <a:ext cx="335" cy="363"/>
              <a:chOff x="3095" y="1883"/>
              <a:chExt cx="501" cy="363"/>
            </a:xfrm>
          </p:grpSpPr>
          <p:sp>
            <p:nvSpPr>
              <p:cNvPr id="21548" name="AutoShape 10">
                <a:extLst>
                  <a:ext uri="{FF2B5EF4-FFF2-40B4-BE49-F238E27FC236}">
                    <a16:creationId xmlns:a16="http://schemas.microsoft.com/office/drawing/2014/main" id="{1DC79190-A14C-4836-9279-3DB316106D30}"/>
                  </a:ext>
                </a:extLst>
              </p:cNvPr>
              <p:cNvSpPr>
                <a:spLocks noChangeArrowheads="1"/>
              </p:cNvSpPr>
              <p:nvPr/>
            </p:nvSpPr>
            <p:spPr bwMode="auto">
              <a:xfrm flipH="1">
                <a:off x="3093" y="1883"/>
                <a:ext cx="498"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86057" name="AutoShape 9">
                <a:extLst>
                  <a:ext uri="{FF2B5EF4-FFF2-40B4-BE49-F238E27FC236}">
                    <a16:creationId xmlns:a16="http://schemas.microsoft.com/office/drawing/2014/main" id="{9079CE38-F55D-9952-DEB3-8D4F4A94252D}"/>
                  </a:ext>
                </a:extLst>
              </p:cNvPr>
              <p:cNvSpPr>
                <a:spLocks noChangeArrowheads="1"/>
              </p:cNvSpPr>
              <p:nvPr/>
            </p:nvSpPr>
            <p:spPr bwMode="auto">
              <a:xfrm flipH="1">
                <a:off x="3169" y="1883"/>
                <a:ext cx="427" cy="36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86023" name="Line 11">
              <a:extLst>
                <a:ext uri="{FF2B5EF4-FFF2-40B4-BE49-F238E27FC236}">
                  <a16:creationId xmlns:a16="http://schemas.microsoft.com/office/drawing/2014/main" id="{DCC7E44E-AF9E-9480-1C90-97191E7B661C}"/>
                </a:ext>
              </a:extLst>
            </p:cNvPr>
            <p:cNvSpPr>
              <a:spLocks noChangeShapeType="1"/>
            </p:cNvSpPr>
            <p:nvPr/>
          </p:nvSpPr>
          <p:spPr bwMode="auto">
            <a:xfrm>
              <a:off x="1512" y="1258"/>
              <a:ext cx="18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4" name="Line 12">
              <a:extLst>
                <a:ext uri="{FF2B5EF4-FFF2-40B4-BE49-F238E27FC236}">
                  <a16:creationId xmlns:a16="http://schemas.microsoft.com/office/drawing/2014/main" id="{50D0CF53-F315-BB19-A287-4169618D1DDE}"/>
                </a:ext>
              </a:extLst>
            </p:cNvPr>
            <p:cNvSpPr>
              <a:spLocks noChangeShapeType="1"/>
            </p:cNvSpPr>
            <p:nvPr/>
          </p:nvSpPr>
          <p:spPr bwMode="auto">
            <a:xfrm flipV="1">
              <a:off x="1513" y="1556"/>
              <a:ext cx="4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5" name="Line 13">
              <a:extLst>
                <a:ext uri="{FF2B5EF4-FFF2-40B4-BE49-F238E27FC236}">
                  <a16:creationId xmlns:a16="http://schemas.microsoft.com/office/drawing/2014/main" id="{E1512E6D-53A6-FCF5-CFBA-099ACD59ED61}"/>
                </a:ext>
              </a:extLst>
            </p:cNvPr>
            <p:cNvSpPr>
              <a:spLocks noChangeShapeType="1"/>
            </p:cNvSpPr>
            <p:nvPr/>
          </p:nvSpPr>
          <p:spPr bwMode="auto">
            <a:xfrm>
              <a:off x="1530" y="1720"/>
              <a:ext cx="4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6" name="Line 14">
              <a:extLst>
                <a:ext uri="{FF2B5EF4-FFF2-40B4-BE49-F238E27FC236}">
                  <a16:creationId xmlns:a16="http://schemas.microsoft.com/office/drawing/2014/main" id="{34CD956C-5042-BB96-03F8-DA8203ED6AB6}"/>
                </a:ext>
              </a:extLst>
            </p:cNvPr>
            <p:cNvSpPr>
              <a:spLocks noChangeShapeType="1"/>
            </p:cNvSpPr>
            <p:nvPr/>
          </p:nvSpPr>
          <p:spPr bwMode="auto">
            <a:xfrm>
              <a:off x="3113" y="1475"/>
              <a:ext cx="2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7" name="Line 15">
              <a:extLst>
                <a:ext uri="{FF2B5EF4-FFF2-40B4-BE49-F238E27FC236}">
                  <a16:creationId xmlns:a16="http://schemas.microsoft.com/office/drawing/2014/main" id="{E7AECAF9-5F3B-CD80-4C39-7DE3F34A09C2}"/>
                </a:ext>
              </a:extLst>
            </p:cNvPr>
            <p:cNvSpPr>
              <a:spLocks noChangeShapeType="1"/>
            </p:cNvSpPr>
            <p:nvPr/>
          </p:nvSpPr>
          <p:spPr bwMode="auto">
            <a:xfrm flipV="1">
              <a:off x="2319" y="1639"/>
              <a:ext cx="7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8" name="Line 16">
              <a:extLst>
                <a:ext uri="{FF2B5EF4-FFF2-40B4-BE49-F238E27FC236}">
                  <a16:creationId xmlns:a16="http://schemas.microsoft.com/office/drawing/2014/main" id="{83351555-7B88-8839-1ACA-34C9BB679A22}"/>
                </a:ext>
              </a:extLst>
            </p:cNvPr>
            <p:cNvSpPr>
              <a:spLocks noChangeShapeType="1"/>
            </p:cNvSpPr>
            <p:nvPr/>
          </p:nvSpPr>
          <p:spPr bwMode="auto">
            <a:xfrm>
              <a:off x="3113" y="1476"/>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29" name="Line 17">
              <a:extLst>
                <a:ext uri="{FF2B5EF4-FFF2-40B4-BE49-F238E27FC236}">
                  <a16:creationId xmlns:a16="http://schemas.microsoft.com/office/drawing/2014/main" id="{A5437666-60F1-EFC5-9634-3C0EA671B488}"/>
                </a:ext>
              </a:extLst>
            </p:cNvPr>
            <p:cNvSpPr>
              <a:spLocks noChangeShapeType="1"/>
            </p:cNvSpPr>
            <p:nvPr/>
          </p:nvSpPr>
          <p:spPr bwMode="auto">
            <a:xfrm>
              <a:off x="3637" y="1384"/>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8" name="AutoShape 34">
              <a:extLst>
                <a:ext uri="{FF2B5EF4-FFF2-40B4-BE49-F238E27FC236}">
                  <a16:creationId xmlns:a16="http://schemas.microsoft.com/office/drawing/2014/main" id="{009BAD1E-14FE-4874-8128-1E21F2666B0F}"/>
                </a:ext>
              </a:extLst>
            </p:cNvPr>
            <p:cNvSpPr>
              <a:spLocks noChangeArrowheads="1"/>
            </p:cNvSpPr>
            <p:nvPr/>
          </p:nvSpPr>
          <p:spPr bwMode="auto">
            <a:xfrm flipH="1">
              <a:off x="3333" y="2261"/>
              <a:ext cx="297"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86031" name="Line 36">
              <a:extLst>
                <a:ext uri="{FF2B5EF4-FFF2-40B4-BE49-F238E27FC236}">
                  <a16:creationId xmlns:a16="http://schemas.microsoft.com/office/drawing/2014/main" id="{C164B5E8-E6C3-FEBA-FB07-9116DDF5F956}"/>
                </a:ext>
              </a:extLst>
            </p:cNvPr>
            <p:cNvSpPr>
              <a:spLocks noChangeShapeType="1"/>
            </p:cNvSpPr>
            <p:nvPr/>
          </p:nvSpPr>
          <p:spPr bwMode="auto">
            <a:xfrm>
              <a:off x="3130" y="2343"/>
              <a:ext cx="2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2" name="Line 37">
              <a:extLst>
                <a:ext uri="{FF2B5EF4-FFF2-40B4-BE49-F238E27FC236}">
                  <a16:creationId xmlns:a16="http://schemas.microsoft.com/office/drawing/2014/main" id="{BCDA3223-C0F9-04BE-E843-9363DF339EE7}"/>
                </a:ext>
              </a:extLst>
            </p:cNvPr>
            <p:cNvSpPr>
              <a:spLocks noChangeShapeType="1"/>
            </p:cNvSpPr>
            <p:nvPr/>
          </p:nvSpPr>
          <p:spPr bwMode="auto">
            <a:xfrm>
              <a:off x="2879" y="2445"/>
              <a:ext cx="4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3" name="Line 38">
              <a:extLst>
                <a:ext uri="{FF2B5EF4-FFF2-40B4-BE49-F238E27FC236}">
                  <a16:creationId xmlns:a16="http://schemas.microsoft.com/office/drawing/2014/main" id="{237C9706-3C6A-ED22-706A-98E4A71ECCA3}"/>
                </a:ext>
              </a:extLst>
            </p:cNvPr>
            <p:cNvSpPr>
              <a:spLocks noChangeShapeType="1"/>
            </p:cNvSpPr>
            <p:nvPr/>
          </p:nvSpPr>
          <p:spPr bwMode="auto">
            <a:xfrm>
              <a:off x="3130" y="2566"/>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4" name="Line 39">
              <a:extLst>
                <a:ext uri="{FF2B5EF4-FFF2-40B4-BE49-F238E27FC236}">
                  <a16:creationId xmlns:a16="http://schemas.microsoft.com/office/drawing/2014/main" id="{FABBFFA5-ADB6-178E-B129-5142B6533ED6}"/>
                </a:ext>
              </a:extLst>
            </p:cNvPr>
            <p:cNvSpPr>
              <a:spLocks noChangeShapeType="1"/>
            </p:cNvSpPr>
            <p:nvPr/>
          </p:nvSpPr>
          <p:spPr bwMode="auto">
            <a:xfrm>
              <a:off x="2887" y="2918"/>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5" name="Line 40">
              <a:extLst>
                <a:ext uri="{FF2B5EF4-FFF2-40B4-BE49-F238E27FC236}">
                  <a16:creationId xmlns:a16="http://schemas.microsoft.com/office/drawing/2014/main" id="{0D1CF5AE-693E-233B-BBBC-224F60E7524A}"/>
                </a:ext>
              </a:extLst>
            </p:cNvPr>
            <p:cNvSpPr>
              <a:spLocks noChangeShapeType="1"/>
            </p:cNvSpPr>
            <p:nvPr/>
          </p:nvSpPr>
          <p:spPr bwMode="auto">
            <a:xfrm flipV="1">
              <a:off x="3130" y="2579"/>
              <a:ext cx="0" cy="32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6" name="Line 41">
              <a:extLst>
                <a:ext uri="{FF2B5EF4-FFF2-40B4-BE49-F238E27FC236}">
                  <a16:creationId xmlns:a16="http://schemas.microsoft.com/office/drawing/2014/main" id="{BE45C7E9-2107-F1D1-FA97-3AA6B6849DAB}"/>
                </a:ext>
              </a:extLst>
            </p:cNvPr>
            <p:cNvSpPr>
              <a:spLocks noChangeShapeType="1"/>
            </p:cNvSpPr>
            <p:nvPr/>
          </p:nvSpPr>
          <p:spPr bwMode="auto">
            <a:xfrm flipV="1">
              <a:off x="3130" y="2017"/>
              <a:ext cx="0" cy="3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7" name="Line 42">
              <a:extLst>
                <a:ext uri="{FF2B5EF4-FFF2-40B4-BE49-F238E27FC236}">
                  <a16:creationId xmlns:a16="http://schemas.microsoft.com/office/drawing/2014/main" id="{DBF1C86A-26A4-E2C8-CFDB-54B0C1F4D368}"/>
                </a:ext>
              </a:extLst>
            </p:cNvPr>
            <p:cNvSpPr>
              <a:spLocks noChangeShapeType="1"/>
            </p:cNvSpPr>
            <p:nvPr/>
          </p:nvSpPr>
          <p:spPr bwMode="auto">
            <a:xfrm>
              <a:off x="2895" y="2018"/>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8" name="Line 44">
              <a:extLst>
                <a:ext uri="{FF2B5EF4-FFF2-40B4-BE49-F238E27FC236}">
                  <a16:creationId xmlns:a16="http://schemas.microsoft.com/office/drawing/2014/main" id="{CBE2F7F0-1A91-7FD5-86F4-44E71879B35D}"/>
                </a:ext>
              </a:extLst>
            </p:cNvPr>
            <p:cNvSpPr>
              <a:spLocks noChangeShapeType="1"/>
            </p:cNvSpPr>
            <p:nvPr/>
          </p:nvSpPr>
          <p:spPr bwMode="auto">
            <a:xfrm flipV="1">
              <a:off x="3632" y="2435"/>
              <a:ext cx="2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9" name="Line 45">
              <a:extLst>
                <a:ext uri="{FF2B5EF4-FFF2-40B4-BE49-F238E27FC236}">
                  <a16:creationId xmlns:a16="http://schemas.microsoft.com/office/drawing/2014/main" id="{B9E0AA88-B3A2-D341-BF15-044E55BF4F70}"/>
                </a:ext>
              </a:extLst>
            </p:cNvPr>
            <p:cNvSpPr>
              <a:spLocks noChangeShapeType="1"/>
            </p:cNvSpPr>
            <p:nvPr/>
          </p:nvSpPr>
          <p:spPr bwMode="auto">
            <a:xfrm>
              <a:off x="2386" y="1258"/>
              <a:ext cx="0" cy="161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6040" name="Line 46">
              <a:extLst>
                <a:ext uri="{FF2B5EF4-FFF2-40B4-BE49-F238E27FC236}">
                  <a16:creationId xmlns:a16="http://schemas.microsoft.com/office/drawing/2014/main" id="{E641913B-EE3D-B946-EC2F-150E8393CEB6}"/>
                </a:ext>
              </a:extLst>
            </p:cNvPr>
            <p:cNvSpPr>
              <a:spLocks noChangeShapeType="1"/>
            </p:cNvSpPr>
            <p:nvPr/>
          </p:nvSpPr>
          <p:spPr bwMode="auto">
            <a:xfrm>
              <a:off x="2395" y="2864"/>
              <a:ext cx="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41" name="Line 47">
              <a:extLst>
                <a:ext uri="{FF2B5EF4-FFF2-40B4-BE49-F238E27FC236}">
                  <a16:creationId xmlns:a16="http://schemas.microsoft.com/office/drawing/2014/main" id="{DDF0FD1D-9740-B8A4-75A6-8F023CD54333}"/>
                </a:ext>
              </a:extLst>
            </p:cNvPr>
            <p:cNvSpPr>
              <a:spLocks noChangeShapeType="1"/>
            </p:cNvSpPr>
            <p:nvPr/>
          </p:nvSpPr>
          <p:spPr bwMode="auto">
            <a:xfrm>
              <a:off x="2386" y="2371"/>
              <a:ext cx="147"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6042" name="Line 49">
              <a:extLst>
                <a:ext uri="{FF2B5EF4-FFF2-40B4-BE49-F238E27FC236}">
                  <a16:creationId xmlns:a16="http://schemas.microsoft.com/office/drawing/2014/main" id="{849C8E64-5DBC-52C6-0B18-2520183D6F1C}"/>
                </a:ext>
              </a:extLst>
            </p:cNvPr>
            <p:cNvSpPr>
              <a:spLocks noChangeShapeType="1"/>
            </p:cNvSpPr>
            <p:nvPr/>
          </p:nvSpPr>
          <p:spPr bwMode="auto">
            <a:xfrm>
              <a:off x="1856" y="1720"/>
              <a:ext cx="0" cy="127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6043" name="Line 50">
              <a:extLst>
                <a:ext uri="{FF2B5EF4-FFF2-40B4-BE49-F238E27FC236}">
                  <a16:creationId xmlns:a16="http://schemas.microsoft.com/office/drawing/2014/main" id="{EA38C1A6-4355-5771-F53A-57257E8357D5}"/>
                </a:ext>
              </a:extLst>
            </p:cNvPr>
            <p:cNvSpPr>
              <a:spLocks noChangeShapeType="1"/>
            </p:cNvSpPr>
            <p:nvPr/>
          </p:nvSpPr>
          <p:spPr bwMode="auto">
            <a:xfrm>
              <a:off x="1856" y="2992"/>
              <a:ext cx="6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44" name="Line 51">
              <a:extLst>
                <a:ext uri="{FF2B5EF4-FFF2-40B4-BE49-F238E27FC236}">
                  <a16:creationId xmlns:a16="http://schemas.microsoft.com/office/drawing/2014/main" id="{FB21A003-438F-483A-A244-1E349DCAC366}"/>
                </a:ext>
              </a:extLst>
            </p:cNvPr>
            <p:cNvSpPr>
              <a:spLocks noChangeShapeType="1"/>
            </p:cNvSpPr>
            <p:nvPr/>
          </p:nvSpPr>
          <p:spPr bwMode="auto">
            <a:xfrm>
              <a:off x="1856" y="2095"/>
              <a:ext cx="676"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6045" name="Line 52">
              <a:extLst>
                <a:ext uri="{FF2B5EF4-FFF2-40B4-BE49-F238E27FC236}">
                  <a16:creationId xmlns:a16="http://schemas.microsoft.com/office/drawing/2014/main" id="{6A071C73-F125-7CA1-8D63-8A69EF3EF9CC}"/>
                </a:ext>
              </a:extLst>
            </p:cNvPr>
            <p:cNvSpPr>
              <a:spLocks noChangeShapeType="1"/>
            </p:cNvSpPr>
            <p:nvPr/>
          </p:nvSpPr>
          <p:spPr bwMode="auto">
            <a:xfrm>
              <a:off x="1680" y="1560"/>
              <a:ext cx="0" cy="973"/>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6046" name="Line 53">
              <a:extLst>
                <a:ext uri="{FF2B5EF4-FFF2-40B4-BE49-F238E27FC236}">
                  <a16:creationId xmlns:a16="http://schemas.microsoft.com/office/drawing/2014/main" id="{8CBEA747-9EF3-1764-3EAA-ADB31442A676}"/>
                </a:ext>
              </a:extLst>
            </p:cNvPr>
            <p:cNvSpPr>
              <a:spLocks noChangeShapeType="1"/>
            </p:cNvSpPr>
            <p:nvPr/>
          </p:nvSpPr>
          <p:spPr bwMode="auto">
            <a:xfrm>
              <a:off x="1692" y="2528"/>
              <a:ext cx="8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47" name="Line 54">
              <a:extLst>
                <a:ext uri="{FF2B5EF4-FFF2-40B4-BE49-F238E27FC236}">
                  <a16:creationId xmlns:a16="http://schemas.microsoft.com/office/drawing/2014/main" id="{E2AF42F8-4376-C377-1830-A5BBEE8A378D}"/>
                </a:ext>
              </a:extLst>
            </p:cNvPr>
            <p:cNvSpPr>
              <a:spLocks noChangeShapeType="1"/>
            </p:cNvSpPr>
            <p:nvPr/>
          </p:nvSpPr>
          <p:spPr bwMode="auto">
            <a:xfrm>
              <a:off x="1691" y="1951"/>
              <a:ext cx="841"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6048" name="Text Box 55">
              <a:extLst>
                <a:ext uri="{FF2B5EF4-FFF2-40B4-BE49-F238E27FC236}">
                  <a16:creationId xmlns:a16="http://schemas.microsoft.com/office/drawing/2014/main" id="{803C7C1D-BCF6-7BCF-7DAC-F4E1B9189300}"/>
                </a:ext>
              </a:extLst>
            </p:cNvPr>
            <p:cNvSpPr txBox="1">
              <a:spLocks noChangeArrowheads="1"/>
            </p:cNvSpPr>
            <p:nvPr/>
          </p:nvSpPr>
          <p:spPr bwMode="auto">
            <a:xfrm>
              <a:off x="1173" y="1044"/>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c</a:t>
              </a:r>
              <a:r>
                <a:rPr lang="en-US" altLang="en-US" baseline="-25000"/>
                <a:t>in</a:t>
              </a:r>
              <a:endParaRPr lang="ru-RU" altLang="en-US"/>
            </a:p>
          </p:txBody>
        </p:sp>
        <p:sp>
          <p:nvSpPr>
            <p:cNvPr id="86049" name="Text Box 56">
              <a:extLst>
                <a:ext uri="{FF2B5EF4-FFF2-40B4-BE49-F238E27FC236}">
                  <a16:creationId xmlns:a16="http://schemas.microsoft.com/office/drawing/2014/main" id="{8B603024-DCE3-BA74-4D7C-0D248BB126B9}"/>
                </a:ext>
              </a:extLst>
            </p:cNvPr>
            <p:cNvSpPr txBox="1">
              <a:spLocks noChangeArrowheads="1"/>
            </p:cNvSpPr>
            <p:nvPr/>
          </p:nvSpPr>
          <p:spPr bwMode="auto">
            <a:xfrm>
              <a:off x="1192" y="1379"/>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ru-RU" altLang="en-US"/>
            </a:p>
          </p:txBody>
        </p:sp>
        <p:sp>
          <p:nvSpPr>
            <p:cNvPr id="86050" name="Text Box 57">
              <a:extLst>
                <a:ext uri="{FF2B5EF4-FFF2-40B4-BE49-F238E27FC236}">
                  <a16:creationId xmlns:a16="http://schemas.microsoft.com/office/drawing/2014/main" id="{93DB9DFB-836B-C69E-06BF-E0CC9CE82898}"/>
                </a:ext>
              </a:extLst>
            </p:cNvPr>
            <p:cNvSpPr txBox="1">
              <a:spLocks noChangeArrowheads="1"/>
            </p:cNvSpPr>
            <p:nvPr/>
          </p:nvSpPr>
          <p:spPr bwMode="auto">
            <a:xfrm>
              <a:off x="1192" y="1574"/>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ru-RU" altLang="en-US"/>
            </a:p>
          </p:txBody>
        </p:sp>
        <p:sp>
          <p:nvSpPr>
            <p:cNvPr id="86051" name="Text Box 58">
              <a:extLst>
                <a:ext uri="{FF2B5EF4-FFF2-40B4-BE49-F238E27FC236}">
                  <a16:creationId xmlns:a16="http://schemas.microsoft.com/office/drawing/2014/main" id="{B3932FA1-3719-EEEC-46D9-71A1027D712E}"/>
                </a:ext>
              </a:extLst>
            </p:cNvPr>
            <p:cNvSpPr txBox="1">
              <a:spLocks noChangeArrowheads="1"/>
            </p:cNvSpPr>
            <p:nvPr/>
          </p:nvSpPr>
          <p:spPr bwMode="auto">
            <a:xfrm>
              <a:off x="3834" y="1249"/>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s</a:t>
              </a:r>
              <a:endParaRPr lang="ru-RU" altLang="en-US"/>
            </a:p>
          </p:txBody>
        </p:sp>
        <p:sp>
          <p:nvSpPr>
            <p:cNvPr id="86052" name="Text Box 59">
              <a:extLst>
                <a:ext uri="{FF2B5EF4-FFF2-40B4-BE49-F238E27FC236}">
                  <a16:creationId xmlns:a16="http://schemas.microsoft.com/office/drawing/2014/main" id="{57C0FC9F-AB96-FC33-7551-A0AFA5701DD0}"/>
                </a:ext>
              </a:extLst>
            </p:cNvPr>
            <p:cNvSpPr txBox="1">
              <a:spLocks noChangeArrowheads="1"/>
            </p:cNvSpPr>
            <p:nvPr/>
          </p:nvSpPr>
          <p:spPr bwMode="auto">
            <a:xfrm>
              <a:off x="3892" y="2261"/>
              <a:ext cx="6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c</a:t>
              </a:r>
              <a:r>
                <a:rPr lang="en-US" altLang="en-US" baseline="-25000"/>
                <a:t>out</a:t>
              </a:r>
              <a:endParaRPr lang="ru-RU" altLang="en-US"/>
            </a:p>
          </p:txBody>
        </p:sp>
        <p:sp>
          <p:nvSpPr>
            <p:cNvPr id="60" name="Flowchart: Delay 59">
              <a:extLst>
                <a:ext uri="{FF2B5EF4-FFF2-40B4-BE49-F238E27FC236}">
                  <a16:creationId xmlns:a16="http://schemas.microsoft.com/office/drawing/2014/main" id="{8878FCB2-8AFA-4C8B-9FB6-21D38A824934}"/>
                </a:ext>
              </a:extLst>
            </p:cNvPr>
            <p:cNvSpPr/>
            <p:nvPr/>
          </p:nvSpPr>
          <p:spPr>
            <a:xfrm>
              <a:off x="2541" y="1849"/>
              <a:ext cx="336" cy="336"/>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61" name="Flowchart: Delay 60">
              <a:extLst>
                <a:ext uri="{FF2B5EF4-FFF2-40B4-BE49-F238E27FC236}">
                  <a16:creationId xmlns:a16="http://schemas.microsoft.com/office/drawing/2014/main" id="{998CEA0D-F8A4-400D-BE7E-F39C4597807A}"/>
                </a:ext>
              </a:extLst>
            </p:cNvPr>
            <p:cNvSpPr/>
            <p:nvPr/>
          </p:nvSpPr>
          <p:spPr>
            <a:xfrm>
              <a:off x="2549" y="2281"/>
              <a:ext cx="334" cy="336"/>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62" name="Flowchart: Delay 61">
              <a:extLst>
                <a:ext uri="{FF2B5EF4-FFF2-40B4-BE49-F238E27FC236}">
                  <a16:creationId xmlns:a16="http://schemas.microsoft.com/office/drawing/2014/main" id="{C83CFA99-0678-4C6D-B928-72B87158F954}"/>
                </a:ext>
              </a:extLst>
            </p:cNvPr>
            <p:cNvSpPr/>
            <p:nvPr/>
          </p:nvSpPr>
          <p:spPr>
            <a:xfrm>
              <a:off x="2541" y="2761"/>
              <a:ext cx="336" cy="336"/>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59595304-12FC-879E-7333-F3B4007A43E5}"/>
              </a:ext>
            </a:extLst>
          </p:cNvPr>
          <p:cNvSpPr>
            <a:spLocks noGrp="1" noChangeArrowheads="1"/>
          </p:cNvSpPr>
          <p:nvPr>
            <p:ph type="title"/>
          </p:nvPr>
        </p:nvSpPr>
        <p:spPr>
          <a:xfrm>
            <a:off x="-1" y="183402"/>
            <a:ext cx="11612880" cy="704088"/>
          </a:xfrm>
        </p:spPr>
        <p:txBody>
          <a:bodyPr/>
          <a:lstStyle/>
          <a:p>
            <a:r>
              <a:rPr lang="en-US" altLang="en-US"/>
              <a:t>Full Adder</a:t>
            </a:r>
            <a:endParaRPr lang="en-GB" altLang="en-US"/>
          </a:p>
        </p:txBody>
      </p:sp>
      <p:grpSp>
        <p:nvGrpSpPr>
          <p:cNvPr id="87043" name="Group 56">
            <a:extLst>
              <a:ext uri="{FF2B5EF4-FFF2-40B4-BE49-F238E27FC236}">
                <a16:creationId xmlns:a16="http://schemas.microsoft.com/office/drawing/2014/main" id="{9D477CAA-E8E0-37EB-706F-9B14DBB24A90}"/>
              </a:ext>
            </a:extLst>
          </p:cNvPr>
          <p:cNvGrpSpPr>
            <a:grpSpLocks/>
          </p:cNvGrpSpPr>
          <p:nvPr/>
        </p:nvGrpSpPr>
        <p:grpSpPr bwMode="auto">
          <a:xfrm>
            <a:off x="2916238" y="1614489"/>
            <a:ext cx="6018212" cy="2497137"/>
            <a:chOff x="1392863" y="1614821"/>
            <a:chExt cx="6018029" cy="2497139"/>
          </a:xfrm>
        </p:grpSpPr>
        <p:grpSp>
          <p:nvGrpSpPr>
            <p:cNvPr id="87045" name="Group 5">
              <a:extLst>
                <a:ext uri="{FF2B5EF4-FFF2-40B4-BE49-F238E27FC236}">
                  <a16:creationId xmlns:a16="http://schemas.microsoft.com/office/drawing/2014/main" id="{3E74D915-2405-4935-E7D3-E6638B8F9C5D}"/>
                </a:ext>
              </a:extLst>
            </p:cNvPr>
            <p:cNvGrpSpPr>
              <a:grpSpLocks/>
            </p:cNvGrpSpPr>
            <p:nvPr/>
          </p:nvGrpSpPr>
          <p:grpSpPr bwMode="auto">
            <a:xfrm>
              <a:off x="2730891" y="2268871"/>
              <a:ext cx="643083" cy="576263"/>
              <a:chOff x="3095" y="1883"/>
              <a:chExt cx="501" cy="363"/>
            </a:xfrm>
          </p:grpSpPr>
          <p:sp>
            <p:nvSpPr>
              <p:cNvPr id="41" name="AutoShape 7">
                <a:extLst>
                  <a:ext uri="{FF2B5EF4-FFF2-40B4-BE49-F238E27FC236}">
                    <a16:creationId xmlns:a16="http://schemas.microsoft.com/office/drawing/2014/main" id="{0D9EF109-A172-4582-8281-3134C9155EA3}"/>
                  </a:ext>
                </a:extLst>
              </p:cNvPr>
              <p:cNvSpPr>
                <a:spLocks noChangeArrowheads="1"/>
              </p:cNvSpPr>
              <p:nvPr/>
            </p:nvSpPr>
            <p:spPr bwMode="auto">
              <a:xfrm flipH="1">
                <a:off x="3095" y="1883"/>
                <a:ext cx="498"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87080" name="AutoShape 6">
                <a:extLst>
                  <a:ext uri="{FF2B5EF4-FFF2-40B4-BE49-F238E27FC236}">
                    <a16:creationId xmlns:a16="http://schemas.microsoft.com/office/drawing/2014/main" id="{06B56B76-657C-7275-E4BB-86EFD1A4722F}"/>
                  </a:ext>
                </a:extLst>
              </p:cNvPr>
              <p:cNvSpPr>
                <a:spLocks noChangeArrowheads="1"/>
              </p:cNvSpPr>
              <p:nvPr/>
            </p:nvSpPr>
            <p:spPr bwMode="auto">
              <a:xfrm flipH="1">
                <a:off x="3169" y="1883"/>
                <a:ext cx="427" cy="36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grpSp>
          <p:nvGrpSpPr>
            <p:cNvPr id="87046" name="Group 8">
              <a:extLst>
                <a:ext uri="{FF2B5EF4-FFF2-40B4-BE49-F238E27FC236}">
                  <a16:creationId xmlns:a16="http://schemas.microsoft.com/office/drawing/2014/main" id="{0C48968F-5101-5421-C48C-1657CC32479B}"/>
                </a:ext>
              </a:extLst>
            </p:cNvPr>
            <p:cNvGrpSpPr>
              <a:grpSpLocks/>
            </p:cNvGrpSpPr>
            <p:nvPr/>
          </p:nvGrpSpPr>
          <p:grpSpPr bwMode="auto">
            <a:xfrm>
              <a:off x="5386587" y="1844380"/>
              <a:ext cx="579121" cy="576263"/>
              <a:chOff x="3095" y="1883"/>
              <a:chExt cx="501" cy="363"/>
            </a:xfrm>
          </p:grpSpPr>
          <p:sp>
            <p:nvSpPr>
              <p:cNvPr id="39" name="AutoShape 10">
                <a:extLst>
                  <a:ext uri="{FF2B5EF4-FFF2-40B4-BE49-F238E27FC236}">
                    <a16:creationId xmlns:a16="http://schemas.microsoft.com/office/drawing/2014/main" id="{1ECD5F8E-5A61-4727-8576-A23B79B0E3E8}"/>
                  </a:ext>
                </a:extLst>
              </p:cNvPr>
              <p:cNvSpPr>
                <a:spLocks noChangeArrowheads="1"/>
              </p:cNvSpPr>
              <p:nvPr/>
            </p:nvSpPr>
            <p:spPr bwMode="auto">
              <a:xfrm flipH="1">
                <a:off x="3095" y="1883"/>
                <a:ext cx="500"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87078" name="AutoShape 9">
                <a:extLst>
                  <a:ext uri="{FF2B5EF4-FFF2-40B4-BE49-F238E27FC236}">
                    <a16:creationId xmlns:a16="http://schemas.microsoft.com/office/drawing/2014/main" id="{CFC87A15-1FBC-8512-3DB5-46EA94458321}"/>
                  </a:ext>
                </a:extLst>
              </p:cNvPr>
              <p:cNvSpPr>
                <a:spLocks noChangeArrowheads="1"/>
              </p:cNvSpPr>
              <p:nvPr/>
            </p:nvSpPr>
            <p:spPr bwMode="auto">
              <a:xfrm flipH="1">
                <a:off x="3169" y="1883"/>
                <a:ext cx="427" cy="36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87047" name="Line 11">
              <a:extLst>
                <a:ext uri="{FF2B5EF4-FFF2-40B4-BE49-F238E27FC236}">
                  <a16:creationId xmlns:a16="http://schemas.microsoft.com/office/drawing/2014/main" id="{10577296-FE5C-9DDD-1099-AB33857C352E}"/>
                </a:ext>
              </a:extLst>
            </p:cNvPr>
            <p:cNvSpPr>
              <a:spLocks noChangeShapeType="1"/>
            </p:cNvSpPr>
            <p:nvPr/>
          </p:nvSpPr>
          <p:spPr bwMode="auto">
            <a:xfrm>
              <a:off x="1978899" y="1954546"/>
              <a:ext cx="3474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48" name="Line 12">
              <a:extLst>
                <a:ext uri="{FF2B5EF4-FFF2-40B4-BE49-F238E27FC236}">
                  <a16:creationId xmlns:a16="http://schemas.microsoft.com/office/drawing/2014/main" id="{78025467-F1A1-E65D-2234-A1ADCEE80D83}"/>
                </a:ext>
              </a:extLst>
            </p:cNvPr>
            <p:cNvSpPr>
              <a:spLocks noChangeShapeType="1"/>
            </p:cNvSpPr>
            <p:nvPr/>
          </p:nvSpPr>
          <p:spPr bwMode="auto">
            <a:xfrm flipV="1">
              <a:off x="1980627" y="2427622"/>
              <a:ext cx="8194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49" name="Line 13">
              <a:extLst>
                <a:ext uri="{FF2B5EF4-FFF2-40B4-BE49-F238E27FC236}">
                  <a16:creationId xmlns:a16="http://schemas.microsoft.com/office/drawing/2014/main" id="{99B4686C-1B99-D92F-7CC0-19ED2BD9E436}"/>
                </a:ext>
              </a:extLst>
            </p:cNvPr>
            <p:cNvSpPr>
              <a:spLocks noChangeShapeType="1"/>
            </p:cNvSpPr>
            <p:nvPr/>
          </p:nvSpPr>
          <p:spPr bwMode="auto">
            <a:xfrm>
              <a:off x="2010016" y="2687972"/>
              <a:ext cx="7917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0" name="Line 14">
              <a:extLst>
                <a:ext uri="{FF2B5EF4-FFF2-40B4-BE49-F238E27FC236}">
                  <a16:creationId xmlns:a16="http://schemas.microsoft.com/office/drawing/2014/main" id="{5EFD3422-DCFB-C70F-9BB7-43EA08048B08}"/>
                </a:ext>
              </a:extLst>
            </p:cNvPr>
            <p:cNvSpPr>
              <a:spLocks noChangeShapeType="1"/>
            </p:cNvSpPr>
            <p:nvPr/>
          </p:nvSpPr>
          <p:spPr bwMode="auto">
            <a:xfrm>
              <a:off x="4735958" y="2267135"/>
              <a:ext cx="7315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1" name="Line 15">
              <a:extLst>
                <a:ext uri="{FF2B5EF4-FFF2-40B4-BE49-F238E27FC236}">
                  <a16:creationId xmlns:a16="http://schemas.microsoft.com/office/drawing/2014/main" id="{5AE4D334-D06E-753A-62B7-5243A6EB6FD4}"/>
                </a:ext>
              </a:extLst>
            </p:cNvPr>
            <p:cNvSpPr>
              <a:spLocks noChangeShapeType="1"/>
            </p:cNvSpPr>
            <p:nvPr/>
          </p:nvSpPr>
          <p:spPr bwMode="auto">
            <a:xfrm flipV="1">
              <a:off x="3373975" y="2559384"/>
              <a:ext cx="13743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2" name="Line 16">
              <a:extLst>
                <a:ext uri="{FF2B5EF4-FFF2-40B4-BE49-F238E27FC236}">
                  <a16:creationId xmlns:a16="http://schemas.microsoft.com/office/drawing/2014/main" id="{B53DFCED-CC1E-2FB0-4F32-109034E2DC66}"/>
                </a:ext>
              </a:extLst>
            </p:cNvPr>
            <p:cNvSpPr>
              <a:spLocks noChangeShapeType="1"/>
            </p:cNvSpPr>
            <p:nvPr/>
          </p:nvSpPr>
          <p:spPr bwMode="auto">
            <a:xfrm>
              <a:off x="4746592" y="2268719"/>
              <a:ext cx="0" cy="2743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3" name="Line 17">
              <a:extLst>
                <a:ext uri="{FF2B5EF4-FFF2-40B4-BE49-F238E27FC236}">
                  <a16:creationId xmlns:a16="http://schemas.microsoft.com/office/drawing/2014/main" id="{25838A1F-505E-70DD-30D7-83119B11EDCB}"/>
                </a:ext>
              </a:extLst>
            </p:cNvPr>
            <p:cNvSpPr>
              <a:spLocks noChangeShapeType="1"/>
            </p:cNvSpPr>
            <p:nvPr/>
          </p:nvSpPr>
          <p:spPr bwMode="auto">
            <a:xfrm>
              <a:off x="5950149" y="2154571"/>
              <a:ext cx="3657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AutoShape 34">
              <a:extLst>
                <a:ext uri="{FF2B5EF4-FFF2-40B4-BE49-F238E27FC236}">
                  <a16:creationId xmlns:a16="http://schemas.microsoft.com/office/drawing/2014/main" id="{4CCB755E-9339-4263-8985-122F15607F4A}"/>
                </a:ext>
              </a:extLst>
            </p:cNvPr>
            <p:cNvSpPr>
              <a:spLocks noChangeArrowheads="1"/>
            </p:cNvSpPr>
            <p:nvPr/>
          </p:nvSpPr>
          <p:spPr bwMode="auto">
            <a:xfrm flipH="1">
              <a:off x="5467851" y="3397584"/>
              <a:ext cx="511159" cy="5762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p>
          </p:txBody>
        </p:sp>
        <p:sp>
          <p:nvSpPr>
            <p:cNvPr id="87055" name="Line 36">
              <a:extLst>
                <a:ext uri="{FF2B5EF4-FFF2-40B4-BE49-F238E27FC236}">
                  <a16:creationId xmlns:a16="http://schemas.microsoft.com/office/drawing/2014/main" id="{67580DB0-591C-EE0E-5087-AA896F66207F}"/>
                </a:ext>
              </a:extLst>
            </p:cNvPr>
            <p:cNvSpPr>
              <a:spLocks noChangeShapeType="1"/>
            </p:cNvSpPr>
            <p:nvPr/>
          </p:nvSpPr>
          <p:spPr bwMode="auto">
            <a:xfrm>
              <a:off x="5126854" y="3602565"/>
              <a:ext cx="3976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6" name="Line 38">
              <a:extLst>
                <a:ext uri="{FF2B5EF4-FFF2-40B4-BE49-F238E27FC236}">
                  <a16:creationId xmlns:a16="http://schemas.microsoft.com/office/drawing/2014/main" id="{54D5A96D-3941-85E9-EEA9-3FBF34F19A89}"/>
                </a:ext>
              </a:extLst>
            </p:cNvPr>
            <p:cNvSpPr>
              <a:spLocks noChangeShapeType="1"/>
            </p:cNvSpPr>
            <p:nvPr/>
          </p:nvSpPr>
          <p:spPr bwMode="auto">
            <a:xfrm>
              <a:off x="4701534" y="3860878"/>
              <a:ext cx="82296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7" name="Line 41">
              <a:extLst>
                <a:ext uri="{FF2B5EF4-FFF2-40B4-BE49-F238E27FC236}">
                  <a16:creationId xmlns:a16="http://schemas.microsoft.com/office/drawing/2014/main" id="{BAEF0B6A-F386-B81E-176F-0178DEFD8B75}"/>
                </a:ext>
              </a:extLst>
            </p:cNvPr>
            <p:cNvSpPr>
              <a:spLocks noChangeShapeType="1"/>
            </p:cNvSpPr>
            <p:nvPr/>
          </p:nvSpPr>
          <p:spPr bwMode="auto">
            <a:xfrm flipV="1">
              <a:off x="5116221" y="3159459"/>
              <a:ext cx="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8" name="Line 42">
              <a:extLst>
                <a:ext uri="{FF2B5EF4-FFF2-40B4-BE49-F238E27FC236}">
                  <a16:creationId xmlns:a16="http://schemas.microsoft.com/office/drawing/2014/main" id="{23FC56BC-9AC9-45BF-24E4-79C1C80C490B}"/>
                </a:ext>
              </a:extLst>
            </p:cNvPr>
            <p:cNvSpPr>
              <a:spLocks noChangeShapeType="1"/>
            </p:cNvSpPr>
            <p:nvPr/>
          </p:nvSpPr>
          <p:spPr bwMode="auto">
            <a:xfrm>
              <a:off x="4709972" y="3161047"/>
              <a:ext cx="3924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59" name="Line 44">
              <a:extLst>
                <a:ext uri="{FF2B5EF4-FFF2-40B4-BE49-F238E27FC236}">
                  <a16:creationId xmlns:a16="http://schemas.microsoft.com/office/drawing/2014/main" id="{97F4D13C-C649-5DE5-6907-588C0BD1038E}"/>
                </a:ext>
              </a:extLst>
            </p:cNvPr>
            <p:cNvSpPr>
              <a:spLocks noChangeShapeType="1"/>
            </p:cNvSpPr>
            <p:nvPr/>
          </p:nvSpPr>
          <p:spPr bwMode="auto">
            <a:xfrm flipV="1">
              <a:off x="5973405" y="3663546"/>
              <a:ext cx="43045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0" name="Line 47">
              <a:extLst>
                <a:ext uri="{FF2B5EF4-FFF2-40B4-BE49-F238E27FC236}">
                  <a16:creationId xmlns:a16="http://schemas.microsoft.com/office/drawing/2014/main" id="{900F56BD-466D-27A1-D07F-3F3FC56D7AE8}"/>
                </a:ext>
              </a:extLst>
            </p:cNvPr>
            <p:cNvSpPr>
              <a:spLocks noChangeShapeType="1"/>
            </p:cNvSpPr>
            <p:nvPr/>
          </p:nvSpPr>
          <p:spPr bwMode="auto">
            <a:xfrm>
              <a:off x="2254101" y="3728881"/>
              <a:ext cx="18562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1" name="Line 49">
              <a:extLst>
                <a:ext uri="{FF2B5EF4-FFF2-40B4-BE49-F238E27FC236}">
                  <a16:creationId xmlns:a16="http://schemas.microsoft.com/office/drawing/2014/main" id="{7C510941-4F9F-EAC1-6B58-68913F35F0B5}"/>
                </a:ext>
              </a:extLst>
            </p:cNvPr>
            <p:cNvSpPr>
              <a:spLocks noChangeShapeType="1"/>
            </p:cNvSpPr>
            <p:nvPr/>
          </p:nvSpPr>
          <p:spPr bwMode="auto">
            <a:xfrm>
              <a:off x="2573578" y="2687972"/>
              <a:ext cx="0" cy="1344168"/>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62" name="Line 52">
              <a:extLst>
                <a:ext uri="{FF2B5EF4-FFF2-40B4-BE49-F238E27FC236}">
                  <a16:creationId xmlns:a16="http://schemas.microsoft.com/office/drawing/2014/main" id="{84976257-57EC-CD16-7F63-E748AF7F573D}"/>
                </a:ext>
              </a:extLst>
            </p:cNvPr>
            <p:cNvSpPr>
              <a:spLocks noChangeShapeType="1"/>
            </p:cNvSpPr>
            <p:nvPr/>
          </p:nvSpPr>
          <p:spPr bwMode="auto">
            <a:xfrm>
              <a:off x="2269323" y="2433972"/>
              <a:ext cx="0" cy="1307592"/>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7063" name="Line 54">
              <a:extLst>
                <a:ext uri="{FF2B5EF4-FFF2-40B4-BE49-F238E27FC236}">
                  <a16:creationId xmlns:a16="http://schemas.microsoft.com/office/drawing/2014/main" id="{152A4F3D-DEBC-B751-CC31-75797BDEB282}"/>
                </a:ext>
              </a:extLst>
            </p:cNvPr>
            <p:cNvSpPr>
              <a:spLocks noChangeShapeType="1"/>
            </p:cNvSpPr>
            <p:nvPr/>
          </p:nvSpPr>
          <p:spPr bwMode="auto">
            <a:xfrm>
              <a:off x="3840757" y="3054684"/>
              <a:ext cx="2743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4" name="Text Box 55">
              <a:extLst>
                <a:ext uri="{FF2B5EF4-FFF2-40B4-BE49-F238E27FC236}">
                  <a16:creationId xmlns:a16="http://schemas.microsoft.com/office/drawing/2014/main" id="{2AC97F1C-7977-4F82-8BD2-D3F243D0B00B}"/>
                </a:ext>
              </a:extLst>
            </p:cNvPr>
            <p:cNvSpPr txBox="1">
              <a:spLocks noChangeArrowheads="1"/>
            </p:cNvSpPr>
            <p:nvPr/>
          </p:nvSpPr>
          <p:spPr bwMode="auto">
            <a:xfrm>
              <a:off x="1392863" y="1614821"/>
              <a:ext cx="57047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c</a:t>
              </a:r>
              <a:r>
                <a:rPr lang="en-US" altLang="en-US" baseline="-25000"/>
                <a:t>in</a:t>
              </a:r>
              <a:endParaRPr lang="ru-RU" altLang="en-US"/>
            </a:p>
          </p:txBody>
        </p:sp>
        <p:sp>
          <p:nvSpPr>
            <p:cNvPr id="87065" name="Text Box 56">
              <a:extLst>
                <a:ext uri="{FF2B5EF4-FFF2-40B4-BE49-F238E27FC236}">
                  <a16:creationId xmlns:a16="http://schemas.microsoft.com/office/drawing/2014/main" id="{21B2F218-C8AC-46BF-CF5D-870CDC8BE942}"/>
                </a:ext>
              </a:extLst>
            </p:cNvPr>
            <p:cNvSpPr txBox="1">
              <a:spLocks noChangeArrowheads="1"/>
            </p:cNvSpPr>
            <p:nvPr/>
          </p:nvSpPr>
          <p:spPr bwMode="auto">
            <a:xfrm>
              <a:off x="1425709" y="2146634"/>
              <a:ext cx="57047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a</a:t>
              </a:r>
              <a:endParaRPr lang="ru-RU" altLang="en-US"/>
            </a:p>
          </p:txBody>
        </p:sp>
        <p:sp>
          <p:nvSpPr>
            <p:cNvPr id="87066" name="Text Box 57">
              <a:extLst>
                <a:ext uri="{FF2B5EF4-FFF2-40B4-BE49-F238E27FC236}">
                  <a16:creationId xmlns:a16="http://schemas.microsoft.com/office/drawing/2014/main" id="{4D5B55C4-A9EE-531A-5A0E-F0E7B93FD717}"/>
                </a:ext>
              </a:extLst>
            </p:cNvPr>
            <p:cNvSpPr txBox="1">
              <a:spLocks noChangeArrowheads="1"/>
            </p:cNvSpPr>
            <p:nvPr/>
          </p:nvSpPr>
          <p:spPr bwMode="auto">
            <a:xfrm>
              <a:off x="1425709" y="2456197"/>
              <a:ext cx="57047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b</a:t>
              </a:r>
              <a:endParaRPr lang="ru-RU" altLang="en-US"/>
            </a:p>
          </p:txBody>
        </p:sp>
        <p:sp>
          <p:nvSpPr>
            <p:cNvPr id="87067" name="Text Box 58">
              <a:extLst>
                <a:ext uri="{FF2B5EF4-FFF2-40B4-BE49-F238E27FC236}">
                  <a16:creationId xmlns:a16="http://schemas.microsoft.com/office/drawing/2014/main" id="{210695D0-262E-5A35-80B7-C57B4D0471AC}"/>
                </a:ext>
              </a:extLst>
            </p:cNvPr>
            <p:cNvSpPr txBox="1">
              <a:spLocks noChangeArrowheads="1"/>
            </p:cNvSpPr>
            <p:nvPr/>
          </p:nvSpPr>
          <p:spPr bwMode="auto">
            <a:xfrm>
              <a:off x="6492718" y="1908361"/>
              <a:ext cx="57047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s</a:t>
              </a:r>
              <a:endParaRPr lang="ru-RU" altLang="en-US"/>
            </a:p>
          </p:txBody>
        </p:sp>
        <p:sp>
          <p:nvSpPr>
            <p:cNvPr id="87068" name="Text Box 59">
              <a:extLst>
                <a:ext uri="{FF2B5EF4-FFF2-40B4-BE49-F238E27FC236}">
                  <a16:creationId xmlns:a16="http://schemas.microsoft.com/office/drawing/2014/main" id="{4368ED92-18D5-2B47-E905-17A7D35D6CD7}"/>
                </a:ext>
              </a:extLst>
            </p:cNvPr>
            <p:cNvSpPr txBox="1">
              <a:spLocks noChangeArrowheads="1"/>
            </p:cNvSpPr>
            <p:nvPr/>
          </p:nvSpPr>
          <p:spPr bwMode="auto">
            <a:xfrm>
              <a:off x="6497286" y="3451117"/>
              <a:ext cx="91360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c</a:t>
              </a:r>
              <a:r>
                <a:rPr lang="en-US" altLang="en-US" baseline="-25000"/>
                <a:t>out</a:t>
              </a:r>
              <a:endParaRPr lang="ru-RU" altLang="en-US"/>
            </a:p>
          </p:txBody>
        </p:sp>
        <p:sp>
          <p:nvSpPr>
            <p:cNvPr id="36" name="Flowchart: Delay 35">
              <a:extLst>
                <a:ext uri="{FF2B5EF4-FFF2-40B4-BE49-F238E27FC236}">
                  <a16:creationId xmlns:a16="http://schemas.microsoft.com/office/drawing/2014/main" id="{A910EB48-3AA9-4B7F-A2C9-3866C524CBCC}"/>
                </a:ext>
              </a:extLst>
            </p:cNvPr>
            <p:cNvSpPr/>
            <p:nvPr/>
          </p:nvSpPr>
          <p:spPr bwMode="auto">
            <a:xfrm>
              <a:off x="4097881" y="2892759"/>
              <a:ext cx="581007" cy="533400"/>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37" name="Flowchart: Delay 36">
              <a:extLst>
                <a:ext uri="{FF2B5EF4-FFF2-40B4-BE49-F238E27FC236}">
                  <a16:creationId xmlns:a16="http://schemas.microsoft.com/office/drawing/2014/main" id="{0BD93310-D9EE-4A4C-8126-203C2D646675}"/>
                </a:ext>
              </a:extLst>
            </p:cNvPr>
            <p:cNvSpPr/>
            <p:nvPr/>
          </p:nvSpPr>
          <p:spPr bwMode="auto">
            <a:xfrm>
              <a:off x="4112167" y="3578560"/>
              <a:ext cx="581007" cy="533400"/>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87071" name="Text Box 58">
              <a:extLst>
                <a:ext uri="{FF2B5EF4-FFF2-40B4-BE49-F238E27FC236}">
                  <a16:creationId xmlns:a16="http://schemas.microsoft.com/office/drawing/2014/main" id="{3B654368-C43D-711C-32C0-4F15138C72EB}"/>
                </a:ext>
              </a:extLst>
            </p:cNvPr>
            <p:cNvSpPr txBox="1">
              <a:spLocks noChangeArrowheads="1"/>
            </p:cNvSpPr>
            <p:nvPr/>
          </p:nvSpPr>
          <p:spPr bwMode="auto">
            <a:xfrm>
              <a:off x="4701534" y="3423933"/>
              <a:ext cx="57047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g</a:t>
              </a:r>
              <a:endParaRPr lang="ru-RU" altLang="en-US"/>
            </a:p>
          </p:txBody>
        </p:sp>
        <p:cxnSp>
          <p:nvCxnSpPr>
            <p:cNvPr id="87072" name="Straight Connector 49">
              <a:extLst>
                <a:ext uri="{FF2B5EF4-FFF2-40B4-BE49-F238E27FC236}">
                  <a16:creationId xmlns:a16="http://schemas.microsoft.com/office/drawing/2014/main" id="{10F9ACDB-B4B4-C770-D69B-AC2AECA4F611}"/>
                </a:ext>
              </a:extLst>
            </p:cNvPr>
            <p:cNvCxnSpPr>
              <a:cxnSpLocks noChangeShapeType="1"/>
            </p:cNvCxnSpPr>
            <p:nvPr/>
          </p:nvCxnSpPr>
          <p:spPr bwMode="auto">
            <a:xfrm>
              <a:off x="3604480" y="3306726"/>
              <a:ext cx="48463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7073" name="Straight Connector 51">
              <a:extLst>
                <a:ext uri="{FF2B5EF4-FFF2-40B4-BE49-F238E27FC236}">
                  <a16:creationId xmlns:a16="http://schemas.microsoft.com/office/drawing/2014/main" id="{AA99D57B-BEA1-A54C-2F47-10E34674127B}"/>
                </a:ext>
              </a:extLst>
            </p:cNvPr>
            <p:cNvCxnSpPr>
              <a:cxnSpLocks noChangeShapeType="1"/>
            </p:cNvCxnSpPr>
            <p:nvPr/>
          </p:nvCxnSpPr>
          <p:spPr bwMode="auto">
            <a:xfrm rot="5400000">
              <a:off x="3597930" y="2812131"/>
              <a:ext cx="502920" cy="80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87074" name="Straight Connector 53">
              <a:extLst>
                <a:ext uri="{FF2B5EF4-FFF2-40B4-BE49-F238E27FC236}">
                  <a16:creationId xmlns:a16="http://schemas.microsoft.com/office/drawing/2014/main" id="{FDDC2819-AD03-0BD8-691E-D9A3819F9036}"/>
                </a:ext>
              </a:extLst>
            </p:cNvPr>
            <p:cNvCxnSpPr>
              <a:cxnSpLocks noChangeShapeType="1"/>
            </p:cNvCxnSpPr>
            <p:nvPr/>
          </p:nvCxnSpPr>
          <p:spPr bwMode="auto">
            <a:xfrm>
              <a:off x="2573079" y="4019108"/>
              <a:ext cx="15544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7075" name="Straight Connector 55">
              <a:extLst>
                <a:ext uri="{FF2B5EF4-FFF2-40B4-BE49-F238E27FC236}">
                  <a16:creationId xmlns:a16="http://schemas.microsoft.com/office/drawing/2014/main" id="{F3380C54-96CD-3D19-7BFF-47B2ADB92520}"/>
                </a:ext>
              </a:extLst>
            </p:cNvPr>
            <p:cNvCxnSpPr>
              <a:cxnSpLocks noChangeShapeType="1"/>
            </p:cNvCxnSpPr>
            <p:nvPr/>
          </p:nvCxnSpPr>
          <p:spPr bwMode="auto">
            <a:xfrm rot="16200000" flipH="1">
              <a:off x="2921790" y="2636874"/>
              <a:ext cx="1360967" cy="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87076" name="Text Box 58">
              <a:extLst>
                <a:ext uri="{FF2B5EF4-FFF2-40B4-BE49-F238E27FC236}">
                  <a16:creationId xmlns:a16="http://schemas.microsoft.com/office/drawing/2014/main" id="{0082D7EC-FD31-7725-F375-CAD5FCB9C3D3}"/>
                </a:ext>
              </a:extLst>
            </p:cNvPr>
            <p:cNvSpPr txBox="1">
              <a:spLocks noChangeArrowheads="1"/>
            </p:cNvSpPr>
            <p:nvPr/>
          </p:nvSpPr>
          <p:spPr bwMode="auto">
            <a:xfrm>
              <a:off x="4676133" y="2703847"/>
              <a:ext cx="57047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p</a:t>
              </a:r>
              <a:endParaRPr lang="ru-RU" altLang="en-US"/>
            </a:p>
          </p:txBody>
        </p:sp>
      </p:grpSp>
      <p:sp>
        <p:nvSpPr>
          <p:cNvPr id="87044" name="TextBox 2">
            <a:extLst>
              <a:ext uri="{FF2B5EF4-FFF2-40B4-BE49-F238E27FC236}">
                <a16:creationId xmlns:a16="http://schemas.microsoft.com/office/drawing/2014/main" id="{B02BA474-697F-B5CF-96AD-FC2F56AD9498}"/>
              </a:ext>
            </a:extLst>
          </p:cNvPr>
          <p:cNvSpPr txBox="1">
            <a:spLocks noChangeArrowheads="1"/>
          </p:cNvSpPr>
          <p:nvPr/>
        </p:nvSpPr>
        <p:spPr bwMode="auto">
          <a:xfrm>
            <a:off x="2100263" y="4487863"/>
            <a:ext cx="7035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a:t>g=a</a:t>
            </a:r>
            <a:r>
              <a:rPr lang="en-US" altLang="en-US">
                <a:sym typeface="Symbol" panose="05050102010706020507" pitchFamily="18" charset="2"/>
              </a:rPr>
              <a:t>b</a:t>
            </a:r>
          </a:p>
          <a:p>
            <a:pPr eaLnBrk="1" hangingPunct="1"/>
            <a:r>
              <a:rPr lang="en-US" altLang="en-US">
                <a:sym typeface="Symbol" panose="05050102010706020507" pitchFamily="18" charset="2"/>
              </a:rPr>
              <a:t>P=c</a:t>
            </a:r>
            <a:r>
              <a:rPr lang="en-US" altLang="en-US" baseline="-25000">
                <a:sym typeface="Symbol" panose="05050102010706020507" pitchFamily="18" charset="2"/>
              </a:rPr>
              <a:t>in</a:t>
            </a:r>
            <a:r>
              <a:rPr lang="en-US" altLang="en-US">
                <a:sym typeface="Symbol" panose="05050102010706020507" pitchFamily="18" charset="2"/>
              </a:rPr>
              <a:t> (ab)</a:t>
            </a:r>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ABF6163A-C2CE-D23C-6065-7CD779A5A973}"/>
              </a:ext>
            </a:extLst>
          </p:cNvPr>
          <p:cNvSpPr>
            <a:spLocks noGrp="1" noChangeArrowheads="1"/>
          </p:cNvSpPr>
          <p:nvPr>
            <p:ph type="title"/>
          </p:nvPr>
        </p:nvSpPr>
        <p:spPr>
          <a:xfrm>
            <a:off x="-1" y="183402"/>
            <a:ext cx="11612880" cy="704088"/>
          </a:xfrm>
        </p:spPr>
        <p:txBody>
          <a:bodyPr/>
          <a:lstStyle/>
          <a:p>
            <a:r>
              <a:rPr lang="en-US" altLang="en-US"/>
              <a:t>Full  Adder</a:t>
            </a:r>
            <a:endParaRPr lang="en-GB" altLang="en-US"/>
          </a:p>
        </p:txBody>
      </p:sp>
      <p:sp>
        <p:nvSpPr>
          <p:cNvPr id="4" name="Text Placeholder 3">
            <a:extLst>
              <a:ext uri="{FF2B5EF4-FFF2-40B4-BE49-F238E27FC236}">
                <a16:creationId xmlns:a16="http://schemas.microsoft.com/office/drawing/2014/main" id="{222132CA-96DF-EA17-D5F3-454454C8DA87}"/>
              </a:ext>
            </a:extLst>
          </p:cNvPr>
          <p:cNvSpPr>
            <a:spLocks noGrp="1"/>
          </p:cNvSpPr>
          <p:nvPr>
            <p:ph type="body" sz="quarter" idx="10"/>
          </p:nvPr>
        </p:nvSpPr>
        <p:spPr/>
        <p:txBody>
          <a:bodyPr/>
          <a:lstStyle/>
          <a:p>
            <a:r>
              <a:rPr lang="en-US" dirty="0"/>
              <a:t>In </a:t>
            </a:r>
            <a:r>
              <a:rPr lang="en-US" dirty="0" err="1"/>
              <a:t>SystemVerilog</a:t>
            </a:r>
            <a:r>
              <a:rPr lang="en-US" dirty="0"/>
              <a:t>, internal signals are usually declared as  logic.</a:t>
            </a:r>
            <a:br>
              <a:rPr lang="en-US" dirty="0"/>
            </a:br>
            <a:endParaRPr lang="en-US" dirty="0"/>
          </a:p>
          <a:p>
            <a:r>
              <a:rPr lang="en-US" dirty="0"/>
              <a:t>module </a:t>
            </a:r>
            <a:r>
              <a:rPr lang="en-US" dirty="0" err="1"/>
              <a:t>fulladder</a:t>
            </a:r>
            <a:r>
              <a:rPr lang="en-US" dirty="0"/>
              <a:t>(input logic a, b, </a:t>
            </a:r>
            <a:r>
              <a:rPr lang="en-US" dirty="0" err="1"/>
              <a:t>cin</a:t>
            </a:r>
            <a:r>
              <a:rPr lang="en-US" dirty="0"/>
              <a:t>,</a:t>
            </a:r>
          </a:p>
          <a:p>
            <a:r>
              <a:rPr lang="en-US" dirty="0"/>
              <a:t>output logic s, </a:t>
            </a:r>
            <a:r>
              <a:rPr lang="en-US" dirty="0" err="1"/>
              <a:t>cout</a:t>
            </a:r>
            <a:r>
              <a:rPr lang="en-US" dirty="0"/>
              <a:t>);</a:t>
            </a:r>
          </a:p>
          <a:p>
            <a:r>
              <a:rPr lang="en-US" dirty="0"/>
              <a:t>logic   p, g;</a:t>
            </a:r>
          </a:p>
          <a:p>
            <a:r>
              <a:rPr lang="en-US" dirty="0"/>
              <a:t>assign p =a ^ b;</a:t>
            </a:r>
          </a:p>
          <a:p>
            <a:r>
              <a:rPr lang="en-US" dirty="0"/>
              <a:t>assign g =a &amp; b;</a:t>
            </a:r>
          </a:p>
          <a:p>
            <a:r>
              <a:rPr lang="en-US" dirty="0"/>
              <a:t>assign s = p ^ </a:t>
            </a:r>
            <a:r>
              <a:rPr lang="en-US" dirty="0" err="1"/>
              <a:t>cin</a:t>
            </a:r>
            <a:r>
              <a:rPr lang="en-US" dirty="0"/>
              <a:t>;</a:t>
            </a:r>
          </a:p>
          <a:p>
            <a:r>
              <a:rPr lang="en-US" dirty="0"/>
              <a:t>assign </a:t>
            </a:r>
            <a:r>
              <a:rPr lang="en-US" dirty="0" err="1"/>
              <a:t>cout</a:t>
            </a:r>
            <a:r>
              <a:rPr lang="en-US" dirty="0"/>
              <a:t> = g | (p &amp; </a:t>
            </a:r>
            <a:r>
              <a:rPr lang="en-US" dirty="0" err="1"/>
              <a:t>cin</a:t>
            </a:r>
            <a:r>
              <a:rPr lang="en-US" dirty="0"/>
              <a:t>);</a:t>
            </a:r>
          </a:p>
          <a:p>
            <a:r>
              <a:rPr lang="en-US" dirty="0" err="1"/>
              <a:t>endmodule</a:t>
            </a:r>
            <a:endParaRPr lang="en-US" dirty="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95">
            <a:extLst>
              <a:ext uri="{FF2B5EF4-FFF2-40B4-BE49-F238E27FC236}">
                <a16:creationId xmlns:a16="http://schemas.microsoft.com/office/drawing/2014/main" id="{22460E3C-6739-44A4-18E5-6541E04D8083}"/>
              </a:ext>
            </a:extLst>
          </p:cNvPr>
          <p:cNvSpPr>
            <a:spLocks noGrp="1" noChangeArrowheads="1"/>
          </p:cNvSpPr>
          <p:nvPr>
            <p:ph type="title"/>
          </p:nvPr>
        </p:nvSpPr>
        <p:spPr>
          <a:xfrm>
            <a:off x="-1" y="183402"/>
            <a:ext cx="11612880" cy="704088"/>
          </a:xfrm>
        </p:spPr>
        <p:txBody>
          <a:bodyPr>
            <a:normAutofit/>
          </a:bodyPr>
          <a:lstStyle/>
          <a:p>
            <a:r>
              <a:rPr lang="en-US" altLang="en-US" dirty="0"/>
              <a:t>XOR and XNOR Gates</a:t>
            </a:r>
          </a:p>
        </p:txBody>
      </p:sp>
      <p:sp>
        <p:nvSpPr>
          <p:cNvPr id="89091" name="Content Placeholder 96">
            <a:extLst>
              <a:ext uri="{FF2B5EF4-FFF2-40B4-BE49-F238E27FC236}">
                <a16:creationId xmlns:a16="http://schemas.microsoft.com/office/drawing/2014/main" id="{B7B01995-F192-66FE-8146-C1883D72DD35}"/>
              </a:ext>
            </a:extLst>
          </p:cNvPr>
          <p:cNvSpPr>
            <a:spLocks noGrp="1" noChangeArrowheads="1"/>
          </p:cNvSpPr>
          <p:nvPr>
            <p:ph type="body" sz="quarter" idx="10"/>
          </p:nvPr>
        </p:nvSpPr>
        <p:spPr>
          <a:xfrm>
            <a:off x="457200" y="1188720"/>
            <a:ext cx="11277922" cy="5185186"/>
          </a:xfrm>
        </p:spPr>
        <p:txBody>
          <a:bodyPr/>
          <a:lstStyle/>
          <a:p>
            <a:endParaRPr lang="en-US" altLang="en-US"/>
          </a:p>
          <a:p>
            <a:endParaRPr lang="en-US" altLang="en-US"/>
          </a:p>
          <a:p>
            <a:endParaRPr lang="en-US" altLang="en-US"/>
          </a:p>
          <a:p>
            <a:endParaRPr lang="en-US" altLang="en-US"/>
          </a:p>
          <a:p>
            <a:endParaRPr lang="en-US" altLang="en-US"/>
          </a:p>
          <a:p>
            <a:endParaRPr lang="en-US" altLang="en-US"/>
          </a:p>
          <a:p>
            <a:r>
              <a:rPr lang="en-US" altLang="en-US"/>
              <a:t>Equivalent symbols for XOR gates</a:t>
            </a:r>
            <a:endParaRPr lang="ru-RU" altLang="en-US"/>
          </a:p>
          <a:p>
            <a:endParaRPr lang="en-US" altLang="en-US"/>
          </a:p>
          <a:p>
            <a:endParaRPr lang="en-US" altLang="en-US"/>
          </a:p>
          <a:p>
            <a:r>
              <a:rPr lang="en-US" altLang="en-US"/>
              <a:t>Equivalent symbols for XNOR gates</a:t>
            </a:r>
            <a:endParaRPr lang="ru-RU" altLang="en-US"/>
          </a:p>
          <a:p>
            <a:endParaRPr lang="en-US" altLang="en-US"/>
          </a:p>
        </p:txBody>
      </p:sp>
      <p:sp>
        <p:nvSpPr>
          <p:cNvPr id="89092" name="Rectangle 6">
            <a:extLst>
              <a:ext uri="{FF2B5EF4-FFF2-40B4-BE49-F238E27FC236}">
                <a16:creationId xmlns:a16="http://schemas.microsoft.com/office/drawing/2014/main" id="{3929EAFA-3CBE-1E08-9083-209D52C2BB63}"/>
              </a:ext>
            </a:extLst>
          </p:cNvPr>
          <p:cNvSpPr>
            <a:spLocks noGrp="1" noChangeArrowheads="1"/>
          </p:cNvSpPr>
          <p:nvPr>
            <p:ph type="sldNum" sz="quarter" idx="4294967295"/>
          </p:nvPr>
        </p:nvSpPr>
        <p:spPr bwMode="auto">
          <a:xfrm>
            <a:off x="10058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fld id="{F6B5DF7C-AAC5-468A-A7F4-087D0A73AAAD}" type="slidenum">
              <a:rPr lang="ru-RU" altLang="en-US" b="0"/>
              <a:pPr eaLnBrk="1" hangingPunct="1"/>
              <a:t>50</a:t>
            </a:fld>
            <a:endParaRPr lang="ru-RU" altLang="en-US" b="0"/>
          </a:p>
        </p:txBody>
      </p:sp>
      <p:grpSp>
        <p:nvGrpSpPr>
          <p:cNvPr id="89093" name="Group 94">
            <a:extLst>
              <a:ext uri="{FF2B5EF4-FFF2-40B4-BE49-F238E27FC236}">
                <a16:creationId xmlns:a16="http://schemas.microsoft.com/office/drawing/2014/main" id="{50D83A4D-E617-A38B-1EEF-11AD3B34B995}"/>
              </a:ext>
            </a:extLst>
          </p:cNvPr>
          <p:cNvGrpSpPr>
            <a:grpSpLocks/>
          </p:cNvGrpSpPr>
          <p:nvPr/>
        </p:nvGrpSpPr>
        <p:grpSpPr bwMode="auto">
          <a:xfrm>
            <a:off x="2387601" y="4252914"/>
            <a:ext cx="5046663" cy="1335087"/>
            <a:chOff x="901700" y="4240542"/>
            <a:chExt cx="7327900" cy="1334759"/>
          </a:xfrm>
        </p:grpSpPr>
        <p:sp>
          <p:nvSpPr>
            <p:cNvPr id="42037" name="Rectangle 122">
              <a:extLst>
                <a:ext uri="{FF2B5EF4-FFF2-40B4-BE49-F238E27FC236}">
                  <a16:creationId xmlns:a16="http://schemas.microsoft.com/office/drawing/2014/main" id="{EDECB95A-2912-4838-9DF3-37049C48091E}"/>
                </a:ext>
              </a:extLst>
            </p:cNvPr>
            <p:cNvSpPr>
              <a:spLocks noChangeArrowheads="1"/>
            </p:cNvSpPr>
            <p:nvPr/>
          </p:nvSpPr>
          <p:spPr bwMode="auto">
            <a:xfrm>
              <a:off x="901700" y="5045206"/>
              <a:ext cx="7302543" cy="530095"/>
            </a:xfrm>
            <a:prstGeom prst="rect">
              <a:avLst/>
            </a:prstGeom>
            <a:solidFill>
              <a:schemeClr val="accent1">
                <a:lumMod val="60000"/>
                <a:lumOff val="40000"/>
              </a:schemeClr>
            </a:solidFill>
            <a:ln w="0">
              <a:solidFill>
                <a:schemeClr val="bg1"/>
              </a:solidFill>
              <a:miter lim="800000"/>
              <a:headEnd/>
              <a:tailEnd/>
            </a:ln>
          </p:spPr>
          <p:txBody>
            <a:bodyPr wrap="none" anchor="ctr"/>
            <a:lstStyle/>
            <a:p>
              <a:pPr eaLnBrk="1" hangingPunct="1">
                <a:defRPr/>
              </a:pPr>
              <a:endParaRPr lang="ru-RU"/>
            </a:p>
          </p:txBody>
        </p:sp>
        <p:sp>
          <p:nvSpPr>
            <p:cNvPr id="42038" name="Rectangle 121">
              <a:extLst>
                <a:ext uri="{FF2B5EF4-FFF2-40B4-BE49-F238E27FC236}">
                  <a16:creationId xmlns:a16="http://schemas.microsoft.com/office/drawing/2014/main" id="{54611BEF-0B78-491A-95FD-6A9078C0D29F}"/>
                </a:ext>
              </a:extLst>
            </p:cNvPr>
            <p:cNvSpPr>
              <a:spLocks noChangeArrowheads="1"/>
            </p:cNvSpPr>
            <p:nvPr/>
          </p:nvSpPr>
          <p:spPr bwMode="auto">
            <a:xfrm>
              <a:off x="927057" y="4240542"/>
              <a:ext cx="7302543" cy="576120"/>
            </a:xfrm>
            <a:prstGeom prst="rect">
              <a:avLst/>
            </a:prstGeom>
            <a:solidFill>
              <a:schemeClr val="accent1">
                <a:lumMod val="60000"/>
                <a:lumOff val="40000"/>
              </a:schemeClr>
            </a:solidFill>
            <a:ln w="0">
              <a:solidFill>
                <a:schemeClr val="bg1"/>
              </a:solidFill>
              <a:miter lim="800000"/>
              <a:headEnd/>
              <a:tailEnd/>
            </a:ln>
          </p:spPr>
          <p:txBody>
            <a:bodyPr wrap="none" anchor="ctr"/>
            <a:lstStyle/>
            <a:p>
              <a:pPr eaLnBrk="1" hangingPunct="1">
                <a:defRPr/>
              </a:pPr>
              <a:endParaRPr lang="ru-RU"/>
            </a:p>
          </p:txBody>
        </p:sp>
        <p:sp>
          <p:nvSpPr>
            <p:cNvPr id="89143" name="Line 87">
              <a:extLst>
                <a:ext uri="{FF2B5EF4-FFF2-40B4-BE49-F238E27FC236}">
                  <a16:creationId xmlns:a16="http://schemas.microsoft.com/office/drawing/2014/main" id="{121EDAB9-FC01-96F0-DE5E-396CF8B7C426}"/>
                </a:ext>
              </a:extLst>
            </p:cNvPr>
            <p:cNvSpPr>
              <a:spLocks noChangeShapeType="1"/>
            </p:cNvSpPr>
            <p:nvPr/>
          </p:nvSpPr>
          <p:spPr bwMode="auto">
            <a:xfrm>
              <a:off x="1189433" y="4383661"/>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4" name="Line 88">
              <a:extLst>
                <a:ext uri="{FF2B5EF4-FFF2-40B4-BE49-F238E27FC236}">
                  <a16:creationId xmlns:a16="http://schemas.microsoft.com/office/drawing/2014/main" id="{DD881129-AEDD-DE55-DF5C-C2F5CA6A47BD}"/>
                </a:ext>
              </a:extLst>
            </p:cNvPr>
            <p:cNvSpPr>
              <a:spLocks noChangeShapeType="1"/>
            </p:cNvSpPr>
            <p:nvPr/>
          </p:nvSpPr>
          <p:spPr bwMode="auto">
            <a:xfrm>
              <a:off x="1189433" y="4660763"/>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5" name="Line 89">
              <a:extLst>
                <a:ext uri="{FF2B5EF4-FFF2-40B4-BE49-F238E27FC236}">
                  <a16:creationId xmlns:a16="http://schemas.microsoft.com/office/drawing/2014/main" id="{55698373-E96C-155D-E114-D8F6D44C5413}"/>
                </a:ext>
              </a:extLst>
            </p:cNvPr>
            <p:cNvSpPr>
              <a:spLocks noChangeShapeType="1"/>
            </p:cNvSpPr>
            <p:nvPr/>
          </p:nvSpPr>
          <p:spPr bwMode="auto">
            <a:xfrm>
              <a:off x="2253734" y="4522719"/>
              <a:ext cx="31557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46" name="Group 93">
              <a:extLst>
                <a:ext uri="{FF2B5EF4-FFF2-40B4-BE49-F238E27FC236}">
                  <a16:creationId xmlns:a16="http://schemas.microsoft.com/office/drawing/2014/main" id="{A1D157D1-D1E1-35F2-93D0-69508C98AD75}"/>
                </a:ext>
              </a:extLst>
            </p:cNvPr>
            <p:cNvGrpSpPr>
              <a:grpSpLocks/>
            </p:cNvGrpSpPr>
            <p:nvPr/>
          </p:nvGrpSpPr>
          <p:grpSpPr bwMode="auto">
            <a:xfrm>
              <a:off x="1401365" y="4291294"/>
              <a:ext cx="853916" cy="459807"/>
              <a:chOff x="495" y="1144"/>
              <a:chExt cx="552" cy="453"/>
            </a:xfrm>
          </p:grpSpPr>
          <p:sp>
            <p:nvSpPr>
              <p:cNvPr id="89203" name="AutoShape 94">
                <a:extLst>
                  <a:ext uri="{FF2B5EF4-FFF2-40B4-BE49-F238E27FC236}">
                    <a16:creationId xmlns:a16="http://schemas.microsoft.com/office/drawing/2014/main" id="{95252F8E-42E9-6D3C-9797-0D2E93132ED3}"/>
                  </a:ext>
                </a:extLst>
              </p:cNvPr>
              <p:cNvSpPr>
                <a:spLocks noChangeArrowheads="1"/>
              </p:cNvSpPr>
              <p:nvPr/>
            </p:nvSpPr>
            <p:spPr bwMode="auto">
              <a:xfrm flipH="1">
                <a:off x="639" y="1144"/>
                <a:ext cx="408" cy="45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204" name="Arc 95">
                <a:extLst>
                  <a:ext uri="{FF2B5EF4-FFF2-40B4-BE49-F238E27FC236}">
                    <a16:creationId xmlns:a16="http://schemas.microsoft.com/office/drawing/2014/main" id="{E1A3AC74-BC36-9D27-5B09-7D07348B3A91}"/>
                  </a:ext>
                </a:extLst>
              </p:cNvPr>
              <p:cNvSpPr>
                <a:spLocks/>
              </p:cNvSpPr>
              <p:nvPr/>
            </p:nvSpPr>
            <p:spPr bwMode="auto">
              <a:xfrm rot="-600000">
                <a:off x="495" y="1163"/>
                <a:ext cx="136" cy="414"/>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lnTo>
                      <a:pt x="14396"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9147" name="Line 96">
              <a:extLst>
                <a:ext uri="{FF2B5EF4-FFF2-40B4-BE49-F238E27FC236}">
                  <a16:creationId xmlns:a16="http://schemas.microsoft.com/office/drawing/2014/main" id="{2E399821-5A94-5C46-7E12-68073B6486A5}"/>
                </a:ext>
              </a:extLst>
            </p:cNvPr>
            <p:cNvSpPr>
              <a:spLocks noChangeShapeType="1"/>
            </p:cNvSpPr>
            <p:nvPr/>
          </p:nvSpPr>
          <p:spPr bwMode="auto">
            <a:xfrm>
              <a:off x="2962237" y="4384676"/>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8" name="Line 97">
              <a:extLst>
                <a:ext uri="{FF2B5EF4-FFF2-40B4-BE49-F238E27FC236}">
                  <a16:creationId xmlns:a16="http://schemas.microsoft.com/office/drawing/2014/main" id="{11405EAE-17C6-EDB8-23D7-8179365B2DFD}"/>
                </a:ext>
              </a:extLst>
            </p:cNvPr>
            <p:cNvSpPr>
              <a:spLocks noChangeShapeType="1"/>
            </p:cNvSpPr>
            <p:nvPr/>
          </p:nvSpPr>
          <p:spPr bwMode="auto">
            <a:xfrm>
              <a:off x="2962237" y="4661778"/>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9" name="Line 98">
              <a:extLst>
                <a:ext uri="{FF2B5EF4-FFF2-40B4-BE49-F238E27FC236}">
                  <a16:creationId xmlns:a16="http://schemas.microsoft.com/office/drawing/2014/main" id="{93011283-CD3F-02A5-0A5C-8962E60830D9}"/>
                </a:ext>
              </a:extLst>
            </p:cNvPr>
            <p:cNvSpPr>
              <a:spLocks noChangeShapeType="1"/>
            </p:cNvSpPr>
            <p:nvPr/>
          </p:nvSpPr>
          <p:spPr bwMode="auto">
            <a:xfrm>
              <a:off x="4026538" y="4523735"/>
              <a:ext cx="31557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50" name="Group 99">
              <a:extLst>
                <a:ext uri="{FF2B5EF4-FFF2-40B4-BE49-F238E27FC236}">
                  <a16:creationId xmlns:a16="http://schemas.microsoft.com/office/drawing/2014/main" id="{A6E937B2-AD85-5BBA-85EB-96240D0F42F6}"/>
                </a:ext>
              </a:extLst>
            </p:cNvPr>
            <p:cNvGrpSpPr>
              <a:grpSpLocks/>
            </p:cNvGrpSpPr>
            <p:nvPr/>
          </p:nvGrpSpPr>
          <p:grpSpPr bwMode="auto">
            <a:xfrm>
              <a:off x="3174169" y="4292309"/>
              <a:ext cx="853916" cy="459807"/>
              <a:chOff x="495" y="1144"/>
              <a:chExt cx="552" cy="453"/>
            </a:xfrm>
          </p:grpSpPr>
          <p:sp>
            <p:nvSpPr>
              <p:cNvPr id="89201" name="AutoShape 100">
                <a:extLst>
                  <a:ext uri="{FF2B5EF4-FFF2-40B4-BE49-F238E27FC236}">
                    <a16:creationId xmlns:a16="http://schemas.microsoft.com/office/drawing/2014/main" id="{4C81763D-C2A9-1FAE-7CD6-5995F9064388}"/>
                  </a:ext>
                </a:extLst>
              </p:cNvPr>
              <p:cNvSpPr>
                <a:spLocks noChangeArrowheads="1"/>
              </p:cNvSpPr>
              <p:nvPr/>
            </p:nvSpPr>
            <p:spPr bwMode="auto">
              <a:xfrm flipH="1">
                <a:off x="639" y="1144"/>
                <a:ext cx="408" cy="45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202" name="Arc 101">
                <a:extLst>
                  <a:ext uri="{FF2B5EF4-FFF2-40B4-BE49-F238E27FC236}">
                    <a16:creationId xmlns:a16="http://schemas.microsoft.com/office/drawing/2014/main" id="{2C7029D6-ECFF-0E20-D9ED-8116722085BF}"/>
                  </a:ext>
                </a:extLst>
              </p:cNvPr>
              <p:cNvSpPr>
                <a:spLocks/>
              </p:cNvSpPr>
              <p:nvPr/>
            </p:nvSpPr>
            <p:spPr bwMode="auto">
              <a:xfrm rot="-600000">
                <a:off x="495" y="1163"/>
                <a:ext cx="136" cy="414"/>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lnTo>
                      <a:pt x="14396"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9151" name="Line 102">
              <a:extLst>
                <a:ext uri="{FF2B5EF4-FFF2-40B4-BE49-F238E27FC236}">
                  <a16:creationId xmlns:a16="http://schemas.microsoft.com/office/drawing/2014/main" id="{CA7519D4-4F50-1119-7284-D4798444C4B9}"/>
                </a:ext>
              </a:extLst>
            </p:cNvPr>
            <p:cNvSpPr>
              <a:spLocks noChangeShapeType="1"/>
            </p:cNvSpPr>
            <p:nvPr/>
          </p:nvSpPr>
          <p:spPr bwMode="auto">
            <a:xfrm>
              <a:off x="4752057" y="4392796"/>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52" name="Line 103">
              <a:extLst>
                <a:ext uri="{FF2B5EF4-FFF2-40B4-BE49-F238E27FC236}">
                  <a16:creationId xmlns:a16="http://schemas.microsoft.com/office/drawing/2014/main" id="{20CE532E-6FEA-8E12-0879-72EFFB2EEED7}"/>
                </a:ext>
              </a:extLst>
            </p:cNvPr>
            <p:cNvSpPr>
              <a:spLocks noChangeShapeType="1"/>
            </p:cNvSpPr>
            <p:nvPr/>
          </p:nvSpPr>
          <p:spPr bwMode="auto">
            <a:xfrm>
              <a:off x="4752057" y="4669898"/>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53" name="Line 104">
              <a:extLst>
                <a:ext uri="{FF2B5EF4-FFF2-40B4-BE49-F238E27FC236}">
                  <a16:creationId xmlns:a16="http://schemas.microsoft.com/office/drawing/2014/main" id="{13D45DE5-2B6A-A9FD-CD87-4B97DD1B411B}"/>
                </a:ext>
              </a:extLst>
            </p:cNvPr>
            <p:cNvSpPr>
              <a:spLocks noChangeShapeType="1"/>
            </p:cNvSpPr>
            <p:nvPr/>
          </p:nvSpPr>
          <p:spPr bwMode="auto">
            <a:xfrm>
              <a:off x="5816359" y="4531855"/>
              <a:ext cx="31557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54" name="Group 105">
              <a:extLst>
                <a:ext uri="{FF2B5EF4-FFF2-40B4-BE49-F238E27FC236}">
                  <a16:creationId xmlns:a16="http://schemas.microsoft.com/office/drawing/2014/main" id="{D2182618-C2DB-B894-8B75-C882A68D0811}"/>
                </a:ext>
              </a:extLst>
            </p:cNvPr>
            <p:cNvGrpSpPr>
              <a:grpSpLocks/>
            </p:cNvGrpSpPr>
            <p:nvPr/>
          </p:nvGrpSpPr>
          <p:grpSpPr bwMode="auto">
            <a:xfrm>
              <a:off x="4963990" y="4300429"/>
              <a:ext cx="853916" cy="459807"/>
              <a:chOff x="495" y="1144"/>
              <a:chExt cx="552" cy="453"/>
            </a:xfrm>
          </p:grpSpPr>
          <p:sp>
            <p:nvSpPr>
              <p:cNvPr id="89199" name="AutoShape 106">
                <a:extLst>
                  <a:ext uri="{FF2B5EF4-FFF2-40B4-BE49-F238E27FC236}">
                    <a16:creationId xmlns:a16="http://schemas.microsoft.com/office/drawing/2014/main" id="{B4FD457D-E09B-0044-EAC4-6ED11FA9C6E4}"/>
                  </a:ext>
                </a:extLst>
              </p:cNvPr>
              <p:cNvSpPr>
                <a:spLocks noChangeArrowheads="1"/>
              </p:cNvSpPr>
              <p:nvPr/>
            </p:nvSpPr>
            <p:spPr bwMode="auto">
              <a:xfrm flipH="1">
                <a:off x="639" y="1144"/>
                <a:ext cx="408" cy="45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200" name="Arc 107">
                <a:extLst>
                  <a:ext uri="{FF2B5EF4-FFF2-40B4-BE49-F238E27FC236}">
                    <a16:creationId xmlns:a16="http://schemas.microsoft.com/office/drawing/2014/main" id="{155947A8-09BE-6946-9AFD-D61065F46E4C}"/>
                  </a:ext>
                </a:extLst>
              </p:cNvPr>
              <p:cNvSpPr>
                <a:spLocks/>
              </p:cNvSpPr>
              <p:nvPr/>
            </p:nvSpPr>
            <p:spPr bwMode="auto">
              <a:xfrm rot="-600000">
                <a:off x="495" y="1163"/>
                <a:ext cx="136" cy="414"/>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lnTo>
                      <a:pt x="14396"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9155" name="Line 108">
              <a:extLst>
                <a:ext uri="{FF2B5EF4-FFF2-40B4-BE49-F238E27FC236}">
                  <a16:creationId xmlns:a16="http://schemas.microsoft.com/office/drawing/2014/main" id="{B3BCE409-1A10-610F-5A2C-536B8FD71A13}"/>
                </a:ext>
              </a:extLst>
            </p:cNvPr>
            <p:cNvSpPr>
              <a:spLocks noChangeShapeType="1"/>
            </p:cNvSpPr>
            <p:nvPr/>
          </p:nvSpPr>
          <p:spPr bwMode="auto">
            <a:xfrm>
              <a:off x="6594474" y="4383661"/>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56" name="Line 109">
              <a:extLst>
                <a:ext uri="{FF2B5EF4-FFF2-40B4-BE49-F238E27FC236}">
                  <a16:creationId xmlns:a16="http://schemas.microsoft.com/office/drawing/2014/main" id="{D7807EF0-1838-ABED-3A2F-B403BB726830}"/>
                </a:ext>
              </a:extLst>
            </p:cNvPr>
            <p:cNvSpPr>
              <a:spLocks noChangeShapeType="1"/>
            </p:cNvSpPr>
            <p:nvPr/>
          </p:nvSpPr>
          <p:spPr bwMode="auto">
            <a:xfrm>
              <a:off x="6594474" y="4642492"/>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57" name="Line 110">
              <a:extLst>
                <a:ext uri="{FF2B5EF4-FFF2-40B4-BE49-F238E27FC236}">
                  <a16:creationId xmlns:a16="http://schemas.microsoft.com/office/drawing/2014/main" id="{699F1DB7-DC2D-310B-AAC8-86F6E0BD7922}"/>
                </a:ext>
              </a:extLst>
            </p:cNvPr>
            <p:cNvSpPr>
              <a:spLocks noChangeShapeType="1"/>
            </p:cNvSpPr>
            <p:nvPr/>
          </p:nvSpPr>
          <p:spPr bwMode="auto">
            <a:xfrm>
              <a:off x="7658776" y="4522719"/>
              <a:ext cx="31557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58" name="Group 111">
              <a:extLst>
                <a:ext uri="{FF2B5EF4-FFF2-40B4-BE49-F238E27FC236}">
                  <a16:creationId xmlns:a16="http://schemas.microsoft.com/office/drawing/2014/main" id="{2845ACE5-D8BD-767E-8652-08F70DFBB859}"/>
                </a:ext>
              </a:extLst>
            </p:cNvPr>
            <p:cNvGrpSpPr>
              <a:grpSpLocks/>
            </p:cNvGrpSpPr>
            <p:nvPr/>
          </p:nvGrpSpPr>
          <p:grpSpPr bwMode="auto">
            <a:xfrm>
              <a:off x="6806406" y="4291294"/>
              <a:ext cx="853916" cy="459807"/>
              <a:chOff x="495" y="1144"/>
              <a:chExt cx="552" cy="453"/>
            </a:xfrm>
          </p:grpSpPr>
          <p:sp>
            <p:nvSpPr>
              <p:cNvPr id="89197" name="AutoShape 112">
                <a:extLst>
                  <a:ext uri="{FF2B5EF4-FFF2-40B4-BE49-F238E27FC236}">
                    <a16:creationId xmlns:a16="http://schemas.microsoft.com/office/drawing/2014/main" id="{95D5C780-A0B5-BFC3-15A7-E210E73BBBBD}"/>
                  </a:ext>
                </a:extLst>
              </p:cNvPr>
              <p:cNvSpPr>
                <a:spLocks noChangeArrowheads="1"/>
              </p:cNvSpPr>
              <p:nvPr/>
            </p:nvSpPr>
            <p:spPr bwMode="auto">
              <a:xfrm flipH="1">
                <a:off x="639" y="1144"/>
                <a:ext cx="408" cy="45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98" name="Arc 113">
                <a:extLst>
                  <a:ext uri="{FF2B5EF4-FFF2-40B4-BE49-F238E27FC236}">
                    <a16:creationId xmlns:a16="http://schemas.microsoft.com/office/drawing/2014/main" id="{2612EB76-C220-37E6-48EE-6988C53A1220}"/>
                  </a:ext>
                </a:extLst>
              </p:cNvPr>
              <p:cNvSpPr>
                <a:spLocks/>
              </p:cNvSpPr>
              <p:nvPr/>
            </p:nvSpPr>
            <p:spPr bwMode="auto">
              <a:xfrm rot="-600000">
                <a:off x="495" y="1163"/>
                <a:ext cx="136" cy="414"/>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lnTo>
                      <a:pt x="14396"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9159" name="Oval 119">
              <a:extLst>
                <a:ext uri="{FF2B5EF4-FFF2-40B4-BE49-F238E27FC236}">
                  <a16:creationId xmlns:a16="http://schemas.microsoft.com/office/drawing/2014/main" id="{554BFF92-CD46-2898-36B5-0E349CCB5A9B}"/>
                </a:ext>
              </a:extLst>
            </p:cNvPr>
            <p:cNvSpPr>
              <a:spLocks noChangeArrowheads="1"/>
            </p:cNvSpPr>
            <p:nvPr/>
          </p:nvSpPr>
          <p:spPr bwMode="auto">
            <a:xfrm>
              <a:off x="3163340" y="4614072"/>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60" name="Oval 118">
              <a:extLst>
                <a:ext uri="{FF2B5EF4-FFF2-40B4-BE49-F238E27FC236}">
                  <a16:creationId xmlns:a16="http://schemas.microsoft.com/office/drawing/2014/main" id="{6CFC89B1-EECC-C747-B548-6902B367301D}"/>
                </a:ext>
              </a:extLst>
            </p:cNvPr>
            <p:cNvSpPr>
              <a:spLocks noChangeArrowheads="1"/>
            </p:cNvSpPr>
            <p:nvPr/>
          </p:nvSpPr>
          <p:spPr bwMode="auto">
            <a:xfrm>
              <a:off x="3149418" y="4335955"/>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61" name="Oval 120">
              <a:extLst>
                <a:ext uri="{FF2B5EF4-FFF2-40B4-BE49-F238E27FC236}">
                  <a16:creationId xmlns:a16="http://schemas.microsoft.com/office/drawing/2014/main" id="{EFC1C100-33F9-0071-070C-146F548885B2}"/>
                </a:ext>
              </a:extLst>
            </p:cNvPr>
            <p:cNvSpPr>
              <a:spLocks noChangeArrowheads="1"/>
            </p:cNvSpPr>
            <p:nvPr/>
          </p:nvSpPr>
          <p:spPr bwMode="auto">
            <a:xfrm>
              <a:off x="4939238" y="4345090"/>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62" name="Oval 121">
              <a:extLst>
                <a:ext uri="{FF2B5EF4-FFF2-40B4-BE49-F238E27FC236}">
                  <a16:creationId xmlns:a16="http://schemas.microsoft.com/office/drawing/2014/main" id="{ED216196-44E0-190A-3F68-D791FC03B984}"/>
                </a:ext>
              </a:extLst>
            </p:cNvPr>
            <p:cNvSpPr>
              <a:spLocks noChangeArrowheads="1"/>
            </p:cNvSpPr>
            <p:nvPr/>
          </p:nvSpPr>
          <p:spPr bwMode="auto">
            <a:xfrm>
              <a:off x="5800889" y="4484149"/>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63" name="Oval 122">
              <a:extLst>
                <a:ext uri="{FF2B5EF4-FFF2-40B4-BE49-F238E27FC236}">
                  <a16:creationId xmlns:a16="http://schemas.microsoft.com/office/drawing/2014/main" id="{380CE59E-2AA3-F8D5-C640-9EC46ACA3CEF}"/>
                </a:ext>
              </a:extLst>
            </p:cNvPr>
            <p:cNvSpPr>
              <a:spLocks noChangeArrowheads="1"/>
            </p:cNvSpPr>
            <p:nvPr/>
          </p:nvSpPr>
          <p:spPr bwMode="auto">
            <a:xfrm>
              <a:off x="6806406" y="4595801"/>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64" name="Oval 124">
              <a:extLst>
                <a:ext uri="{FF2B5EF4-FFF2-40B4-BE49-F238E27FC236}">
                  <a16:creationId xmlns:a16="http://schemas.microsoft.com/office/drawing/2014/main" id="{8EA21639-6C5E-4A68-0860-CF7ADE075FBC}"/>
                </a:ext>
              </a:extLst>
            </p:cNvPr>
            <p:cNvSpPr>
              <a:spLocks noChangeArrowheads="1"/>
            </p:cNvSpPr>
            <p:nvPr/>
          </p:nvSpPr>
          <p:spPr bwMode="auto">
            <a:xfrm>
              <a:off x="7641759" y="4475013"/>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nvGrpSpPr>
            <p:cNvPr id="89165" name="Group 158">
              <a:extLst>
                <a:ext uri="{FF2B5EF4-FFF2-40B4-BE49-F238E27FC236}">
                  <a16:creationId xmlns:a16="http://schemas.microsoft.com/office/drawing/2014/main" id="{FAE34494-4BF3-86B4-16D2-42E5984DDAA7}"/>
                </a:ext>
              </a:extLst>
            </p:cNvPr>
            <p:cNvGrpSpPr>
              <a:grpSpLocks/>
            </p:cNvGrpSpPr>
            <p:nvPr/>
          </p:nvGrpSpPr>
          <p:grpSpPr bwMode="auto">
            <a:xfrm>
              <a:off x="1091975" y="5070833"/>
              <a:ext cx="1497447" cy="459807"/>
              <a:chOff x="278" y="3426"/>
              <a:chExt cx="968" cy="453"/>
            </a:xfrm>
          </p:grpSpPr>
          <p:sp>
            <p:nvSpPr>
              <p:cNvPr id="89190" name="Oval 125">
                <a:extLst>
                  <a:ext uri="{FF2B5EF4-FFF2-40B4-BE49-F238E27FC236}">
                    <a16:creationId xmlns:a16="http://schemas.microsoft.com/office/drawing/2014/main" id="{A25C9DDC-F37B-E62F-2AA3-73415D11E1E2}"/>
                  </a:ext>
                </a:extLst>
              </p:cNvPr>
              <p:cNvSpPr>
                <a:spLocks noChangeArrowheads="1"/>
              </p:cNvSpPr>
              <p:nvPr/>
            </p:nvSpPr>
            <p:spPr bwMode="auto">
              <a:xfrm>
                <a:off x="974" y="3616"/>
                <a:ext cx="102" cy="102"/>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nvGrpSpPr>
              <p:cNvPr id="89191" name="Group 126">
                <a:extLst>
                  <a:ext uri="{FF2B5EF4-FFF2-40B4-BE49-F238E27FC236}">
                    <a16:creationId xmlns:a16="http://schemas.microsoft.com/office/drawing/2014/main" id="{014E3A0B-82D8-95BF-146E-B1BBF0ABE505}"/>
                  </a:ext>
                </a:extLst>
              </p:cNvPr>
              <p:cNvGrpSpPr>
                <a:grpSpLocks/>
              </p:cNvGrpSpPr>
              <p:nvPr/>
            </p:nvGrpSpPr>
            <p:grpSpPr bwMode="auto">
              <a:xfrm>
                <a:off x="420" y="3426"/>
                <a:ext cx="552" cy="453"/>
                <a:chOff x="495" y="1144"/>
                <a:chExt cx="552" cy="453"/>
              </a:xfrm>
            </p:grpSpPr>
            <p:sp>
              <p:nvSpPr>
                <p:cNvPr id="89195" name="AutoShape 127">
                  <a:extLst>
                    <a:ext uri="{FF2B5EF4-FFF2-40B4-BE49-F238E27FC236}">
                      <a16:creationId xmlns:a16="http://schemas.microsoft.com/office/drawing/2014/main" id="{8553BE58-9FA0-D37B-8861-A27ABB59983A}"/>
                    </a:ext>
                  </a:extLst>
                </p:cNvPr>
                <p:cNvSpPr>
                  <a:spLocks noChangeArrowheads="1"/>
                </p:cNvSpPr>
                <p:nvPr/>
              </p:nvSpPr>
              <p:spPr bwMode="auto">
                <a:xfrm flipH="1">
                  <a:off x="639" y="1144"/>
                  <a:ext cx="408" cy="45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96" name="Arc 128">
                  <a:extLst>
                    <a:ext uri="{FF2B5EF4-FFF2-40B4-BE49-F238E27FC236}">
                      <a16:creationId xmlns:a16="http://schemas.microsoft.com/office/drawing/2014/main" id="{80C3A71D-691E-0424-322A-5D387822D83D}"/>
                    </a:ext>
                  </a:extLst>
                </p:cNvPr>
                <p:cNvSpPr>
                  <a:spLocks/>
                </p:cNvSpPr>
                <p:nvPr/>
              </p:nvSpPr>
              <p:spPr bwMode="auto">
                <a:xfrm rot="-600000">
                  <a:off x="495" y="1163"/>
                  <a:ext cx="136" cy="414"/>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lnTo>
                        <a:pt x="14396"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9192" name="Line 130">
                <a:extLst>
                  <a:ext uri="{FF2B5EF4-FFF2-40B4-BE49-F238E27FC236}">
                    <a16:creationId xmlns:a16="http://schemas.microsoft.com/office/drawing/2014/main" id="{6ADB2E57-4DCA-149D-F455-B34FCA302947}"/>
                  </a:ext>
                </a:extLst>
              </p:cNvPr>
              <p:cNvSpPr>
                <a:spLocks noChangeShapeType="1"/>
              </p:cNvSpPr>
              <p:nvPr/>
            </p:nvSpPr>
            <p:spPr bwMode="auto">
              <a:xfrm>
                <a:off x="278" y="3517"/>
                <a:ext cx="3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93" name="Line 131">
                <a:extLst>
                  <a:ext uri="{FF2B5EF4-FFF2-40B4-BE49-F238E27FC236}">
                    <a16:creationId xmlns:a16="http://schemas.microsoft.com/office/drawing/2014/main" id="{5028BBC8-539B-AF8A-D25E-9602A7ED875D}"/>
                  </a:ext>
                </a:extLst>
              </p:cNvPr>
              <p:cNvSpPr>
                <a:spLocks noChangeShapeType="1"/>
              </p:cNvSpPr>
              <p:nvPr/>
            </p:nvSpPr>
            <p:spPr bwMode="auto">
              <a:xfrm>
                <a:off x="297" y="3773"/>
                <a:ext cx="3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94" name="Line 132">
                <a:extLst>
                  <a:ext uri="{FF2B5EF4-FFF2-40B4-BE49-F238E27FC236}">
                    <a16:creationId xmlns:a16="http://schemas.microsoft.com/office/drawing/2014/main" id="{206F68D1-B05B-C132-ADA9-DC6DF54CE7DC}"/>
                  </a:ext>
                </a:extLst>
              </p:cNvPr>
              <p:cNvSpPr>
                <a:spLocks noChangeShapeType="1"/>
              </p:cNvSpPr>
              <p:nvPr/>
            </p:nvSpPr>
            <p:spPr bwMode="auto">
              <a:xfrm>
                <a:off x="1065" y="3664"/>
                <a:ext cx="18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9166" name="Group 159">
              <a:extLst>
                <a:ext uri="{FF2B5EF4-FFF2-40B4-BE49-F238E27FC236}">
                  <a16:creationId xmlns:a16="http://schemas.microsoft.com/office/drawing/2014/main" id="{EFCBE9CE-83C9-1BA5-2F47-9D99D642AB36}"/>
                </a:ext>
              </a:extLst>
            </p:cNvPr>
            <p:cNvGrpSpPr>
              <a:grpSpLocks/>
            </p:cNvGrpSpPr>
            <p:nvPr/>
          </p:nvGrpSpPr>
          <p:grpSpPr bwMode="auto">
            <a:xfrm>
              <a:off x="2905000" y="5071848"/>
              <a:ext cx="1379879" cy="459807"/>
              <a:chOff x="1450" y="3400"/>
              <a:chExt cx="892" cy="453"/>
            </a:xfrm>
          </p:grpSpPr>
          <p:sp>
            <p:nvSpPr>
              <p:cNvPr id="89181" name="Line 133">
                <a:extLst>
                  <a:ext uri="{FF2B5EF4-FFF2-40B4-BE49-F238E27FC236}">
                    <a16:creationId xmlns:a16="http://schemas.microsoft.com/office/drawing/2014/main" id="{65D8AAD0-4F4D-8CA7-BD6B-09B8BE9ED014}"/>
                  </a:ext>
                </a:extLst>
              </p:cNvPr>
              <p:cNvSpPr>
                <a:spLocks noChangeShapeType="1"/>
              </p:cNvSpPr>
              <p:nvPr/>
            </p:nvSpPr>
            <p:spPr bwMode="auto">
              <a:xfrm>
                <a:off x="1450" y="3491"/>
                <a:ext cx="3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82" name="Line 134">
                <a:extLst>
                  <a:ext uri="{FF2B5EF4-FFF2-40B4-BE49-F238E27FC236}">
                    <a16:creationId xmlns:a16="http://schemas.microsoft.com/office/drawing/2014/main" id="{4E5174E2-0EDB-5FA5-6220-8337A595BB00}"/>
                  </a:ext>
                </a:extLst>
              </p:cNvPr>
              <p:cNvSpPr>
                <a:spLocks noChangeShapeType="1"/>
              </p:cNvSpPr>
              <p:nvPr/>
            </p:nvSpPr>
            <p:spPr bwMode="auto">
              <a:xfrm>
                <a:off x="1450" y="3764"/>
                <a:ext cx="3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83" name="Line 135">
                <a:extLst>
                  <a:ext uri="{FF2B5EF4-FFF2-40B4-BE49-F238E27FC236}">
                    <a16:creationId xmlns:a16="http://schemas.microsoft.com/office/drawing/2014/main" id="{2E06A016-9ECA-8EA4-6921-577661EAB954}"/>
                  </a:ext>
                </a:extLst>
              </p:cNvPr>
              <p:cNvSpPr>
                <a:spLocks noChangeShapeType="1"/>
              </p:cNvSpPr>
              <p:nvPr/>
            </p:nvSpPr>
            <p:spPr bwMode="auto">
              <a:xfrm>
                <a:off x="2138" y="3628"/>
                <a:ext cx="20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84" name="Group 136">
                <a:extLst>
                  <a:ext uri="{FF2B5EF4-FFF2-40B4-BE49-F238E27FC236}">
                    <a16:creationId xmlns:a16="http://schemas.microsoft.com/office/drawing/2014/main" id="{F26A4A17-69D2-B141-9917-CB61FEAF383D}"/>
                  </a:ext>
                </a:extLst>
              </p:cNvPr>
              <p:cNvGrpSpPr>
                <a:grpSpLocks/>
              </p:cNvGrpSpPr>
              <p:nvPr/>
            </p:nvGrpSpPr>
            <p:grpSpPr bwMode="auto">
              <a:xfrm>
                <a:off x="1587" y="3400"/>
                <a:ext cx="552" cy="453"/>
                <a:chOff x="495" y="1144"/>
                <a:chExt cx="552" cy="453"/>
              </a:xfrm>
            </p:grpSpPr>
            <p:sp>
              <p:nvSpPr>
                <p:cNvPr id="42084" name="AutoShape 137">
                  <a:extLst>
                    <a:ext uri="{FF2B5EF4-FFF2-40B4-BE49-F238E27FC236}">
                      <a16:creationId xmlns:a16="http://schemas.microsoft.com/office/drawing/2014/main" id="{F9332526-87A1-402A-A81B-7AED83A9334B}"/>
                    </a:ext>
                  </a:extLst>
                </p:cNvPr>
                <p:cNvSpPr>
                  <a:spLocks noChangeArrowheads="1"/>
                </p:cNvSpPr>
                <p:nvPr/>
              </p:nvSpPr>
              <p:spPr bwMode="auto">
                <a:xfrm flipH="1">
                  <a:off x="640" y="1144"/>
                  <a:ext cx="410" cy="450"/>
                </a:xfrm>
                <a:prstGeom prst="moon">
                  <a:avLst>
                    <a:gd name="adj" fmla="val 84819"/>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p>
              </p:txBody>
            </p:sp>
            <p:sp>
              <p:nvSpPr>
                <p:cNvPr id="42085" name="Arc 138">
                  <a:extLst>
                    <a:ext uri="{FF2B5EF4-FFF2-40B4-BE49-F238E27FC236}">
                      <a16:creationId xmlns:a16="http://schemas.microsoft.com/office/drawing/2014/main" id="{C9220E93-732A-4CA3-B283-C3C01FB5A20C}"/>
                    </a:ext>
                  </a:extLst>
                </p:cNvPr>
                <p:cNvSpPr>
                  <a:spLocks/>
                </p:cNvSpPr>
                <p:nvPr/>
              </p:nvSpPr>
              <p:spPr bwMode="auto">
                <a:xfrm rot="-600000">
                  <a:off x="495" y="1163"/>
                  <a:ext cx="136" cy="413"/>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close/>
                    </a:path>
                  </a:pathLst>
                </a:cu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en-GB"/>
                </a:p>
              </p:txBody>
            </p:sp>
          </p:grpSp>
          <p:sp>
            <p:nvSpPr>
              <p:cNvPr id="89185" name="Oval 139">
                <a:extLst>
                  <a:ext uri="{FF2B5EF4-FFF2-40B4-BE49-F238E27FC236}">
                    <a16:creationId xmlns:a16="http://schemas.microsoft.com/office/drawing/2014/main" id="{4A40FB0E-EDDD-D1F1-6BBC-FACC66B12001}"/>
                  </a:ext>
                </a:extLst>
              </p:cNvPr>
              <p:cNvSpPr>
                <a:spLocks noChangeArrowheads="1"/>
              </p:cNvSpPr>
              <p:nvPr/>
            </p:nvSpPr>
            <p:spPr bwMode="auto">
              <a:xfrm>
                <a:off x="1580" y="3717"/>
                <a:ext cx="102" cy="102"/>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86" name="Oval 140">
                <a:extLst>
                  <a:ext uri="{FF2B5EF4-FFF2-40B4-BE49-F238E27FC236}">
                    <a16:creationId xmlns:a16="http://schemas.microsoft.com/office/drawing/2014/main" id="{B70E17B6-0341-855A-1C9F-781B2235ADAF}"/>
                  </a:ext>
                </a:extLst>
              </p:cNvPr>
              <p:cNvSpPr>
                <a:spLocks noChangeArrowheads="1"/>
              </p:cNvSpPr>
              <p:nvPr/>
            </p:nvSpPr>
            <p:spPr bwMode="auto">
              <a:xfrm>
                <a:off x="1571" y="3443"/>
                <a:ext cx="102" cy="102"/>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87" name="Oval 141">
                <a:extLst>
                  <a:ext uri="{FF2B5EF4-FFF2-40B4-BE49-F238E27FC236}">
                    <a16:creationId xmlns:a16="http://schemas.microsoft.com/office/drawing/2014/main" id="{AE209724-6FD5-D4FE-709A-28D54FF0438B}"/>
                  </a:ext>
                </a:extLst>
              </p:cNvPr>
              <p:cNvSpPr>
                <a:spLocks noChangeArrowheads="1"/>
              </p:cNvSpPr>
              <p:nvPr/>
            </p:nvSpPr>
            <p:spPr bwMode="auto">
              <a:xfrm>
                <a:off x="2138" y="3581"/>
                <a:ext cx="102" cy="102"/>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
          <p:nvSpPr>
            <p:cNvPr id="89167" name="Line 142">
              <a:extLst>
                <a:ext uri="{FF2B5EF4-FFF2-40B4-BE49-F238E27FC236}">
                  <a16:creationId xmlns:a16="http://schemas.microsoft.com/office/drawing/2014/main" id="{EA5172B4-084D-7D15-E603-E0CDDDFDAF8E}"/>
                </a:ext>
              </a:extLst>
            </p:cNvPr>
            <p:cNvSpPr>
              <a:spLocks noChangeShapeType="1"/>
            </p:cNvSpPr>
            <p:nvPr/>
          </p:nvSpPr>
          <p:spPr bwMode="auto">
            <a:xfrm>
              <a:off x="4752057" y="5153050"/>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68" name="Line 143">
              <a:extLst>
                <a:ext uri="{FF2B5EF4-FFF2-40B4-BE49-F238E27FC236}">
                  <a16:creationId xmlns:a16="http://schemas.microsoft.com/office/drawing/2014/main" id="{9838F111-38D2-8BC1-3A3B-66BEC60BB9F4}"/>
                </a:ext>
              </a:extLst>
            </p:cNvPr>
            <p:cNvSpPr>
              <a:spLocks noChangeShapeType="1"/>
            </p:cNvSpPr>
            <p:nvPr/>
          </p:nvSpPr>
          <p:spPr bwMode="auto">
            <a:xfrm>
              <a:off x="4752057" y="5430152"/>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69" name="Line 144">
              <a:extLst>
                <a:ext uri="{FF2B5EF4-FFF2-40B4-BE49-F238E27FC236}">
                  <a16:creationId xmlns:a16="http://schemas.microsoft.com/office/drawing/2014/main" id="{A22F9C85-4E77-C223-467F-308030A05EDB}"/>
                </a:ext>
              </a:extLst>
            </p:cNvPr>
            <p:cNvSpPr>
              <a:spLocks noChangeShapeType="1"/>
            </p:cNvSpPr>
            <p:nvPr/>
          </p:nvSpPr>
          <p:spPr bwMode="auto">
            <a:xfrm>
              <a:off x="5816359" y="5292109"/>
              <a:ext cx="31557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70" name="Group 145">
              <a:extLst>
                <a:ext uri="{FF2B5EF4-FFF2-40B4-BE49-F238E27FC236}">
                  <a16:creationId xmlns:a16="http://schemas.microsoft.com/office/drawing/2014/main" id="{A51C70F8-AC60-B741-5EAD-4BE7121595A9}"/>
                </a:ext>
              </a:extLst>
            </p:cNvPr>
            <p:cNvGrpSpPr>
              <a:grpSpLocks/>
            </p:cNvGrpSpPr>
            <p:nvPr/>
          </p:nvGrpSpPr>
          <p:grpSpPr bwMode="auto">
            <a:xfrm>
              <a:off x="4963990" y="5060683"/>
              <a:ext cx="853916" cy="459807"/>
              <a:chOff x="495" y="1144"/>
              <a:chExt cx="552" cy="453"/>
            </a:xfrm>
          </p:grpSpPr>
          <p:sp>
            <p:nvSpPr>
              <p:cNvPr id="89179" name="AutoShape 146">
                <a:extLst>
                  <a:ext uri="{FF2B5EF4-FFF2-40B4-BE49-F238E27FC236}">
                    <a16:creationId xmlns:a16="http://schemas.microsoft.com/office/drawing/2014/main" id="{19541687-960C-00D2-0D39-4BEFCF110647}"/>
                  </a:ext>
                </a:extLst>
              </p:cNvPr>
              <p:cNvSpPr>
                <a:spLocks noChangeArrowheads="1"/>
              </p:cNvSpPr>
              <p:nvPr/>
            </p:nvSpPr>
            <p:spPr bwMode="auto">
              <a:xfrm flipH="1">
                <a:off x="639" y="1144"/>
                <a:ext cx="408" cy="45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80" name="Arc 147">
                <a:extLst>
                  <a:ext uri="{FF2B5EF4-FFF2-40B4-BE49-F238E27FC236}">
                    <a16:creationId xmlns:a16="http://schemas.microsoft.com/office/drawing/2014/main" id="{E17C1069-B18C-275B-0E45-7B0AB285BCF3}"/>
                  </a:ext>
                </a:extLst>
              </p:cNvPr>
              <p:cNvSpPr>
                <a:spLocks/>
              </p:cNvSpPr>
              <p:nvPr/>
            </p:nvSpPr>
            <p:spPr bwMode="auto">
              <a:xfrm rot="-600000">
                <a:off x="495" y="1163"/>
                <a:ext cx="136" cy="414"/>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lnTo>
                      <a:pt x="14396"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9171" name="Oval 148">
              <a:extLst>
                <a:ext uri="{FF2B5EF4-FFF2-40B4-BE49-F238E27FC236}">
                  <a16:creationId xmlns:a16="http://schemas.microsoft.com/office/drawing/2014/main" id="{9971BD5E-DDB1-7687-6385-EDD6D0CF97F6}"/>
                </a:ext>
              </a:extLst>
            </p:cNvPr>
            <p:cNvSpPr>
              <a:spLocks noChangeArrowheads="1"/>
            </p:cNvSpPr>
            <p:nvPr/>
          </p:nvSpPr>
          <p:spPr bwMode="auto">
            <a:xfrm>
              <a:off x="4939238" y="5105344"/>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72" name="Line 150">
              <a:extLst>
                <a:ext uri="{FF2B5EF4-FFF2-40B4-BE49-F238E27FC236}">
                  <a16:creationId xmlns:a16="http://schemas.microsoft.com/office/drawing/2014/main" id="{59C7A6CA-A3FF-DAFD-96A4-149A04837125}"/>
                </a:ext>
              </a:extLst>
            </p:cNvPr>
            <p:cNvSpPr>
              <a:spLocks noChangeShapeType="1"/>
            </p:cNvSpPr>
            <p:nvPr/>
          </p:nvSpPr>
          <p:spPr bwMode="auto">
            <a:xfrm>
              <a:off x="6637789" y="5144930"/>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73" name="Line 151">
              <a:extLst>
                <a:ext uri="{FF2B5EF4-FFF2-40B4-BE49-F238E27FC236}">
                  <a16:creationId xmlns:a16="http://schemas.microsoft.com/office/drawing/2014/main" id="{7B38C2C0-826D-C10B-AC2C-047E2A06A41E}"/>
                </a:ext>
              </a:extLst>
            </p:cNvPr>
            <p:cNvSpPr>
              <a:spLocks noChangeShapeType="1"/>
            </p:cNvSpPr>
            <p:nvPr/>
          </p:nvSpPr>
          <p:spPr bwMode="auto">
            <a:xfrm>
              <a:off x="6637789" y="5403762"/>
              <a:ext cx="4903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74" name="Line 152">
              <a:extLst>
                <a:ext uri="{FF2B5EF4-FFF2-40B4-BE49-F238E27FC236}">
                  <a16:creationId xmlns:a16="http://schemas.microsoft.com/office/drawing/2014/main" id="{D08BFF3A-0BF0-8D2F-96E7-898043584A2F}"/>
                </a:ext>
              </a:extLst>
            </p:cNvPr>
            <p:cNvSpPr>
              <a:spLocks noChangeShapeType="1"/>
            </p:cNvSpPr>
            <p:nvPr/>
          </p:nvSpPr>
          <p:spPr bwMode="auto">
            <a:xfrm>
              <a:off x="7702090" y="5283989"/>
              <a:ext cx="31557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75" name="Group 153">
              <a:extLst>
                <a:ext uri="{FF2B5EF4-FFF2-40B4-BE49-F238E27FC236}">
                  <a16:creationId xmlns:a16="http://schemas.microsoft.com/office/drawing/2014/main" id="{69A3C1E6-67E7-54EA-00F9-F48E4D09E692}"/>
                </a:ext>
              </a:extLst>
            </p:cNvPr>
            <p:cNvGrpSpPr>
              <a:grpSpLocks/>
            </p:cNvGrpSpPr>
            <p:nvPr/>
          </p:nvGrpSpPr>
          <p:grpSpPr bwMode="auto">
            <a:xfrm>
              <a:off x="6849721" y="5052563"/>
              <a:ext cx="853916" cy="459807"/>
              <a:chOff x="495" y="1144"/>
              <a:chExt cx="552" cy="453"/>
            </a:xfrm>
          </p:grpSpPr>
          <p:sp>
            <p:nvSpPr>
              <p:cNvPr id="89177" name="AutoShape 154">
                <a:extLst>
                  <a:ext uri="{FF2B5EF4-FFF2-40B4-BE49-F238E27FC236}">
                    <a16:creationId xmlns:a16="http://schemas.microsoft.com/office/drawing/2014/main" id="{E27AF0B0-8CE5-B192-D05C-FFAE54E31A98}"/>
                  </a:ext>
                </a:extLst>
              </p:cNvPr>
              <p:cNvSpPr>
                <a:spLocks noChangeArrowheads="1"/>
              </p:cNvSpPr>
              <p:nvPr/>
            </p:nvSpPr>
            <p:spPr bwMode="auto">
              <a:xfrm flipH="1">
                <a:off x="639" y="1144"/>
                <a:ext cx="408" cy="45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78" name="Arc 155">
                <a:extLst>
                  <a:ext uri="{FF2B5EF4-FFF2-40B4-BE49-F238E27FC236}">
                    <a16:creationId xmlns:a16="http://schemas.microsoft.com/office/drawing/2014/main" id="{55E5170D-E265-3645-198B-9FD5FF1BE3B3}"/>
                  </a:ext>
                </a:extLst>
              </p:cNvPr>
              <p:cNvSpPr>
                <a:spLocks/>
              </p:cNvSpPr>
              <p:nvPr/>
            </p:nvSpPr>
            <p:spPr bwMode="auto">
              <a:xfrm rot="-600000">
                <a:off x="495" y="1163"/>
                <a:ext cx="136" cy="414"/>
              </a:xfrm>
              <a:custGeom>
                <a:avLst/>
                <a:gdLst>
                  <a:gd name="T0" fmla="*/ 0 w 21600"/>
                  <a:gd name="T1" fmla="*/ 0 h 37585"/>
                  <a:gd name="T2" fmla="*/ 0 w 21600"/>
                  <a:gd name="T3" fmla="*/ 0 h 37585"/>
                  <a:gd name="T4" fmla="*/ 0 w 21600"/>
                  <a:gd name="T5" fmla="*/ 0 h 37585"/>
                  <a:gd name="T6" fmla="*/ 0 60000 65536"/>
                  <a:gd name="T7" fmla="*/ 0 60000 65536"/>
                  <a:gd name="T8" fmla="*/ 0 60000 65536"/>
                  <a:gd name="T9" fmla="*/ 0 w 21600"/>
                  <a:gd name="T10" fmla="*/ 0 h 37585"/>
                  <a:gd name="T11" fmla="*/ 21600 w 21600"/>
                  <a:gd name="T12" fmla="*/ 37585 h 37585"/>
                </a:gdLst>
                <a:ahLst/>
                <a:cxnLst>
                  <a:cxn ang="T6">
                    <a:pos x="T0" y="T1"/>
                  </a:cxn>
                  <a:cxn ang="T7">
                    <a:pos x="T2" y="T3"/>
                  </a:cxn>
                  <a:cxn ang="T8">
                    <a:pos x="T4" y="T5"/>
                  </a:cxn>
                </a:cxnLst>
                <a:rect l="T9" t="T10" r="T11" b="T12"/>
                <a:pathLst>
                  <a:path w="21600" h="37585" fill="none" extrusionOk="0">
                    <a:moveTo>
                      <a:pt x="14396" y="0"/>
                    </a:moveTo>
                    <a:cubicBezTo>
                      <a:pt x="18980" y="4098"/>
                      <a:pt x="21600" y="9954"/>
                      <a:pt x="21600" y="16103"/>
                    </a:cubicBezTo>
                    <a:cubicBezTo>
                      <a:pt x="21600" y="27161"/>
                      <a:pt x="13248" y="36433"/>
                      <a:pt x="2250" y="37585"/>
                    </a:cubicBezTo>
                  </a:path>
                  <a:path w="21600" h="37585" stroke="0" extrusionOk="0">
                    <a:moveTo>
                      <a:pt x="14396" y="0"/>
                    </a:moveTo>
                    <a:cubicBezTo>
                      <a:pt x="18980" y="4098"/>
                      <a:pt x="21600" y="9954"/>
                      <a:pt x="21600" y="16103"/>
                    </a:cubicBezTo>
                    <a:cubicBezTo>
                      <a:pt x="21600" y="27161"/>
                      <a:pt x="13248" y="36433"/>
                      <a:pt x="2250" y="37585"/>
                    </a:cubicBezTo>
                    <a:lnTo>
                      <a:pt x="0" y="16103"/>
                    </a:lnTo>
                    <a:lnTo>
                      <a:pt x="14396"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9176" name="Oval 156">
              <a:extLst>
                <a:ext uri="{FF2B5EF4-FFF2-40B4-BE49-F238E27FC236}">
                  <a16:creationId xmlns:a16="http://schemas.microsoft.com/office/drawing/2014/main" id="{D7A09FDB-F66D-F1E5-C714-7B007D1FF948}"/>
                </a:ext>
              </a:extLst>
            </p:cNvPr>
            <p:cNvSpPr>
              <a:spLocks noChangeArrowheads="1"/>
            </p:cNvSpPr>
            <p:nvPr/>
          </p:nvSpPr>
          <p:spPr bwMode="auto">
            <a:xfrm>
              <a:off x="6849721" y="5357071"/>
              <a:ext cx="157789" cy="103533"/>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grpSp>
        <p:nvGrpSpPr>
          <p:cNvPr id="89094" name="Group 91">
            <a:extLst>
              <a:ext uri="{FF2B5EF4-FFF2-40B4-BE49-F238E27FC236}">
                <a16:creationId xmlns:a16="http://schemas.microsoft.com/office/drawing/2014/main" id="{07754205-2CF9-F09A-15F8-6823796B6B61}"/>
              </a:ext>
            </a:extLst>
          </p:cNvPr>
          <p:cNvGrpSpPr>
            <a:grpSpLocks/>
          </p:cNvGrpSpPr>
          <p:nvPr/>
        </p:nvGrpSpPr>
        <p:grpSpPr bwMode="auto">
          <a:xfrm>
            <a:off x="2692400" y="1663700"/>
            <a:ext cx="2794000" cy="2197100"/>
            <a:chOff x="355600" y="1435100"/>
            <a:chExt cx="3238500" cy="2374900"/>
          </a:xfrm>
        </p:grpSpPr>
        <p:sp>
          <p:nvSpPr>
            <p:cNvPr id="42017" name="Rounded Rectangle 90">
              <a:extLst>
                <a:ext uri="{FF2B5EF4-FFF2-40B4-BE49-F238E27FC236}">
                  <a16:creationId xmlns:a16="http://schemas.microsoft.com/office/drawing/2014/main" id="{E4E6C806-58E4-4FDB-B64A-C9AA01202169}"/>
                </a:ext>
              </a:extLst>
            </p:cNvPr>
            <p:cNvSpPr>
              <a:spLocks noChangeArrowheads="1"/>
            </p:cNvSpPr>
            <p:nvPr/>
          </p:nvSpPr>
          <p:spPr bwMode="auto">
            <a:xfrm>
              <a:off x="355600" y="1435100"/>
              <a:ext cx="3238500" cy="2374900"/>
            </a:xfrm>
            <a:prstGeom prst="roundRect">
              <a:avLst>
                <a:gd name="adj" fmla="val 10787"/>
              </a:avLst>
            </a:prstGeom>
            <a:solidFill>
              <a:schemeClr val="accent1">
                <a:lumMod val="60000"/>
                <a:lumOff val="40000"/>
              </a:schemeClr>
            </a:solidFill>
            <a:ln w="9525" algn="ctr">
              <a:solidFill>
                <a:schemeClr val="tx1"/>
              </a:solidFill>
              <a:round/>
              <a:headEnd/>
              <a:tailEnd/>
            </a:ln>
          </p:spPr>
          <p:txBody>
            <a:bodyPr anchor="ctr"/>
            <a:lstStyle/>
            <a:p>
              <a:pPr eaLnBrk="1" hangingPunct="1">
                <a:defRPr/>
              </a:pPr>
              <a:endParaRPr lang="ru-RU"/>
            </a:p>
          </p:txBody>
        </p:sp>
        <p:grpSp>
          <p:nvGrpSpPr>
            <p:cNvPr id="89122" name="Group 90">
              <a:extLst>
                <a:ext uri="{FF2B5EF4-FFF2-40B4-BE49-F238E27FC236}">
                  <a16:creationId xmlns:a16="http://schemas.microsoft.com/office/drawing/2014/main" id="{904D879C-806D-363E-83A4-5AF572B982E2}"/>
                </a:ext>
              </a:extLst>
            </p:cNvPr>
            <p:cNvGrpSpPr>
              <a:grpSpLocks/>
            </p:cNvGrpSpPr>
            <p:nvPr/>
          </p:nvGrpSpPr>
          <p:grpSpPr bwMode="auto">
            <a:xfrm>
              <a:off x="693738" y="1589626"/>
              <a:ext cx="2654300" cy="2096322"/>
              <a:chOff x="871538" y="1313401"/>
              <a:chExt cx="2654300" cy="2096322"/>
            </a:xfrm>
          </p:grpSpPr>
          <p:sp>
            <p:nvSpPr>
              <p:cNvPr id="89123" name="Line 8">
                <a:extLst>
                  <a:ext uri="{FF2B5EF4-FFF2-40B4-BE49-F238E27FC236}">
                    <a16:creationId xmlns:a16="http://schemas.microsoft.com/office/drawing/2014/main" id="{020BBB40-5902-2B65-B9EF-189EE19BF1A2}"/>
                  </a:ext>
                </a:extLst>
              </p:cNvPr>
              <p:cNvSpPr>
                <a:spLocks noChangeShapeType="1"/>
              </p:cNvSpPr>
              <p:nvPr/>
            </p:nvSpPr>
            <p:spPr bwMode="auto">
              <a:xfrm>
                <a:off x="1204913" y="1528763"/>
                <a:ext cx="5032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4" name="Line 9">
                <a:extLst>
                  <a:ext uri="{FF2B5EF4-FFF2-40B4-BE49-F238E27FC236}">
                    <a16:creationId xmlns:a16="http://schemas.microsoft.com/office/drawing/2014/main" id="{B1145777-6504-1B23-7FBE-A61C1947C12E}"/>
                  </a:ext>
                </a:extLst>
              </p:cNvPr>
              <p:cNvSpPr>
                <a:spLocks noChangeShapeType="1"/>
              </p:cNvSpPr>
              <p:nvPr/>
            </p:nvSpPr>
            <p:spPr bwMode="auto">
              <a:xfrm>
                <a:off x="1204913" y="1962150"/>
                <a:ext cx="5032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5" name="Line 10">
                <a:extLst>
                  <a:ext uri="{FF2B5EF4-FFF2-40B4-BE49-F238E27FC236}">
                    <a16:creationId xmlns:a16="http://schemas.microsoft.com/office/drawing/2014/main" id="{4C2CF49C-EEAC-A0A0-8072-811C5A539283}"/>
                  </a:ext>
                </a:extLst>
              </p:cNvPr>
              <p:cNvSpPr>
                <a:spLocks noChangeShapeType="1"/>
              </p:cNvSpPr>
              <p:nvPr/>
            </p:nvSpPr>
            <p:spPr bwMode="auto">
              <a:xfrm>
                <a:off x="2297113" y="1746250"/>
                <a:ext cx="53975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6" name="Text Box 18">
                <a:extLst>
                  <a:ext uri="{FF2B5EF4-FFF2-40B4-BE49-F238E27FC236}">
                    <a16:creationId xmlns:a16="http://schemas.microsoft.com/office/drawing/2014/main" id="{7E3351D4-550E-E8F2-954C-342A83DB9CE9}"/>
                  </a:ext>
                </a:extLst>
              </p:cNvPr>
              <p:cNvSpPr txBox="1">
                <a:spLocks noChangeArrowheads="1"/>
              </p:cNvSpPr>
              <p:nvPr/>
            </p:nvSpPr>
            <p:spPr bwMode="auto">
              <a:xfrm>
                <a:off x="887413" y="1341438"/>
                <a:ext cx="504825" cy="43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89127" name="Text Box 19">
                <a:extLst>
                  <a:ext uri="{FF2B5EF4-FFF2-40B4-BE49-F238E27FC236}">
                    <a16:creationId xmlns:a16="http://schemas.microsoft.com/office/drawing/2014/main" id="{64F16B1B-A85E-8E8C-C238-38C5394504B1}"/>
                  </a:ext>
                </a:extLst>
              </p:cNvPr>
              <p:cNvSpPr txBox="1">
                <a:spLocks noChangeArrowheads="1"/>
              </p:cNvSpPr>
              <p:nvPr/>
            </p:nvSpPr>
            <p:spPr bwMode="auto">
              <a:xfrm>
                <a:off x="873125" y="1703388"/>
                <a:ext cx="504825" cy="43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b</a:t>
                </a:r>
                <a:endParaRPr lang="ru-RU" altLang="en-US" sz="2000" b="0"/>
              </a:p>
            </p:txBody>
          </p:sp>
          <p:sp>
            <p:nvSpPr>
              <p:cNvPr id="89128" name="Text Box 20">
                <a:extLst>
                  <a:ext uri="{FF2B5EF4-FFF2-40B4-BE49-F238E27FC236}">
                    <a16:creationId xmlns:a16="http://schemas.microsoft.com/office/drawing/2014/main" id="{9E864781-D296-D246-64FA-D41BF7C2F33C}"/>
                  </a:ext>
                </a:extLst>
              </p:cNvPr>
              <p:cNvSpPr txBox="1">
                <a:spLocks noChangeArrowheads="1"/>
              </p:cNvSpPr>
              <p:nvPr/>
            </p:nvSpPr>
            <p:spPr bwMode="auto">
              <a:xfrm>
                <a:off x="2992438" y="1557338"/>
                <a:ext cx="504825" cy="43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a:t>
                </a:r>
                <a:endParaRPr lang="ru-RU" altLang="en-US" sz="2000" b="0"/>
              </a:p>
            </p:txBody>
          </p:sp>
          <p:sp>
            <p:nvSpPr>
              <p:cNvPr id="89129" name="AutoShape 14">
                <a:extLst>
                  <a:ext uri="{FF2B5EF4-FFF2-40B4-BE49-F238E27FC236}">
                    <a16:creationId xmlns:a16="http://schemas.microsoft.com/office/drawing/2014/main" id="{D6275D84-096C-BCCA-8398-3E56DE413AA1}"/>
                  </a:ext>
                </a:extLst>
              </p:cNvPr>
              <p:cNvSpPr>
                <a:spLocks noChangeArrowheads="1"/>
              </p:cNvSpPr>
              <p:nvPr/>
            </p:nvSpPr>
            <p:spPr bwMode="auto">
              <a:xfrm flipH="1">
                <a:off x="1651000" y="1384300"/>
                <a:ext cx="647700" cy="719138"/>
              </a:xfrm>
              <a:prstGeom prst="moon">
                <a:avLst>
                  <a:gd name="adj" fmla="val 84819"/>
                </a:avLst>
              </a:prstGeom>
              <a:solidFill>
                <a:schemeClr val="accent1"/>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30" name="Line 11">
                <a:extLst>
                  <a:ext uri="{FF2B5EF4-FFF2-40B4-BE49-F238E27FC236}">
                    <a16:creationId xmlns:a16="http://schemas.microsoft.com/office/drawing/2014/main" id="{07E7FF9B-01B5-54FF-6C31-595039E7C97E}"/>
                  </a:ext>
                </a:extLst>
              </p:cNvPr>
              <p:cNvSpPr>
                <a:spLocks noChangeShapeType="1"/>
              </p:cNvSpPr>
              <p:nvPr/>
            </p:nvSpPr>
            <p:spPr bwMode="auto">
              <a:xfrm>
                <a:off x="1233488" y="2755900"/>
                <a:ext cx="5048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1" name="Line 15">
                <a:extLst>
                  <a:ext uri="{FF2B5EF4-FFF2-40B4-BE49-F238E27FC236}">
                    <a16:creationId xmlns:a16="http://schemas.microsoft.com/office/drawing/2014/main" id="{CE8D1752-7CD1-F67B-BF73-DAC42AE1D979}"/>
                  </a:ext>
                </a:extLst>
              </p:cNvPr>
              <p:cNvSpPr>
                <a:spLocks noChangeShapeType="1"/>
              </p:cNvSpPr>
              <p:nvPr/>
            </p:nvSpPr>
            <p:spPr bwMode="auto">
              <a:xfrm>
                <a:off x="1219200" y="3173413"/>
                <a:ext cx="5032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2" name="Oval 16">
                <a:extLst>
                  <a:ext uri="{FF2B5EF4-FFF2-40B4-BE49-F238E27FC236}">
                    <a16:creationId xmlns:a16="http://schemas.microsoft.com/office/drawing/2014/main" id="{C835CC82-00E1-515A-4080-E0917C712D07}"/>
                  </a:ext>
                </a:extLst>
              </p:cNvPr>
              <p:cNvSpPr>
                <a:spLocks noChangeArrowheads="1"/>
              </p:cNvSpPr>
              <p:nvPr/>
            </p:nvSpPr>
            <p:spPr bwMode="auto">
              <a:xfrm>
                <a:off x="2328863" y="2898775"/>
                <a:ext cx="161925" cy="161925"/>
              </a:xfrm>
              <a:prstGeom prst="ellipse">
                <a:avLst/>
              </a:prstGeom>
              <a:solidFill>
                <a:schemeClr val="accent1"/>
              </a:solidFill>
              <a:ln w="222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33" name="Line 17">
                <a:extLst>
                  <a:ext uri="{FF2B5EF4-FFF2-40B4-BE49-F238E27FC236}">
                    <a16:creationId xmlns:a16="http://schemas.microsoft.com/office/drawing/2014/main" id="{CEB8C085-8AC3-59C5-CFCB-72E89011DF18}"/>
                  </a:ext>
                </a:extLst>
              </p:cNvPr>
              <p:cNvSpPr>
                <a:spLocks noChangeShapeType="1"/>
              </p:cNvSpPr>
              <p:nvPr/>
            </p:nvSpPr>
            <p:spPr bwMode="auto">
              <a:xfrm>
                <a:off x="2498725" y="2984500"/>
                <a:ext cx="4683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4" name="Text Box 21">
                <a:extLst>
                  <a:ext uri="{FF2B5EF4-FFF2-40B4-BE49-F238E27FC236}">
                    <a16:creationId xmlns:a16="http://schemas.microsoft.com/office/drawing/2014/main" id="{005A2A82-8E0E-FD69-0939-8448FAE0AD07}"/>
                  </a:ext>
                </a:extLst>
              </p:cNvPr>
              <p:cNvSpPr txBox="1">
                <a:spLocks noChangeArrowheads="1"/>
              </p:cNvSpPr>
              <p:nvPr/>
            </p:nvSpPr>
            <p:spPr bwMode="auto">
              <a:xfrm>
                <a:off x="3021013" y="2825750"/>
                <a:ext cx="504825" cy="43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a:t>
                </a:r>
                <a:endParaRPr lang="ru-RU" altLang="en-US" sz="2000" b="0"/>
              </a:p>
            </p:txBody>
          </p:sp>
          <p:sp>
            <p:nvSpPr>
              <p:cNvPr id="89135" name="Text Box 22">
                <a:extLst>
                  <a:ext uri="{FF2B5EF4-FFF2-40B4-BE49-F238E27FC236}">
                    <a16:creationId xmlns:a16="http://schemas.microsoft.com/office/drawing/2014/main" id="{C5BF860D-5EB6-3BAF-7E71-FDFBC85169EA}"/>
                  </a:ext>
                </a:extLst>
              </p:cNvPr>
              <p:cNvSpPr txBox="1">
                <a:spLocks noChangeArrowheads="1"/>
              </p:cNvSpPr>
              <p:nvPr/>
            </p:nvSpPr>
            <p:spPr bwMode="auto">
              <a:xfrm>
                <a:off x="871538" y="2522538"/>
                <a:ext cx="504825" cy="43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89136" name="Text Box 23">
                <a:extLst>
                  <a:ext uri="{FF2B5EF4-FFF2-40B4-BE49-F238E27FC236}">
                    <a16:creationId xmlns:a16="http://schemas.microsoft.com/office/drawing/2014/main" id="{53E5D4B0-512A-D3A6-1FF6-0212B9B5A1A5}"/>
                  </a:ext>
                </a:extLst>
              </p:cNvPr>
              <p:cNvSpPr txBox="1">
                <a:spLocks noChangeArrowheads="1"/>
              </p:cNvSpPr>
              <p:nvPr/>
            </p:nvSpPr>
            <p:spPr bwMode="auto">
              <a:xfrm>
                <a:off x="885825" y="2970214"/>
                <a:ext cx="504825" cy="43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b</a:t>
                </a:r>
                <a:endParaRPr lang="ru-RU" altLang="en-US" sz="2000" b="0"/>
              </a:p>
            </p:txBody>
          </p:sp>
          <p:sp>
            <p:nvSpPr>
              <p:cNvPr id="89137" name="AutoShape 81">
                <a:extLst>
                  <a:ext uri="{FF2B5EF4-FFF2-40B4-BE49-F238E27FC236}">
                    <a16:creationId xmlns:a16="http://schemas.microsoft.com/office/drawing/2014/main" id="{C3317F29-8E74-F6A4-1CCF-CC8862C562BB}"/>
                  </a:ext>
                </a:extLst>
              </p:cNvPr>
              <p:cNvSpPr>
                <a:spLocks noChangeArrowheads="1"/>
              </p:cNvSpPr>
              <p:nvPr/>
            </p:nvSpPr>
            <p:spPr bwMode="auto">
              <a:xfrm flipH="1">
                <a:off x="1677988" y="2597150"/>
                <a:ext cx="647700" cy="719138"/>
              </a:xfrm>
              <a:prstGeom prst="moon">
                <a:avLst>
                  <a:gd name="adj" fmla="val 84819"/>
                </a:avLst>
              </a:prstGeom>
              <a:solidFill>
                <a:schemeClr val="accent1"/>
              </a:solidFill>
              <a:ln w="222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89138" name="Text Box 129">
                <a:extLst>
                  <a:ext uri="{FF2B5EF4-FFF2-40B4-BE49-F238E27FC236}">
                    <a16:creationId xmlns:a16="http://schemas.microsoft.com/office/drawing/2014/main" id="{014BA77D-5CD9-DF01-04B9-83688FA006A2}"/>
                  </a:ext>
                </a:extLst>
              </p:cNvPr>
              <p:cNvSpPr txBox="1">
                <a:spLocks noChangeArrowheads="1"/>
              </p:cNvSpPr>
              <p:nvPr/>
            </p:nvSpPr>
            <p:spPr bwMode="auto">
              <a:xfrm>
                <a:off x="871538" y="2522538"/>
                <a:ext cx="504825" cy="43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89139" name="AutoShape 124">
                <a:extLst>
                  <a:ext uri="{FF2B5EF4-FFF2-40B4-BE49-F238E27FC236}">
                    <a16:creationId xmlns:a16="http://schemas.microsoft.com/office/drawing/2014/main" id="{7204427F-4F5E-5B9B-9762-26E6B66382EC}"/>
                  </a:ext>
                </a:extLst>
              </p:cNvPr>
              <p:cNvSpPr>
                <a:spLocks noChangeArrowheads="1"/>
              </p:cNvSpPr>
              <p:nvPr/>
            </p:nvSpPr>
            <p:spPr bwMode="auto">
              <a:xfrm rot="5243846">
                <a:off x="936672" y="2646982"/>
                <a:ext cx="889558" cy="635924"/>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600 w 21600"/>
                  <a:gd name="T13" fmla="*/ 0 h 21600"/>
                  <a:gd name="T14" fmla="*/ 21000 w 21600"/>
                  <a:gd name="T15" fmla="*/ 7347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wrap="none" anchor="ctr"/>
              <a:lstStyle/>
              <a:p>
                <a:endParaRPr lang="en-US"/>
              </a:p>
            </p:txBody>
          </p:sp>
          <p:sp>
            <p:nvSpPr>
              <p:cNvPr id="89140" name="AutoShape 124">
                <a:extLst>
                  <a:ext uri="{FF2B5EF4-FFF2-40B4-BE49-F238E27FC236}">
                    <a16:creationId xmlns:a16="http://schemas.microsoft.com/office/drawing/2014/main" id="{3904A9D6-7CF4-166E-A24C-322E7BB0A5C7}"/>
                  </a:ext>
                </a:extLst>
              </p:cNvPr>
              <p:cNvSpPr>
                <a:spLocks noChangeArrowheads="1"/>
              </p:cNvSpPr>
              <p:nvPr/>
            </p:nvSpPr>
            <p:spPr bwMode="auto">
              <a:xfrm rot="5400000">
                <a:off x="912024" y="1440218"/>
                <a:ext cx="889558" cy="635924"/>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600 w 21600"/>
                  <a:gd name="T13" fmla="*/ 0 h 21600"/>
                  <a:gd name="T14" fmla="*/ 21000 w 21600"/>
                  <a:gd name="T15" fmla="*/ 7347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wrap="none" anchor="ctr"/>
              <a:lstStyle/>
              <a:p>
                <a:endParaRPr lang="en-US"/>
              </a:p>
            </p:txBody>
          </p:sp>
        </p:grpSp>
      </p:grpSp>
      <p:graphicFrame>
        <p:nvGraphicFramePr>
          <p:cNvPr id="93" name="Table 92">
            <a:extLst>
              <a:ext uri="{FF2B5EF4-FFF2-40B4-BE49-F238E27FC236}">
                <a16:creationId xmlns:a16="http://schemas.microsoft.com/office/drawing/2014/main" id="{E96BF937-0912-4D38-8766-ACC9B9AAAB7A}"/>
              </a:ext>
            </a:extLst>
          </p:cNvPr>
          <p:cNvGraphicFramePr>
            <a:graphicFrameLocks noGrp="1"/>
          </p:cNvGraphicFramePr>
          <p:nvPr>
            <p:extLst>
              <p:ext uri="{D42A27DB-BD31-4B8C-83A1-F6EECF244321}">
                <p14:modId xmlns:p14="http://schemas.microsoft.com/office/powerpoint/2010/main" val="785322718"/>
              </p:ext>
            </p:extLst>
          </p:nvPr>
        </p:nvGraphicFramePr>
        <p:xfrm>
          <a:off x="5842000" y="1727200"/>
          <a:ext cx="3670299" cy="1981200"/>
        </p:xfrm>
        <a:graphic>
          <a:graphicData uri="http://schemas.openxmlformats.org/drawingml/2006/table">
            <a:tbl>
              <a:tblPr firstRow="1" bandRow="1">
                <a:tableStyleId>{5C22544A-7EE6-4342-B048-85BDC9FD1C3A}</a:tableStyleId>
              </a:tblPr>
              <a:tblGrid>
                <a:gridCol w="1223433">
                  <a:extLst>
                    <a:ext uri="{9D8B030D-6E8A-4147-A177-3AD203B41FA5}">
                      <a16:colId xmlns:a16="http://schemas.microsoft.com/office/drawing/2014/main" val="20000"/>
                    </a:ext>
                  </a:extLst>
                </a:gridCol>
                <a:gridCol w="1223433">
                  <a:extLst>
                    <a:ext uri="{9D8B030D-6E8A-4147-A177-3AD203B41FA5}">
                      <a16:colId xmlns:a16="http://schemas.microsoft.com/office/drawing/2014/main" val="20001"/>
                    </a:ext>
                  </a:extLst>
                </a:gridCol>
                <a:gridCol w="1223433">
                  <a:extLst>
                    <a:ext uri="{9D8B030D-6E8A-4147-A177-3AD203B41FA5}">
                      <a16:colId xmlns:a16="http://schemas.microsoft.com/office/drawing/2014/main" val="20002"/>
                    </a:ext>
                  </a:extLst>
                </a:gridCol>
              </a:tblGrid>
              <a:tr h="34544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a  b</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a</a:t>
                      </a:r>
                      <a:r>
                        <a:rPr kumimoji="0" lang="en-US" sz="2000" b="0" i="0" u="none" strike="noStrike" cap="none" normalizeH="0" baseline="0" dirty="0">
                          <a:ln>
                            <a:noFill/>
                          </a:ln>
                          <a:solidFill>
                            <a:schemeClr val="bg1"/>
                          </a:solidFill>
                          <a:effectLst/>
                          <a:latin typeface="Arial" pitchFamily="34" charset="0"/>
                          <a:cs typeface="Arial" pitchFamily="34" charset="0"/>
                          <a:sym typeface="Symbol" pitchFamily="18" charset="2"/>
                        </a:rPr>
                        <a:t>b</a:t>
                      </a: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pitchFamily="34" charset="0"/>
                          <a:cs typeface="Arial" pitchFamily="34" charset="0"/>
                        </a:rPr>
                        <a:t>~(a</a:t>
                      </a:r>
                      <a:r>
                        <a:rPr kumimoji="0" lang="en-US" sz="2000" b="0" i="0" u="none" strike="noStrike" cap="none" normalizeH="0" baseline="0" dirty="0">
                          <a:ln>
                            <a:noFill/>
                          </a:ln>
                          <a:solidFill>
                            <a:schemeClr val="bg1"/>
                          </a:solidFill>
                          <a:effectLst/>
                          <a:latin typeface="Arial" pitchFamily="34" charset="0"/>
                          <a:cs typeface="Arial" pitchFamily="34" charset="0"/>
                          <a:sym typeface="Symbol" pitchFamily="18" charset="2"/>
                        </a:rPr>
                        <a:t>b)</a:t>
                      </a:r>
                      <a:endParaRPr kumimoji="0" lang="ru-RU" sz="2000" b="0" i="0" u="none" strike="noStrike" cap="none" normalizeH="0" baseline="0" dirty="0">
                        <a:ln>
                          <a:noFill/>
                        </a:ln>
                        <a:solidFill>
                          <a:schemeClr val="bg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0"/>
                  </a:ext>
                </a:extLst>
              </a:tr>
              <a:tr h="34544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1"/>
                  </a:ext>
                </a:extLst>
              </a:tr>
              <a:tr h="34544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0  1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345440">
                <a:tc>
                  <a:txBody>
                    <a:bodyPr/>
                    <a:lstStyle/>
                    <a:p>
                      <a:pPr marL="533400" marR="0" lvl="0" indent="-53340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3"/>
                  </a:ext>
                </a:extLst>
              </a:tr>
              <a:tr h="345440">
                <a:tc>
                  <a:txBody>
                    <a:bodyPr/>
                    <a:lstStyle/>
                    <a:p>
                      <a:pPr marL="533400" marR="0" lvl="0" indent="-53340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1  1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0</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Arial" pitchFamily="34" charset="0"/>
                        </a:rPr>
                        <a:t>1</a:t>
                      </a:r>
                      <a:endParaRPr kumimoji="0" lang="ru-RU" sz="20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6">
            <a:extLst>
              <a:ext uri="{FF2B5EF4-FFF2-40B4-BE49-F238E27FC236}">
                <a16:creationId xmlns:a16="http://schemas.microsoft.com/office/drawing/2014/main" id="{35CC45B1-2D57-1DC3-150A-160DA98E600A}"/>
              </a:ext>
            </a:extLst>
          </p:cNvPr>
          <p:cNvSpPr>
            <a:spLocks noGrp="1" noChangeArrowheads="1"/>
          </p:cNvSpPr>
          <p:nvPr>
            <p:ph type="title"/>
          </p:nvPr>
        </p:nvSpPr>
        <p:spPr>
          <a:xfrm>
            <a:off x="-1" y="183402"/>
            <a:ext cx="11612880" cy="704088"/>
          </a:xfrm>
        </p:spPr>
        <p:txBody>
          <a:bodyPr>
            <a:normAutofit/>
          </a:bodyPr>
          <a:lstStyle/>
          <a:p>
            <a:r>
              <a:rPr lang="en-US" altLang="en-US" dirty="0"/>
              <a:t>Comparators</a:t>
            </a:r>
          </a:p>
        </p:txBody>
      </p:sp>
      <p:sp>
        <p:nvSpPr>
          <p:cNvPr id="91139" name="Content Placeholder 7">
            <a:extLst>
              <a:ext uri="{FF2B5EF4-FFF2-40B4-BE49-F238E27FC236}">
                <a16:creationId xmlns:a16="http://schemas.microsoft.com/office/drawing/2014/main" id="{EFC8CE3A-811F-CBBB-21AE-9D3FAA45069B}"/>
              </a:ext>
            </a:extLst>
          </p:cNvPr>
          <p:cNvSpPr>
            <a:spLocks noGrp="1" noChangeArrowheads="1"/>
          </p:cNvSpPr>
          <p:nvPr>
            <p:ph type="body" sz="quarter" idx="10"/>
          </p:nvPr>
        </p:nvSpPr>
        <p:spPr>
          <a:xfrm>
            <a:off x="457200" y="1188720"/>
            <a:ext cx="11277922" cy="5185186"/>
          </a:xfrm>
        </p:spPr>
        <p:txBody>
          <a:bodyPr/>
          <a:lstStyle/>
          <a:p>
            <a:r>
              <a:rPr lang="en-US" altLang="en-US"/>
              <a:t>Comparator is the circuit whose function is to determine </a:t>
            </a:r>
          </a:p>
          <a:p>
            <a:r>
              <a:rPr lang="en-US" altLang="en-US"/>
              <a:t> which of two binary numbers A and B is equal (or large,</a:t>
            </a:r>
          </a:p>
          <a:p>
            <a:r>
              <a:rPr lang="en-US" altLang="en-US"/>
              <a:t> less . . .).</a:t>
            </a:r>
          </a:p>
          <a:p>
            <a:r>
              <a:rPr lang="en-US" altLang="en-US"/>
              <a:t>Comparator </a:t>
            </a:r>
            <a:r>
              <a:rPr lang="en-US" altLang="en-US">
                <a:sym typeface="Symbol" panose="05050102010706020507" pitchFamily="18" charset="2"/>
              </a:rPr>
              <a:t> </a:t>
            </a:r>
          </a:p>
          <a:p>
            <a:r>
              <a:rPr lang="en-US" altLang="en-US">
                <a:sym typeface="Symbol" panose="05050102010706020507" pitchFamily="18" charset="2"/>
              </a:rPr>
              <a:t>Given two binary numbers A</a:t>
            </a:r>
            <a:r>
              <a:rPr lang="ru-RU" altLang="en-US">
                <a:sym typeface="Symbol" panose="05050102010706020507" pitchFamily="18" charset="2"/>
              </a:rPr>
              <a:t> = (</a:t>
            </a:r>
            <a:r>
              <a:rPr lang="en-US" altLang="en-US">
                <a:sym typeface="Symbol" panose="05050102010706020507" pitchFamily="18" charset="2"/>
              </a:rPr>
              <a:t>an</a:t>
            </a:r>
            <a:r>
              <a:rPr lang="ru-RU" altLang="en-US">
                <a:sym typeface="Symbol" panose="05050102010706020507" pitchFamily="18" charset="2"/>
              </a:rPr>
              <a:t>-1</a:t>
            </a:r>
            <a:r>
              <a:rPr lang="en-US" altLang="en-US">
                <a:sym typeface="Symbol" panose="05050102010706020507" pitchFamily="18" charset="2"/>
              </a:rPr>
              <a:t>an</a:t>
            </a:r>
            <a:r>
              <a:rPr lang="ru-RU" altLang="en-US">
                <a:sym typeface="Symbol" panose="05050102010706020507" pitchFamily="18" charset="2"/>
              </a:rPr>
              <a:t>-2 . . . </a:t>
            </a:r>
            <a:r>
              <a:rPr lang="en-US" altLang="en-US">
                <a:sym typeface="Symbol" panose="05050102010706020507" pitchFamily="18" charset="2"/>
              </a:rPr>
              <a:t>a</a:t>
            </a:r>
            <a:r>
              <a:rPr lang="ru-RU" altLang="en-US">
                <a:sym typeface="Symbol" panose="05050102010706020507" pitchFamily="18" charset="2"/>
              </a:rPr>
              <a:t>1</a:t>
            </a:r>
            <a:r>
              <a:rPr lang="en-US" altLang="en-US">
                <a:sym typeface="Symbol" panose="05050102010706020507" pitchFamily="18" charset="2"/>
              </a:rPr>
              <a:t>a</a:t>
            </a:r>
            <a:r>
              <a:rPr lang="ru-RU" altLang="en-US">
                <a:sym typeface="Symbol" panose="05050102010706020507" pitchFamily="18" charset="2"/>
              </a:rPr>
              <a:t>0) </a:t>
            </a:r>
            <a:r>
              <a:rPr lang="en-US" altLang="en-US">
                <a:sym typeface="Symbol" panose="05050102010706020507" pitchFamily="18" charset="2"/>
              </a:rPr>
              <a:t>  and  </a:t>
            </a:r>
          </a:p>
          <a:p>
            <a:r>
              <a:rPr lang="ru-RU" altLang="en-US">
                <a:sym typeface="Symbol" panose="05050102010706020507" pitchFamily="18" charset="2"/>
              </a:rPr>
              <a:t> </a:t>
            </a:r>
            <a:r>
              <a:rPr lang="en-US" altLang="en-US">
                <a:sym typeface="Symbol" panose="05050102010706020507" pitchFamily="18" charset="2"/>
              </a:rPr>
              <a:t>B</a:t>
            </a:r>
            <a:r>
              <a:rPr lang="ru-RU" altLang="en-US">
                <a:sym typeface="Symbol" panose="05050102010706020507" pitchFamily="18" charset="2"/>
              </a:rPr>
              <a:t> = (</a:t>
            </a:r>
            <a:r>
              <a:rPr lang="en-US" altLang="en-US">
                <a:sym typeface="Symbol" panose="05050102010706020507" pitchFamily="18" charset="2"/>
              </a:rPr>
              <a:t>bn</a:t>
            </a:r>
            <a:r>
              <a:rPr lang="ru-RU" altLang="en-US">
                <a:sym typeface="Symbol" panose="05050102010706020507" pitchFamily="18" charset="2"/>
              </a:rPr>
              <a:t>-1</a:t>
            </a:r>
            <a:r>
              <a:rPr lang="en-US" altLang="en-US">
                <a:sym typeface="Symbol" panose="05050102010706020507" pitchFamily="18" charset="2"/>
              </a:rPr>
              <a:t>bn</a:t>
            </a:r>
            <a:r>
              <a:rPr lang="ru-RU" altLang="en-US">
                <a:sym typeface="Symbol" panose="05050102010706020507" pitchFamily="18" charset="2"/>
              </a:rPr>
              <a:t>-2 . . . </a:t>
            </a:r>
            <a:r>
              <a:rPr lang="en-US" altLang="en-US">
                <a:sym typeface="Symbol" panose="05050102010706020507" pitchFamily="18" charset="2"/>
              </a:rPr>
              <a:t>b</a:t>
            </a:r>
            <a:r>
              <a:rPr lang="ru-RU" altLang="en-US">
                <a:sym typeface="Symbol" panose="05050102010706020507" pitchFamily="18" charset="2"/>
              </a:rPr>
              <a:t>1</a:t>
            </a:r>
            <a:r>
              <a:rPr lang="en-US" altLang="en-US">
                <a:sym typeface="Symbol" panose="05050102010706020507" pitchFamily="18" charset="2"/>
              </a:rPr>
              <a:t>b</a:t>
            </a:r>
            <a:r>
              <a:rPr lang="ru-RU" altLang="en-US">
                <a:sym typeface="Symbol" panose="05050102010706020507" pitchFamily="18" charset="2"/>
              </a:rPr>
              <a:t>0). </a:t>
            </a:r>
            <a:endParaRPr lang="en-US" altLang="en-US">
              <a:sym typeface="Symbol" panose="05050102010706020507" pitchFamily="18" charset="2"/>
            </a:endParaRPr>
          </a:p>
          <a:p>
            <a:r>
              <a:rPr lang="en-US" altLang="en-US">
                <a:sym typeface="Symbol" panose="05050102010706020507" pitchFamily="18" charset="2"/>
              </a:rPr>
              <a:t>F</a:t>
            </a:r>
            <a:r>
              <a:rPr lang="hy-AM" altLang="en-US">
                <a:sym typeface="Symbol" panose="05050102010706020507" pitchFamily="18" charset="2"/>
              </a:rPr>
              <a:t> </a:t>
            </a:r>
            <a:r>
              <a:rPr lang="en-US" altLang="en-US">
                <a:sym typeface="Symbol" panose="05050102010706020507" pitchFamily="18" charset="2"/>
              </a:rPr>
              <a:t>=  (an-1==bn-1)(an-2==bn-2) . . . (a1==b1)(a0==b0).</a:t>
            </a:r>
          </a:p>
          <a:p>
            <a:r>
              <a:rPr lang="en-US" altLang="en-US">
                <a:sym typeface="Symbol" panose="05050102010706020507" pitchFamily="18" charset="2"/>
              </a:rPr>
              <a:t>XOR and XNOR can be considered </a:t>
            </a:r>
            <a:r>
              <a:rPr lang="hy-AM" altLang="en-US">
                <a:sym typeface="Symbol" panose="05050102010706020507" pitchFamily="18" charset="2"/>
              </a:rPr>
              <a:t> </a:t>
            </a:r>
            <a:r>
              <a:rPr lang="en-US" altLang="en-US">
                <a:sym typeface="Symbol" panose="05050102010706020507" pitchFamily="18" charset="2"/>
              </a:rPr>
              <a:t>as 1-bit comparators.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186" name="Group 55">
            <a:extLst>
              <a:ext uri="{FF2B5EF4-FFF2-40B4-BE49-F238E27FC236}">
                <a16:creationId xmlns:a16="http://schemas.microsoft.com/office/drawing/2014/main" id="{B9A5BDD0-5F17-20C7-9494-4C7BEC5C16EB}"/>
              </a:ext>
            </a:extLst>
          </p:cNvPr>
          <p:cNvGrpSpPr>
            <a:grpSpLocks/>
          </p:cNvGrpSpPr>
          <p:nvPr/>
        </p:nvGrpSpPr>
        <p:grpSpPr bwMode="auto">
          <a:xfrm>
            <a:off x="3181351" y="1757363"/>
            <a:ext cx="5648325" cy="3511550"/>
            <a:chOff x="1784350" y="1681163"/>
            <a:chExt cx="5648325" cy="3511550"/>
          </a:xfrm>
        </p:grpSpPr>
        <p:sp>
          <p:nvSpPr>
            <p:cNvPr id="93188" name="Line 62">
              <a:extLst>
                <a:ext uri="{FF2B5EF4-FFF2-40B4-BE49-F238E27FC236}">
                  <a16:creationId xmlns:a16="http://schemas.microsoft.com/office/drawing/2014/main" id="{B5B47A4C-F958-1324-EEB5-8DFF862C10F4}"/>
                </a:ext>
              </a:extLst>
            </p:cNvPr>
            <p:cNvSpPr>
              <a:spLocks noChangeShapeType="1"/>
            </p:cNvSpPr>
            <p:nvPr/>
          </p:nvSpPr>
          <p:spPr bwMode="auto">
            <a:xfrm flipH="1">
              <a:off x="2163763" y="1924050"/>
              <a:ext cx="5334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89" name="Line 63">
              <a:extLst>
                <a:ext uri="{FF2B5EF4-FFF2-40B4-BE49-F238E27FC236}">
                  <a16:creationId xmlns:a16="http://schemas.microsoft.com/office/drawing/2014/main" id="{54886246-3455-4969-A510-F0B0882EEA68}"/>
                </a:ext>
              </a:extLst>
            </p:cNvPr>
            <p:cNvSpPr>
              <a:spLocks noChangeShapeType="1"/>
            </p:cNvSpPr>
            <p:nvPr/>
          </p:nvSpPr>
          <p:spPr bwMode="auto">
            <a:xfrm flipH="1">
              <a:off x="2163763" y="2214563"/>
              <a:ext cx="5508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0" name="Line 64">
              <a:extLst>
                <a:ext uri="{FF2B5EF4-FFF2-40B4-BE49-F238E27FC236}">
                  <a16:creationId xmlns:a16="http://schemas.microsoft.com/office/drawing/2014/main" id="{0FDE0CF6-1C99-7D26-F7BD-01F934EEA9E1}"/>
                </a:ext>
              </a:extLst>
            </p:cNvPr>
            <p:cNvSpPr>
              <a:spLocks noChangeShapeType="1"/>
            </p:cNvSpPr>
            <p:nvPr/>
          </p:nvSpPr>
          <p:spPr bwMode="auto">
            <a:xfrm flipH="1">
              <a:off x="2190750" y="2894013"/>
              <a:ext cx="4968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1" name="Line 65">
              <a:extLst>
                <a:ext uri="{FF2B5EF4-FFF2-40B4-BE49-F238E27FC236}">
                  <a16:creationId xmlns:a16="http://schemas.microsoft.com/office/drawing/2014/main" id="{3B196593-436C-E071-F2EF-90BA3B671E39}"/>
                </a:ext>
              </a:extLst>
            </p:cNvPr>
            <p:cNvSpPr>
              <a:spLocks noChangeShapeType="1"/>
            </p:cNvSpPr>
            <p:nvPr/>
          </p:nvSpPr>
          <p:spPr bwMode="auto">
            <a:xfrm flipH="1">
              <a:off x="2203450" y="3160713"/>
              <a:ext cx="5143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2" name="Line 66">
              <a:extLst>
                <a:ext uri="{FF2B5EF4-FFF2-40B4-BE49-F238E27FC236}">
                  <a16:creationId xmlns:a16="http://schemas.microsoft.com/office/drawing/2014/main" id="{4B2F10FC-D5AD-D988-5665-3AD8397BE562}"/>
                </a:ext>
              </a:extLst>
            </p:cNvPr>
            <p:cNvSpPr>
              <a:spLocks noChangeShapeType="1"/>
            </p:cNvSpPr>
            <p:nvPr/>
          </p:nvSpPr>
          <p:spPr bwMode="auto">
            <a:xfrm flipH="1">
              <a:off x="2224088" y="3844925"/>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3" name="Line 67">
              <a:extLst>
                <a:ext uri="{FF2B5EF4-FFF2-40B4-BE49-F238E27FC236}">
                  <a16:creationId xmlns:a16="http://schemas.microsoft.com/office/drawing/2014/main" id="{2F691933-3990-03F5-BCE7-D5555859D129}"/>
                </a:ext>
              </a:extLst>
            </p:cNvPr>
            <p:cNvSpPr>
              <a:spLocks noChangeShapeType="1"/>
            </p:cNvSpPr>
            <p:nvPr/>
          </p:nvSpPr>
          <p:spPr bwMode="auto">
            <a:xfrm flipH="1">
              <a:off x="2233613" y="4103688"/>
              <a:ext cx="5143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4" name="Line 68">
              <a:extLst>
                <a:ext uri="{FF2B5EF4-FFF2-40B4-BE49-F238E27FC236}">
                  <a16:creationId xmlns:a16="http://schemas.microsoft.com/office/drawing/2014/main" id="{2FCFEB9F-008E-7668-B01B-19DA9F881661}"/>
                </a:ext>
              </a:extLst>
            </p:cNvPr>
            <p:cNvSpPr>
              <a:spLocks noChangeShapeType="1"/>
            </p:cNvSpPr>
            <p:nvPr/>
          </p:nvSpPr>
          <p:spPr bwMode="auto">
            <a:xfrm flipH="1">
              <a:off x="2274888" y="4713288"/>
              <a:ext cx="496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5" name="Line 69">
              <a:extLst>
                <a:ext uri="{FF2B5EF4-FFF2-40B4-BE49-F238E27FC236}">
                  <a16:creationId xmlns:a16="http://schemas.microsoft.com/office/drawing/2014/main" id="{8381909B-851F-0FFB-150C-C33842A12D93}"/>
                </a:ext>
              </a:extLst>
            </p:cNvPr>
            <p:cNvSpPr>
              <a:spLocks noChangeShapeType="1"/>
            </p:cNvSpPr>
            <p:nvPr/>
          </p:nvSpPr>
          <p:spPr bwMode="auto">
            <a:xfrm flipH="1">
              <a:off x="2246313" y="4960938"/>
              <a:ext cx="5143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6" name="Line 70">
              <a:extLst>
                <a:ext uri="{FF2B5EF4-FFF2-40B4-BE49-F238E27FC236}">
                  <a16:creationId xmlns:a16="http://schemas.microsoft.com/office/drawing/2014/main" id="{4EAB693F-A171-3C8A-6C65-56FB319DA96C}"/>
                </a:ext>
              </a:extLst>
            </p:cNvPr>
            <p:cNvSpPr>
              <a:spLocks noChangeShapeType="1"/>
            </p:cNvSpPr>
            <p:nvPr/>
          </p:nvSpPr>
          <p:spPr bwMode="auto">
            <a:xfrm flipH="1">
              <a:off x="3938588" y="3579813"/>
              <a:ext cx="6350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7" name="Line 71">
              <a:extLst>
                <a:ext uri="{FF2B5EF4-FFF2-40B4-BE49-F238E27FC236}">
                  <a16:creationId xmlns:a16="http://schemas.microsoft.com/office/drawing/2014/main" id="{69B35E34-01AC-CE47-6B10-EAB76C6D9939}"/>
                </a:ext>
              </a:extLst>
            </p:cNvPr>
            <p:cNvSpPr>
              <a:spLocks noChangeShapeType="1"/>
            </p:cNvSpPr>
            <p:nvPr/>
          </p:nvSpPr>
          <p:spPr bwMode="auto">
            <a:xfrm flipH="1">
              <a:off x="3678238" y="3746500"/>
              <a:ext cx="9032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8" name="Line 72">
              <a:extLst>
                <a:ext uri="{FF2B5EF4-FFF2-40B4-BE49-F238E27FC236}">
                  <a16:creationId xmlns:a16="http://schemas.microsoft.com/office/drawing/2014/main" id="{07469631-C584-147C-1851-C8F832AE3DA9}"/>
                </a:ext>
              </a:extLst>
            </p:cNvPr>
            <p:cNvSpPr>
              <a:spLocks noChangeShapeType="1"/>
            </p:cNvSpPr>
            <p:nvPr/>
          </p:nvSpPr>
          <p:spPr bwMode="auto">
            <a:xfrm flipH="1">
              <a:off x="3487738" y="3935413"/>
              <a:ext cx="10874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9" name="Line 73">
              <a:extLst>
                <a:ext uri="{FF2B5EF4-FFF2-40B4-BE49-F238E27FC236}">
                  <a16:creationId xmlns:a16="http://schemas.microsoft.com/office/drawing/2014/main" id="{354C5841-92F1-AE25-6CFD-9B409F9062CD}"/>
                </a:ext>
              </a:extLst>
            </p:cNvPr>
            <p:cNvSpPr>
              <a:spLocks noChangeShapeType="1"/>
            </p:cNvSpPr>
            <p:nvPr/>
          </p:nvSpPr>
          <p:spPr bwMode="auto">
            <a:xfrm flipH="1">
              <a:off x="3695700" y="4117975"/>
              <a:ext cx="882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0" name="Line 74">
              <a:extLst>
                <a:ext uri="{FF2B5EF4-FFF2-40B4-BE49-F238E27FC236}">
                  <a16:creationId xmlns:a16="http://schemas.microsoft.com/office/drawing/2014/main" id="{607FD622-747C-D2B5-435D-2E920015A3E5}"/>
                </a:ext>
              </a:extLst>
            </p:cNvPr>
            <p:cNvSpPr>
              <a:spLocks noChangeShapeType="1"/>
            </p:cNvSpPr>
            <p:nvPr/>
          </p:nvSpPr>
          <p:spPr bwMode="auto">
            <a:xfrm>
              <a:off x="3398838" y="2097088"/>
              <a:ext cx="5540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1" name="Line 75">
              <a:extLst>
                <a:ext uri="{FF2B5EF4-FFF2-40B4-BE49-F238E27FC236}">
                  <a16:creationId xmlns:a16="http://schemas.microsoft.com/office/drawing/2014/main" id="{BD2F23C8-D6EC-DF0E-15E7-ABF2EBCE5FC3}"/>
                </a:ext>
              </a:extLst>
            </p:cNvPr>
            <p:cNvSpPr>
              <a:spLocks noChangeShapeType="1"/>
            </p:cNvSpPr>
            <p:nvPr/>
          </p:nvSpPr>
          <p:spPr bwMode="auto">
            <a:xfrm flipV="1">
              <a:off x="3956050" y="2097088"/>
              <a:ext cx="0" cy="14827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2" name="Line 76">
              <a:extLst>
                <a:ext uri="{FF2B5EF4-FFF2-40B4-BE49-F238E27FC236}">
                  <a16:creationId xmlns:a16="http://schemas.microsoft.com/office/drawing/2014/main" id="{3FE13653-80CE-D9F8-1730-BF4C2DD8D7C9}"/>
                </a:ext>
              </a:extLst>
            </p:cNvPr>
            <p:cNvSpPr>
              <a:spLocks noChangeShapeType="1"/>
            </p:cNvSpPr>
            <p:nvPr/>
          </p:nvSpPr>
          <p:spPr bwMode="auto">
            <a:xfrm flipH="1" flipV="1">
              <a:off x="3694113" y="3049588"/>
              <a:ext cx="1587" cy="6953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3" name="Line 77">
              <a:extLst>
                <a:ext uri="{FF2B5EF4-FFF2-40B4-BE49-F238E27FC236}">
                  <a16:creationId xmlns:a16="http://schemas.microsoft.com/office/drawing/2014/main" id="{4E45B0C2-E1DD-4A51-316A-CC3AE18E84B2}"/>
                </a:ext>
              </a:extLst>
            </p:cNvPr>
            <p:cNvSpPr>
              <a:spLocks noChangeShapeType="1"/>
            </p:cNvSpPr>
            <p:nvPr/>
          </p:nvSpPr>
          <p:spPr bwMode="auto">
            <a:xfrm flipH="1">
              <a:off x="3359150" y="3049588"/>
              <a:ext cx="3270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4" name="Line 78">
              <a:extLst>
                <a:ext uri="{FF2B5EF4-FFF2-40B4-BE49-F238E27FC236}">
                  <a16:creationId xmlns:a16="http://schemas.microsoft.com/office/drawing/2014/main" id="{52045FEA-C548-5003-56F1-11D7270E38B2}"/>
                </a:ext>
              </a:extLst>
            </p:cNvPr>
            <p:cNvSpPr>
              <a:spLocks noChangeShapeType="1"/>
            </p:cNvSpPr>
            <p:nvPr/>
          </p:nvSpPr>
          <p:spPr bwMode="auto">
            <a:xfrm flipH="1">
              <a:off x="3481682" y="4826000"/>
              <a:ext cx="228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5" name="Line 79">
              <a:extLst>
                <a:ext uri="{FF2B5EF4-FFF2-40B4-BE49-F238E27FC236}">
                  <a16:creationId xmlns:a16="http://schemas.microsoft.com/office/drawing/2014/main" id="{C300D71F-5D7E-C0F6-558B-B0F5AD47291F}"/>
                </a:ext>
              </a:extLst>
            </p:cNvPr>
            <p:cNvSpPr>
              <a:spLocks noChangeShapeType="1"/>
            </p:cNvSpPr>
            <p:nvPr/>
          </p:nvSpPr>
          <p:spPr bwMode="auto">
            <a:xfrm>
              <a:off x="5329238" y="3827463"/>
              <a:ext cx="138588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6" name="Text Box 80">
              <a:extLst>
                <a:ext uri="{FF2B5EF4-FFF2-40B4-BE49-F238E27FC236}">
                  <a16:creationId xmlns:a16="http://schemas.microsoft.com/office/drawing/2014/main" id="{4AE3C817-F2F8-39A2-52C7-C46936CA280C}"/>
                </a:ext>
              </a:extLst>
            </p:cNvPr>
            <p:cNvSpPr txBox="1">
              <a:spLocks noChangeArrowheads="1"/>
            </p:cNvSpPr>
            <p:nvPr/>
          </p:nvSpPr>
          <p:spPr bwMode="auto">
            <a:xfrm>
              <a:off x="6808788" y="3236913"/>
              <a:ext cx="623887"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a:p>
              <a:pPr eaLnBrk="1" hangingPunct="1"/>
              <a:r>
                <a:rPr lang="ru-RU" altLang="en-US" sz="2000" b="0"/>
                <a:t>Y</a:t>
              </a:r>
              <a:r>
                <a:rPr lang="ru-RU" altLang="en-US" b="0">
                  <a:sym typeface="Symbol" panose="05050102010706020507" pitchFamily="18" charset="2"/>
                </a:rPr>
                <a:t></a:t>
              </a:r>
              <a:endParaRPr lang="ru-RU" altLang="en-US" b="0"/>
            </a:p>
            <a:p>
              <a:pPr eaLnBrk="1" hangingPunct="1"/>
              <a:endParaRPr lang="en-US" altLang="en-US" sz="2000" b="0"/>
            </a:p>
            <a:p>
              <a:pPr eaLnBrk="1" hangingPunct="1"/>
              <a:r>
                <a:rPr lang="ru-RU" altLang="en-US" sz="2000" b="0"/>
                <a:t>Y</a:t>
              </a:r>
              <a:r>
                <a:rPr lang="ru-RU" altLang="en-US" b="0"/>
                <a:t>=</a:t>
              </a:r>
            </a:p>
            <a:p>
              <a:pPr eaLnBrk="1" hangingPunct="1"/>
              <a:endParaRPr lang="ru-RU" altLang="en-US" sz="2000"/>
            </a:p>
          </p:txBody>
        </p:sp>
        <p:sp>
          <p:nvSpPr>
            <p:cNvPr id="93207" name="Line 81">
              <a:extLst>
                <a:ext uri="{FF2B5EF4-FFF2-40B4-BE49-F238E27FC236}">
                  <a16:creationId xmlns:a16="http://schemas.microsoft.com/office/drawing/2014/main" id="{4A0720B0-A8D1-B309-BB3A-BB1F09CE5176}"/>
                </a:ext>
              </a:extLst>
            </p:cNvPr>
            <p:cNvSpPr>
              <a:spLocks noChangeShapeType="1"/>
            </p:cNvSpPr>
            <p:nvPr/>
          </p:nvSpPr>
          <p:spPr bwMode="auto">
            <a:xfrm flipV="1">
              <a:off x="3695700" y="4103688"/>
              <a:ext cx="0" cy="7096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8" name="Text Box 82">
              <a:extLst>
                <a:ext uri="{FF2B5EF4-FFF2-40B4-BE49-F238E27FC236}">
                  <a16:creationId xmlns:a16="http://schemas.microsoft.com/office/drawing/2014/main" id="{653A8B92-3955-25E8-CB81-466D236A0471}"/>
                </a:ext>
              </a:extLst>
            </p:cNvPr>
            <p:cNvSpPr txBox="1">
              <a:spLocks noChangeArrowheads="1"/>
            </p:cNvSpPr>
            <p:nvPr/>
          </p:nvSpPr>
          <p:spPr bwMode="auto">
            <a:xfrm>
              <a:off x="1784350" y="1681163"/>
              <a:ext cx="6635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a3</a:t>
              </a:r>
            </a:p>
            <a:p>
              <a:pPr eaLnBrk="1" hangingPunct="1"/>
              <a:r>
                <a:rPr lang="en-US" altLang="en-US" sz="2000" b="0"/>
                <a:t>b3</a:t>
              </a:r>
            </a:p>
            <a:p>
              <a:pPr eaLnBrk="1" hangingPunct="1"/>
              <a:endParaRPr lang="en-US" altLang="en-US" sz="2000" b="0"/>
            </a:p>
          </p:txBody>
        </p:sp>
        <p:sp>
          <p:nvSpPr>
            <p:cNvPr id="93209" name="Line 83">
              <a:extLst>
                <a:ext uri="{FF2B5EF4-FFF2-40B4-BE49-F238E27FC236}">
                  <a16:creationId xmlns:a16="http://schemas.microsoft.com/office/drawing/2014/main" id="{09E112B3-1708-3B02-9448-FF995B97D1D4}"/>
                </a:ext>
              </a:extLst>
            </p:cNvPr>
            <p:cNvSpPr>
              <a:spLocks noChangeShapeType="1"/>
            </p:cNvSpPr>
            <p:nvPr/>
          </p:nvSpPr>
          <p:spPr bwMode="auto">
            <a:xfrm>
              <a:off x="5621338" y="3825875"/>
              <a:ext cx="0" cy="474663"/>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3210" name="Line 84">
              <a:extLst>
                <a:ext uri="{FF2B5EF4-FFF2-40B4-BE49-F238E27FC236}">
                  <a16:creationId xmlns:a16="http://schemas.microsoft.com/office/drawing/2014/main" id="{1FFFB0F2-CF47-8675-8141-62D076DCA809}"/>
                </a:ext>
              </a:extLst>
            </p:cNvPr>
            <p:cNvSpPr>
              <a:spLocks noChangeShapeType="1"/>
            </p:cNvSpPr>
            <p:nvPr/>
          </p:nvSpPr>
          <p:spPr bwMode="auto">
            <a:xfrm>
              <a:off x="5618163" y="4300538"/>
              <a:ext cx="3048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1" name="Line 85">
              <a:extLst>
                <a:ext uri="{FF2B5EF4-FFF2-40B4-BE49-F238E27FC236}">
                  <a16:creationId xmlns:a16="http://schemas.microsoft.com/office/drawing/2014/main" id="{94315900-5887-F04C-A152-8D7C91F87B5E}"/>
                </a:ext>
              </a:extLst>
            </p:cNvPr>
            <p:cNvSpPr>
              <a:spLocks noChangeShapeType="1"/>
            </p:cNvSpPr>
            <p:nvPr/>
          </p:nvSpPr>
          <p:spPr bwMode="auto">
            <a:xfrm>
              <a:off x="6451600" y="4344988"/>
              <a:ext cx="3048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2" name="Oval 86">
              <a:extLst>
                <a:ext uri="{FF2B5EF4-FFF2-40B4-BE49-F238E27FC236}">
                  <a16:creationId xmlns:a16="http://schemas.microsoft.com/office/drawing/2014/main" id="{4340E369-438E-F396-1C7C-A9AA661F4260}"/>
                </a:ext>
              </a:extLst>
            </p:cNvPr>
            <p:cNvSpPr>
              <a:spLocks noChangeArrowheads="1"/>
            </p:cNvSpPr>
            <p:nvPr/>
          </p:nvSpPr>
          <p:spPr bwMode="auto">
            <a:xfrm>
              <a:off x="5156200" y="3754438"/>
              <a:ext cx="144463" cy="144462"/>
            </a:xfrm>
            <a:prstGeom prst="ellipse">
              <a:avLst/>
            </a:prstGeom>
            <a:solidFill>
              <a:schemeClr val="accent1"/>
            </a:solidFill>
            <a:ln w="28575">
              <a:solidFill>
                <a:schemeClr val="tx1"/>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nvGrpSpPr>
            <p:cNvPr id="3" name="Group 87">
              <a:extLst>
                <a:ext uri="{FF2B5EF4-FFF2-40B4-BE49-F238E27FC236}">
                  <a16:creationId xmlns:a16="http://schemas.microsoft.com/office/drawing/2014/main" id="{EB44FD1F-E1DF-426F-AF7D-F0113868A41E}"/>
                </a:ext>
              </a:extLst>
            </p:cNvPr>
            <p:cNvGrpSpPr>
              <a:grpSpLocks/>
            </p:cNvGrpSpPr>
            <p:nvPr/>
          </p:nvGrpSpPr>
          <p:grpSpPr bwMode="auto">
            <a:xfrm>
              <a:off x="2649538" y="1768475"/>
              <a:ext cx="635000" cy="592138"/>
              <a:chOff x="1519" y="1752"/>
              <a:chExt cx="545" cy="453"/>
            </a:xfrm>
            <a:solidFill>
              <a:schemeClr val="accent1"/>
            </a:solidFill>
          </p:grpSpPr>
          <p:sp>
            <p:nvSpPr>
              <p:cNvPr id="36918" name="AutoShape 88">
                <a:extLst>
                  <a:ext uri="{FF2B5EF4-FFF2-40B4-BE49-F238E27FC236}">
                    <a16:creationId xmlns:a16="http://schemas.microsoft.com/office/drawing/2014/main" id="{1591EE52-E76B-46A5-A34F-12A5EF8F45C8}"/>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6919" name="AutoShape 89">
                <a:extLst>
                  <a:ext uri="{FF2B5EF4-FFF2-40B4-BE49-F238E27FC236}">
                    <a16:creationId xmlns:a16="http://schemas.microsoft.com/office/drawing/2014/main" id="{74538665-9A66-467D-9847-19303DE4AB03}"/>
                  </a:ext>
                </a:extLst>
              </p:cNvPr>
              <p:cNvSpPr>
                <a:spLocks noChangeArrowheads="1"/>
              </p:cNvSpPr>
              <p:nvPr/>
            </p:nvSpPr>
            <p:spPr bwMode="auto">
              <a:xfrm flipH="1">
                <a:off x="1519" y="1752"/>
                <a:ext cx="545" cy="453"/>
              </a:xfrm>
              <a:prstGeom prst="moon">
                <a:avLst>
                  <a:gd name="adj" fmla="val 84819"/>
                </a:avLst>
              </a:prstGeom>
              <a:grpFill/>
              <a:ln w="19050">
                <a:solidFill>
                  <a:schemeClr val="tx1"/>
                </a:solidFill>
                <a:miter lim="800000"/>
                <a:headEnd/>
                <a:tailEnd/>
              </a:ln>
            </p:spPr>
            <p:txBody>
              <a:bodyPr wrap="none" anchor="ctr"/>
              <a:lstStyle/>
              <a:p>
                <a:pPr eaLnBrk="1" hangingPunct="1">
                  <a:defRPr/>
                </a:pPr>
                <a:endParaRPr lang="en-US" dirty="0">
                  <a:latin typeface="Arial" charset="0"/>
                </a:endParaRPr>
              </a:p>
            </p:txBody>
          </p:sp>
        </p:grpSp>
        <p:grpSp>
          <p:nvGrpSpPr>
            <p:cNvPr id="4" name="Group 91">
              <a:extLst>
                <a:ext uri="{FF2B5EF4-FFF2-40B4-BE49-F238E27FC236}">
                  <a16:creationId xmlns:a16="http://schemas.microsoft.com/office/drawing/2014/main" id="{EA4ABF59-F9CD-4392-864B-8B35E8CA0FDE}"/>
                </a:ext>
              </a:extLst>
            </p:cNvPr>
            <p:cNvGrpSpPr>
              <a:grpSpLocks/>
            </p:cNvGrpSpPr>
            <p:nvPr/>
          </p:nvGrpSpPr>
          <p:grpSpPr bwMode="auto">
            <a:xfrm>
              <a:off x="2635250" y="2760663"/>
              <a:ext cx="635000" cy="592137"/>
              <a:chOff x="1519" y="1752"/>
              <a:chExt cx="545" cy="453"/>
            </a:xfrm>
            <a:solidFill>
              <a:schemeClr val="accent1"/>
            </a:solidFill>
          </p:grpSpPr>
          <p:sp>
            <p:nvSpPr>
              <p:cNvPr id="36916" name="AutoShape 92">
                <a:extLst>
                  <a:ext uri="{FF2B5EF4-FFF2-40B4-BE49-F238E27FC236}">
                    <a16:creationId xmlns:a16="http://schemas.microsoft.com/office/drawing/2014/main" id="{3F53D737-623F-4331-B5CA-235C5BD6A60D}"/>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6917" name="AutoShape 93">
                <a:extLst>
                  <a:ext uri="{FF2B5EF4-FFF2-40B4-BE49-F238E27FC236}">
                    <a16:creationId xmlns:a16="http://schemas.microsoft.com/office/drawing/2014/main" id="{189E8B17-E3AE-42CB-9012-3A075363735D}"/>
                  </a:ext>
                </a:extLst>
              </p:cNvPr>
              <p:cNvSpPr>
                <a:spLocks noChangeArrowheads="1"/>
              </p:cNvSpPr>
              <p:nvPr/>
            </p:nvSpPr>
            <p:spPr bwMode="auto">
              <a:xfrm flipH="1">
                <a:off x="1519" y="1752"/>
                <a:ext cx="545" cy="453"/>
              </a:xfrm>
              <a:prstGeom prst="moon">
                <a:avLst>
                  <a:gd name="adj" fmla="val 84819"/>
                </a:avLst>
              </a:prstGeom>
              <a:grpFill/>
              <a:ln w="19050">
                <a:solidFill>
                  <a:schemeClr val="tx1"/>
                </a:solidFill>
                <a:miter lim="800000"/>
                <a:headEnd/>
                <a:tailEnd/>
              </a:ln>
            </p:spPr>
            <p:txBody>
              <a:bodyPr wrap="none" anchor="ctr"/>
              <a:lstStyle/>
              <a:p>
                <a:pPr eaLnBrk="1" hangingPunct="1">
                  <a:defRPr/>
                </a:pPr>
                <a:endParaRPr lang="en-US" dirty="0">
                  <a:latin typeface="Arial" charset="0"/>
                </a:endParaRPr>
              </a:p>
            </p:txBody>
          </p:sp>
        </p:grpSp>
        <p:sp>
          <p:nvSpPr>
            <p:cNvPr id="93215" name="Text Box 94">
              <a:extLst>
                <a:ext uri="{FF2B5EF4-FFF2-40B4-BE49-F238E27FC236}">
                  <a16:creationId xmlns:a16="http://schemas.microsoft.com/office/drawing/2014/main" id="{19E03697-9233-1EC1-F738-5A99770F0F8A}"/>
                </a:ext>
              </a:extLst>
            </p:cNvPr>
            <p:cNvSpPr txBox="1">
              <a:spLocks noChangeArrowheads="1"/>
            </p:cNvSpPr>
            <p:nvPr/>
          </p:nvSpPr>
          <p:spPr bwMode="auto">
            <a:xfrm>
              <a:off x="1798638" y="2632075"/>
              <a:ext cx="6635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a2</a:t>
              </a:r>
            </a:p>
            <a:p>
              <a:pPr eaLnBrk="1" hangingPunct="1"/>
              <a:r>
                <a:rPr lang="en-US" altLang="en-US" sz="2000" b="0"/>
                <a:t>b2</a:t>
              </a:r>
            </a:p>
            <a:p>
              <a:pPr eaLnBrk="1" hangingPunct="1"/>
              <a:endParaRPr lang="en-US" altLang="en-US" sz="2000" b="0"/>
            </a:p>
          </p:txBody>
        </p:sp>
        <p:grpSp>
          <p:nvGrpSpPr>
            <p:cNvPr id="5" name="Group 95">
              <a:extLst>
                <a:ext uri="{FF2B5EF4-FFF2-40B4-BE49-F238E27FC236}">
                  <a16:creationId xmlns:a16="http://schemas.microsoft.com/office/drawing/2014/main" id="{45307A70-8B6A-4A40-97BD-DBCD11D9A6B1}"/>
                </a:ext>
              </a:extLst>
            </p:cNvPr>
            <p:cNvGrpSpPr>
              <a:grpSpLocks/>
            </p:cNvGrpSpPr>
            <p:nvPr/>
          </p:nvGrpSpPr>
          <p:grpSpPr bwMode="auto">
            <a:xfrm>
              <a:off x="2692400" y="3654425"/>
              <a:ext cx="635000" cy="592138"/>
              <a:chOff x="1519" y="1752"/>
              <a:chExt cx="545" cy="453"/>
            </a:xfrm>
            <a:solidFill>
              <a:schemeClr val="accent1"/>
            </a:solidFill>
          </p:grpSpPr>
          <p:sp>
            <p:nvSpPr>
              <p:cNvPr id="36914" name="AutoShape 96">
                <a:extLst>
                  <a:ext uri="{FF2B5EF4-FFF2-40B4-BE49-F238E27FC236}">
                    <a16:creationId xmlns:a16="http://schemas.microsoft.com/office/drawing/2014/main" id="{58748DF8-B5E3-42A6-84AF-505DCD22FFB9}"/>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6915" name="AutoShape 97">
                <a:extLst>
                  <a:ext uri="{FF2B5EF4-FFF2-40B4-BE49-F238E27FC236}">
                    <a16:creationId xmlns:a16="http://schemas.microsoft.com/office/drawing/2014/main" id="{05B50000-8B35-4194-A8E3-ACCCDCFA2BD9}"/>
                  </a:ext>
                </a:extLst>
              </p:cNvPr>
              <p:cNvSpPr>
                <a:spLocks noChangeArrowheads="1"/>
              </p:cNvSpPr>
              <p:nvPr/>
            </p:nvSpPr>
            <p:spPr bwMode="auto">
              <a:xfrm flipH="1">
                <a:off x="1519" y="1752"/>
                <a:ext cx="545" cy="453"/>
              </a:xfrm>
              <a:prstGeom prst="moon">
                <a:avLst>
                  <a:gd name="adj" fmla="val 84819"/>
                </a:avLst>
              </a:prstGeom>
              <a:grpFill/>
              <a:ln w="19050">
                <a:solidFill>
                  <a:schemeClr val="tx1"/>
                </a:solidFill>
                <a:miter lim="800000"/>
                <a:headEnd/>
                <a:tailEnd/>
              </a:ln>
            </p:spPr>
            <p:txBody>
              <a:bodyPr wrap="none" anchor="ctr"/>
              <a:lstStyle/>
              <a:p>
                <a:pPr eaLnBrk="1" hangingPunct="1">
                  <a:defRPr/>
                </a:pPr>
                <a:endParaRPr lang="en-US" dirty="0">
                  <a:latin typeface="Arial" charset="0"/>
                </a:endParaRPr>
              </a:p>
            </p:txBody>
          </p:sp>
        </p:grpSp>
        <p:sp>
          <p:nvSpPr>
            <p:cNvPr id="93217" name="Text Box 98">
              <a:extLst>
                <a:ext uri="{FF2B5EF4-FFF2-40B4-BE49-F238E27FC236}">
                  <a16:creationId xmlns:a16="http://schemas.microsoft.com/office/drawing/2014/main" id="{8E718AC3-1E2D-1DA4-5C44-CD4F189B1BFF}"/>
                </a:ext>
              </a:extLst>
            </p:cNvPr>
            <p:cNvSpPr txBox="1">
              <a:spLocks noChangeArrowheads="1"/>
            </p:cNvSpPr>
            <p:nvPr/>
          </p:nvSpPr>
          <p:spPr bwMode="auto">
            <a:xfrm>
              <a:off x="1827213" y="3597275"/>
              <a:ext cx="6635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a1</a:t>
              </a:r>
            </a:p>
            <a:p>
              <a:pPr eaLnBrk="1" hangingPunct="1"/>
              <a:r>
                <a:rPr lang="en-US" altLang="en-US" sz="2000" b="0"/>
                <a:t>b1</a:t>
              </a:r>
            </a:p>
            <a:p>
              <a:pPr eaLnBrk="1" hangingPunct="1"/>
              <a:endParaRPr lang="en-US" altLang="en-US" sz="2000" b="0"/>
            </a:p>
          </p:txBody>
        </p:sp>
        <p:grpSp>
          <p:nvGrpSpPr>
            <p:cNvPr id="6" name="Group 99">
              <a:extLst>
                <a:ext uri="{FF2B5EF4-FFF2-40B4-BE49-F238E27FC236}">
                  <a16:creationId xmlns:a16="http://schemas.microsoft.com/office/drawing/2014/main" id="{E08A0CCC-E937-4B8F-A78A-574F7BC0ADF2}"/>
                </a:ext>
              </a:extLst>
            </p:cNvPr>
            <p:cNvGrpSpPr>
              <a:grpSpLocks/>
            </p:cNvGrpSpPr>
            <p:nvPr/>
          </p:nvGrpSpPr>
          <p:grpSpPr bwMode="auto">
            <a:xfrm>
              <a:off x="2706687" y="4533900"/>
              <a:ext cx="635000" cy="592138"/>
              <a:chOff x="1519" y="1752"/>
              <a:chExt cx="545" cy="453"/>
            </a:xfrm>
            <a:solidFill>
              <a:schemeClr val="accent1"/>
            </a:solidFill>
          </p:grpSpPr>
          <p:sp>
            <p:nvSpPr>
              <p:cNvPr id="36912" name="AutoShape 100">
                <a:extLst>
                  <a:ext uri="{FF2B5EF4-FFF2-40B4-BE49-F238E27FC236}">
                    <a16:creationId xmlns:a16="http://schemas.microsoft.com/office/drawing/2014/main" id="{1A70C242-3F93-4FF5-9942-F1EFD2E2027E}"/>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6913" name="AutoShape 101">
                <a:extLst>
                  <a:ext uri="{FF2B5EF4-FFF2-40B4-BE49-F238E27FC236}">
                    <a16:creationId xmlns:a16="http://schemas.microsoft.com/office/drawing/2014/main" id="{F3B7C50F-4427-4A9C-9342-FC8F1C610B1A}"/>
                  </a:ext>
                </a:extLst>
              </p:cNvPr>
              <p:cNvSpPr>
                <a:spLocks noChangeArrowheads="1"/>
              </p:cNvSpPr>
              <p:nvPr/>
            </p:nvSpPr>
            <p:spPr bwMode="auto">
              <a:xfrm flipH="1">
                <a:off x="1519" y="1752"/>
                <a:ext cx="545" cy="453"/>
              </a:xfrm>
              <a:prstGeom prst="moon">
                <a:avLst>
                  <a:gd name="adj" fmla="val 84819"/>
                </a:avLst>
              </a:prstGeom>
              <a:grpFill/>
              <a:ln w="19050">
                <a:solidFill>
                  <a:schemeClr val="tx1"/>
                </a:solidFill>
                <a:miter lim="800000"/>
                <a:headEnd/>
                <a:tailEnd/>
              </a:ln>
            </p:spPr>
            <p:txBody>
              <a:bodyPr wrap="none" anchor="ctr"/>
              <a:lstStyle/>
              <a:p>
                <a:pPr eaLnBrk="1" hangingPunct="1">
                  <a:defRPr/>
                </a:pPr>
                <a:endParaRPr lang="en-US" dirty="0">
                  <a:latin typeface="Arial" charset="0"/>
                </a:endParaRPr>
              </a:p>
            </p:txBody>
          </p:sp>
        </p:grpSp>
        <p:sp>
          <p:nvSpPr>
            <p:cNvPr id="93219" name="Text Box 102">
              <a:extLst>
                <a:ext uri="{FF2B5EF4-FFF2-40B4-BE49-F238E27FC236}">
                  <a16:creationId xmlns:a16="http://schemas.microsoft.com/office/drawing/2014/main" id="{A5693A05-5E1C-A3E4-9318-1B406C3098F1}"/>
                </a:ext>
              </a:extLst>
            </p:cNvPr>
            <p:cNvSpPr txBox="1">
              <a:spLocks noChangeArrowheads="1"/>
            </p:cNvSpPr>
            <p:nvPr/>
          </p:nvSpPr>
          <p:spPr bwMode="auto">
            <a:xfrm>
              <a:off x="1841500" y="4432300"/>
              <a:ext cx="6635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a0</a:t>
              </a:r>
            </a:p>
            <a:p>
              <a:pPr eaLnBrk="1" hangingPunct="1"/>
              <a:r>
                <a:rPr lang="en-US" altLang="en-US" sz="2000" b="0"/>
                <a:t>b0</a:t>
              </a:r>
            </a:p>
            <a:p>
              <a:pPr eaLnBrk="1" hangingPunct="1"/>
              <a:endParaRPr lang="en-US" altLang="en-US" sz="2000" b="0"/>
            </a:p>
          </p:txBody>
        </p:sp>
        <p:grpSp>
          <p:nvGrpSpPr>
            <p:cNvPr id="7" name="Group 103">
              <a:extLst>
                <a:ext uri="{FF2B5EF4-FFF2-40B4-BE49-F238E27FC236}">
                  <a16:creationId xmlns:a16="http://schemas.microsoft.com/office/drawing/2014/main" id="{A1D8853B-3BEC-42BC-AB00-3225CA53AB6E}"/>
                </a:ext>
              </a:extLst>
            </p:cNvPr>
            <p:cNvGrpSpPr>
              <a:grpSpLocks/>
            </p:cNvGrpSpPr>
            <p:nvPr/>
          </p:nvGrpSpPr>
          <p:grpSpPr bwMode="auto">
            <a:xfrm>
              <a:off x="5927725" y="4081463"/>
              <a:ext cx="534988" cy="517525"/>
              <a:chOff x="894" y="2432"/>
              <a:chExt cx="337" cy="326"/>
            </a:xfrm>
            <a:solidFill>
              <a:schemeClr val="accent1"/>
            </a:solidFill>
          </p:grpSpPr>
          <p:sp>
            <p:nvSpPr>
              <p:cNvPr id="36910" name="AutoShape 104">
                <a:extLst>
                  <a:ext uri="{FF2B5EF4-FFF2-40B4-BE49-F238E27FC236}">
                    <a16:creationId xmlns:a16="http://schemas.microsoft.com/office/drawing/2014/main" id="{75809981-7B6D-45A9-99C8-97BAA73C49FE}"/>
                  </a:ext>
                </a:extLst>
              </p:cNvPr>
              <p:cNvSpPr>
                <a:spLocks noChangeArrowheads="1"/>
              </p:cNvSpPr>
              <p:nvPr/>
            </p:nvSpPr>
            <p:spPr bwMode="auto">
              <a:xfrm rot="5400000">
                <a:off x="860" y="2466"/>
                <a:ext cx="326" cy="258"/>
              </a:xfrm>
              <a:prstGeom prst="triangle">
                <a:avLst>
                  <a:gd name="adj" fmla="val 50000"/>
                </a:avLst>
              </a:prstGeom>
              <a:grpFill/>
              <a:ln w="28575">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6911" name="Oval 105">
                <a:extLst>
                  <a:ext uri="{FF2B5EF4-FFF2-40B4-BE49-F238E27FC236}">
                    <a16:creationId xmlns:a16="http://schemas.microsoft.com/office/drawing/2014/main" id="{2AA9AE22-EBF8-41DC-9566-E270316EEDFE}"/>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wrap="none" anchor="ctr"/>
              <a:lstStyle/>
              <a:p>
                <a:pPr eaLnBrk="1" hangingPunct="1">
                  <a:defRPr/>
                </a:pPr>
                <a:endParaRPr lang="en-US" dirty="0">
                  <a:latin typeface="Arial" charset="0"/>
                </a:endParaRPr>
              </a:p>
            </p:txBody>
          </p:sp>
        </p:grpSp>
        <p:sp>
          <p:nvSpPr>
            <p:cNvPr id="93221" name="Oval 106">
              <a:extLst>
                <a:ext uri="{FF2B5EF4-FFF2-40B4-BE49-F238E27FC236}">
                  <a16:creationId xmlns:a16="http://schemas.microsoft.com/office/drawing/2014/main" id="{2A2F4042-03C3-7BF1-A5AB-8E3F0D8E86AA}"/>
                </a:ext>
              </a:extLst>
            </p:cNvPr>
            <p:cNvSpPr>
              <a:spLocks noChangeArrowheads="1"/>
            </p:cNvSpPr>
            <p:nvPr/>
          </p:nvSpPr>
          <p:spPr bwMode="auto">
            <a:xfrm>
              <a:off x="3276600" y="2016125"/>
              <a:ext cx="144463" cy="144463"/>
            </a:xfrm>
            <a:prstGeom prst="ellipse">
              <a:avLst/>
            </a:prstGeom>
            <a:solidFill>
              <a:schemeClr val="accent1"/>
            </a:solidFill>
            <a:ln w="1905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3222" name="Oval 107">
              <a:extLst>
                <a:ext uri="{FF2B5EF4-FFF2-40B4-BE49-F238E27FC236}">
                  <a16:creationId xmlns:a16="http://schemas.microsoft.com/office/drawing/2014/main" id="{34B87A1D-A7E9-8085-25F3-E188D4E17DF5}"/>
                </a:ext>
              </a:extLst>
            </p:cNvPr>
            <p:cNvSpPr>
              <a:spLocks noChangeArrowheads="1"/>
            </p:cNvSpPr>
            <p:nvPr/>
          </p:nvSpPr>
          <p:spPr bwMode="auto">
            <a:xfrm>
              <a:off x="3270250" y="2976563"/>
              <a:ext cx="144463" cy="144462"/>
            </a:xfrm>
            <a:prstGeom prst="ellipse">
              <a:avLst/>
            </a:prstGeom>
            <a:solidFill>
              <a:schemeClr val="accent1"/>
            </a:solidFill>
            <a:ln w="1905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3223" name="Oval 108">
              <a:extLst>
                <a:ext uri="{FF2B5EF4-FFF2-40B4-BE49-F238E27FC236}">
                  <a16:creationId xmlns:a16="http://schemas.microsoft.com/office/drawing/2014/main" id="{1B3523E4-58DA-CEB3-463B-4C9538C33E08}"/>
                </a:ext>
              </a:extLst>
            </p:cNvPr>
            <p:cNvSpPr>
              <a:spLocks noChangeArrowheads="1"/>
            </p:cNvSpPr>
            <p:nvPr/>
          </p:nvSpPr>
          <p:spPr bwMode="auto">
            <a:xfrm>
              <a:off x="3319463" y="3875088"/>
              <a:ext cx="144462" cy="144462"/>
            </a:xfrm>
            <a:prstGeom prst="ellipse">
              <a:avLst/>
            </a:prstGeom>
            <a:solidFill>
              <a:schemeClr val="accent1"/>
            </a:solidFill>
            <a:ln w="1905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3224" name="Oval 109">
              <a:extLst>
                <a:ext uri="{FF2B5EF4-FFF2-40B4-BE49-F238E27FC236}">
                  <a16:creationId xmlns:a16="http://schemas.microsoft.com/office/drawing/2014/main" id="{1259418B-62AE-E5AF-479F-4E9C37E0160C}"/>
                </a:ext>
              </a:extLst>
            </p:cNvPr>
            <p:cNvSpPr>
              <a:spLocks noChangeArrowheads="1"/>
            </p:cNvSpPr>
            <p:nvPr/>
          </p:nvSpPr>
          <p:spPr bwMode="auto">
            <a:xfrm>
              <a:off x="3335338" y="4760913"/>
              <a:ext cx="144462" cy="144462"/>
            </a:xfrm>
            <a:prstGeom prst="ellipse">
              <a:avLst/>
            </a:prstGeom>
            <a:solidFill>
              <a:schemeClr val="accent1"/>
            </a:solidFill>
            <a:ln w="1905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93225" name="AutoShape 41">
              <a:extLst>
                <a:ext uri="{FF2B5EF4-FFF2-40B4-BE49-F238E27FC236}">
                  <a16:creationId xmlns:a16="http://schemas.microsoft.com/office/drawing/2014/main" id="{200CC5DD-E4B3-28CE-20CB-D1C7982E58A3}"/>
                </a:ext>
              </a:extLst>
            </p:cNvPr>
            <p:cNvSpPr>
              <a:spLocks noChangeArrowheads="1"/>
            </p:cNvSpPr>
            <p:nvPr/>
          </p:nvSpPr>
          <p:spPr bwMode="auto">
            <a:xfrm rot="5243846">
              <a:off x="2006600" y="4535488"/>
              <a:ext cx="655638" cy="6588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75 w 21600"/>
                <a:gd name="T13" fmla="*/ 0 h 21600"/>
                <a:gd name="T14" fmla="*/ 21025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93226" name="AutoShape 42">
              <a:extLst>
                <a:ext uri="{FF2B5EF4-FFF2-40B4-BE49-F238E27FC236}">
                  <a16:creationId xmlns:a16="http://schemas.microsoft.com/office/drawing/2014/main" id="{5384CE8D-47A1-8D67-D548-2E7ED47CB3FC}"/>
                </a:ext>
              </a:extLst>
            </p:cNvPr>
            <p:cNvSpPr>
              <a:spLocks noChangeArrowheads="1"/>
            </p:cNvSpPr>
            <p:nvPr/>
          </p:nvSpPr>
          <p:spPr bwMode="auto">
            <a:xfrm rot="5243846">
              <a:off x="2051050" y="3643313"/>
              <a:ext cx="655638" cy="6588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75 w 21600"/>
                <a:gd name="T13" fmla="*/ 0 h 21600"/>
                <a:gd name="T14" fmla="*/ 21025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93227" name="AutoShape 43">
              <a:extLst>
                <a:ext uri="{FF2B5EF4-FFF2-40B4-BE49-F238E27FC236}">
                  <a16:creationId xmlns:a16="http://schemas.microsoft.com/office/drawing/2014/main" id="{5C2EE750-E75D-6994-FC2B-F405606A609D}"/>
                </a:ext>
              </a:extLst>
            </p:cNvPr>
            <p:cNvSpPr>
              <a:spLocks noChangeArrowheads="1"/>
            </p:cNvSpPr>
            <p:nvPr/>
          </p:nvSpPr>
          <p:spPr bwMode="auto">
            <a:xfrm rot="5243846">
              <a:off x="2003425" y="2725738"/>
              <a:ext cx="655638" cy="65881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75 w 21600"/>
                <a:gd name="T13" fmla="*/ 0 h 21600"/>
                <a:gd name="T14" fmla="*/ 21025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93228" name="AutoShape 44">
              <a:extLst>
                <a:ext uri="{FF2B5EF4-FFF2-40B4-BE49-F238E27FC236}">
                  <a16:creationId xmlns:a16="http://schemas.microsoft.com/office/drawing/2014/main" id="{5117C379-EAA4-4EDB-22EE-805F0C41DFFD}"/>
                </a:ext>
              </a:extLst>
            </p:cNvPr>
            <p:cNvSpPr>
              <a:spLocks noChangeArrowheads="1"/>
            </p:cNvSpPr>
            <p:nvPr/>
          </p:nvSpPr>
          <p:spPr bwMode="auto">
            <a:xfrm rot="5243846">
              <a:off x="2011363" y="1762125"/>
              <a:ext cx="655637" cy="6588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75 w 21600"/>
                <a:gd name="T13" fmla="*/ 0 h 21600"/>
                <a:gd name="T14" fmla="*/ 21025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93229" name="AutoShape 45">
              <a:extLst>
                <a:ext uri="{FF2B5EF4-FFF2-40B4-BE49-F238E27FC236}">
                  <a16:creationId xmlns:a16="http://schemas.microsoft.com/office/drawing/2014/main" id="{2702A875-2EEE-A0FA-D383-D3433811EB6D}"/>
                </a:ext>
              </a:extLst>
            </p:cNvPr>
            <p:cNvSpPr>
              <a:spLocks noChangeArrowheads="1"/>
            </p:cNvSpPr>
            <p:nvPr/>
          </p:nvSpPr>
          <p:spPr bwMode="auto">
            <a:xfrm>
              <a:off x="4578350" y="3471863"/>
              <a:ext cx="557213" cy="701675"/>
            </a:xfrm>
            <a:prstGeom prst="flowChartDelay">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
        <p:nvSpPr>
          <p:cNvPr id="93187" name="Title 56">
            <a:extLst>
              <a:ext uri="{FF2B5EF4-FFF2-40B4-BE49-F238E27FC236}">
                <a16:creationId xmlns:a16="http://schemas.microsoft.com/office/drawing/2014/main" id="{C80FF55A-1A25-92C7-81F8-8CAE569188CE}"/>
              </a:ext>
            </a:extLst>
          </p:cNvPr>
          <p:cNvSpPr>
            <a:spLocks noGrp="1" noChangeArrowheads="1"/>
          </p:cNvSpPr>
          <p:nvPr>
            <p:ph type="title"/>
          </p:nvPr>
        </p:nvSpPr>
        <p:spPr>
          <a:xfrm>
            <a:off x="-1" y="183402"/>
            <a:ext cx="11612880" cy="704088"/>
          </a:xfrm>
        </p:spPr>
        <p:txBody>
          <a:bodyPr>
            <a:normAutofit/>
          </a:bodyPr>
          <a:lstStyle/>
          <a:p>
            <a:r>
              <a:rPr lang="en-US" altLang="en-US" dirty="0"/>
              <a:t>Comparator </a:t>
            </a:r>
            <a:r>
              <a:rPr lang="en-US" altLang="en-US" dirty="0">
                <a:sym typeface="Symbol" panose="05050102010706020507" pitchFamily="18" charset="2"/>
              </a:rPr>
              <a:t>/ </a:t>
            </a:r>
            <a:r>
              <a:rPr lang="en-US" altLang="en-US" dirty="0"/>
              <a:t> (using XNOR)</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234" name="Group 46">
            <a:extLst>
              <a:ext uri="{FF2B5EF4-FFF2-40B4-BE49-F238E27FC236}">
                <a16:creationId xmlns:a16="http://schemas.microsoft.com/office/drawing/2014/main" id="{E666F573-186E-12A0-0713-1E477E57B433}"/>
              </a:ext>
            </a:extLst>
          </p:cNvPr>
          <p:cNvGrpSpPr>
            <a:grpSpLocks/>
          </p:cNvGrpSpPr>
          <p:nvPr/>
        </p:nvGrpSpPr>
        <p:grpSpPr bwMode="auto">
          <a:xfrm>
            <a:off x="3141663" y="1838325"/>
            <a:ext cx="5662612" cy="3543300"/>
            <a:chOff x="1344" y="1026"/>
            <a:chExt cx="3567" cy="2232"/>
          </a:xfrm>
        </p:grpSpPr>
        <p:sp>
          <p:nvSpPr>
            <p:cNvPr id="95236" name="Line 7">
              <a:extLst>
                <a:ext uri="{FF2B5EF4-FFF2-40B4-BE49-F238E27FC236}">
                  <a16:creationId xmlns:a16="http://schemas.microsoft.com/office/drawing/2014/main" id="{36F22DE5-C317-9E62-0800-F7418485DFEC}"/>
                </a:ext>
              </a:extLst>
            </p:cNvPr>
            <p:cNvSpPr>
              <a:spLocks noChangeShapeType="1"/>
            </p:cNvSpPr>
            <p:nvPr/>
          </p:nvSpPr>
          <p:spPr bwMode="auto">
            <a:xfrm flipH="1">
              <a:off x="1592" y="1179"/>
              <a:ext cx="33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37" name="Line 8">
              <a:extLst>
                <a:ext uri="{FF2B5EF4-FFF2-40B4-BE49-F238E27FC236}">
                  <a16:creationId xmlns:a16="http://schemas.microsoft.com/office/drawing/2014/main" id="{68EB9560-983F-89F6-C551-0507927A02F3}"/>
                </a:ext>
              </a:extLst>
            </p:cNvPr>
            <p:cNvSpPr>
              <a:spLocks noChangeShapeType="1"/>
            </p:cNvSpPr>
            <p:nvPr/>
          </p:nvSpPr>
          <p:spPr bwMode="auto">
            <a:xfrm flipH="1">
              <a:off x="1592" y="1362"/>
              <a:ext cx="34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38" name="Line 9">
              <a:extLst>
                <a:ext uri="{FF2B5EF4-FFF2-40B4-BE49-F238E27FC236}">
                  <a16:creationId xmlns:a16="http://schemas.microsoft.com/office/drawing/2014/main" id="{F2667319-426C-D506-4138-73B77F126CD1}"/>
                </a:ext>
              </a:extLst>
            </p:cNvPr>
            <p:cNvSpPr>
              <a:spLocks noChangeShapeType="1"/>
            </p:cNvSpPr>
            <p:nvPr/>
          </p:nvSpPr>
          <p:spPr bwMode="auto">
            <a:xfrm flipH="1">
              <a:off x="1609" y="1790"/>
              <a:ext cx="3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39" name="Line 10">
              <a:extLst>
                <a:ext uri="{FF2B5EF4-FFF2-40B4-BE49-F238E27FC236}">
                  <a16:creationId xmlns:a16="http://schemas.microsoft.com/office/drawing/2014/main" id="{F5AAA8F6-D72F-AF89-BAF7-0A39E2414D89}"/>
                </a:ext>
              </a:extLst>
            </p:cNvPr>
            <p:cNvSpPr>
              <a:spLocks noChangeShapeType="1"/>
            </p:cNvSpPr>
            <p:nvPr/>
          </p:nvSpPr>
          <p:spPr bwMode="auto">
            <a:xfrm flipH="1">
              <a:off x="1617" y="1958"/>
              <a:ext cx="3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0" name="Line 11">
              <a:extLst>
                <a:ext uri="{FF2B5EF4-FFF2-40B4-BE49-F238E27FC236}">
                  <a16:creationId xmlns:a16="http://schemas.microsoft.com/office/drawing/2014/main" id="{2636C249-350E-D02A-6698-6B80E5D65052}"/>
                </a:ext>
              </a:extLst>
            </p:cNvPr>
            <p:cNvSpPr>
              <a:spLocks noChangeShapeType="1"/>
            </p:cNvSpPr>
            <p:nvPr/>
          </p:nvSpPr>
          <p:spPr bwMode="auto">
            <a:xfrm flipH="1">
              <a:off x="1630" y="2389"/>
              <a:ext cx="3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1" name="Line 12">
              <a:extLst>
                <a:ext uri="{FF2B5EF4-FFF2-40B4-BE49-F238E27FC236}">
                  <a16:creationId xmlns:a16="http://schemas.microsoft.com/office/drawing/2014/main" id="{07B11790-5046-CF69-B61F-EC138FDB0743}"/>
                </a:ext>
              </a:extLst>
            </p:cNvPr>
            <p:cNvSpPr>
              <a:spLocks noChangeShapeType="1"/>
            </p:cNvSpPr>
            <p:nvPr/>
          </p:nvSpPr>
          <p:spPr bwMode="auto">
            <a:xfrm flipH="1">
              <a:off x="1636" y="2552"/>
              <a:ext cx="3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2" name="Line 13">
              <a:extLst>
                <a:ext uri="{FF2B5EF4-FFF2-40B4-BE49-F238E27FC236}">
                  <a16:creationId xmlns:a16="http://schemas.microsoft.com/office/drawing/2014/main" id="{08F9CAA6-16EE-5E95-90E7-53639FF7A924}"/>
                </a:ext>
              </a:extLst>
            </p:cNvPr>
            <p:cNvSpPr>
              <a:spLocks noChangeShapeType="1"/>
            </p:cNvSpPr>
            <p:nvPr/>
          </p:nvSpPr>
          <p:spPr bwMode="auto">
            <a:xfrm flipH="1">
              <a:off x="1662" y="2936"/>
              <a:ext cx="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3" name="Line 14">
              <a:extLst>
                <a:ext uri="{FF2B5EF4-FFF2-40B4-BE49-F238E27FC236}">
                  <a16:creationId xmlns:a16="http://schemas.microsoft.com/office/drawing/2014/main" id="{28729BD0-C59F-871B-D895-77BA6F68808D}"/>
                </a:ext>
              </a:extLst>
            </p:cNvPr>
            <p:cNvSpPr>
              <a:spLocks noChangeShapeType="1"/>
            </p:cNvSpPr>
            <p:nvPr/>
          </p:nvSpPr>
          <p:spPr bwMode="auto">
            <a:xfrm flipH="1">
              <a:off x="1644" y="3092"/>
              <a:ext cx="3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4" name="Line 16">
              <a:extLst>
                <a:ext uri="{FF2B5EF4-FFF2-40B4-BE49-F238E27FC236}">
                  <a16:creationId xmlns:a16="http://schemas.microsoft.com/office/drawing/2014/main" id="{2CB509AD-3989-6B2C-69FE-8F0EAFED95B4}"/>
                </a:ext>
              </a:extLst>
            </p:cNvPr>
            <p:cNvSpPr>
              <a:spLocks noChangeShapeType="1"/>
            </p:cNvSpPr>
            <p:nvPr/>
          </p:nvSpPr>
          <p:spPr bwMode="auto">
            <a:xfrm flipH="1">
              <a:off x="2719" y="2222"/>
              <a:ext cx="39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5" name="Line 17">
              <a:extLst>
                <a:ext uri="{FF2B5EF4-FFF2-40B4-BE49-F238E27FC236}">
                  <a16:creationId xmlns:a16="http://schemas.microsoft.com/office/drawing/2014/main" id="{7FE1C512-A352-048A-FA60-E77BF4821F93}"/>
                </a:ext>
              </a:extLst>
            </p:cNvPr>
            <p:cNvSpPr>
              <a:spLocks noChangeShapeType="1"/>
            </p:cNvSpPr>
            <p:nvPr/>
          </p:nvSpPr>
          <p:spPr bwMode="auto">
            <a:xfrm flipH="1">
              <a:off x="2555" y="2327"/>
              <a:ext cx="56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6" name="Line 18">
              <a:extLst>
                <a:ext uri="{FF2B5EF4-FFF2-40B4-BE49-F238E27FC236}">
                  <a16:creationId xmlns:a16="http://schemas.microsoft.com/office/drawing/2014/main" id="{DE1AB395-1B53-03EA-ABA7-481426BF92CB}"/>
                </a:ext>
              </a:extLst>
            </p:cNvPr>
            <p:cNvSpPr>
              <a:spLocks noChangeShapeType="1"/>
            </p:cNvSpPr>
            <p:nvPr/>
          </p:nvSpPr>
          <p:spPr bwMode="auto">
            <a:xfrm flipH="1">
              <a:off x="2318" y="2446"/>
              <a:ext cx="79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7" name="Line 19">
              <a:extLst>
                <a:ext uri="{FF2B5EF4-FFF2-40B4-BE49-F238E27FC236}">
                  <a16:creationId xmlns:a16="http://schemas.microsoft.com/office/drawing/2014/main" id="{F003F7A8-80C9-0037-DF8D-5F76BD8949F0}"/>
                </a:ext>
              </a:extLst>
            </p:cNvPr>
            <p:cNvSpPr>
              <a:spLocks noChangeShapeType="1"/>
            </p:cNvSpPr>
            <p:nvPr/>
          </p:nvSpPr>
          <p:spPr bwMode="auto">
            <a:xfrm flipH="1">
              <a:off x="2557" y="2561"/>
              <a:ext cx="55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8" name="Line 20">
              <a:extLst>
                <a:ext uri="{FF2B5EF4-FFF2-40B4-BE49-F238E27FC236}">
                  <a16:creationId xmlns:a16="http://schemas.microsoft.com/office/drawing/2014/main" id="{C9A17DFF-4276-544B-7718-180CAFE038A9}"/>
                </a:ext>
              </a:extLst>
            </p:cNvPr>
            <p:cNvSpPr>
              <a:spLocks noChangeShapeType="1"/>
            </p:cNvSpPr>
            <p:nvPr/>
          </p:nvSpPr>
          <p:spPr bwMode="auto">
            <a:xfrm>
              <a:off x="2298" y="1288"/>
              <a:ext cx="4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9" name="Line 21">
              <a:extLst>
                <a:ext uri="{FF2B5EF4-FFF2-40B4-BE49-F238E27FC236}">
                  <a16:creationId xmlns:a16="http://schemas.microsoft.com/office/drawing/2014/main" id="{F146D02F-E747-8B75-F880-54EF8E7C98B9}"/>
                </a:ext>
              </a:extLst>
            </p:cNvPr>
            <p:cNvSpPr>
              <a:spLocks noChangeShapeType="1"/>
            </p:cNvSpPr>
            <p:nvPr/>
          </p:nvSpPr>
          <p:spPr bwMode="auto">
            <a:xfrm flipV="1">
              <a:off x="2721" y="1288"/>
              <a:ext cx="0" cy="93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0" name="Line 22">
              <a:extLst>
                <a:ext uri="{FF2B5EF4-FFF2-40B4-BE49-F238E27FC236}">
                  <a16:creationId xmlns:a16="http://schemas.microsoft.com/office/drawing/2014/main" id="{2BDD31F2-C333-D4D6-24D9-F74C5639A74F}"/>
                </a:ext>
              </a:extLst>
            </p:cNvPr>
            <p:cNvSpPr>
              <a:spLocks noChangeShapeType="1"/>
            </p:cNvSpPr>
            <p:nvPr/>
          </p:nvSpPr>
          <p:spPr bwMode="auto">
            <a:xfrm flipH="1" flipV="1">
              <a:off x="2556" y="1888"/>
              <a:ext cx="1" cy="4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1" name="Line 23">
              <a:extLst>
                <a:ext uri="{FF2B5EF4-FFF2-40B4-BE49-F238E27FC236}">
                  <a16:creationId xmlns:a16="http://schemas.microsoft.com/office/drawing/2014/main" id="{2AAA53F5-9A6C-EF33-88DD-9511990640F9}"/>
                </a:ext>
              </a:extLst>
            </p:cNvPr>
            <p:cNvSpPr>
              <a:spLocks noChangeShapeType="1"/>
            </p:cNvSpPr>
            <p:nvPr/>
          </p:nvSpPr>
          <p:spPr bwMode="auto">
            <a:xfrm flipH="1">
              <a:off x="2282" y="1888"/>
              <a:ext cx="2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2" name="Line 24">
              <a:extLst>
                <a:ext uri="{FF2B5EF4-FFF2-40B4-BE49-F238E27FC236}">
                  <a16:creationId xmlns:a16="http://schemas.microsoft.com/office/drawing/2014/main" id="{AA798C6A-9ADD-A1E6-B71E-69792A4DC1DE}"/>
                </a:ext>
              </a:extLst>
            </p:cNvPr>
            <p:cNvSpPr>
              <a:spLocks noChangeShapeType="1"/>
            </p:cNvSpPr>
            <p:nvPr/>
          </p:nvSpPr>
          <p:spPr bwMode="auto">
            <a:xfrm flipH="1">
              <a:off x="2332" y="3007"/>
              <a:ext cx="22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3" name="Line 25">
              <a:extLst>
                <a:ext uri="{FF2B5EF4-FFF2-40B4-BE49-F238E27FC236}">
                  <a16:creationId xmlns:a16="http://schemas.microsoft.com/office/drawing/2014/main" id="{62193306-986A-0EC0-C21C-E6205947F63F}"/>
                </a:ext>
              </a:extLst>
            </p:cNvPr>
            <p:cNvSpPr>
              <a:spLocks noChangeShapeType="1"/>
            </p:cNvSpPr>
            <p:nvPr/>
          </p:nvSpPr>
          <p:spPr bwMode="auto">
            <a:xfrm>
              <a:off x="3622" y="2387"/>
              <a:ext cx="87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4" name="Text Box 26">
              <a:extLst>
                <a:ext uri="{FF2B5EF4-FFF2-40B4-BE49-F238E27FC236}">
                  <a16:creationId xmlns:a16="http://schemas.microsoft.com/office/drawing/2014/main" id="{54009A14-9775-2DC6-2BD5-D8A1432C35D4}"/>
                </a:ext>
              </a:extLst>
            </p:cNvPr>
            <p:cNvSpPr txBox="1">
              <a:spLocks noChangeArrowheads="1"/>
            </p:cNvSpPr>
            <p:nvPr/>
          </p:nvSpPr>
          <p:spPr bwMode="auto">
            <a:xfrm>
              <a:off x="4518" y="2051"/>
              <a:ext cx="393" cy="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2000" b="0"/>
            </a:p>
            <a:p>
              <a:pPr eaLnBrk="1" hangingPunct="1"/>
              <a:r>
                <a:rPr lang="ru-RU" altLang="en-US" sz="2000" b="0"/>
                <a:t>Y</a:t>
              </a:r>
              <a:r>
                <a:rPr lang="ru-RU" altLang="en-US" b="0"/>
                <a:t>=</a:t>
              </a:r>
            </a:p>
            <a:p>
              <a:pPr eaLnBrk="1" hangingPunct="1"/>
              <a:endParaRPr lang="ru-RU" altLang="en-US" sz="2000" b="0"/>
            </a:p>
            <a:p>
              <a:pPr eaLnBrk="1" hangingPunct="1"/>
              <a:r>
                <a:rPr lang="ru-RU" altLang="en-US" sz="2000" b="0"/>
                <a:t>Y</a:t>
              </a:r>
              <a:r>
                <a:rPr lang="ru-RU" altLang="en-US" b="0">
                  <a:sym typeface="Symbol" panose="05050102010706020507" pitchFamily="18" charset="2"/>
                </a:rPr>
                <a:t></a:t>
              </a:r>
              <a:endParaRPr lang="ru-RU" altLang="en-US" b="0"/>
            </a:p>
          </p:txBody>
        </p:sp>
        <p:sp>
          <p:nvSpPr>
            <p:cNvPr id="95255" name="Line 30">
              <a:extLst>
                <a:ext uri="{FF2B5EF4-FFF2-40B4-BE49-F238E27FC236}">
                  <a16:creationId xmlns:a16="http://schemas.microsoft.com/office/drawing/2014/main" id="{E8C58A38-D308-C247-F1E1-25F364EDB31B}"/>
                </a:ext>
              </a:extLst>
            </p:cNvPr>
            <p:cNvSpPr>
              <a:spLocks noChangeShapeType="1"/>
            </p:cNvSpPr>
            <p:nvPr/>
          </p:nvSpPr>
          <p:spPr bwMode="auto">
            <a:xfrm flipV="1">
              <a:off x="2557" y="2552"/>
              <a:ext cx="0" cy="44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6" name="Text Box 31">
              <a:extLst>
                <a:ext uri="{FF2B5EF4-FFF2-40B4-BE49-F238E27FC236}">
                  <a16:creationId xmlns:a16="http://schemas.microsoft.com/office/drawing/2014/main" id="{9B0B26E2-02BD-93E7-20BF-2EE5EDE12A32}"/>
                </a:ext>
              </a:extLst>
            </p:cNvPr>
            <p:cNvSpPr txBox="1">
              <a:spLocks noChangeArrowheads="1"/>
            </p:cNvSpPr>
            <p:nvPr/>
          </p:nvSpPr>
          <p:spPr bwMode="auto">
            <a:xfrm>
              <a:off x="1344" y="1026"/>
              <a:ext cx="41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a3</a:t>
              </a:r>
            </a:p>
            <a:p>
              <a:pPr eaLnBrk="1" hangingPunct="1"/>
              <a:r>
                <a:rPr lang="en-US" altLang="en-US" sz="2000" b="0"/>
                <a:t>b3</a:t>
              </a:r>
            </a:p>
            <a:p>
              <a:pPr eaLnBrk="1" hangingPunct="1"/>
              <a:endParaRPr lang="en-US" altLang="en-US" sz="2000" b="0"/>
            </a:p>
          </p:txBody>
        </p:sp>
        <p:sp>
          <p:nvSpPr>
            <p:cNvPr id="95257" name="Line 32">
              <a:extLst>
                <a:ext uri="{FF2B5EF4-FFF2-40B4-BE49-F238E27FC236}">
                  <a16:creationId xmlns:a16="http://schemas.microsoft.com/office/drawing/2014/main" id="{00A95237-8299-DCB0-85A2-0A3D8FA8CE9F}"/>
                </a:ext>
              </a:extLst>
            </p:cNvPr>
            <p:cNvSpPr>
              <a:spLocks noChangeShapeType="1"/>
            </p:cNvSpPr>
            <p:nvPr/>
          </p:nvSpPr>
          <p:spPr bwMode="auto">
            <a:xfrm>
              <a:off x="3770" y="2395"/>
              <a:ext cx="0" cy="299"/>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5258" name="Line 34">
              <a:extLst>
                <a:ext uri="{FF2B5EF4-FFF2-40B4-BE49-F238E27FC236}">
                  <a16:creationId xmlns:a16="http://schemas.microsoft.com/office/drawing/2014/main" id="{12EFDEDF-9888-FEAA-81CE-7D01429135CF}"/>
                </a:ext>
              </a:extLst>
            </p:cNvPr>
            <p:cNvSpPr>
              <a:spLocks noChangeShapeType="1"/>
            </p:cNvSpPr>
            <p:nvPr/>
          </p:nvSpPr>
          <p:spPr bwMode="auto">
            <a:xfrm>
              <a:off x="3762" y="2701"/>
              <a:ext cx="19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9" name="Line 35">
              <a:extLst>
                <a:ext uri="{FF2B5EF4-FFF2-40B4-BE49-F238E27FC236}">
                  <a16:creationId xmlns:a16="http://schemas.microsoft.com/office/drawing/2014/main" id="{0A6BCA39-94AE-4630-177E-12A8655C8C7B}"/>
                </a:ext>
              </a:extLst>
            </p:cNvPr>
            <p:cNvSpPr>
              <a:spLocks noChangeShapeType="1"/>
            </p:cNvSpPr>
            <p:nvPr/>
          </p:nvSpPr>
          <p:spPr bwMode="auto">
            <a:xfrm>
              <a:off x="4293" y="2704"/>
              <a:ext cx="19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0" name="Oval 37">
              <a:extLst>
                <a:ext uri="{FF2B5EF4-FFF2-40B4-BE49-F238E27FC236}">
                  <a16:creationId xmlns:a16="http://schemas.microsoft.com/office/drawing/2014/main" id="{0051F09E-DED2-E18E-9809-ED0D56A7B198}"/>
                </a:ext>
              </a:extLst>
            </p:cNvPr>
            <p:cNvSpPr>
              <a:spLocks noChangeArrowheads="1"/>
            </p:cNvSpPr>
            <p:nvPr/>
          </p:nvSpPr>
          <p:spPr bwMode="auto">
            <a:xfrm>
              <a:off x="3522" y="2341"/>
              <a:ext cx="91" cy="91"/>
            </a:xfrm>
            <a:prstGeom prst="ellipse">
              <a:avLst/>
            </a:prstGeom>
            <a:solidFill>
              <a:schemeClr val="accent1"/>
            </a:solidFill>
            <a:ln w="2857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nvGrpSpPr>
            <p:cNvPr id="4" name="Group 42">
              <a:extLst>
                <a:ext uri="{FF2B5EF4-FFF2-40B4-BE49-F238E27FC236}">
                  <a16:creationId xmlns:a16="http://schemas.microsoft.com/office/drawing/2014/main" id="{7362CE26-3C60-442C-A328-0CF3ADFFA323}"/>
                </a:ext>
              </a:extLst>
            </p:cNvPr>
            <p:cNvGrpSpPr>
              <a:grpSpLocks/>
            </p:cNvGrpSpPr>
            <p:nvPr/>
          </p:nvGrpSpPr>
          <p:grpSpPr bwMode="auto">
            <a:xfrm>
              <a:off x="1898" y="1081"/>
              <a:ext cx="400" cy="373"/>
              <a:chOff x="1519" y="1752"/>
              <a:chExt cx="545" cy="453"/>
            </a:xfrm>
            <a:solidFill>
              <a:srgbClr val="00CC99"/>
            </a:solidFill>
          </p:grpSpPr>
          <p:sp>
            <p:nvSpPr>
              <p:cNvPr id="37934" name="AutoShape 43">
                <a:extLst>
                  <a:ext uri="{FF2B5EF4-FFF2-40B4-BE49-F238E27FC236}">
                    <a16:creationId xmlns:a16="http://schemas.microsoft.com/office/drawing/2014/main" id="{46966CBA-F27F-42DD-A45A-7244F773DF65}"/>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7935" name="AutoShape 44">
                <a:extLst>
                  <a:ext uri="{FF2B5EF4-FFF2-40B4-BE49-F238E27FC236}">
                    <a16:creationId xmlns:a16="http://schemas.microsoft.com/office/drawing/2014/main" id="{0BA33B4C-74EB-4938-A864-C5C934327398}"/>
                  </a:ext>
                </a:extLst>
              </p:cNvPr>
              <p:cNvSpPr>
                <a:spLocks noChangeArrowheads="1"/>
              </p:cNvSpPr>
              <p:nvPr/>
            </p:nvSpPr>
            <p:spPr bwMode="auto">
              <a:xfrm flipH="1">
                <a:off x="1519" y="1752"/>
                <a:ext cx="545" cy="453"/>
              </a:xfrm>
              <a:prstGeom prst="moon">
                <a:avLst>
                  <a:gd name="adj" fmla="val 84819"/>
                </a:avLst>
              </a:prstGeom>
              <a:solidFill>
                <a:schemeClr val="accent1"/>
              </a:solidFill>
              <a:ln w="28575">
                <a:solidFill>
                  <a:schemeClr val="tx1"/>
                </a:solidFill>
                <a:miter lim="800000"/>
                <a:headEnd/>
                <a:tailEnd/>
              </a:ln>
            </p:spPr>
            <p:txBody>
              <a:bodyPr wrap="none" anchor="ctr"/>
              <a:lstStyle/>
              <a:p>
                <a:pPr eaLnBrk="1" hangingPunct="1">
                  <a:defRPr/>
                </a:pPr>
                <a:endParaRPr lang="en-US" dirty="0">
                  <a:latin typeface="Arial" charset="0"/>
                </a:endParaRPr>
              </a:p>
            </p:txBody>
          </p:sp>
        </p:grpSp>
        <p:sp>
          <p:nvSpPr>
            <p:cNvPr id="95262" name="AutoShape 45">
              <a:extLst>
                <a:ext uri="{FF2B5EF4-FFF2-40B4-BE49-F238E27FC236}">
                  <a16:creationId xmlns:a16="http://schemas.microsoft.com/office/drawing/2014/main" id="{FAAD3572-2D40-9A09-7E59-84B45318C633}"/>
                </a:ext>
              </a:extLst>
            </p:cNvPr>
            <p:cNvSpPr>
              <a:spLocks noChangeArrowheads="1"/>
            </p:cNvSpPr>
            <p:nvPr/>
          </p:nvSpPr>
          <p:spPr bwMode="auto">
            <a:xfrm flipH="1">
              <a:off x="3069" y="2169"/>
              <a:ext cx="453" cy="453"/>
            </a:xfrm>
            <a:prstGeom prst="moon">
              <a:avLst>
                <a:gd name="adj" fmla="val 84819"/>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nvGrpSpPr>
            <p:cNvPr id="5" name="Group 49">
              <a:extLst>
                <a:ext uri="{FF2B5EF4-FFF2-40B4-BE49-F238E27FC236}">
                  <a16:creationId xmlns:a16="http://schemas.microsoft.com/office/drawing/2014/main" id="{55140B58-B84A-43D1-BC54-831B4C2665AD}"/>
                </a:ext>
              </a:extLst>
            </p:cNvPr>
            <p:cNvGrpSpPr>
              <a:grpSpLocks/>
            </p:cNvGrpSpPr>
            <p:nvPr/>
          </p:nvGrpSpPr>
          <p:grpSpPr bwMode="auto">
            <a:xfrm>
              <a:off x="1889" y="1706"/>
              <a:ext cx="400" cy="373"/>
              <a:chOff x="1519" y="1752"/>
              <a:chExt cx="545" cy="453"/>
            </a:xfrm>
            <a:solidFill>
              <a:srgbClr val="00CC99"/>
            </a:solidFill>
          </p:grpSpPr>
          <p:sp>
            <p:nvSpPr>
              <p:cNvPr id="37932" name="AutoShape 50">
                <a:extLst>
                  <a:ext uri="{FF2B5EF4-FFF2-40B4-BE49-F238E27FC236}">
                    <a16:creationId xmlns:a16="http://schemas.microsoft.com/office/drawing/2014/main" id="{C232B85E-B0AC-40EF-9FD9-762FEA57DC27}"/>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7933" name="AutoShape 51">
                <a:extLst>
                  <a:ext uri="{FF2B5EF4-FFF2-40B4-BE49-F238E27FC236}">
                    <a16:creationId xmlns:a16="http://schemas.microsoft.com/office/drawing/2014/main" id="{556F1FED-3716-47BA-B10D-EE1BC89CD2E0}"/>
                  </a:ext>
                </a:extLst>
              </p:cNvPr>
              <p:cNvSpPr>
                <a:spLocks noChangeArrowheads="1"/>
              </p:cNvSpPr>
              <p:nvPr/>
            </p:nvSpPr>
            <p:spPr bwMode="auto">
              <a:xfrm flipH="1">
                <a:off x="1519" y="1752"/>
                <a:ext cx="545" cy="453"/>
              </a:xfrm>
              <a:prstGeom prst="moon">
                <a:avLst>
                  <a:gd name="adj" fmla="val 84819"/>
                </a:avLst>
              </a:prstGeom>
              <a:solidFill>
                <a:schemeClr val="accent1"/>
              </a:solidFill>
              <a:ln w="28575">
                <a:solidFill>
                  <a:schemeClr val="tx1"/>
                </a:solidFill>
                <a:miter lim="800000"/>
                <a:headEnd/>
                <a:tailEnd/>
              </a:ln>
            </p:spPr>
            <p:txBody>
              <a:bodyPr wrap="none" anchor="ctr"/>
              <a:lstStyle/>
              <a:p>
                <a:pPr eaLnBrk="1" hangingPunct="1">
                  <a:defRPr/>
                </a:pPr>
                <a:endParaRPr lang="en-US" dirty="0">
                  <a:latin typeface="Arial" charset="0"/>
                </a:endParaRPr>
              </a:p>
            </p:txBody>
          </p:sp>
        </p:grpSp>
        <p:sp>
          <p:nvSpPr>
            <p:cNvPr id="95264" name="Text Box 52">
              <a:extLst>
                <a:ext uri="{FF2B5EF4-FFF2-40B4-BE49-F238E27FC236}">
                  <a16:creationId xmlns:a16="http://schemas.microsoft.com/office/drawing/2014/main" id="{19EF7221-2309-FC71-1CCF-9F29AD14B23D}"/>
                </a:ext>
              </a:extLst>
            </p:cNvPr>
            <p:cNvSpPr txBox="1">
              <a:spLocks noChangeArrowheads="1"/>
            </p:cNvSpPr>
            <p:nvPr/>
          </p:nvSpPr>
          <p:spPr bwMode="auto">
            <a:xfrm>
              <a:off x="1362" y="1625"/>
              <a:ext cx="41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a2</a:t>
              </a:r>
            </a:p>
            <a:p>
              <a:pPr eaLnBrk="1" hangingPunct="1"/>
              <a:r>
                <a:rPr lang="en-US" altLang="en-US" sz="2000" b="0"/>
                <a:t>b2</a:t>
              </a:r>
            </a:p>
            <a:p>
              <a:pPr eaLnBrk="1" hangingPunct="1"/>
              <a:endParaRPr lang="en-US" altLang="en-US" sz="2000" b="0"/>
            </a:p>
          </p:txBody>
        </p:sp>
        <p:grpSp>
          <p:nvGrpSpPr>
            <p:cNvPr id="6" name="Group 53">
              <a:extLst>
                <a:ext uri="{FF2B5EF4-FFF2-40B4-BE49-F238E27FC236}">
                  <a16:creationId xmlns:a16="http://schemas.microsoft.com/office/drawing/2014/main" id="{9F56FB87-35BE-4C37-8133-07C90B98B3B6}"/>
                </a:ext>
              </a:extLst>
            </p:cNvPr>
            <p:cNvGrpSpPr>
              <a:grpSpLocks/>
            </p:cNvGrpSpPr>
            <p:nvPr/>
          </p:nvGrpSpPr>
          <p:grpSpPr bwMode="auto">
            <a:xfrm>
              <a:off x="1925" y="2269"/>
              <a:ext cx="400" cy="373"/>
              <a:chOff x="1519" y="1752"/>
              <a:chExt cx="545" cy="453"/>
            </a:xfrm>
            <a:solidFill>
              <a:srgbClr val="00CC99"/>
            </a:solidFill>
          </p:grpSpPr>
          <p:sp>
            <p:nvSpPr>
              <p:cNvPr id="37930" name="AutoShape 54">
                <a:extLst>
                  <a:ext uri="{FF2B5EF4-FFF2-40B4-BE49-F238E27FC236}">
                    <a16:creationId xmlns:a16="http://schemas.microsoft.com/office/drawing/2014/main" id="{55AB6CE3-22EF-443B-AB26-823A01B69C6B}"/>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7931" name="AutoShape 55">
                <a:extLst>
                  <a:ext uri="{FF2B5EF4-FFF2-40B4-BE49-F238E27FC236}">
                    <a16:creationId xmlns:a16="http://schemas.microsoft.com/office/drawing/2014/main" id="{0CE06486-3DD7-43BC-BD84-519F429D5A3E}"/>
                  </a:ext>
                </a:extLst>
              </p:cNvPr>
              <p:cNvSpPr>
                <a:spLocks noChangeArrowheads="1"/>
              </p:cNvSpPr>
              <p:nvPr/>
            </p:nvSpPr>
            <p:spPr bwMode="auto">
              <a:xfrm flipH="1">
                <a:off x="1519" y="1752"/>
                <a:ext cx="545" cy="453"/>
              </a:xfrm>
              <a:prstGeom prst="moon">
                <a:avLst>
                  <a:gd name="adj" fmla="val 84819"/>
                </a:avLst>
              </a:prstGeom>
              <a:solidFill>
                <a:schemeClr val="accent1"/>
              </a:solidFill>
              <a:ln w="28575">
                <a:solidFill>
                  <a:schemeClr val="tx1"/>
                </a:solidFill>
                <a:miter lim="800000"/>
                <a:headEnd/>
                <a:tailEnd/>
              </a:ln>
            </p:spPr>
            <p:txBody>
              <a:bodyPr wrap="none" anchor="ctr"/>
              <a:lstStyle/>
              <a:p>
                <a:pPr eaLnBrk="1" hangingPunct="1">
                  <a:defRPr/>
                </a:pPr>
                <a:endParaRPr lang="en-US" dirty="0">
                  <a:latin typeface="Arial" charset="0"/>
                </a:endParaRPr>
              </a:p>
            </p:txBody>
          </p:sp>
        </p:grpSp>
        <p:sp>
          <p:nvSpPr>
            <p:cNvPr id="95266" name="Text Box 56">
              <a:extLst>
                <a:ext uri="{FF2B5EF4-FFF2-40B4-BE49-F238E27FC236}">
                  <a16:creationId xmlns:a16="http://schemas.microsoft.com/office/drawing/2014/main" id="{165155A0-34AF-DEF9-8021-3BCA47CAFA7E}"/>
                </a:ext>
              </a:extLst>
            </p:cNvPr>
            <p:cNvSpPr txBox="1">
              <a:spLocks noChangeArrowheads="1"/>
            </p:cNvSpPr>
            <p:nvPr/>
          </p:nvSpPr>
          <p:spPr bwMode="auto">
            <a:xfrm>
              <a:off x="1380" y="2233"/>
              <a:ext cx="41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a1</a:t>
              </a:r>
            </a:p>
            <a:p>
              <a:pPr eaLnBrk="1" hangingPunct="1"/>
              <a:r>
                <a:rPr lang="en-US" altLang="en-US" sz="2000" b="0"/>
                <a:t>b1</a:t>
              </a:r>
            </a:p>
            <a:p>
              <a:pPr eaLnBrk="1" hangingPunct="1"/>
              <a:endParaRPr lang="en-US" altLang="en-US" sz="2000" b="0"/>
            </a:p>
          </p:txBody>
        </p:sp>
        <p:grpSp>
          <p:nvGrpSpPr>
            <p:cNvPr id="7" name="Group 57">
              <a:extLst>
                <a:ext uri="{FF2B5EF4-FFF2-40B4-BE49-F238E27FC236}">
                  <a16:creationId xmlns:a16="http://schemas.microsoft.com/office/drawing/2014/main" id="{C7784C00-40A6-43D4-A7EA-929DA9616752}"/>
                </a:ext>
              </a:extLst>
            </p:cNvPr>
            <p:cNvGrpSpPr>
              <a:grpSpLocks/>
            </p:cNvGrpSpPr>
            <p:nvPr/>
          </p:nvGrpSpPr>
          <p:grpSpPr bwMode="auto">
            <a:xfrm>
              <a:off x="1934" y="2823"/>
              <a:ext cx="400" cy="373"/>
              <a:chOff x="1519" y="1752"/>
              <a:chExt cx="545" cy="453"/>
            </a:xfrm>
            <a:solidFill>
              <a:srgbClr val="00CC99"/>
            </a:solidFill>
          </p:grpSpPr>
          <p:sp>
            <p:nvSpPr>
              <p:cNvPr id="37928" name="AutoShape 58">
                <a:extLst>
                  <a:ext uri="{FF2B5EF4-FFF2-40B4-BE49-F238E27FC236}">
                    <a16:creationId xmlns:a16="http://schemas.microsoft.com/office/drawing/2014/main" id="{ABF5DCB4-B2B9-4935-BEC7-69F5F6884B2A}"/>
                  </a:ext>
                </a:extLst>
              </p:cNvPr>
              <p:cNvSpPr>
                <a:spLocks noChangeArrowheads="1"/>
              </p:cNvSpPr>
              <p:nvPr/>
            </p:nvSpPr>
            <p:spPr bwMode="auto">
              <a:xfrm flipH="1">
                <a:off x="1597" y="1752"/>
                <a:ext cx="467" cy="453"/>
              </a:xfrm>
              <a:prstGeom prst="moon">
                <a:avLst>
                  <a:gd name="adj" fmla="val 84819"/>
                </a:avLst>
              </a:prstGeom>
              <a:grpFill/>
              <a:ln w="12700">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7929" name="AutoShape 59">
                <a:extLst>
                  <a:ext uri="{FF2B5EF4-FFF2-40B4-BE49-F238E27FC236}">
                    <a16:creationId xmlns:a16="http://schemas.microsoft.com/office/drawing/2014/main" id="{D77D5015-EB27-4CD2-A944-97EE00A6C518}"/>
                  </a:ext>
                </a:extLst>
              </p:cNvPr>
              <p:cNvSpPr>
                <a:spLocks noChangeArrowheads="1"/>
              </p:cNvSpPr>
              <p:nvPr/>
            </p:nvSpPr>
            <p:spPr bwMode="auto">
              <a:xfrm flipH="1">
                <a:off x="1519" y="1752"/>
                <a:ext cx="545" cy="453"/>
              </a:xfrm>
              <a:prstGeom prst="moon">
                <a:avLst>
                  <a:gd name="adj" fmla="val 84819"/>
                </a:avLst>
              </a:prstGeom>
              <a:solidFill>
                <a:schemeClr val="accent1"/>
              </a:solidFill>
              <a:ln w="28575">
                <a:solidFill>
                  <a:schemeClr val="tx1"/>
                </a:solidFill>
                <a:miter lim="800000"/>
                <a:headEnd/>
                <a:tailEnd/>
              </a:ln>
            </p:spPr>
            <p:txBody>
              <a:bodyPr wrap="none" anchor="ctr"/>
              <a:lstStyle/>
              <a:p>
                <a:pPr eaLnBrk="1" hangingPunct="1">
                  <a:defRPr/>
                </a:pPr>
                <a:endParaRPr lang="en-US" dirty="0">
                  <a:latin typeface="Arial" charset="0"/>
                </a:endParaRPr>
              </a:p>
            </p:txBody>
          </p:sp>
        </p:grpSp>
        <p:sp>
          <p:nvSpPr>
            <p:cNvPr id="95268" name="Text Box 60">
              <a:extLst>
                <a:ext uri="{FF2B5EF4-FFF2-40B4-BE49-F238E27FC236}">
                  <a16:creationId xmlns:a16="http://schemas.microsoft.com/office/drawing/2014/main" id="{DA7D69B7-EC80-7761-CB27-B4BD0A5D992A}"/>
                </a:ext>
              </a:extLst>
            </p:cNvPr>
            <p:cNvSpPr txBox="1">
              <a:spLocks noChangeArrowheads="1"/>
            </p:cNvSpPr>
            <p:nvPr/>
          </p:nvSpPr>
          <p:spPr bwMode="auto">
            <a:xfrm>
              <a:off x="1389" y="2759"/>
              <a:ext cx="41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a0</a:t>
              </a:r>
            </a:p>
            <a:p>
              <a:pPr eaLnBrk="1" hangingPunct="1"/>
              <a:r>
                <a:rPr lang="en-US" altLang="en-US" sz="2000" b="0"/>
                <a:t>b0</a:t>
              </a:r>
            </a:p>
            <a:p>
              <a:pPr eaLnBrk="1" hangingPunct="1"/>
              <a:endParaRPr lang="en-US" altLang="en-US" sz="2000" b="0"/>
            </a:p>
          </p:txBody>
        </p:sp>
        <p:grpSp>
          <p:nvGrpSpPr>
            <p:cNvPr id="8" name="Group 61">
              <a:extLst>
                <a:ext uri="{FF2B5EF4-FFF2-40B4-BE49-F238E27FC236}">
                  <a16:creationId xmlns:a16="http://schemas.microsoft.com/office/drawing/2014/main" id="{BF109D83-F9FC-4B42-96D7-639AB9D350BE}"/>
                </a:ext>
              </a:extLst>
            </p:cNvPr>
            <p:cNvGrpSpPr>
              <a:grpSpLocks/>
            </p:cNvGrpSpPr>
            <p:nvPr/>
          </p:nvGrpSpPr>
          <p:grpSpPr bwMode="auto">
            <a:xfrm>
              <a:off x="3963" y="2538"/>
              <a:ext cx="337" cy="326"/>
              <a:chOff x="894" y="2432"/>
              <a:chExt cx="337" cy="326"/>
            </a:xfrm>
            <a:solidFill>
              <a:srgbClr val="00CC99"/>
            </a:solidFill>
          </p:grpSpPr>
          <p:sp>
            <p:nvSpPr>
              <p:cNvPr id="37926" name="AutoShape 62">
                <a:extLst>
                  <a:ext uri="{FF2B5EF4-FFF2-40B4-BE49-F238E27FC236}">
                    <a16:creationId xmlns:a16="http://schemas.microsoft.com/office/drawing/2014/main" id="{CEF45AB8-E432-4F85-87BB-6C4A35ABABDA}"/>
                  </a:ext>
                </a:extLst>
              </p:cNvPr>
              <p:cNvSpPr>
                <a:spLocks noChangeArrowheads="1"/>
              </p:cNvSpPr>
              <p:nvPr/>
            </p:nvSpPr>
            <p:spPr bwMode="auto">
              <a:xfrm rot="5400000">
                <a:off x="860" y="2466"/>
                <a:ext cx="326" cy="258"/>
              </a:xfrm>
              <a:prstGeom prst="triangle">
                <a:avLst>
                  <a:gd name="adj" fmla="val 50000"/>
                </a:avLst>
              </a:prstGeom>
              <a:solidFill>
                <a:schemeClr val="accent1"/>
              </a:solidFill>
              <a:ln w="28575">
                <a:solidFill>
                  <a:schemeClr val="tx1"/>
                </a:solidFill>
                <a:miter lim="800000"/>
                <a:headEnd/>
                <a:tailEnd/>
              </a:ln>
            </p:spPr>
            <p:txBody>
              <a:bodyPr wrap="none" anchor="ctr"/>
              <a:lstStyle/>
              <a:p>
                <a:pPr eaLnBrk="1" hangingPunct="1">
                  <a:defRPr/>
                </a:pPr>
                <a:endParaRPr lang="en-US" dirty="0">
                  <a:latin typeface="Arial" charset="0"/>
                </a:endParaRPr>
              </a:p>
            </p:txBody>
          </p:sp>
          <p:sp>
            <p:nvSpPr>
              <p:cNvPr id="37927" name="Oval 63">
                <a:extLst>
                  <a:ext uri="{FF2B5EF4-FFF2-40B4-BE49-F238E27FC236}">
                    <a16:creationId xmlns:a16="http://schemas.microsoft.com/office/drawing/2014/main" id="{95347046-4BF1-4B9B-B919-C5B37CD33E3F}"/>
                  </a:ext>
                </a:extLst>
              </p:cNvPr>
              <p:cNvSpPr>
                <a:spLocks noChangeArrowheads="1"/>
              </p:cNvSpPr>
              <p:nvPr/>
            </p:nvSpPr>
            <p:spPr bwMode="auto">
              <a:xfrm>
                <a:off x="1154" y="2558"/>
                <a:ext cx="77" cy="77"/>
              </a:xfrm>
              <a:prstGeom prst="ellipse">
                <a:avLst/>
              </a:prstGeom>
              <a:solidFill>
                <a:schemeClr val="accent1"/>
              </a:solidFill>
              <a:ln w="28575">
                <a:solidFill>
                  <a:schemeClr val="tx1"/>
                </a:solidFill>
                <a:round/>
                <a:headEnd/>
                <a:tailEnd/>
              </a:ln>
            </p:spPr>
            <p:txBody>
              <a:bodyPr wrap="none" anchor="ctr"/>
              <a:lstStyle/>
              <a:p>
                <a:pPr eaLnBrk="1" hangingPunct="1">
                  <a:defRPr/>
                </a:pPr>
                <a:endParaRPr lang="en-US" dirty="0">
                  <a:latin typeface="Arial" charset="0"/>
                </a:endParaRPr>
              </a:p>
            </p:txBody>
          </p:sp>
        </p:grpSp>
        <p:sp>
          <p:nvSpPr>
            <p:cNvPr id="95270" name="AutoShape 40">
              <a:extLst>
                <a:ext uri="{FF2B5EF4-FFF2-40B4-BE49-F238E27FC236}">
                  <a16:creationId xmlns:a16="http://schemas.microsoft.com/office/drawing/2014/main" id="{900E7902-87E1-CCEC-447C-EA187D059CE0}"/>
                </a:ext>
              </a:extLst>
            </p:cNvPr>
            <p:cNvSpPr>
              <a:spLocks noChangeArrowheads="1"/>
            </p:cNvSpPr>
            <p:nvPr/>
          </p:nvSpPr>
          <p:spPr bwMode="auto">
            <a:xfrm rot="5550226">
              <a:off x="1505" y="2808"/>
              <a:ext cx="469" cy="43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53 w 21600"/>
                <a:gd name="T13" fmla="*/ 0 h 21600"/>
                <a:gd name="T14" fmla="*/ 21047 w 21600"/>
                <a:gd name="T15" fmla="*/ 7317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19050">
              <a:solidFill>
                <a:schemeClr val="tx1"/>
              </a:solidFill>
              <a:miter lim="800000"/>
              <a:headEnd/>
              <a:tailEnd/>
            </a:ln>
          </p:spPr>
          <p:txBody>
            <a:bodyPr wrap="none" anchor="ctr"/>
            <a:lstStyle/>
            <a:p>
              <a:endParaRPr lang="en-US"/>
            </a:p>
          </p:txBody>
        </p:sp>
        <p:sp>
          <p:nvSpPr>
            <p:cNvPr id="95271" name="AutoShape 42">
              <a:extLst>
                <a:ext uri="{FF2B5EF4-FFF2-40B4-BE49-F238E27FC236}">
                  <a16:creationId xmlns:a16="http://schemas.microsoft.com/office/drawing/2014/main" id="{E881BE1D-2D61-74E8-5B5E-55BDCA27818E}"/>
                </a:ext>
              </a:extLst>
            </p:cNvPr>
            <p:cNvSpPr>
              <a:spLocks noChangeArrowheads="1"/>
            </p:cNvSpPr>
            <p:nvPr/>
          </p:nvSpPr>
          <p:spPr bwMode="auto">
            <a:xfrm rot="5400000">
              <a:off x="1476" y="1059"/>
              <a:ext cx="466"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56 w 21600"/>
                <a:gd name="T13" fmla="*/ 0 h 21600"/>
                <a:gd name="T14" fmla="*/ 21044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19050">
              <a:solidFill>
                <a:schemeClr val="tx1"/>
              </a:solidFill>
              <a:miter lim="800000"/>
              <a:headEnd/>
              <a:tailEnd/>
            </a:ln>
          </p:spPr>
          <p:txBody>
            <a:bodyPr wrap="none" anchor="ctr"/>
            <a:lstStyle/>
            <a:p>
              <a:endParaRPr lang="en-US"/>
            </a:p>
          </p:txBody>
        </p:sp>
        <p:sp>
          <p:nvSpPr>
            <p:cNvPr id="95272" name="AutoShape 43">
              <a:extLst>
                <a:ext uri="{FF2B5EF4-FFF2-40B4-BE49-F238E27FC236}">
                  <a16:creationId xmlns:a16="http://schemas.microsoft.com/office/drawing/2014/main" id="{761F71AF-4366-E2BF-85EC-C5CDF93941FF}"/>
                </a:ext>
              </a:extLst>
            </p:cNvPr>
            <p:cNvSpPr>
              <a:spLocks noChangeArrowheads="1"/>
            </p:cNvSpPr>
            <p:nvPr/>
          </p:nvSpPr>
          <p:spPr bwMode="auto">
            <a:xfrm rot="5243846">
              <a:off x="1503" y="1692"/>
              <a:ext cx="413"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75 w 21600"/>
                <a:gd name="T13" fmla="*/ 0 h 21600"/>
                <a:gd name="T14" fmla="*/ 21025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19050">
              <a:solidFill>
                <a:schemeClr val="tx1"/>
              </a:solidFill>
              <a:miter lim="800000"/>
              <a:headEnd/>
              <a:tailEnd/>
            </a:ln>
          </p:spPr>
          <p:txBody>
            <a:bodyPr wrap="none" anchor="ctr"/>
            <a:lstStyle/>
            <a:p>
              <a:endParaRPr lang="en-US"/>
            </a:p>
          </p:txBody>
        </p:sp>
        <p:sp>
          <p:nvSpPr>
            <p:cNvPr id="95273" name="AutoShape 44">
              <a:extLst>
                <a:ext uri="{FF2B5EF4-FFF2-40B4-BE49-F238E27FC236}">
                  <a16:creationId xmlns:a16="http://schemas.microsoft.com/office/drawing/2014/main" id="{8D5EE442-EEA6-DC5E-CC61-BC2097E5BACF}"/>
                </a:ext>
              </a:extLst>
            </p:cNvPr>
            <p:cNvSpPr>
              <a:spLocks noChangeArrowheads="1"/>
            </p:cNvSpPr>
            <p:nvPr/>
          </p:nvSpPr>
          <p:spPr bwMode="auto">
            <a:xfrm rot="5590744">
              <a:off x="1507" y="2249"/>
              <a:ext cx="462"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61 w 21600"/>
                <a:gd name="T13" fmla="*/ 0 h 21600"/>
                <a:gd name="T14" fmla="*/ 21039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19050">
              <a:solidFill>
                <a:schemeClr val="tx1"/>
              </a:solidFill>
              <a:miter lim="800000"/>
              <a:headEnd/>
              <a:tailEnd/>
            </a:ln>
          </p:spPr>
          <p:txBody>
            <a:bodyPr wrap="none" anchor="ctr"/>
            <a:lstStyle/>
            <a:p>
              <a:endParaRPr lang="en-US"/>
            </a:p>
          </p:txBody>
        </p:sp>
      </p:grpSp>
      <p:sp>
        <p:nvSpPr>
          <p:cNvPr id="95235" name="Title 53">
            <a:extLst>
              <a:ext uri="{FF2B5EF4-FFF2-40B4-BE49-F238E27FC236}">
                <a16:creationId xmlns:a16="http://schemas.microsoft.com/office/drawing/2014/main" id="{D4DB2B56-94B0-F53A-E0C1-32D386925E12}"/>
              </a:ext>
            </a:extLst>
          </p:cNvPr>
          <p:cNvSpPr>
            <a:spLocks noGrp="1" noChangeArrowheads="1"/>
          </p:cNvSpPr>
          <p:nvPr>
            <p:ph type="title"/>
          </p:nvPr>
        </p:nvSpPr>
        <p:spPr>
          <a:xfrm>
            <a:off x="-1" y="183402"/>
            <a:ext cx="11612880" cy="704088"/>
          </a:xfrm>
        </p:spPr>
        <p:txBody>
          <a:bodyPr>
            <a:normAutofit/>
          </a:bodyPr>
          <a:lstStyle/>
          <a:p>
            <a:r>
              <a:rPr lang="en-US" altLang="en-US" dirty="0"/>
              <a:t>Comparator </a:t>
            </a:r>
            <a:r>
              <a:rPr lang="en-US" altLang="en-US" dirty="0">
                <a:sym typeface="Symbol" panose="05050102010706020507" pitchFamily="18" charset="2"/>
              </a:rPr>
              <a:t> /</a:t>
            </a:r>
            <a:r>
              <a:rPr lang="en-US" altLang="en-US" dirty="0"/>
              <a:t> (using XOR)</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4">
            <a:extLst>
              <a:ext uri="{FF2B5EF4-FFF2-40B4-BE49-F238E27FC236}">
                <a16:creationId xmlns:a16="http://schemas.microsoft.com/office/drawing/2014/main" id="{AD7043F2-B2A4-DDC0-3FFB-CA69965E6A34}"/>
              </a:ext>
            </a:extLst>
          </p:cNvPr>
          <p:cNvSpPr>
            <a:spLocks noGrp="1" noChangeArrowheads="1"/>
          </p:cNvSpPr>
          <p:nvPr>
            <p:ph type="title"/>
          </p:nvPr>
        </p:nvSpPr>
        <p:spPr>
          <a:xfrm>
            <a:off x="-1" y="183402"/>
            <a:ext cx="11612880" cy="704088"/>
          </a:xfrm>
        </p:spPr>
        <p:txBody>
          <a:bodyPr>
            <a:normAutofit/>
          </a:bodyPr>
          <a:lstStyle/>
          <a:p>
            <a:r>
              <a:rPr lang="en-US" altLang="en-US" dirty="0"/>
              <a:t>Verilog Description for n-bit Comparator</a:t>
            </a:r>
          </a:p>
        </p:txBody>
      </p:sp>
      <p:sp>
        <p:nvSpPr>
          <p:cNvPr id="97283" name="Content Placeholder 5">
            <a:extLst>
              <a:ext uri="{FF2B5EF4-FFF2-40B4-BE49-F238E27FC236}">
                <a16:creationId xmlns:a16="http://schemas.microsoft.com/office/drawing/2014/main" id="{ECAC31D3-6544-2D28-01F0-9F024B055060}"/>
              </a:ext>
            </a:extLst>
          </p:cNvPr>
          <p:cNvSpPr>
            <a:spLocks noGrp="1" noChangeArrowheads="1"/>
          </p:cNvSpPr>
          <p:nvPr>
            <p:ph type="body" sz="quarter" idx="10"/>
          </p:nvPr>
        </p:nvSpPr>
        <p:spPr>
          <a:xfrm>
            <a:off x="457200" y="1188720"/>
            <a:ext cx="11277922" cy="5185186"/>
          </a:xfrm>
        </p:spPr>
        <p:txBody>
          <a:bodyPr/>
          <a:lstStyle/>
          <a:p>
            <a:r>
              <a:rPr lang="en-US" altLang="en-US"/>
              <a:t>module  compare (compout, a,b);</a:t>
            </a:r>
          </a:p>
          <a:p>
            <a:r>
              <a:rPr lang="en-US" altLang="en-US"/>
              <a:t>parameter size = 32;</a:t>
            </a:r>
          </a:p>
          <a:p>
            <a:r>
              <a:rPr lang="en-US" altLang="en-US"/>
              <a:t>output compout;</a:t>
            </a:r>
          </a:p>
          <a:p>
            <a:r>
              <a:rPr lang="en-US" altLang="en-US"/>
              <a:t>input [size-1:0] a;</a:t>
            </a:r>
          </a:p>
          <a:p>
            <a:r>
              <a:rPr lang="en-US" altLang="en-US"/>
              <a:t>input [size-1:0] b;</a:t>
            </a:r>
          </a:p>
          <a:p>
            <a:r>
              <a:rPr lang="en-US" altLang="en-US"/>
              <a:t>assign compout = (a==b);</a:t>
            </a:r>
          </a:p>
          <a:p>
            <a:r>
              <a:rPr lang="en-US" altLang="en-US"/>
              <a:t>endmodule //compare</a:t>
            </a:r>
          </a:p>
          <a:p>
            <a:endParaRPr lang="ru-RU" altLang="en-US"/>
          </a:p>
          <a:p>
            <a:endParaRPr lang="en-US"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57" name="Content Placeholder 9">
            <a:extLst>
              <a:ext uri="{FF2B5EF4-FFF2-40B4-BE49-F238E27FC236}">
                <a16:creationId xmlns:a16="http://schemas.microsoft.com/office/drawing/2014/main" id="{4C081045-447B-70C0-BF3C-5E5D132C9984}"/>
              </a:ext>
            </a:extLst>
          </p:cNvPr>
          <p:cNvSpPr>
            <a:spLocks noGrp="1" noChangeArrowheads="1"/>
          </p:cNvSpPr>
          <p:nvPr>
            <p:ph type="body" sz="quarter" idx="10"/>
          </p:nvPr>
        </p:nvSpPr>
        <p:spPr>
          <a:xfrm>
            <a:off x="457200" y="1188720"/>
            <a:ext cx="11277922" cy="5185186"/>
          </a:xfrm>
        </p:spPr>
        <p:txBody>
          <a:bodyPr/>
          <a:lstStyle/>
          <a:p>
            <a:r>
              <a:rPr lang="en-US" altLang="en-US" dirty="0"/>
              <a:t>Determine functions YA</a:t>
            </a:r>
            <a:r>
              <a:rPr lang="ru-RU" altLang="en-US" dirty="0"/>
              <a:t>&gt;</a:t>
            </a:r>
            <a:r>
              <a:rPr lang="en-US" altLang="en-US" dirty="0"/>
              <a:t>B</a:t>
            </a:r>
            <a:r>
              <a:rPr lang="ru-RU" altLang="en-US" dirty="0"/>
              <a:t>, Y</a:t>
            </a:r>
            <a:r>
              <a:rPr lang="en-US" altLang="en-US" dirty="0"/>
              <a:t>A</a:t>
            </a:r>
            <a:r>
              <a:rPr lang="ru-RU" altLang="en-US" dirty="0"/>
              <a:t>=</a:t>
            </a:r>
            <a:r>
              <a:rPr lang="en-US" altLang="en-US" dirty="0"/>
              <a:t>B</a:t>
            </a:r>
            <a:r>
              <a:rPr lang="ru-RU" altLang="en-US" dirty="0"/>
              <a:t>, YА&lt;B </a:t>
            </a:r>
            <a:endParaRPr lang="en-US" altLang="en-US" dirty="0"/>
          </a:p>
          <a:p>
            <a:r>
              <a:rPr lang="en-US" altLang="en-US" dirty="0"/>
              <a:t>YA&gt;B=(a3&gt;b3)</a:t>
            </a:r>
            <a:r>
              <a:rPr lang="en-US" altLang="en-US" dirty="0">
                <a:sym typeface="Symbol" panose="05050102010706020507" pitchFamily="18" charset="2"/>
              </a:rPr>
              <a:t>+</a:t>
            </a:r>
            <a:r>
              <a:rPr lang="en-US" altLang="en-US" dirty="0"/>
              <a:t>(a3==b3)</a:t>
            </a:r>
            <a:r>
              <a:rPr lang="en-US" altLang="en-US" dirty="0">
                <a:sym typeface="Symbol" panose="05050102010706020507" pitchFamily="18" charset="2"/>
              </a:rPr>
              <a:t></a:t>
            </a:r>
            <a:r>
              <a:rPr lang="en-US" altLang="en-US" dirty="0"/>
              <a:t>(a2&gt;b2)</a:t>
            </a:r>
            <a:r>
              <a:rPr lang="en-US" altLang="en-US" dirty="0">
                <a:sym typeface="Symbol" panose="05050102010706020507" pitchFamily="18" charset="2"/>
              </a:rPr>
              <a:t>+</a:t>
            </a:r>
            <a:r>
              <a:rPr lang="en-US" altLang="en-US" dirty="0"/>
              <a:t>(a3==b3)</a:t>
            </a:r>
            <a:r>
              <a:rPr lang="en-US" altLang="en-US" dirty="0">
                <a:sym typeface="Symbol" panose="05050102010706020507" pitchFamily="18" charset="2"/>
              </a:rPr>
              <a:t></a:t>
            </a:r>
            <a:r>
              <a:rPr lang="en-US" altLang="en-US" dirty="0"/>
              <a:t>(a2==b2)</a:t>
            </a:r>
            <a:r>
              <a:rPr lang="en-US" altLang="en-US" dirty="0">
                <a:sym typeface="Symbol" panose="05050102010706020507" pitchFamily="18" charset="2"/>
              </a:rPr>
              <a:t></a:t>
            </a:r>
            <a:r>
              <a:rPr lang="en-US" altLang="en-US" dirty="0"/>
              <a:t>(a1&gt;b1)</a:t>
            </a:r>
            <a:r>
              <a:rPr lang="en-US" altLang="en-US" dirty="0">
                <a:sym typeface="Symbol" panose="05050102010706020507" pitchFamily="18" charset="2"/>
              </a:rPr>
              <a:t>+</a:t>
            </a:r>
          </a:p>
          <a:p>
            <a:r>
              <a:rPr lang="en-US" altLang="en-US" dirty="0">
                <a:sym typeface="Symbol" panose="05050102010706020507" pitchFamily="18" charset="2"/>
              </a:rPr>
              <a:t>+</a:t>
            </a:r>
            <a:r>
              <a:rPr lang="en-US" altLang="en-US" dirty="0"/>
              <a:t>(a3==b3)</a:t>
            </a:r>
            <a:r>
              <a:rPr lang="en-US" altLang="en-US" dirty="0">
                <a:sym typeface="Symbol" panose="05050102010706020507" pitchFamily="18" charset="2"/>
              </a:rPr>
              <a:t></a:t>
            </a:r>
            <a:r>
              <a:rPr lang="en-US" altLang="en-US" dirty="0"/>
              <a:t>(a2==b2)</a:t>
            </a:r>
            <a:r>
              <a:rPr lang="en-US" altLang="en-US" dirty="0">
                <a:sym typeface="Symbol" panose="05050102010706020507" pitchFamily="18" charset="2"/>
              </a:rPr>
              <a:t></a:t>
            </a:r>
            <a:r>
              <a:rPr lang="en-US" altLang="en-US" dirty="0"/>
              <a:t>(a1=b1) (a0&gt;b0) ;</a:t>
            </a:r>
          </a:p>
          <a:p>
            <a:r>
              <a:rPr lang="en-US" altLang="en-US" dirty="0"/>
              <a:t>YA=B = (a3 = =b3)</a:t>
            </a:r>
            <a:r>
              <a:rPr lang="en-US" altLang="en-US" dirty="0">
                <a:sym typeface="Symbol" panose="05050102010706020507" pitchFamily="18" charset="2"/>
              </a:rPr>
              <a:t></a:t>
            </a:r>
            <a:r>
              <a:rPr lang="en-US" altLang="en-US" dirty="0"/>
              <a:t>(a2 = =b2)</a:t>
            </a:r>
            <a:r>
              <a:rPr lang="en-US" altLang="en-US" dirty="0">
                <a:sym typeface="Symbol" panose="05050102010706020507" pitchFamily="18" charset="2"/>
              </a:rPr>
              <a:t></a:t>
            </a:r>
            <a:r>
              <a:rPr lang="en-US" altLang="en-US" dirty="0"/>
              <a:t>(a1= =b1)</a:t>
            </a:r>
            <a:r>
              <a:rPr lang="en-US" altLang="en-US" dirty="0">
                <a:sym typeface="Symbol" panose="05050102010706020507" pitchFamily="18" charset="2"/>
              </a:rPr>
              <a:t></a:t>
            </a:r>
            <a:r>
              <a:rPr lang="en-US" altLang="en-US" dirty="0"/>
              <a:t>(a0 = =b0);</a:t>
            </a:r>
          </a:p>
          <a:p>
            <a:r>
              <a:rPr lang="en-US" altLang="en-US" dirty="0"/>
              <a:t>YА&lt;B = ~YA&gt;B </a:t>
            </a:r>
            <a:r>
              <a:rPr lang="en-US" altLang="en-US" dirty="0">
                <a:sym typeface="Symbol" panose="05050102010706020507" pitchFamily="18" charset="2"/>
              </a:rPr>
              <a:t></a:t>
            </a:r>
            <a:r>
              <a:rPr lang="en-US" altLang="en-US" dirty="0"/>
              <a:t> ~YA=B;</a:t>
            </a:r>
            <a:endParaRPr lang="ru-RU" altLang="en-US" dirty="0"/>
          </a:p>
          <a:p>
            <a:endParaRPr lang="en-US" altLang="en-US" dirty="0"/>
          </a:p>
          <a:p>
            <a:pPr marL="0" indent="0">
              <a:buNone/>
            </a:pPr>
            <a:r>
              <a:rPr lang="en-US" altLang="en-US" dirty="0"/>
              <a:t>							Fa&gt;b=a</a:t>
            </a:r>
            <a:r>
              <a:rPr lang="en-US" altLang="en-US" dirty="0">
                <a:sym typeface="Symbol" panose="05050102010706020507" pitchFamily="18" charset="2"/>
              </a:rPr>
              <a:t>~b</a:t>
            </a:r>
            <a:endParaRPr lang="ru-RU" altLang="en-US" dirty="0">
              <a:sym typeface="Symbol" panose="05050102010706020507" pitchFamily="18" charset="2"/>
            </a:endParaRPr>
          </a:p>
          <a:p>
            <a:endParaRPr lang="en-US" altLang="en-US" dirty="0"/>
          </a:p>
        </p:txBody>
      </p:sp>
      <p:graphicFrame>
        <p:nvGraphicFramePr>
          <p:cNvPr id="8" name="Table 7">
            <a:extLst>
              <a:ext uri="{FF2B5EF4-FFF2-40B4-BE49-F238E27FC236}">
                <a16:creationId xmlns:a16="http://schemas.microsoft.com/office/drawing/2014/main" id="{A61E1067-127E-4269-88B0-3433B1AB25A6}"/>
              </a:ext>
            </a:extLst>
          </p:cNvPr>
          <p:cNvGraphicFramePr>
            <a:graphicFrameLocks noGrp="1"/>
          </p:cNvGraphicFramePr>
          <p:nvPr>
            <p:extLst>
              <p:ext uri="{D42A27DB-BD31-4B8C-83A1-F6EECF244321}">
                <p14:modId xmlns:p14="http://schemas.microsoft.com/office/powerpoint/2010/main" val="3798422117"/>
              </p:ext>
            </p:extLst>
          </p:nvPr>
        </p:nvGraphicFramePr>
        <p:xfrm>
          <a:off x="2228850" y="3682999"/>
          <a:ext cx="3867150" cy="2690815"/>
        </p:xfrm>
        <a:graphic>
          <a:graphicData uri="http://schemas.openxmlformats.org/drawingml/2006/table">
            <a:tbl>
              <a:tblPr firstRow="1" bandRow="1">
                <a:tableStyleId>{5C22544A-7EE6-4342-B048-85BDC9FD1C3A}</a:tableStyleId>
              </a:tblPr>
              <a:tblGrid>
                <a:gridCol w="1289050">
                  <a:extLst>
                    <a:ext uri="{9D8B030D-6E8A-4147-A177-3AD203B41FA5}">
                      <a16:colId xmlns:a16="http://schemas.microsoft.com/office/drawing/2014/main" val="20000"/>
                    </a:ext>
                  </a:extLst>
                </a:gridCol>
                <a:gridCol w="1289050">
                  <a:extLst>
                    <a:ext uri="{9D8B030D-6E8A-4147-A177-3AD203B41FA5}">
                      <a16:colId xmlns:a16="http://schemas.microsoft.com/office/drawing/2014/main" val="20001"/>
                    </a:ext>
                  </a:extLst>
                </a:gridCol>
                <a:gridCol w="1289050">
                  <a:extLst>
                    <a:ext uri="{9D8B030D-6E8A-4147-A177-3AD203B41FA5}">
                      <a16:colId xmlns:a16="http://schemas.microsoft.com/office/drawing/2014/main" val="20002"/>
                    </a:ext>
                  </a:extLst>
                </a:gridCol>
              </a:tblGrid>
              <a:tr h="538163">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dirty="0">
                          <a:ln>
                            <a:noFill/>
                          </a:ln>
                          <a:solidFill>
                            <a:schemeClr val="bg1"/>
                          </a:solidFill>
                          <a:effectLst/>
                          <a:latin typeface="Times New Roman" pitchFamily="18" charset="0"/>
                          <a:cs typeface="Times New Roman" pitchFamily="18" charset="0"/>
                        </a:rPr>
                        <a:t>a</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dirty="0">
                          <a:ln>
                            <a:noFill/>
                          </a:ln>
                          <a:solidFill>
                            <a:schemeClr val="bg1"/>
                          </a:solidFill>
                          <a:effectLst/>
                          <a:latin typeface="Times New Roman" pitchFamily="18" charset="0"/>
                          <a:cs typeface="Times New Roman" pitchFamily="18" charset="0"/>
                        </a:rPr>
                        <a:t>b</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dirty="0" err="1">
                          <a:ln>
                            <a:noFill/>
                          </a:ln>
                          <a:solidFill>
                            <a:schemeClr val="bg1"/>
                          </a:solidFill>
                          <a:effectLst/>
                          <a:latin typeface="Times New Roman" pitchFamily="18" charset="0"/>
                          <a:cs typeface="Times New Roman" pitchFamily="18" charset="0"/>
                        </a:rPr>
                        <a:t>F</a:t>
                      </a:r>
                      <a:r>
                        <a:rPr kumimoji="0" lang="en-US" sz="2000" b="0" i="0" u="none" strike="noStrike" cap="none" normalizeH="0" baseline="-30000" dirty="0" err="1">
                          <a:ln>
                            <a:noFill/>
                          </a:ln>
                          <a:solidFill>
                            <a:schemeClr val="bg1"/>
                          </a:solidFill>
                          <a:effectLst/>
                          <a:latin typeface="Times New Roman" pitchFamily="18" charset="0"/>
                          <a:cs typeface="Times New Roman" pitchFamily="18" charset="0"/>
                        </a:rPr>
                        <a:t>a</a:t>
                      </a:r>
                      <a:r>
                        <a:rPr kumimoji="0" lang="en-US" sz="2000" b="0" i="0" u="none" strike="noStrike" cap="none" normalizeH="0" baseline="-30000" dirty="0">
                          <a:ln>
                            <a:noFill/>
                          </a:ln>
                          <a:solidFill>
                            <a:schemeClr val="bg1"/>
                          </a:solidFill>
                          <a:effectLst/>
                          <a:latin typeface="Times New Roman" pitchFamily="18" charset="0"/>
                          <a:cs typeface="Times New Roman" pitchFamily="18" charset="0"/>
                        </a:rPr>
                        <a:t>&gt;b</a:t>
                      </a:r>
                      <a:endParaRPr kumimoji="0" lang="en-US" sz="2000" b="0" i="0" u="none" strike="noStrike" cap="none" normalizeH="0" baseline="0" dirty="0">
                        <a:ln>
                          <a:noFill/>
                        </a:ln>
                        <a:solidFill>
                          <a:schemeClr val="bg1"/>
                        </a:solidFill>
                        <a:effectLst/>
                        <a:latin typeface="Times New Roman" pitchFamily="18" charset="0"/>
                        <a:cs typeface="Times New Roman" pitchFamily="18" charset="0"/>
                      </a:endParaRPr>
                    </a:p>
                  </a:txBody>
                  <a:tcPr horzOverflow="overflow"/>
                </a:tc>
                <a:extLst>
                  <a:ext uri="{0D108BD9-81ED-4DB2-BD59-A6C34878D82A}">
                    <a16:rowId xmlns:a16="http://schemas.microsoft.com/office/drawing/2014/main" val="10000"/>
                  </a:ext>
                </a:extLst>
              </a:tr>
              <a:tr h="538163">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0</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0</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0</a:t>
                      </a:r>
                    </a:p>
                  </a:txBody>
                  <a:tcPr horzOverflow="overflow"/>
                </a:tc>
                <a:extLst>
                  <a:ext uri="{0D108BD9-81ED-4DB2-BD59-A6C34878D82A}">
                    <a16:rowId xmlns:a16="http://schemas.microsoft.com/office/drawing/2014/main" val="10001"/>
                  </a:ext>
                </a:extLst>
              </a:tr>
              <a:tr h="538163">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0</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0</a:t>
                      </a:r>
                    </a:p>
                  </a:txBody>
                  <a:tcPr horzOverflow="overflow"/>
                </a:tc>
                <a:extLst>
                  <a:ext uri="{0D108BD9-81ED-4DB2-BD59-A6C34878D82A}">
                    <a16:rowId xmlns:a16="http://schemas.microsoft.com/office/drawing/2014/main" val="10002"/>
                  </a:ext>
                </a:extLst>
              </a:tr>
              <a:tr h="538163">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1</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0</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a:t>
                      </a:r>
                    </a:p>
                  </a:txBody>
                  <a:tcPr horzOverflow="overflow"/>
                </a:tc>
                <a:extLst>
                  <a:ext uri="{0D108BD9-81ED-4DB2-BD59-A6C34878D82A}">
                    <a16:rowId xmlns:a16="http://schemas.microsoft.com/office/drawing/2014/main" val="10003"/>
                  </a:ext>
                </a:extLst>
              </a:tr>
              <a:tr h="538163">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a:ln>
                            <a:noFill/>
                          </a:ln>
                          <a:solidFill>
                            <a:schemeClr val="tx1"/>
                          </a:solidFill>
                          <a:effectLst/>
                          <a:latin typeface="Times New Roman" pitchFamily="18" charset="0"/>
                          <a:cs typeface="Times New Roman" pitchFamily="18" charset="0"/>
                        </a:rPr>
                        <a:t>1</a:t>
                      </a:r>
                    </a:p>
                  </a:txBody>
                  <a:tcPr horzOverflow="overflow"/>
                </a:tc>
                <a:tc>
                  <a:txBody>
                    <a:bodyPr/>
                    <a:lstStyle/>
                    <a:p>
                      <a:pPr marL="342900" marR="0" lvl="0" indent="-342900" algn="justLow" defTabSz="914400" rtl="0" eaLnBrk="1" fontAlgn="base" latinLnBrk="0" hangingPunct="1">
                        <a:lnSpc>
                          <a:spcPct val="100000"/>
                        </a:lnSpc>
                        <a:spcBef>
                          <a:spcPct val="0"/>
                        </a:spcBef>
                        <a:spcAft>
                          <a:spcPct val="0"/>
                        </a:spcAft>
                        <a:buClr>
                          <a:srgbClr val="0000FF"/>
                        </a:buClr>
                        <a:buSzPct val="100000"/>
                        <a:buFont typeface="Arial" pitchFamily="34" charset="0"/>
                        <a:buNone/>
                        <a:tabLst>
                          <a:tab pos="3076575" algn="ctr"/>
                          <a:tab pos="6153150" algn="r"/>
                        </a:tabLst>
                      </a:pPr>
                      <a:r>
                        <a:rPr kumimoji="0" lang="en-US" sz="2000" b="0" i="0" u="none" strike="noStrike" cap="none" normalizeH="0" baseline="0" dirty="0">
                          <a:ln>
                            <a:noFill/>
                          </a:ln>
                          <a:solidFill>
                            <a:schemeClr val="tx1"/>
                          </a:solidFill>
                          <a:effectLst/>
                          <a:latin typeface="Times New Roman" pitchFamily="18" charset="0"/>
                          <a:cs typeface="Times New Roman" pitchFamily="18" charset="0"/>
                        </a:rPr>
                        <a:t>0</a:t>
                      </a:r>
                    </a:p>
                  </a:txBody>
                  <a:tcPr horzOverflow="overflow"/>
                </a:tc>
                <a:extLst>
                  <a:ext uri="{0D108BD9-81ED-4DB2-BD59-A6C34878D82A}">
                    <a16:rowId xmlns:a16="http://schemas.microsoft.com/office/drawing/2014/main" val="10004"/>
                  </a:ext>
                </a:extLst>
              </a:tr>
            </a:tbl>
          </a:graphicData>
        </a:graphic>
      </p:graphicFrame>
      <p:sp>
        <p:nvSpPr>
          <p:cNvPr id="99356" name="Title 8">
            <a:extLst>
              <a:ext uri="{FF2B5EF4-FFF2-40B4-BE49-F238E27FC236}">
                <a16:creationId xmlns:a16="http://schemas.microsoft.com/office/drawing/2014/main" id="{B45EF110-D9C5-3DF2-634B-75C1E0799235}"/>
              </a:ext>
            </a:extLst>
          </p:cNvPr>
          <p:cNvSpPr>
            <a:spLocks noGrp="1" noChangeArrowheads="1"/>
          </p:cNvSpPr>
          <p:nvPr>
            <p:ph type="title"/>
          </p:nvPr>
        </p:nvSpPr>
        <p:spPr>
          <a:xfrm>
            <a:off x="-1" y="183402"/>
            <a:ext cx="11612880" cy="704088"/>
          </a:xfrm>
        </p:spPr>
        <p:txBody>
          <a:bodyPr>
            <a:normAutofit/>
          </a:bodyPr>
          <a:lstStyle/>
          <a:p>
            <a:r>
              <a:rPr lang="en-US" altLang="en-US" dirty="0"/>
              <a:t>Comparator &gt;,&lt;,=</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91AFD370-17A9-AE41-80E7-FB60FCCA6EFE}"/>
              </a:ext>
            </a:extLst>
          </p:cNvPr>
          <p:cNvSpPr>
            <a:spLocks noGrp="1" noChangeArrowheads="1"/>
          </p:cNvSpPr>
          <p:nvPr>
            <p:ph type="title"/>
          </p:nvPr>
        </p:nvSpPr>
        <p:spPr>
          <a:xfrm>
            <a:off x="-1" y="183402"/>
            <a:ext cx="11612880" cy="704088"/>
          </a:xfrm>
        </p:spPr>
        <p:txBody>
          <a:bodyPr/>
          <a:lstStyle/>
          <a:p>
            <a:r>
              <a:rPr lang="en-US" altLang="en-US"/>
              <a:t>A Four-bit Comparator Circuit</a:t>
            </a:r>
            <a:endParaRPr lang="ru-RU" altLang="en-US"/>
          </a:p>
        </p:txBody>
      </p:sp>
      <p:grpSp>
        <p:nvGrpSpPr>
          <p:cNvPr id="101379" name="Group 3">
            <a:extLst>
              <a:ext uri="{FF2B5EF4-FFF2-40B4-BE49-F238E27FC236}">
                <a16:creationId xmlns:a16="http://schemas.microsoft.com/office/drawing/2014/main" id="{09F24D60-B2A8-64DE-FB2F-5D808981FE3B}"/>
              </a:ext>
            </a:extLst>
          </p:cNvPr>
          <p:cNvGrpSpPr>
            <a:grpSpLocks/>
          </p:cNvGrpSpPr>
          <p:nvPr/>
        </p:nvGrpSpPr>
        <p:grpSpPr bwMode="auto">
          <a:xfrm>
            <a:off x="2822576" y="1546225"/>
            <a:ext cx="6778625" cy="4103688"/>
            <a:chOff x="238" y="700"/>
            <a:chExt cx="4592" cy="2912"/>
          </a:xfrm>
        </p:grpSpPr>
        <p:sp>
          <p:nvSpPr>
            <p:cNvPr id="101380" name="Line 62">
              <a:extLst>
                <a:ext uri="{FF2B5EF4-FFF2-40B4-BE49-F238E27FC236}">
                  <a16:creationId xmlns:a16="http://schemas.microsoft.com/office/drawing/2014/main" id="{010CCC2D-FA2A-6462-0641-854E261867BA}"/>
                </a:ext>
              </a:extLst>
            </p:cNvPr>
            <p:cNvSpPr>
              <a:spLocks noChangeShapeType="1"/>
            </p:cNvSpPr>
            <p:nvPr/>
          </p:nvSpPr>
          <p:spPr bwMode="auto">
            <a:xfrm flipH="1">
              <a:off x="503" y="854"/>
              <a:ext cx="11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1" name="Line 63">
              <a:extLst>
                <a:ext uri="{FF2B5EF4-FFF2-40B4-BE49-F238E27FC236}">
                  <a16:creationId xmlns:a16="http://schemas.microsoft.com/office/drawing/2014/main" id="{580931CA-0471-B708-529C-9D60DE1DB841}"/>
                </a:ext>
              </a:extLst>
            </p:cNvPr>
            <p:cNvSpPr>
              <a:spLocks noChangeShapeType="1"/>
            </p:cNvSpPr>
            <p:nvPr/>
          </p:nvSpPr>
          <p:spPr bwMode="auto">
            <a:xfrm flipH="1">
              <a:off x="506" y="982"/>
              <a:ext cx="11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2" name="Line 64">
              <a:extLst>
                <a:ext uri="{FF2B5EF4-FFF2-40B4-BE49-F238E27FC236}">
                  <a16:creationId xmlns:a16="http://schemas.microsoft.com/office/drawing/2014/main" id="{F963E824-0A9E-B2B8-3EF0-3C13BD6124ED}"/>
                </a:ext>
              </a:extLst>
            </p:cNvPr>
            <p:cNvSpPr>
              <a:spLocks noChangeShapeType="1"/>
            </p:cNvSpPr>
            <p:nvPr/>
          </p:nvSpPr>
          <p:spPr bwMode="auto">
            <a:xfrm flipH="1">
              <a:off x="486" y="1172"/>
              <a:ext cx="11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3" name="Line 65">
              <a:extLst>
                <a:ext uri="{FF2B5EF4-FFF2-40B4-BE49-F238E27FC236}">
                  <a16:creationId xmlns:a16="http://schemas.microsoft.com/office/drawing/2014/main" id="{06158D45-59ED-CE88-DCE8-178E62DCBE46}"/>
                </a:ext>
              </a:extLst>
            </p:cNvPr>
            <p:cNvSpPr>
              <a:spLocks noChangeShapeType="1"/>
            </p:cNvSpPr>
            <p:nvPr/>
          </p:nvSpPr>
          <p:spPr bwMode="auto">
            <a:xfrm flipH="1">
              <a:off x="492" y="1306"/>
              <a:ext cx="11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4" name="Line 66">
              <a:extLst>
                <a:ext uri="{FF2B5EF4-FFF2-40B4-BE49-F238E27FC236}">
                  <a16:creationId xmlns:a16="http://schemas.microsoft.com/office/drawing/2014/main" id="{75401244-4116-6082-FF37-AE9C80D570BB}"/>
                </a:ext>
              </a:extLst>
            </p:cNvPr>
            <p:cNvSpPr>
              <a:spLocks noChangeShapeType="1"/>
            </p:cNvSpPr>
            <p:nvPr/>
          </p:nvSpPr>
          <p:spPr bwMode="auto">
            <a:xfrm flipH="1">
              <a:off x="502" y="1521"/>
              <a:ext cx="11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5" name="Line 67">
              <a:extLst>
                <a:ext uri="{FF2B5EF4-FFF2-40B4-BE49-F238E27FC236}">
                  <a16:creationId xmlns:a16="http://schemas.microsoft.com/office/drawing/2014/main" id="{34DF9CF0-CF1E-BF7E-AD7E-C08FB4C46089}"/>
                </a:ext>
              </a:extLst>
            </p:cNvPr>
            <p:cNvSpPr>
              <a:spLocks noChangeShapeType="1"/>
            </p:cNvSpPr>
            <p:nvPr/>
          </p:nvSpPr>
          <p:spPr bwMode="auto">
            <a:xfrm flipH="1">
              <a:off x="500" y="1651"/>
              <a:ext cx="11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6" name="Line 68">
              <a:extLst>
                <a:ext uri="{FF2B5EF4-FFF2-40B4-BE49-F238E27FC236}">
                  <a16:creationId xmlns:a16="http://schemas.microsoft.com/office/drawing/2014/main" id="{A3B5F3BF-1DD2-8485-EED7-012C977D3F42}"/>
                </a:ext>
              </a:extLst>
            </p:cNvPr>
            <p:cNvSpPr>
              <a:spLocks noChangeShapeType="1"/>
            </p:cNvSpPr>
            <p:nvPr/>
          </p:nvSpPr>
          <p:spPr bwMode="auto">
            <a:xfrm flipH="1">
              <a:off x="520" y="1865"/>
              <a:ext cx="11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7" name="Line 69">
              <a:extLst>
                <a:ext uri="{FF2B5EF4-FFF2-40B4-BE49-F238E27FC236}">
                  <a16:creationId xmlns:a16="http://schemas.microsoft.com/office/drawing/2014/main" id="{2ABEFE9F-95D1-A9A5-C1EB-E003CE179BFD}"/>
                </a:ext>
              </a:extLst>
            </p:cNvPr>
            <p:cNvSpPr>
              <a:spLocks noChangeShapeType="1"/>
            </p:cNvSpPr>
            <p:nvPr/>
          </p:nvSpPr>
          <p:spPr bwMode="auto">
            <a:xfrm flipH="1">
              <a:off x="521" y="1990"/>
              <a:ext cx="11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8" name="Line 70">
              <a:extLst>
                <a:ext uri="{FF2B5EF4-FFF2-40B4-BE49-F238E27FC236}">
                  <a16:creationId xmlns:a16="http://schemas.microsoft.com/office/drawing/2014/main" id="{51CFC318-09AB-DA54-45B5-64F195F8D898}"/>
                </a:ext>
              </a:extLst>
            </p:cNvPr>
            <p:cNvSpPr>
              <a:spLocks noChangeShapeType="1"/>
            </p:cNvSpPr>
            <p:nvPr/>
          </p:nvSpPr>
          <p:spPr bwMode="auto">
            <a:xfrm flipH="1">
              <a:off x="2677" y="1420"/>
              <a:ext cx="2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89" name="Line 71">
              <a:extLst>
                <a:ext uri="{FF2B5EF4-FFF2-40B4-BE49-F238E27FC236}">
                  <a16:creationId xmlns:a16="http://schemas.microsoft.com/office/drawing/2014/main" id="{89D972E5-7EBD-7104-5215-41CEA916054F}"/>
                </a:ext>
              </a:extLst>
            </p:cNvPr>
            <p:cNvSpPr>
              <a:spLocks noChangeShapeType="1"/>
            </p:cNvSpPr>
            <p:nvPr/>
          </p:nvSpPr>
          <p:spPr bwMode="auto">
            <a:xfrm flipH="1">
              <a:off x="2550" y="1493"/>
              <a:ext cx="4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0" name="Line 72">
              <a:extLst>
                <a:ext uri="{FF2B5EF4-FFF2-40B4-BE49-F238E27FC236}">
                  <a16:creationId xmlns:a16="http://schemas.microsoft.com/office/drawing/2014/main" id="{BC6143BB-F316-4C8D-EF3F-40114C514FE3}"/>
                </a:ext>
              </a:extLst>
            </p:cNvPr>
            <p:cNvSpPr>
              <a:spLocks noChangeShapeType="1"/>
            </p:cNvSpPr>
            <p:nvPr/>
          </p:nvSpPr>
          <p:spPr bwMode="auto">
            <a:xfrm flipH="1">
              <a:off x="2041" y="1577"/>
              <a:ext cx="9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1" name="Line 73">
              <a:extLst>
                <a:ext uri="{FF2B5EF4-FFF2-40B4-BE49-F238E27FC236}">
                  <a16:creationId xmlns:a16="http://schemas.microsoft.com/office/drawing/2014/main" id="{CCF98B0F-21AD-8A74-EFD5-5CC02053B6B9}"/>
                </a:ext>
              </a:extLst>
            </p:cNvPr>
            <p:cNvSpPr>
              <a:spLocks noChangeShapeType="1"/>
            </p:cNvSpPr>
            <p:nvPr/>
          </p:nvSpPr>
          <p:spPr bwMode="auto">
            <a:xfrm flipH="1">
              <a:off x="2558" y="1658"/>
              <a:ext cx="4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2" name="Line 74">
              <a:extLst>
                <a:ext uri="{FF2B5EF4-FFF2-40B4-BE49-F238E27FC236}">
                  <a16:creationId xmlns:a16="http://schemas.microsoft.com/office/drawing/2014/main" id="{D9601F2D-4804-89D7-B855-5186C07E3782}"/>
                </a:ext>
              </a:extLst>
            </p:cNvPr>
            <p:cNvSpPr>
              <a:spLocks noChangeShapeType="1"/>
            </p:cNvSpPr>
            <p:nvPr/>
          </p:nvSpPr>
          <p:spPr bwMode="auto">
            <a:xfrm>
              <a:off x="1990" y="930"/>
              <a:ext cx="7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3" name="Line 75">
              <a:extLst>
                <a:ext uri="{FF2B5EF4-FFF2-40B4-BE49-F238E27FC236}">
                  <a16:creationId xmlns:a16="http://schemas.microsoft.com/office/drawing/2014/main" id="{9CC48D9A-7F10-EE54-611B-9C3C185E308C}"/>
                </a:ext>
              </a:extLst>
            </p:cNvPr>
            <p:cNvSpPr>
              <a:spLocks noChangeShapeType="1"/>
            </p:cNvSpPr>
            <p:nvPr/>
          </p:nvSpPr>
          <p:spPr bwMode="auto">
            <a:xfrm flipV="1">
              <a:off x="2693" y="922"/>
              <a:ext cx="0" cy="4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4" name="Line 76">
              <a:extLst>
                <a:ext uri="{FF2B5EF4-FFF2-40B4-BE49-F238E27FC236}">
                  <a16:creationId xmlns:a16="http://schemas.microsoft.com/office/drawing/2014/main" id="{FB279CAB-3443-9EEC-B94E-A20EC91C39FF}"/>
                </a:ext>
              </a:extLst>
            </p:cNvPr>
            <p:cNvSpPr>
              <a:spLocks noChangeShapeType="1"/>
            </p:cNvSpPr>
            <p:nvPr/>
          </p:nvSpPr>
          <p:spPr bwMode="auto">
            <a:xfrm flipH="1" flipV="1">
              <a:off x="2557" y="1241"/>
              <a:ext cx="1" cy="2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5" name="Line 77">
              <a:extLst>
                <a:ext uri="{FF2B5EF4-FFF2-40B4-BE49-F238E27FC236}">
                  <a16:creationId xmlns:a16="http://schemas.microsoft.com/office/drawing/2014/main" id="{6A047660-6BD9-53A5-6AD4-6F541DD021D3}"/>
                </a:ext>
              </a:extLst>
            </p:cNvPr>
            <p:cNvSpPr>
              <a:spLocks noChangeShapeType="1"/>
            </p:cNvSpPr>
            <p:nvPr/>
          </p:nvSpPr>
          <p:spPr bwMode="auto">
            <a:xfrm flipH="1">
              <a:off x="1986" y="1241"/>
              <a:ext cx="5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6" name="Line 78">
              <a:extLst>
                <a:ext uri="{FF2B5EF4-FFF2-40B4-BE49-F238E27FC236}">
                  <a16:creationId xmlns:a16="http://schemas.microsoft.com/office/drawing/2014/main" id="{AD76B5B4-A81A-1075-0B2E-6EBE8635A279}"/>
                </a:ext>
              </a:extLst>
            </p:cNvPr>
            <p:cNvSpPr>
              <a:spLocks noChangeShapeType="1"/>
            </p:cNvSpPr>
            <p:nvPr/>
          </p:nvSpPr>
          <p:spPr bwMode="auto">
            <a:xfrm flipH="1">
              <a:off x="2029" y="1938"/>
              <a:ext cx="5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7" name="Line 79">
              <a:extLst>
                <a:ext uri="{FF2B5EF4-FFF2-40B4-BE49-F238E27FC236}">
                  <a16:creationId xmlns:a16="http://schemas.microsoft.com/office/drawing/2014/main" id="{AE84DAD4-E539-1FD9-439A-575766839EE3}"/>
                </a:ext>
              </a:extLst>
            </p:cNvPr>
            <p:cNvSpPr>
              <a:spLocks noChangeShapeType="1"/>
            </p:cNvSpPr>
            <p:nvPr/>
          </p:nvSpPr>
          <p:spPr bwMode="auto">
            <a:xfrm>
              <a:off x="3254" y="1530"/>
              <a:ext cx="10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8" name="Line 81">
              <a:extLst>
                <a:ext uri="{FF2B5EF4-FFF2-40B4-BE49-F238E27FC236}">
                  <a16:creationId xmlns:a16="http://schemas.microsoft.com/office/drawing/2014/main" id="{D83955E7-C819-755E-08DE-504870166790}"/>
                </a:ext>
              </a:extLst>
            </p:cNvPr>
            <p:cNvSpPr>
              <a:spLocks noChangeShapeType="1"/>
            </p:cNvSpPr>
            <p:nvPr/>
          </p:nvSpPr>
          <p:spPr bwMode="auto">
            <a:xfrm flipV="1">
              <a:off x="2558" y="1651"/>
              <a:ext cx="0" cy="29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99" name="Text Box 82">
              <a:extLst>
                <a:ext uri="{FF2B5EF4-FFF2-40B4-BE49-F238E27FC236}">
                  <a16:creationId xmlns:a16="http://schemas.microsoft.com/office/drawing/2014/main" id="{088FDA3E-038A-A997-EC50-3DE7D75A89A5}"/>
                </a:ext>
              </a:extLst>
            </p:cNvPr>
            <p:cNvSpPr txBox="1">
              <a:spLocks noChangeArrowheads="1"/>
            </p:cNvSpPr>
            <p:nvPr/>
          </p:nvSpPr>
          <p:spPr bwMode="auto">
            <a:xfrm>
              <a:off x="239" y="700"/>
              <a:ext cx="3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a:t>
              </a:r>
              <a:r>
                <a:rPr lang="en-US" altLang="en-US" sz="2000" b="0" baseline="-25000"/>
                <a:t>3</a:t>
              </a:r>
            </a:p>
            <a:p>
              <a:pPr eaLnBrk="1" hangingPunct="1"/>
              <a:r>
                <a:rPr lang="en-US" altLang="en-US" sz="2000" b="0"/>
                <a:t>b</a:t>
              </a:r>
              <a:r>
                <a:rPr lang="en-US" altLang="en-US" sz="2000" b="0" baseline="-25000"/>
                <a:t>3</a:t>
              </a:r>
              <a:endParaRPr lang="en-US" altLang="en-US" sz="2000" b="0"/>
            </a:p>
            <a:p>
              <a:pPr eaLnBrk="1" hangingPunct="1"/>
              <a:endParaRPr lang="en-US" altLang="en-US" sz="2000" b="0"/>
            </a:p>
          </p:txBody>
        </p:sp>
        <p:sp>
          <p:nvSpPr>
            <p:cNvPr id="101400" name="Oval 86">
              <a:extLst>
                <a:ext uri="{FF2B5EF4-FFF2-40B4-BE49-F238E27FC236}">
                  <a16:creationId xmlns:a16="http://schemas.microsoft.com/office/drawing/2014/main" id="{606E2D15-BD54-5EC7-FBA3-661B93D781CA}"/>
                </a:ext>
              </a:extLst>
            </p:cNvPr>
            <p:cNvSpPr>
              <a:spLocks noChangeArrowheads="1"/>
            </p:cNvSpPr>
            <p:nvPr/>
          </p:nvSpPr>
          <p:spPr bwMode="auto">
            <a:xfrm>
              <a:off x="2517" y="2127"/>
              <a:ext cx="70" cy="64"/>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nvGrpSpPr>
            <p:cNvPr id="101401" name="Group 87">
              <a:extLst>
                <a:ext uri="{FF2B5EF4-FFF2-40B4-BE49-F238E27FC236}">
                  <a16:creationId xmlns:a16="http://schemas.microsoft.com/office/drawing/2014/main" id="{4BA137BE-901E-D949-D82E-3D627652F45A}"/>
                </a:ext>
              </a:extLst>
            </p:cNvPr>
            <p:cNvGrpSpPr>
              <a:grpSpLocks/>
            </p:cNvGrpSpPr>
            <p:nvPr/>
          </p:nvGrpSpPr>
          <p:grpSpPr bwMode="auto">
            <a:xfrm>
              <a:off x="1625" y="785"/>
              <a:ext cx="309" cy="261"/>
              <a:chOff x="1519" y="1752"/>
              <a:chExt cx="545" cy="453"/>
            </a:xfrm>
          </p:grpSpPr>
          <p:sp>
            <p:nvSpPr>
              <p:cNvPr id="101475" name="AutoShape 88">
                <a:extLst>
                  <a:ext uri="{FF2B5EF4-FFF2-40B4-BE49-F238E27FC236}">
                    <a16:creationId xmlns:a16="http://schemas.microsoft.com/office/drawing/2014/main" id="{93CF458B-95AB-2237-EACC-45F23F1F9EC4}"/>
                  </a:ext>
                </a:extLst>
              </p:cNvPr>
              <p:cNvSpPr>
                <a:spLocks noChangeArrowheads="1"/>
              </p:cNvSpPr>
              <p:nvPr/>
            </p:nvSpPr>
            <p:spPr bwMode="auto">
              <a:xfrm flipH="1">
                <a:off x="1597" y="1752"/>
                <a:ext cx="467"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76" name="AutoShape 89">
                <a:extLst>
                  <a:ext uri="{FF2B5EF4-FFF2-40B4-BE49-F238E27FC236}">
                    <a16:creationId xmlns:a16="http://schemas.microsoft.com/office/drawing/2014/main" id="{350CAFDA-ABED-7F00-0E0E-E652E7D02008}"/>
                  </a:ext>
                </a:extLst>
              </p:cNvPr>
              <p:cNvSpPr>
                <a:spLocks noChangeArrowheads="1"/>
              </p:cNvSpPr>
              <p:nvPr/>
            </p:nvSpPr>
            <p:spPr bwMode="auto">
              <a:xfrm flipH="1">
                <a:off x="1519" y="1752"/>
                <a:ext cx="545"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grpSp>
          <p:nvGrpSpPr>
            <p:cNvPr id="101402" name="Group 91">
              <a:extLst>
                <a:ext uri="{FF2B5EF4-FFF2-40B4-BE49-F238E27FC236}">
                  <a16:creationId xmlns:a16="http://schemas.microsoft.com/office/drawing/2014/main" id="{E763DF65-0F14-0142-DA5D-F4BD378029B8}"/>
                </a:ext>
              </a:extLst>
            </p:cNvPr>
            <p:cNvGrpSpPr>
              <a:grpSpLocks/>
            </p:cNvGrpSpPr>
            <p:nvPr/>
          </p:nvGrpSpPr>
          <p:grpSpPr bwMode="auto">
            <a:xfrm>
              <a:off x="1626" y="1114"/>
              <a:ext cx="309" cy="261"/>
              <a:chOff x="1519" y="1752"/>
              <a:chExt cx="545" cy="453"/>
            </a:xfrm>
          </p:grpSpPr>
          <p:sp>
            <p:nvSpPr>
              <p:cNvPr id="101473" name="AutoShape 92">
                <a:extLst>
                  <a:ext uri="{FF2B5EF4-FFF2-40B4-BE49-F238E27FC236}">
                    <a16:creationId xmlns:a16="http://schemas.microsoft.com/office/drawing/2014/main" id="{5BF45A76-1E72-EFE9-716B-D574FDE9AA7F}"/>
                  </a:ext>
                </a:extLst>
              </p:cNvPr>
              <p:cNvSpPr>
                <a:spLocks noChangeArrowheads="1"/>
              </p:cNvSpPr>
              <p:nvPr/>
            </p:nvSpPr>
            <p:spPr bwMode="auto">
              <a:xfrm flipH="1">
                <a:off x="1597" y="1752"/>
                <a:ext cx="467"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74" name="AutoShape 93">
                <a:extLst>
                  <a:ext uri="{FF2B5EF4-FFF2-40B4-BE49-F238E27FC236}">
                    <a16:creationId xmlns:a16="http://schemas.microsoft.com/office/drawing/2014/main" id="{B45AB983-E703-1CBB-89AF-C51BF80663BA}"/>
                  </a:ext>
                </a:extLst>
              </p:cNvPr>
              <p:cNvSpPr>
                <a:spLocks noChangeArrowheads="1"/>
              </p:cNvSpPr>
              <p:nvPr/>
            </p:nvSpPr>
            <p:spPr bwMode="auto">
              <a:xfrm flipH="1">
                <a:off x="1519" y="1752"/>
                <a:ext cx="545"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sp>
          <p:nvSpPr>
            <p:cNvPr id="101403" name="Text Box 94">
              <a:extLst>
                <a:ext uri="{FF2B5EF4-FFF2-40B4-BE49-F238E27FC236}">
                  <a16:creationId xmlns:a16="http://schemas.microsoft.com/office/drawing/2014/main" id="{B97976B8-D826-F131-118A-9139E3F101D4}"/>
                </a:ext>
              </a:extLst>
            </p:cNvPr>
            <p:cNvSpPr txBox="1">
              <a:spLocks noChangeArrowheads="1"/>
            </p:cNvSpPr>
            <p:nvPr/>
          </p:nvSpPr>
          <p:spPr bwMode="auto">
            <a:xfrm>
              <a:off x="238" y="1034"/>
              <a:ext cx="323"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a:t>
              </a:r>
              <a:r>
                <a:rPr lang="en-US" altLang="en-US" sz="2000" b="0" baseline="-25000"/>
                <a:t>2</a:t>
              </a:r>
            </a:p>
            <a:p>
              <a:pPr eaLnBrk="1" hangingPunct="1"/>
              <a:r>
                <a:rPr lang="en-US" altLang="en-US" sz="2000" b="0"/>
                <a:t>b</a:t>
              </a:r>
              <a:r>
                <a:rPr lang="en-US" altLang="en-US" sz="2000" b="0" baseline="-25000"/>
                <a:t>2</a:t>
              </a:r>
              <a:endParaRPr lang="en-US" altLang="en-US" sz="2000" b="0"/>
            </a:p>
            <a:p>
              <a:pPr eaLnBrk="1" hangingPunct="1"/>
              <a:endParaRPr lang="en-US" altLang="en-US" sz="2000" b="0"/>
            </a:p>
          </p:txBody>
        </p:sp>
        <p:grpSp>
          <p:nvGrpSpPr>
            <p:cNvPr id="101404" name="Group 95">
              <a:extLst>
                <a:ext uri="{FF2B5EF4-FFF2-40B4-BE49-F238E27FC236}">
                  <a16:creationId xmlns:a16="http://schemas.microsoft.com/office/drawing/2014/main" id="{7EEA7E2E-8BC2-667E-9DDE-48DAE768F426}"/>
                </a:ext>
              </a:extLst>
            </p:cNvPr>
            <p:cNvGrpSpPr>
              <a:grpSpLocks/>
            </p:cNvGrpSpPr>
            <p:nvPr/>
          </p:nvGrpSpPr>
          <p:grpSpPr bwMode="auto">
            <a:xfrm>
              <a:off x="1639" y="1453"/>
              <a:ext cx="308" cy="261"/>
              <a:chOff x="1519" y="1752"/>
              <a:chExt cx="545" cy="453"/>
            </a:xfrm>
          </p:grpSpPr>
          <p:sp>
            <p:nvSpPr>
              <p:cNvPr id="101471" name="AutoShape 96">
                <a:extLst>
                  <a:ext uri="{FF2B5EF4-FFF2-40B4-BE49-F238E27FC236}">
                    <a16:creationId xmlns:a16="http://schemas.microsoft.com/office/drawing/2014/main" id="{EF72F448-5B19-D48E-988F-2415351E46DD}"/>
                  </a:ext>
                </a:extLst>
              </p:cNvPr>
              <p:cNvSpPr>
                <a:spLocks noChangeArrowheads="1"/>
              </p:cNvSpPr>
              <p:nvPr/>
            </p:nvSpPr>
            <p:spPr bwMode="auto">
              <a:xfrm flipH="1">
                <a:off x="1597" y="1752"/>
                <a:ext cx="467"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72" name="AutoShape 97">
                <a:extLst>
                  <a:ext uri="{FF2B5EF4-FFF2-40B4-BE49-F238E27FC236}">
                    <a16:creationId xmlns:a16="http://schemas.microsoft.com/office/drawing/2014/main" id="{293F490A-A377-75B7-CF37-B8B930E5511D}"/>
                  </a:ext>
                </a:extLst>
              </p:cNvPr>
              <p:cNvSpPr>
                <a:spLocks noChangeArrowheads="1"/>
              </p:cNvSpPr>
              <p:nvPr/>
            </p:nvSpPr>
            <p:spPr bwMode="auto">
              <a:xfrm flipH="1">
                <a:off x="1519" y="1752"/>
                <a:ext cx="545"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sp>
          <p:nvSpPr>
            <p:cNvPr id="101405" name="Text Box 98">
              <a:extLst>
                <a:ext uri="{FF2B5EF4-FFF2-40B4-BE49-F238E27FC236}">
                  <a16:creationId xmlns:a16="http://schemas.microsoft.com/office/drawing/2014/main" id="{20D9C5CF-AFBB-FB4D-F576-D598916C74A1}"/>
                </a:ext>
              </a:extLst>
            </p:cNvPr>
            <p:cNvSpPr txBox="1">
              <a:spLocks noChangeArrowheads="1"/>
            </p:cNvSpPr>
            <p:nvPr/>
          </p:nvSpPr>
          <p:spPr bwMode="auto">
            <a:xfrm>
              <a:off x="245" y="1404"/>
              <a:ext cx="322"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a:t>
              </a:r>
              <a:r>
                <a:rPr lang="en-US" altLang="en-US" sz="2000" b="0" baseline="-25000"/>
                <a:t>1</a:t>
              </a:r>
            </a:p>
            <a:p>
              <a:pPr eaLnBrk="1" hangingPunct="1"/>
              <a:r>
                <a:rPr lang="en-US" altLang="en-US" sz="2000" b="0"/>
                <a:t>b</a:t>
              </a:r>
              <a:r>
                <a:rPr lang="en-US" altLang="en-US" sz="2000" b="0" baseline="-25000"/>
                <a:t>1</a:t>
              </a:r>
              <a:endParaRPr lang="en-US" altLang="en-US" sz="2000" b="0"/>
            </a:p>
            <a:p>
              <a:pPr eaLnBrk="1" hangingPunct="1"/>
              <a:endParaRPr lang="en-US" altLang="en-US" sz="2000" b="0"/>
            </a:p>
          </p:txBody>
        </p:sp>
        <p:grpSp>
          <p:nvGrpSpPr>
            <p:cNvPr id="101406" name="Group 99">
              <a:extLst>
                <a:ext uri="{FF2B5EF4-FFF2-40B4-BE49-F238E27FC236}">
                  <a16:creationId xmlns:a16="http://schemas.microsoft.com/office/drawing/2014/main" id="{CA3230A4-C029-2CC5-736C-EA5E2D66CD2C}"/>
                </a:ext>
              </a:extLst>
            </p:cNvPr>
            <p:cNvGrpSpPr>
              <a:grpSpLocks/>
            </p:cNvGrpSpPr>
            <p:nvPr/>
          </p:nvGrpSpPr>
          <p:grpSpPr bwMode="auto">
            <a:xfrm>
              <a:off x="1645" y="1802"/>
              <a:ext cx="309" cy="261"/>
              <a:chOff x="1519" y="1752"/>
              <a:chExt cx="545" cy="453"/>
            </a:xfrm>
          </p:grpSpPr>
          <p:sp>
            <p:nvSpPr>
              <p:cNvPr id="101469" name="AutoShape 100">
                <a:extLst>
                  <a:ext uri="{FF2B5EF4-FFF2-40B4-BE49-F238E27FC236}">
                    <a16:creationId xmlns:a16="http://schemas.microsoft.com/office/drawing/2014/main" id="{5FE93A8B-6DD0-3966-FCBC-1A16100AAC8F}"/>
                  </a:ext>
                </a:extLst>
              </p:cNvPr>
              <p:cNvSpPr>
                <a:spLocks noChangeArrowheads="1"/>
              </p:cNvSpPr>
              <p:nvPr/>
            </p:nvSpPr>
            <p:spPr bwMode="auto">
              <a:xfrm flipH="1">
                <a:off x="1597" y="1752"/>
                <a:ext cx="467"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70" name="AutoShape 101">
                <a:extLst>
                  <a:ext uri="{FF2B5EF4-FFF2-40B4-BE49-F238E27FC236}">
                    <a16:creationId xmlns:a16="http://schemas.microsoft.com/office/drawing/2014/main" id="{A646D337-A80C-B10C-7D2E-C563BDB7C5CC}"/>
                  </a:ext>
                </a:extLst>
              </p:cNvPr>
              <p:cNvSpPr>
                <a:spLocks noChangeArrowheads="1"/>
              </p:cNvSpPr>
              <p:nvPr/>
            </p:nvSpPr>
            <p:spPr bwMode="auto">
              <a:xfrm flipH="1">
                <a:off x="1519" y="1752"/>
                <a:ext cx="545" cy="45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grpSp>
        <p:sp>
          <p:nvSpPr>
            <p:cNvPr id="101407" name="Text Box 102">
              <a:extLst>
                <a:ext uri="{FF2B5EF4-FFF2-40B4-BE49-F238E27FC236}">
                  <a16:creationId xmlns:a16="http://schemas.microsoft.com/office/drawing/2014/main" id="{24F3B38B-7F30-ABB8-5BA1-1DC032CA1CED}"/>
                </a:ext>
              </a:extLst>
            </p:cNvPr>
            <p:cNvSpPr txBox="1">
              <a:spLocks noChangeArrowheads="1"/>
            </p:cNvSpPr>
            <p:nvPr/>
          </p:nvSpPr>
          <p:spPr bwMode="auto">
            <a:xfrm>
              <a:off x="244" y="1734"/>
              <a:ext cx="3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a:t>
              </a:r>
              <a:r>
                <a:rPr lang="en-US" altLang="en-US" sz="2000" b="0" baseline="-25000"/>
                <a:t>0</a:t>
              </a:r>
            </a:p>
            <a:p>
              <a:pPr eaLnBrk="1" hangingPunct="1"/>
              <a:r>
                <a:rPr lang="en-US" altLang="en-US" sz="2000" b="0"/>
                <a:t>b</a:t>
              </a:r>
              <a:r>
                <a:rPr lang="en-US" altLang="en-US" sz="2000" b="0" baseline="-25000"/>
                <a:t>0</a:t>
              </a:r>
              <a:endParaRPr lang="en-US" altLang="en-US" sz="2000" b="0"/>
            </a:p>
            <a:p>
              <a:pPr eaLnBrk="1" hangingPunct="1"/>
              <a:endParaRPr lang="en-US" altLang="en-US" sz="2000" b="0"/>
            </a:p>
          </p:txBody>
        </p:sp>
        <p:sp>
          <p:nvSpPr>
            <p:cNvPr id="101408" name="Oval 106">
              <a:extLst>
                <a:ext uri="{FF2B5EF4-FFF2-40B4-BE49-F238E27FC236}">
                  <a16:creationId xmlns:a16="http://schemas.microsoft.com/office/drawing/2014/main" id="{D6F14EED-A41B-9CCF-74DD-94F211585047}"/>
                </a:ext>
              </a:extLst>
            </p:cNvPr>
            <p:cNvSpPr>
              <a:spLocks noChangeArrowheads="1"/>
            </p:cNvSpPr>
            <p:nvPr/>
          </p:nvSpPr>
          <p:spPr bwMode="auto">
            <a:xfrm>
              <a:off x="1930" y="895"/>
              <a:ext cx="70" cy="6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09" name="Oval 107">
              <a:extLst>
                <a:ext uri="{FF2B5EF4-FFF2-40B4-BE49-F238E27FC236}">
                  <a16:creationId xmlns:a16="http://schemas.microsoft.com/office/drawing/2014/main" id="{4FA2487A-0DD1-0D3E-B901-2ED0251D1698}"/>
                </a:ext>
              </a:extLst>
            </p:cNvPr>
            <p:cNvSpPr>
              <a:spLocks noChangeArrowheads="1"/>
            </p:cNvSpPr>
            <p:nvPr/>
          </p:nvSpPr>
          <p:spPr bwMode="auto">
            <a:xfrm>
              <a:off x="1935" y="1209"/>
              <a:ext cx="70" cy="64"/>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10" name="Oval 108">
              <a:extLst>
                <a:ext uri="{FF2B5EF4-FFF2-40B4-BE49-F238E27FC236}">
                  <a16:creationId xmlns:a16="http://schemas.microsoft.com/office/drawing/2014/main" id="{6EB11045-7887-B140-77A6-F47FF4BE8661}"/>
                </a:ext>
              </a:extLst>
            </p:cNvPr>
            <p:cNvSpPr>
              <a:spLocks noChangeArrowheads="1"/>
            </p:cNvSpPr>
            <p:nvPr/>
          </p:nvSpPr>
          <p:spPr bwMode="auto">
            <a:xfrm>
              <a:off x="1959" y="1550"/>
              <a:ext cx="70" cy="64"/>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11" name="Oval 109">
              <a:extLst>
                <a:ext uri="{FF2B5EF4-FFF2-40B4-BE49-F238E27FC236}">
                  <a16:creationId xmlns:a16="http://schemas.microsoft.com/office/drawing/2014/main" id="{B108FEA1-3223-5682-1387-992ADC2B63AC}"/>
                </a:ext>
              </a:extLst>
            </p:cNvPr>
            <p:cNvSpPr>
              <a:spLocks noChangeArrowheads="1"/>
            </p:cNvSpPr>
            <p:nvPr/>
          </p:nvSpPr>
          <p:spPr bwMode="auto">
            <a:xfrm>
              <a:off x="1951" y="1902"/>
              <a:ext cx="70" cy="64"/>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12" name="Freeform 44">
              <a:extLst>
                <a:ext uri="{FF2B5EF4-FFF2-40B4-BE49-F238E27FC236}">
                  <a16:creationId xmlns:a16="http://schemas.microsoft.com/office/drawing/2014/main" id="{8E716CBF-92BB-F32F-A56A-120CCFB2332C}"/>
                </a:ext>
              </a:extLst>
            </p:cNvPr>
            <p:cNvSpPr>
              <a:spLocks/>
            </p:cNvSpPr>
            <p:nvPr/>
          </p:nvSpPr>
          <p:spPr bwMode="auto">
            <a:xfrm>
              <a:off x="2974" y="1359"/>
              <a:ext cx="277" cy="342"/>
            </a:xfrm>
            <a:custGeom>
              <a:avLst/>
              <a:gdLst>
                <a:gd name="T0" fmla="*/ 0 w 123"/>
                <a:gd name="T1" fmla="*/ 1242799128 h 107"/>
                <a:gd name="T2" fmla="*/ 5939020 w 123"/>
                <a:gd name="T3" fmla="*/ 1242799128 h 107"/>
                <a:gd name="T4" fmla="*/ 10615984 w 123"/>
                <a:gd name="T5" fmla="*/ 613950432 h 107"/>
                <a:gd name="T6" fmla="*/ 5939020 w 123"/>
                <a:gd name="T7" fmla="*/ 0 h 107"/>
                <a:gd name="T8" fmla="*/ 0 w 123"/>
                <a:gd name="T9" fmla="*/ 0 h 107"/>
                <a:gd name="T10" fmla="*/ 0 w 123"/>
                <a:gd name="T11" fmla="*/ 1242799128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101413" name="Freeform 45">
              <a:extLst>
                <a:ext uri="{FF2B5EF4-FFF2-40B4-BE49-F238E27FC236}">
                  <a16:creationId xmlns:a16="http://schemas.microsoft.com/office/drawing/2014/main" id="{2185A138-2CFB-0C17-7542-18CE9C389BFF}"/>
                </a:ext>
              </a:extLst>
            </p:cNvPr>
            <p:cNvSpPr>
              <a:spLocks/>
            </p:cNvSpPr>
            <p:nvPr/>
          </p:nvSpPr>
          <p:spPr bwMode="auto">
            <a:xfrm>
              <a:off x="2593" y="2043"/>
              <a:ext cx="277" cy="282"/>
            </a:xfrm>
            <a:custGeom>
              <a:avLst/>
              <a:gdLst>
                <a:gd name="T0" fmla="*/ 0 w 123"/>
                <a:gd name="T1" fmla="*/ 83424163 h 107"/>
                <a:gd name="T2" fmla="*/ 5939020 w 123"/>
                <a:gd name="T3" fmla="*/ 83424163 h 107"/>
                <a:gd name="T4" fmla="*/ 10615984 w 123"/>
                <a:gd name="T5" fmla="*/ 41451217 h 107"/>
                <a:gd name="T6" fmla="*/ 5939020 w 123"/>
                <a:gd name="T7" fmla="*/ 0 h 107"/>
                <a:gd name="T8" fmla="*/ 0 w 123"/>
                <a:gd name="T9" fmla="*/ 0 h 107"/>
                <a:gd name="T10" fmla="*/ 0 w 123"/>
                <a:gd name="T11" fmla="*/ 83424163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101414" name="Freeform 46">
              <a:extLst>
                <a:ext uri="{FF2B5EF4-FFF2-40B4-BE49-F238E27FC236}">
                  <a16:creationId xmlns:a16="http://schemas.microsoft.com/office/drawing/2014/main" id="{2813335F-07EE-AA6A-82F2-1659D428386E}"/>
                </a:ext>
              </a:extLst>
            </p:cNvPr>
            <p:cNvSpPr>
              <a:spLocks/>
            </p:cNvSpPr>
            <p:nvPr/>
          </p:nvSpPr>
          <p:spPr bwMode="auto">
            <a:xfrm>
              <a:off x="2601" y="2399"/>
              <a:ext cx="277" cy="282"/>
            </a:xfrm>
            <a:custGeom>
              <a:avLst/>
              <a:gdLst>
                <a:gd name="T0" fmla="*/ 0 w 123"/>
                <a:gd name="T1" fmla="*/ 83424163 h 107"/>
                <a:gd name="T2" fmla="*/ 5939020 w 123"/>
                <a:gd name="T3" fmla="*/ 83424163 h 107"/>
                <a:gd name="T4" fmla="*/ 10615984 w 123"/>
                <a:gd name="T5" fmla="*/ 41451217 h 107"/>
                <a:gd name="T6" fmla="*/ 5939020 w 123"/>
                <a:gd name="T7" fmla="*/ 0 h 107"/>
                <a:gd name="T8" fmla="*/ 0 w 123"/>
                <a:gd name="T9" fmla="*/ 0 h 107"/>
                <a:gd name="T10" fmla="*/ 0 w 123"/>
                <a:gd name="T11" fmla="*/ 83424163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101415" name="Freeform 47">
              <a:extLst>
                <a:ext uri="{FF2B5EF4-FFF2-40B4-BE49-F238E27FC236}">
                  <a16:creationId xmlns:a16="http://schemas.microsoft.com/office/drawing/2014/main" id="{6BE4F170-E71E-FEC6-949A-A4479FA4C355}"/>
                </a:ext>
              </a:extLst>
            </p:cNvPr>
            <p:cNvSpPr>
              <a:spLocks/>
            </p:cNvSpPr>
            <p:nvPr/>
          </p:nvSpPr>
          <p:spPr bwMode="auto">
            <a:xfrm>
              <a:off x="2601" y="2786"/>
              <a:ext cx="277" cy="282"/>
            </a:xfrm>
            <a:custGeom>
              <a:avLst/>
              <a:gdLst>
                <a:gd name="T0" fmla="*/ 0 w 123"/>
                <a:gd name="T1" fmla="*/ 83424163 h 107"/>
                <a:gd name="T2" fmla="*/ 5939020 w 123"/>
                <a:gd name="T3" fmla="*/ 83424163 h 107"/>
                <a:gd name="T4" fmla="*/ 10615984 w 123"/>
                <a:gd name="T5" fmla="*/ 41451217 h 107"/>
                <a:gd name="T6" fmla="*/ 5939020 w 123"/>
                <a:gd name="T7" fmla="*/ 0 h 107"/>
                <a:gd name="T8" fmla="*/ 0 w 123"/>
                <a:gd name="T9" fmla="*/ 0 h 107"/>
                <a:gd name="T10" fmla="*/ 0 w 123"/>
                <a:gd name="T11" fmla="*/ 83424163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101416" name="Freeform 48">
              <a:extLst>
                <a:ext uri="{FF2B5EF4-FFF2-40B4-BE49-F238E27FC236}">
                  <a16:creationId xmlns:a16="http://schemas.microsoft.com/office/drawing/2014/main" id="{E994A2C8-AECE-8981-2907-23EA6165F677}"/>
                </a:ext>
              </a:extLst>
            </p:cNvPr>
            <p:cNvSpPr>
              <a:spLocks/>
            </p:cNvSpPr>
            <p:nvPr/>
          </p:nvSpPr>
          <p:spPr bwMode="auto">
            <a:xfrm>
              <a:off x="2601" y="3251"/>
              <a:ext cx="277" cy="282"/>
            </a:xfrm>
            <a:custGeom>
              <a:avLst/>
              <a:gdLst>
                <a:gd name="T0" fmla="*/ 0 w 123"/>
                <a:gd name="T1" fmla="*/ 83424163 h 107"/>
                <a:gd name="T2" fmla="*/ 5939020 w 123"/>
                <a:gd name="T3" fmla="*/ 83424163 h 107"/>
                <a:gd name="T4" fmla="*/ 10615984 w 123"/>
                <a:gd name="T5" fmla="*/ 41451217 h 107"/>
                <a:gd name="T6" fmla="*/ 5939020 w 123"/>
                <a:gd name="T7" fmla="*/ 0 h 107"/>
                <a:gd name="T8" fmla="*/ 0 w 123"/>
                <a:gd name="T9" fmla="*/ 0 h 107"/>
                <a:gd name="T10" fmla="*/ 0 w 123"/>
                <a:gd name="T11" fmla="*/ 83424163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solidFill>
              <a:schemeClr val="accent1"/>
            </a:solidFill>
            <a:ln w="25400">
              <a:solidFill>
                <a:schemeClr val="tx1"/>
              </a:solidFill>
              <a:miter lim="800000"/>
              <a:headEnd/>
              <a:tailEnd/>
            </a:ln>
          </p:spPr>
          <p:txBody>
            <a:bodyPr/>
            <a:lstStyle/>
            <a:p>
              <a:endParaRPr lang="en-US"/>
            </a:p>
          </p:txBody>
        </p:sp>
        <p:sp>
          <p:nvSpPr>
            <p:cNvPr id="101417" name="AutoShape 45">
              <a:extLst>
                <a:ext uri="{FF2B5EF4-FFF2-40B4-BE49-F238E27FC236}">
                  <a16:creationId xmlns:a16="http://schemas.microsoft.com/office/drawing/2014/main" id="{9F5ECD29-6B33-4CEE-6626-DFE59AC560ED}"/>
                </a:ext>
              </a:extLst>
            </p:cNvPr>
            <p:cNvSpPr>
              <a:spLocks noChangeArrowheads="1"/>
            </p:cNvSpPr>
            <p:nvPr/>
          </p:nvSpPr>
          <p:spPr bwMode="auto">
            <a:xfrm flipH="1">
              <a:off x="3242" y="2716"/>
              <a:ext cx="286" cy="314"/>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18" name="AutoShape 45">
              <a:extLst>
                <a:ext uri="{FF2B5EF4-FFF2-40B4-BE49-F238E27FC236}">
                  <a16:creationId xmlns:a16="http://schemas.microsoft.com/office/drawing/2014/main" id="{3A2AC879-3784-2ADF-D0D6-0D7A4919A010}"/>
                </a:ext>
              </a:extLst>
            </p:cNvPr>
            <p:cNvSpPr>
              <a:spLocks noChangeArrowheads="1"/>
            </p:cNvSpPr>
            <p:nvPr/>
          </p:nvSpPr>
          <p:spPr bwMode="auto">
            <a:xfrm flipH="1">
              <a:off x="3795" y="2034"/>
              <a:ext cx="286" cy="314"/>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19" name="Line 51">
              <a:extLst>
                <a:ext uri="{FF2B5EF4-FFF2-40B4-BE49-F238E27FC236}">
                  <a16:creationId xmlns:a16="http://schemas.microsoft.com/office/drawing/2014/main" id="{EA49FC46-2C92-76D7-F8EA-147896B47BEC}"/>
                </a:ext>
              </a:extLst>
            </p:cNvPr>
            <p:cNvSpPr>
              <a:spLocks noChangeShapeType="1"/>
            </p:cNvSpPr>
            <p:nvPr/>
          </p:nvSpPr>
          <p:spPr bwMode="auto">
            <a:xfrm flipH="1">
              <a:off x="1442" y="2152"/>
              <a:ext cx="106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0" name="Line 52">
              <a:extLst>
                <a:ext uri="{FF2B5EF4-FFF2-40B4-BE49-F238E27FC236}">
                  <a16:creationId xmlns:a16="http://schemas.microsoft.com/office/drawing/2014/main" id="{E2B17E21-E15D-D75D-E73B-F63D816418D9}"/>
                </a:ext>
              </a:extLst>
            </p:cNvPr>
            <p:cNvSpPr>
              <a:spLocks noChangeShapeType="1"/>
            </p:cNvSpPr>
            <p:nvPr/>
          </p:nvSpPr>
          <p:spPr bwMode="auto">
            <a:xfrm flipV="1">
              <a:off x="1448" y="981"/>
              <a:ext cx="0" cy="116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21" name="Line 53">
              <a:extLst>
                <a:ext uri="{FF2B5EF4-FFF2-40B4-BE49-F238E27FC236}">
                  <a16:creationId xmlns:a16="http://schemas.microsoft.com/office/drawing/2014/main" id="{D96435DD-38D2-2CCE-0D5D-78572BFFAFBE}"/>
                </a:ext>
              </a:extLst>
            </p:cNvPr>
            <p:cNvSpPr>
              <a:spLocks noChangeShapeType="1"/>
            </p:cNvSpPr>
            <p:nvPr/>
          </p:nvSpPr>
          <p:spPr bwMode="auto">
            <a:xfrm flipH="1">
              <a:off x="1333" y="2269"/>
              <a:ext cx="126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2" name="Line 54">
              <a:extLst>
                <a:ext uri="{FF2B5EF4-FFF2-40B4-BE49-F238E27FC236}">
                  <a16:creationId xmlns:a16="http://schemas.microsoft.com/office/drawing/2014/main" id="{305E6C57-D3EE-AE22-A45C-8EF8B8706C95}"/>
                </a:ext>
              </a:extLst>
            </p:cNvPr>
            <p:cNvSpPr>
              <a:spLocks noChangeShapeType="1"/>
            </p:cNvSpPr>
            <p:nvPr/>
          </p:nvSpPr>
          <p:spPr bwMode="auto">
            <a:xfrm flipH="1" flipV="1">
              <a:off x="1333" y="850"/>
              <a:ext cx="0" cy="142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23" name="Oval 86">
              <a:extLst>
                <a:ext uri="{FF2B5EF4-FFF2-40B4-BE49-F238E27FC236}">
                  <a16:creationId xmlns:a16="http://schemas.microsoft.com/office/drawing/2014/main" id="{2F3EF8B8-CB93-3B3C-F90C-72FA3F3F2218}"/>
                </a:ext>
              </a:extLst>
            </p:cNvPr>
            <p:cNvSpPr>
              <a:spLocks noChangeArrowheads="1"/>
            </p:cNvSpPr>
            <p:nvPr/>
          </p:nvSpPr>
          <p:spPr bwMode="auto">
            <a:xfrm>
              <a:off x="2523" y="2519"/>
              <a:ext cx="70" cy="64"/>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24" name="Line 56">
              <a:extLst>
                <a:ext uri="{FF2B5EF4-FFF2-40B4-BE49-F238E27FC236}">
                  <a16:creationId xmlns:a16="http://schemas.microsoft.com/office/drawing/2014/main" id="{F9442C90-7D20-F97F-0821-5BBA5F65B86B}"/>
                </a:ext>
              </a:extLst>
            </p:cNvPr>
            <p:cNvSpPr>
              <a:spLocks noChangeShapeType="1"/>
            </p:cNvSpPr>
            <p:nvPr/>
          </p:nvSpPr>
          <p:spPr bwMode="auto">
            <a:xfrm flipH="1">
              <a:off x="1229" y="2551"/>
              <a:ext cx="12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5" name="Line 57">
              <a:extLst>
                <a:ext uri="{FF2B5EF4-FFF2-40B4-BE49-F238E27FC236}">
                  <a16:creationId xmlns:a16="http://schemas.microsoft.com/office/drawing/2014/main" id="{D9BC4F65-C936-DB11-4C7E-F0A5348A3D49}"/>
                </a:ext>
              </a:extLst>
            </p:cNvPr>
            <p:cNvSpPr>
              <a:spLocks noChangeShapeType="1"/>
            </p:cNvSpPr>
            <p:nvPr/>
          </p:nvSpPr>
          <p:spPr bwMode="auto">
            <a:xfrm>
              <a:off x="2440" y="935"/>
              <a:ext cx="0" cy="2346"/>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26" name="Line 58">
              <a:extLst>
                <a:ext uri="{FF2B5EF4-FFF2-40B4-BE49-F238E27FC236}">
                  <a16:creationId xmlns:a16="http://schemas.microsoft.com/office/drawing/2014/main" id="{107C284F-5C8A-A965-7086-AE364C797415}"/>
                </a:ext>
              </a:extLst>
            </p:cNvPr>
            <p:cNvSpPr>
              <a:spLocks noChangeShapeType="1"/>
            </p:cNvSpPr>
            <p:nvPr/>
          </p:nvSpPr>
          <p:spPr bwMode="auto">
            <a:xfrm>
              <a:off x="2440" y="2466"/>
              <a:ext cx="15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27" name="Line 59">
              <a:extLst>
                <a:ext uri="{FF2B5EF4-FFF2-40B4-BE49-F238E27FC236}">
                  <a16:creationId xmlns:a16="http://schemas.microsoft.com/office/drawing/2014/main" id="{97A28143-3AF7-CA44-23C8-26D3FAE1A166}"/>
                </a:ext>
              </a:extLst>
            </p:cNvPr>
            <p:cNvSpPr>
              <a:spLocks noChangeShapeType="1"/>
            </p:cNvSpPr>
            <p:nvPr/>
          </p:nvSpPr>
          <p:spPr bwMode="auto">
            <a:xfrm>
              <a:off x="2440" y="2826"/>
              <a:ext cx="152"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28" name="Line 60">
              <a:extLst>
                <a:ext uri="{FF2B5EF4-FFF2-40B4-BE49-F238E27FC236}">
                  <a16:creationId xmlns:a16="http://schemas.microsoft.com/office/drawing/2014/main" id="{1BE5CD61-B502-337F-074A-C3E9B81823D7}"/>
                </a:ext>
              </a:extLst>
            </p:cNvPr>
            <p:cNvSpPr>
              <a:spLocks noChangeShapeType="1"/>
            </p:cNvSpPr>
            <p:nvPr/>
          </p:nvSpPr>
          <p:spPr bwMode="auto">
            <a:xfrm>
              <a:off x="2440" y="3274"/>
              <a:ext cx="15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29" name="Line 61">
              <a:extLst>
                <a:ext uri="{FF2B5EF4-FFF2-40B4-BE49-F238E27FC236}">
                  <a16:creationId xmlns:a16="http://schemas.microsoft.com/office/drawing/2014/main" id="{D432DB73-BA20-2031-7F5A-319FEE1145E3}"/>
                </a:ext>
              </a:extLst>
            </p:cNvPr>
            <p:cNvSpPr>
              <a:spLocks noChangeShapeType="1"/>
            </p:cNvSpPr>
            <p:nvPr/>
          </p:nvSpPr>
          <p:spPr bwMode="auto">
            <a:xfrm flipV="1">
              <a:off x="2326" y="1242"/>
              <a:ext cx="0" cy="2117"/>
            </a:xfrm>
            <a:prstGeom prst="line">
              <a:avLst/>
            </a:prstGeom>
            <a:noFill/>
            <a:ln w="1905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30" name="Line 62">
              <a:extLst>
                <a:ext uri="{FF2B5EF4-FFF2-40B4-BE49-F238E27FC236}">
                  <a16:creationId xmlns:a16="http://schemas.microsoft.com/office/drawing/2014/main" id="{729BA8BD-47D6-5053-7842-3D3810244D76}"/>
                </a:ext>
              </a:extLst>
            </p:cNvPr>
            <p:cNvSpPr>
              <a:spLocks noChangeShapeType="1"/>
            </p:cNvSpPr>
            <p:nvPr/>
          </p:nvSpPr>
          <p:spPr bwMode="auto">
            <a:xfrm flipV="1">
              <a:off x="2601" y="2741"/>
              <a:ext cx="0" cy="37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1" name="Line 63">
              <a:extLst>
                <a:ext uri="{FF2B5EF4-FFF2-40B4-BE49-F238E27FC236}">
                  <a16:creationId xmlns:a16="http://schemas.microsoft.com/office/drawing/2014/main" id="{EDF50516-C2A3-5C32-40F8-527316E9BEBC}"/>
                </a:ext>
              </a:extLst>
            </p:cNvPr>
            <p:cNvSpPr>
              <a:spLocks noChangeShapeType="1"/>
            </p:cNvSpPr>
            <p:nvPr/>
          </p:nvSpPr>
          <p:spPr bwMode="auto">
            <a:xfrm flipV="1">
              <a:off x="2601" y="3196"/>
              <a:ext cx="0" cy="4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2" name="Line 64">
              <a:extLst>
                <a:ext uri="{FF2B5EF4-FFF2-40B4-BE49-F238E27FC236}">
                  <a16:creationId xmlns:a16="http://schemas.microsoft.com/office/drawing/2014/main" id="{4AB83565-6E1D-7E90-A6A6-ED55F0178A7F}"/>
                </a:ext>
              </a:extLst>
            </p:cNvPr>
            <p:cNvSpPr>
              <a:spLocks noChangeShapeType="1"/>
            </p:cNvSpPr>
            <p:nvPr/>
          </p:nvSpPr>
          <p:spPr bwMode="auto">
            <a:xfrm>
              <a:off x="2326" y="3352"/>
              <a:ext cx="28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3" name="Line 65">
              <a:extLst>
                <a:ext uri="{FF2B5EF4-FFF2-40B4-BE49-F238E27FC236}">
                  <a16:creationId xmlns:a16="http://schemas.microsoft.com/office/drawing/2014/main" id="{2E0B2E50-D438-2653-F868-012F2A5BA140}"/>
                </a:ext>
              </a:extLst>
            </p:cNvPr>
            <p:cNvSpPr>
              <a:spLocks noChangeShapeType="1"/>
            </p:cNvSpPr>
            <p:nvPr/>
          </p:nvSpPr>
          <p:spPr bwMode="auto">
            <a:xfrm>
              <a:off x="2326" y="2905"/>
              <a:ext cx="267"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34" name="Line 66">
              <a:extLst>
                <a:ext uri="{FF2B5EF4-FFF2-40B4-BE49-F238E27FC236}">
                  <a16:creationId xmlns:a16="http://schemas.microsoft.com/office/drawing/2014/main" id="{5A2358DD-896C-4269-AB7A-8274505A1EA7}"/>
                </a:ext>
              </a:extLst>
            </p:cNvPr>
            <p:cNvSpPr>
              <a:spLocks noChangeShapeType="1"/>
            </p:cNvSpPr>
            <p:nvPr/>
          </p:nvSpPr>
          <p:spPr bwMode="auto">
            <a:xfrm>
              <a:off x="2211" y="1579"/>
              <a:ext cx="0" cy="1863"/>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35" name="Line 67">
              <a:extLst>
                <a:ext uri="{FF2B5EF4-FFF2-40B4-BE49-F238E27FC236}">
                  <a16:creationId xmlns:a16="http://schemas.microsoft.com/office/drawing/2014/main" id="{4615C60E-2F7B-DC88-3845-44FC84B9BEB0}"/>
                </a:ext>
              </a:extLst>
            </p:cNvPr>
            <p:cNvSpPr>
              <a:spLocks noChangeShapeType="1"/>
            </p:cNvSpPr>
            <p:nvPr/>
          </p:nvSpPr>
          <p:spPr bwMode="auto">
            <a:xfrm>
              <a:off x="2211" y="3431"/>
              <a:ext cx="38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6" name="Line 68">
              <a:extLst>
                <a:ext uri="{FF2B5EF4-FFF2-40B4-BE49-F238E27FC236}">
                  <a16:creationId xmlns:a16="http://schemas.microsoft.com/office/drawing/2014/main" id="{E41D9146-D7B1-DDB4-9576-73629EE93575}"/>
                </a:ext>
              </a:extLst>
            </p:cNvPr>
            <p:cNvSpPr>
              <a:spLocks noChangeShapeType="1"/>
            </p:cNvSpPr>
            <p:nvPr/>
          </p:nvSpPr>
          <p:spPr bwMode="auto">
            <a:xfrm>
              <a:off x="1227" y="1304"/>
              <a:ext cx="0" cy="1255"/>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37" name="Line 69">
              <a:extLst>
                <a:ext uri="{FF2B5EF4-FFF2-40B4-BE49-F238E27FC236}">
                  <a16:creationId xmlns:a16="http://schemas.microsoft.com/office/drawing/2014/main" id="{DCBC87A9-4F6F-5D4B-2B93-94FF6B12F184}"/>
                </a:ext>
              </a:extLst>
            </p:cNvPr>
            <p:cNvSpPr>
              <a:spLocks noChangeShapeType="1"/>
            </p:cNvSpPr>
            <p:nvPr/>
          </p:nvSpPr>
          <p:spPr bwMode="auto">
            <a:xfrm>
              <a:off x="1120" y="1171"/>
              <a:ext cx="0" cy="1464"/>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38" name="Line 70">
              <a:extLst>
                <a:ext uri="{FF2B5EF4-FFF2-40B4-BE49-F238E27FC236}">
                  <a16:creationId xmlns:a16="http://schemas.microsoft.com/office/drawing/2014/main" id="{92E7A812-4BFD-C903-8E60-3E469CBB660B}"/>
                </a:ext>
              </a:extLst>
            </p:cNvPr>
            <p:cNvSpPr>
              <a:spLocks noChangeShapeType="1"/>
            </p:cNvSpPr>
            <p:nvPr/>
          </p:nvSpPr>
          <p:spPr bwMode="auto">
            <a:xfrm flipH="1">
              <a:off x="1113" y="2639"/>
              <a:ext cx="147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9" name="Oval 86">
              <a:extLst>
                <a:ext uri="{FF2B5EF4-FFF2-40B4-BE49-F238E27FC236}">
                  <a16:creationId xmlns:a16="http://schemas.microsoft.com/office/drawing/2014/main" id="{45776288-DD2E-4BD3-FEF7-7A8E54381430}"/>
                </a:ext>
              </a:extLst>
            </p:cNvPr>
            <p:cNvSpPr>
              <a:spLocks noChangeArrowheads="1"/>
            </p:cNvSpPr>
            <p:nvPr/>
          </p:nvSpPr>
          <p:spPr bwMode="auto">
            <a:xfrm>
              <a:off x="2537" y="2952"/>
              <a:ext cx="70" cy="64"/>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40" name="Line 72">
              <a:extLst>
                <a:ext uri="{FF2B5EF4-FFF2-40B4-BE49-F238E27FC236}">
                  <a16:creationId xmlns:a16="http://schemas.microsoft.com/office/drawing/2014/main" id="{2CBCA257-C368-4367-E45A-757FCBA3447F}"/>
                </a:ext>
              </a:extLst>
            </p:cNvPr>
            <p:cNvSpPr>
              <a:spLocks noChangeShapeType="1"/>
            </p:cNvSpPr>
            <p:nvPr/>
          </p:nvSpPr>
          <p:spPr bwMode="auto">
            <a:xfrm flipH="1">
              <a:off x="1008" y="2984"/>
              <a:ext cx="152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41" name="Line 73">
              <a:extLst>
                <a:ext uri="{FF2B5EF4-FFF2-40B4-BE49-F238E27FC236}">
                  <a16:creationId xmlns:a16="http://schemas.microsoft.com/office/drawing/2014/main" id="{E7196708-F51A-E157-9421-B75EEE22178C}"/>
                </a:ext>
              </a:extLst>
            </p:cNvPr>
            <p:cNvSpPr>
              <a:spLocks noChangeShapeType="1"/>
            </p:cNvSpPr>
            <p:nvPr/>
          </p:nvSpPr>
          <p:spPr bwMode="auto">
            <a:xfrm flipV="1">
              <a:off x="1006" y="1657"/>
              <a:ext cx="0" cy="1334"/>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42" name="Line 74">
              <a:extLst>
                <a:ext uri="{FF2B5EF4-FFF2-40B4-BE49-F238E27FC236}">
                  <a16:creationId xmlns:a16="http://schemas.microsoft.com/office/drawing/2014/main" id="{2682CBF6-7916-25F2-40D9-931265410182}"/>
                </a:ext>
              </a:extLst>
            </p:cNvPr>
            <p:cNvSpPr>
              <a:spLocks noChangeShapeType="1"/>
            </p:cNvSpPr>
            <p:nvPr/>
          </p:nvSpPr>
          <p:spPr bwMode="auto">
            <a:xfrm>
              <a:off x="897" y="3063"/>
              <a:ext cx="170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43" name="Line 75">
              <a:extLst>
                <a:ext uri="{FF2B5EF4-FFF2-40B4-BE49-F238E27FC236}">
                  <a16:creationId xmlns:a16="http://schemas.microsoft.com/office/drawing/2014/main" id="{399EAA8A-64A1-3D11-3849-92F64E179401}"/>
                </a:ext>
              </a:extLst>
            </p:cNvPr>
            <p:cNvSpPr>
              <a:spLocks noChangeShapeType="1"/>
            </p:cNvSpPr>
            <p:nvPr/>
          </p:nvSpPr>
          <p:spPr bwMode="auto">
            <a:xfrm>
              <a:off x="686" y="3580"/>
              <a:ext cx="190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44" name="Line 76">
              <a:extLst>
                <a:ext uri="{FF2B5EF4-FFF2-40B4-BE49-F238E27FC236}">
                  <a16:creationId xmlns:a16="http://schemas.microsoft.com/office/drawing/2014/main" id="{139149F1-81C5-C181-50C1-56504ABC8688}"/>
                </a:ext>
              </a:extLst>
            </p:cNvPr>
            <p:cNvSpPr>
              <a:spLocks noChangeShapeType="1"/>
            </p:cNvSpPr>
            <p:nvPr/>
          </p:nvSpPr>
          <p:spPr bwMode="auto">
            <a:xfrm flipV="1">
              <a:off x="899" y="1524"/>
              <a:ext cx="0" cy="1545"/>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45" name="Line 77">
              <a:extLst>
                <a:ext uri="{FF2B5EF4-FFF2-40B4-BE49-F238E27FC236}">
                  <a16:creationId xmlns:a16="http://schemas.microsoft.com/office/drawing/2014/main" id="{2F534E83-8D6E-381D-9FF5-A68E356EA3AF}"/>
                </a:ext>
              </a:extLst>
            </p:cNvPr>
            <p:cNvSpPr>
              <a:spLocks noChangeShapeType="1"/>
            </p:cNvSpPr>
            <p:nvPr/>
          </p:nvSpPr>
          <p:spPr bwMode="auto">
            <a:xfrm flipH="1">
              <a:off x="800" y="3509"/>
              <a:ext cx="175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46" name="Oval 86">
              <a:extLst>
                <a:ext uri="{FF2B5EF4-FFF2-40B4-BE49-F238E27FC236}">
                  <a16:creationId xmlns:a16="http://schemas.microsoft.com/office/drawing/2014/main" id="{91DD004B-4A20-F593-45B1-35F06CC1BE7D}"/>
                </a:ext>
              </a:extLst>
            </p:cNvPr>
            <p:cNvSpPr>
              <a:spLocks noChangeArrowheads="1"/>
            </p:cNvSpPr>
            <p:nvPr/>
          </p:nvSpPr>
          <p:spPr bwMode="auto">
            <a:xfrm>
              <a:off x="2532" y="3470"/>
              <a:ext cx="70" cy="64"/>
            </a:xfrm>
            <a:prstGeom prst="ellipse">
              <a:avLst/>
            </a:prstGeom>
            <a:solidFill>
              <a:schemeClr val="accent1"/>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47" name="Line 79">
              <a:extLst>
                <a:ext uri="{FF2B5EF4-FFF2-40B4-BE49-F238E27FC236}">
                  <a16:creationId xmlns:a16="http://schemas.microsoft.com/office/drawing/2014/main" id="{F27BF92E-4A9D-EDD8-AD3A-644CF71DB3FD}"/>
                </a:ext>
              </a:extLst>
            </p:cNvPr>
            <p:cNvSpPr>
              <a:spLocks noChangeShapeType="1"/>
            </p:cNvSpPr>
            <p:nvPr/>
          </p:nvSpPr>
          <p:spPr bwMode="auto">
            <a:xfrm flipV="1">
              <a:off x="800" y="1987"/>
              <a:ext cx="0" cy="152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48" name="Line 80">
              <a:extLst>
                <a:ext uri="{FF2B5EF4-FFF2-40B4-BE49-F238E27FC236}">
                  <a16:creationId xmlns:a16="http://schemas.microsoft.com/office/drawing/2014/main" id="{6C622239-0F47-308A-1EB3-2E7EBC52734E}"/>
                </a:ext>
              </a:extLst>
            </p:cNvPr>
            <p:cNvSpPr>
              <a:spLocks noChangeShapeType="1"/>
            </p:cNvSpPr>
            <p:nvPr/>
          </p:nvSpPr>
          <p:spPr bwMode="auto">
            <a:xfrm>
              <a:off x="693" y="1869"/>
              <a:ext cx="0" cy="172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1449" name="Line 81">
              <a:extLst>
                <a:ext uri="{FF2B5EF4-FFF2-40B4-BE49-F238E27FC236}">
                  <a16:creationId xmlns:a16="http://schemas.microsoft.com/office/drawing/2014/main" id="{7F4BD1A4-FC75-DB5F-CE6F-E9C3AF36B809}"/>
                </a:ext>
              </a:extLst>
            </p:cNvPr>
            <p:cNvSpPr>
              <a:spLocks noChangeShapeType="1"/>
            </p:cNvSpPr>
            <p:nvPr/>
          </p:nvSpPr>
          <p:spPr bwMode="auto">
            <a:xfrm>
              <a:off x="2868" y="2191"/>
              <a:ext cx="26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0" name="Line 82">
              <a:extLst>
                <a:ext uri="{FF2B5EF4-FFF2-40B4-BE49-F238E27FC236}">
                  <a16:creationId xmlns:a16="http://schemas.microsoft.com/office/drawing/2014/main" id="{4E41B953-568C-D64D-9D66-096082BD262F}"/>
                </a:ext>
              </a:extLst>
            </p:cNvPr>
            <p:cNvSpPr>
              <a:spLocks noChangeShapeType="1"/>
            </p:cNvSpPr>
            <p:nvPr/>
          </p:nvSpPr>
          <p:spPr bwMode="auto">
            <a:xfrm>
              <a:off x="2884" y="2537"/>
              <a:ext cx="11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1" name="Line 83">
              <a:extLst>
                <a:ext uri="{FF2B5EF4-FFF2-40B4-BE49-F238E27FC236}">
                  <a16:creationId xmlns:a16="http://schemas.microsoft.com/office/drawing/2014/main" id="{7CC8D197-5694-FD52-6849-9ABEE01F37AF}"/>
                </a:ext>
              </a:extLst>
            </p:cNvPr>
            <p:cNvSpPr>
              <a:spLocks noChangeShapeType="1"/>
            </p:cNvSpPr>
            <p:nvPr/>
          </p:nvSpPr>
          <p:spPr bwMode="auto">
            <a:xfrm>
              <a:off x="3127" y="2191"/>
              <a:ext cx="0" cy="58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2" name="Line 84">
              <a:extLst>
                <a:ext uri="{FF2B5EF4-FFF2-40B4-BE49-F238E27FC236}">
                  <a16:creationId xmlns:a16="http://schemas.microsoft.com/office/drawing/2014/main" id="{B0CF1E29-4EFA-4ED8-B8F0-CAA3F7D50503}"/>
                </a:ext>
              </a:extLst>
            </p:cNvPr>
            <p:cNvSpPr>
              <a:spLocks noChangeShapeType="1"/>
            </p:cNvSpPr>
            <p:nvPr/>
          </p:nvSpPr>
          <p:spPr bwMode="auto">
            <a:xfrm>
              <a:off x="3005" y="2528"/>
              <a:ext cx="0" cy="32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3" name="Line 85">
              <a:extLst>
                <a:ext uri="{FF2B5EF4-FFF2-40B4-BE49-F238E27FC236}">
                  <a16:creationId xmlns:a16="http://schemas.microsoft.com/office/drawing/2014/main" id="{9A207F57-C0E4-F79B-0EF5-C7F628781D16}"/>
                </a:ext>
              </a:extLst>
            </p:cNvPr>
            <p:cNvSpPr>
              <a:spLocks noChangeShapeType="1"/>
            </p:cNvSpPr>
            <p:nvPr/>
          </p:nvSpPr>
          <p:spPr bwMode="auto">
            <a:xfrm>
              <a:off x="3120" y="2999"/>
              <a:ext cx="0" cy="38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4" name="Line 86">
              <a:extLst>
                <a:ext uri="{FF2B5EF4-FFF2-40B4-BE49-F238E27FC236}">
                  <a16:creationId xmlns:a16="http://schemas.microsoft.com/office/drawing/2014/main" id="{A758F4BF-ABA0-DBDF-D2C1-FD60F42E53C0}"/>
                </a:ext>
              </a:extLst>
            </p:cNvPr>
            <p:cNvSpPr>
              <a:spLocks noChangeShapeType="1"/>
            </p:cNvSpPr>
            <p:nvPr/>
          </p:nvSpPr>
          <p:spPr bwMode="auto">
            <a:xfrm>
              <a:off x="3127" y="2780"/>
              <a:ext cx="13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5" name="Line 87">
              <a:extLst>
                <a:ext uri="{FF2B5EF4-FFF2-40B4-BE49-F238E27FC236}">
                  <a16:creationId xmlns:a16="http://schemas.microsoft.com/office/drawing/2014/main" id="{EE6177CE-7CBE-AE12-A98C-4DC460CA67EC}"/>
                </a:ext>
              </a:extLst>
            </p:cNvPr>
            <p:cNvSpPr>
              <a:spLocks noChangeShapeType="1"/>
            </p:cNvSpPr>
            <p:nvPr/>
          </p:nvSpPr>
          <p:spPr bwMode="auto">
            <a:xfrm>
              <a:off x="3013" y="2850"/>
              <a:ext cx="26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6" name="Line 88">
              <a:extLst>
                <a:ext uri="{FF2B5EF4-FFF2-40B4-BE49-F238E27FC236}">
                  <a16:creationId xmlns:a16="http://schemas.microsoft.com/office/drawing/2014/main" id="{9EE4FFCE-C513-7CE9-CEA6-7500A72DF52D}"/>
                </a:ext>
              </a:extLst>
            </p:cNvPr>
            <p:cNvSpPr>
              <a:spLocks noChangeShapeType="1"/>
            </p:cNvSpPr>
            <p:nvPr/>
          </p:nvSpPr>
          <p:spPr bwMode="auto">
            <a:xfrm>
              <a:off x="2883" y="2921"/>
              <a:ext cx="38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7" name="Line 89">
              <a:extLst>
                <a:ext uri="{FF2B5EF4-FFF2-40B4-BE49-F238E27FC236}">
                  <a16:creationId xmlns:a16="http://schemas.microsoft.com/office/drawing/2014/main" id="{349CF624-F04C-D436-4691-52AEA788AA46}"/>
                </a:ext>
              </a:extLst>
            </p:cNvPr>
            <p:cNvSpPr>
              <a:spLocks noChangeShapeType="1"/>
            </p:cNvSpPr>
            <p:nvPr/>
          </p:nvSpPr>
          <p:spPr bwMode="auto">
            <a:xfrm>
              <a:off x="2876" y="3384"/>
              <a:ext cx="24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8" name="Line 90">
              <a:extLst>
                <a:ext uri="{FF2B5EF4-FFF2-40B4-BE49-F238E27FC236}">
                  <a16:creationId xmlns:a16="http://schemas.microsoft.com/office/drawing/2014/main" id="{2ACE083D-8248-E956-F7D5-3AFB6484BA5E}"/>
                </a:ext>
              </a:extLst>
            </p:cNvPr>
            <p:cNvSpPr>
              <a:spLocks noChangeShapeType="1"/>
            </p:cNvSpPr>
            <p:nvPr/>
          </p:nvSpPr>
          <p:spPr bwMode="auto">
            <a:xfrm>
              <a:off x="3120" y="2992"/>
              <a:ext cx="14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9" name="Line 79">
              <a:extLst>
                <a:ext uri="{FF2B5EF4-FFF2-40B4-BE49-F238E27FC236}">
                  <a16:creationId xmlns:a16="http://schemas.microsoft.com/office/drawing/2014/main" id="{2AD52B63-B9C7-D879-FC2A-9C925034A473}"/>
                </a:ext>
              </a:extLst>
            </p:cNvPr>
            <p:cNvSpPr>
              <a:spLocks noChangeShapeType="1"/>
            </p:cNvSpPr>
            <p:nvPr/>
          </p:nvSpPr>
          <p:spPr bwMode="auto">
            <a:xfrm>
              <a:off x="3537" y="2865"/>
              <a:ext cx="8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60" name="Line 92">
              <a:extLst>
                <a:ext uri="{FF2B5EF4-FFF2-40B4-BE49-F238E27FC236}">
                  <a16:creationId xmlns:a16="http://schemas.microsoft.com/office/drawing/2014/main" id="{3F58C4B1-1CB0-33FF-50A7-C993D129F1BC}"/>
                </a:ext>
              </a:extLst>
            </p:cNvPr>
            <p:cNvSpPr>
              <a:spLocks noChangeShapeType="1"/>
            </p:cNvSpPr>
            <p:nvPr/>
          </p:nvSpPr>
          <p:spPr bwMode="auto">
            <a:xfrm>
              <a:off x="4155" y="2191"/>
              <a:ext cx="19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61" name="Oval 86">
              <a:extLst>
                <a:ext uri="{FF2B5EF4-FFF2-40B4-BE49-F238E27FC236}">
                  <a16:creationId xmlns:a16="http://schemas.microsoft.com/office/drawing/2014/main" id="{F5C92C01-0C47-09BA-CF35-52099826EB36}"/>
                </a:ext>
              </a:extLst>
            </p:cNvPr>
            <p:cNvSpPr>
              <a:spLocks noChangeArrowheads="1"/>
            </p:cNvSpPr>
            <p:nvPr/>
          </p:nvSpPr>
          <p:spPr bwMode="auto">
            <a:xfrm>
              <a:off x="4086" y="2159"/>
              <a:ext cx="70" cy="64"/>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600" b="0" baseline="-25000"/>
            </a:p>
          </p:txBody>
        </p:sp>
        <p:sp>
          <p:nvSpPr>
            <p:cNvPr id="101462" name="Line 94">
              <a:extLst>
                <a:ext uri="{FF2B5EF4-FFF2-40B4-BE49-F238E27FC236}">
                  <a16:creationId xmlns:a16="http://schemas.microsoft.com/office/drawing/2014/main" id="{8211F258-8C0F-75C3-054F-3EE457E6EC79}"/>
                </a:ext>
              </a:extLst>
            </p:cNvPr>
            <p:cNvSpPr>
              <a:spLocks noChangeShapeType="1"/>
            </p:cNvSpPr>
            <p:nvPr/>
          </p:nvSpPr>
          <p:spPr bwMode="auto">
            <a:xfrm>
              <a:off x="3667" y="2262"/>
              <a:ext cx="15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63" name="Line 95">
              <a:extLst>
                <a:ext uri="{FF2B5EF4-FFF2-40B4-BE49-F238E27FC236}">
                  <a16:creationId xmlns:a16="http://schemas.microsoft.com/office/drawing/2014/main" id="{CFBA6C2B-DB04-146C-6051-EEA1B5351A64}"/>
                </a:ext>
              </a:extLst>
            </p:cNvPr>
            <p:cNvSpPr>
              <a:spLocks noChangeShapeType="1"/>
            </p:cNvSpPr>
            <p:nvPr/>
          </p:nvSpPr>
          <p:spPr bwMode="auto">
            <a:xfrm>
              <a:off x="3667" y="2121"/>
              <a:ext cx="15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64" name="Line 96">
              <a:extLst>
                <a:ext uri="{FF2B5EF4-FFF2-40B4-BE49-F238E27FC236}">
                  <a16:creationId xmlns:a16="http://schemas.microsoft.com/office/drawing/2014/main" id="{D18E9EF9-92ED-FB0C-9132-04E835FEC1BA}"/>
                </a:ext>
              </a:extLst>
            </p:cNvPr>
            <p:cNvSpPr>
              <a:spLocks noChangeShapeType="1"/>
            </p:cNvSpPr>
            <p:nvPr/>
          </p:nvSpPr>
          <p:spPr bwMode="auto">
            <a:xfrm>
              <a:off x="3667" y="2254"/>
              <a:ext cx="0" cy="608"/>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65" name="Line 97">
              <a:extLst>
                <a:ext uri="{FF2B5EF4-FFF2-40B4-BE49-F238E27FC236}">
                  <a16:creationId xmlns:a16="http://schemas.microsoft.com/office/drawing/2014/main" id="{39421C9E-1163-B6AC-945C-856C4F0B5EA0}"/>
                </a:ext>
              </a:extLst>
            </p:cNvPr>
            <p:cNvSpPr>
              <a:spLocks noChangeShapeType="1"/>
            </p:cNvSpPr>
            <p:nvPr/>
          </p:nvSpPr>
          <p:spPr bwMode="auto">
            <a:xfrm flipV="1">
              <a:off x="3667" y="1531"/>
              <a:ext cx="0" cy="589"/>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1466" name="Text Box 98">
              <a:extLst>
                <a:ext uri="{FF2B5EF4-FFF2-40B4-BE49-F238E27FC236}">
                  <a16:creationId xmlns:a16="http://schemas.microsoft.com/office/drawing/2014/main" id="{871E15C5-7C26-A5C5-9095-30A7ED8AFCBC}"/>
                </a:ext>
              </a:extLst>
            </p:cNvPr>
            <p:cNvSpPr txBox="1">
              <a:spLocks noChangeArrowheads="1"/>
            </p:cNvSpPr>
            <p:nvPr/>
          </p:nvSpPr>
          <p:spPr bwMode="auto">
            <a:xfrm>
              <a:off x="4254" y="1445"/>
              <a:ext cx="57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A==B</a:t>
              </a:r>
              <a:endParaRPr lang="ru-RU" altLang="en-US" sz="2000" b="0"/>
            </a:p>
          </p:txBody>
        </p:sp>
        <p:sp>
          <p:nvSpPr>
            <p:cNvPr id="101467" name="Text Box 99">
              <a:extLst>
                <a:ext uri="{FF2B5EF4-FFF2-40B4-BE49-F238E27FC236}">
                  <a16:creationId xmlns:a16="http://schemas.microsoft.com/office/drawing/2014/main" id="{3A782CBF-3AB6-B58F-9BE2-22B27099C32F}"/>
                </a:ext>
              </a:extLst>
            </p:cNvPr>
            <p:cNvSpPr txBox="1">
              <a:spLocks noChangeArrowheads="1"/>
            </p:cNvSpPr>
            <p:nvPr/>
          </p:nvSpPr>
          <p:spPr bwMode="auto">
            <a:xfrm>
              <a:off x="4349" y="2081"/>
              <a:ext cx="481"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A&lt;B</a:t>
              </a:r>
              <a:endParaRPr lang="ru-RU" altLang="en-US" sz="2000" b="0"/>
            </a:p>
          </p:txBody>
        </p:sp>
        <p:sp>
          <p:nvSpPr>
            <p:cNvPr id="101468" name="Text Box 100">
              <a:extLst>
                <a:ext uri="{FF2B5EF4-FFF2-40B4-BE49-F238E27FC236}">
                  <a16:creationId xmlns:a16="http://schemas.microsoft.com/office/drawing/2014/main" id="{136892D5-13FA-B8B3-D909-DCEA612BD415}"/>
                </a:ext>
              </a:extLst>
            </p:cNvPr>
            <p:cNvSpPr txBox="1">
              <a:spLocks noChangeArrowheads="1"/>
            </p:cNvSpPr>
            <p:nvPr/>
          </p:nvSpPr>
          <p:spPr bwMode="auto">
            <a:xfrm>
              <a:off x="4349" y="2748"/>
              <a:ext cx="481"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A&gt;B</a:t>
              </a:r>
              <a:endParaRPr lang="ru-RU" altLang="en-US" sz="2000" b="0"/>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a:extLst>
              <a:ext uri="{FF2B5EF4-FFF2-40B4-BE49-F238E27FC236}">
                <a16:creationId xmlns:a16="http://schemas.microsoft.com/office/drawing/2014/main" id="{94A9EF97-40CA-46AF-99DD-691199739256}"/>
              </a:ext>
            </a:extLst>
          </p:cNvPr>
          <p:cNvGrpSpPr>
            <a:grpSpLocks/>
          </p:cNvGrpSpPr>
          <p:nvPr/>
        </p:nvGrpSpPr>
        <p:grpSpPr bwMode="auto">
          <a:xfrm>
            <a:off x="2013013" y="1411967"/>
            <a:ext cx="8286687" cy="3346450"/>
            <a:chOff x="512763" y="1673225"/>
            <a:chExt cx="8286687" cy="3346450"/>
          </a:xfrm>
          <a:solidFill>
            <a:schemeClr val="accent1"/>
          </a:solidFill>
        </p:grpSpPr>
        <p:sp>
          <p:nvSpPr>
            <p:cNvPr id="48132" name="Text Box 6">
              <a:extLst>
                <a:ext uri="{FF2B5EF4-FFF2-40B4-BE49-F238E27FC236}">
                  <a16:creationId xmlns:a16="http://schemas.microsoft.com/office/drawing/2014/main" id="{3A064317-D78D-4DD0-B4D1-5E8CC2CBD59A}"/>
                </a:ext>
              </a:extLst>
            </p:cNvPr>
            <p:cNvSpPr txBox="1">
              <a:spLocks noChangeArrowheads="1"/>
            </p:cNvSpPr>
            <p:nvPr/>
          </p:nvSpPr>
          <p:spPr bwMode="auto">
            <a:xfrm>
              <a:off x="1865313" y="1712913"/>
              <a:ext cx="1322387" cy="3306762"/>
            </a:xfrm>
            <a:prstGeom prst="rect">
              <a:avLst/>
            </a:prstGeom>
            <a:solidFill>
              <a:schemeClr val="accent1">
                <a:lumMod val="60000"/>
                <a:lumOff val="40000"/>
              </a:schemeClr>
            </a:solidFill>
            <a:ln w="19050">
              <a:solidFill>
                <a:schemeClr val="tx1"/>
              </a:solidFill>
              <a:miter lim="800000"/>
              <a:headEnd/>
              <a:tailEnd/>
            </a:ln>
          </p:spPr>
          <p:txBody>
            <a:bodyPr/>
            <a:lstStyle/>
            <a:p>
              <a:pPr eaLnBrk="1" hangingPunct="1">
                <a:defRPr/>
              </a:pPr>
              <a:r>
                <a:rPr lang="ru-RU" sz="1700" dirty="0"/>
                <a:t>A3</a:t>
              </a:r>
            </a:p>
            <a:p>
              <a:pPr eaLnBrk="1" hangingPunct="1">
                <a:defRPr/>
              </a:pPr>
              <a:r>
                <a:rPr lang="en-US" sz="1700" dirty="0"/>
                <a:t>A</a:t>
              </a:r>
              <a:r>
                <a:rPr lang="ru-RU" sz="1700" dirty="0"/>
                <a:t>2</a:t>
              </a:r>
              <a:r>
                <a:rPr lang="en-US" sz="1700" dirty="0"/>
                <a:t>    CMP</a:t>
              </a:r>
              <a:endParaRPr lang="ru-RU" sz="1700" dirty="0"/>
            </a:p>
            <a:p>
              <a:pPr eaLnBrk="1" hangingPunct="1">
                <a:defRPr/>
              </a:pPr>
              <a:r>
                <a:rPr lang="ru-RU" sz="1700" dirty="0"/>
                <a:t>A1</a:t>
              </a:r>
            </a:p>
            <a:p>
              <a:pPr eaLnBrk="1" hangingPunct="1">
                <a:defRPr/>
              </a:pPr>
              <a:r>
                <a:rPr lang="ru-RU" sz="1700" dirty="0"/>
                <a:t>A0</a:t>
              </a:r>
            </a:p>
            <a:p>
              <a:pPr eaLnBrk="1" hangingPunct="1">
                <a:defRPr/>
              </a:pPr>
              <a:r>
                <a:rPr lang="ru-RU" sz="1700" dirty="0"/>
                <a:t>B3</a:t>
              </a:r>
            </a:p>
            <a:p>
              <a:pPr eaLnBrk="1" hangingPunct="1">
                <a:defRPr/>
              </a:pPr>
              <a:r>
                <a:rPr lang="ru-RU" sz="1700" dirty="0"/>
                <a:t>B2</a:t>
              </a:r>
            </a:p>
            <a:p>
              <a:pPr eaLnBrk="1" hangingPunct="1">
                <a:defRPr/>
              </a:pPr>
              <a:r>
                <a:rPr lang="ru-RU" sz="1700" dirty="0"/>
                <a:t>B1</a:t>
              </a:r>
            </a:p>
            <a:p>
              <a:pPr eaLnBrk="1" hangingPunct="1">
                <a:defRPr/>
              </a:pPr>
              <a:r>
                <a:rPr lang="ru-RU" sz="1700" dirty="0"/>
                <a:t>B0</a:t>
              </a:r>
            </a:p>
            <a:p>
              <a:pPr eaLnBrk="1" hangingPunct="1">
                <a:defRPr/>
              </a:pPr>
              <a:endParaRPr lang="en-US" sz="1700" dirty="0"/>
            </a:p>
            <a:p>
              <a:pPr eaLnBrk="1" hangingPunct="1">
                <a:defRPr/>
              </a:pPr>
              <a:r>
                <a:rPr lang="ru-RU" sz="1700" dirty="0"/>
                <a:t>&gt;</a:t>
              </a:r>
            </a:p>
            <a:p>
              <a:pPr eaLnBrk="1" hangingPunct="1">
                <a:defRPr/>
              </a:pPr>
              <a:r>
                <a:rPr lang="ru-RU" sz="1700" dirty="0"/>
                <a:t>=</a:t>
              </a:r>
            </a:p>
            <a:p>
              <a:pPr eaLnBrk="1" hangingPunct="1">
                <a:defRPr/>
              </a:pPr>
              <a:r>
                <a:rPr lang="ru-RU" sz="1700" dirty="0"/>
                <a:t>&lt;</a:t>
              </a:r>
            </a:p>
            <a:p>
              <a:pPr eaLnBrk="1" hangingPunct="1">
                <a:defRPr/>
              </a:pPr>
              <a:endParaRPr lang="ru-RU" sz="1700" dirty="0"/>
            </a:p>
            <a:p>
              <a:pPr eaLnBrk="1" hangingPunct="1">
                <a:defRPr/>
              </a:pPr>
              <a:endParaRPr lang="ru-RU" sz="1700" dirty="0">
                <a:latin typeface="Times NR Cyr MT"/>
              </a:endParaRPr>
            </a:p>
            <a:p>
              <a:pPr eaLnBrk="1" hangingPunct="1">
                <a:defRPr/>
              </a:pPr>
              <a:endParaRPr lang="ru-RU" dirty="0"/>
            </a:p>
          </p:txBody>
        </p:sp>
        <p:sp>
          <p:nvSpPr>
            <p:cNvPr id="48133" name="Line 8">
              <a:extLst>
                <a:ext uri="{FF2B5EF4-FFF2-40B4-BE49-F238E27FC236}">
                  <a16:creationId xmlns:a16="http://schemas.microsoft.com/office/drawing/2014/main" id="{E6D199A8-C9CC-4A90-8C16-90A4DBC6D4A8}"/>
                </a:ext>
              </a:extLst>
            </p:cNvPr>
            <p:cNvSpPr>
              <a:spLocks noChangeShapeType="1"/>
            </p:cNvSpPr>
            <p:nvPr/>
          </p:nvSpPr>
          <p:spPr bwMode="auto">
            <a:xfrm>
              <a:off x="3184525" y="2727325"/>
              <a:ext cx="427038" cy="0"/>
            </a:xfrm>
            <a:prstGeom prst="line">
              <a:avLst/>
            </a:prstGeom>
            <a:grpFill/>
            <a:ln w="28575">
              <a:solidFill>
                <a:srgbClr val="000000"/>
              </a:solidFill>
              <a:round/>
              <a:headEnd/>
              <a:tailEnd/>
            </a:ln>
          </p:spPr>
          <p:txBody>
            <a:bodyPr/>
            <a:lstStyle/>
            <a:p>
              <a:pPr eaLnBrk="1" hangingPunct="1">
                <a:defRPr/>
              </a:pPr>
              <a:endParaRPr lang="en-US"/>
            </a:p>
          </p:txBody>
        </p:sp>
        <p:sp>
          <p:nvSpPr>
            <p:cNvPr id="48134" name="Line 9">
              <a:extLst>
                <a:ext uri="{FF2B5EF4-FFF2-40B4-BE49-F238E27FC236}">
                  <a16:creationId xmlns:a16="http://schemas.microsoft.com/office/drawing/2014/main" id="{81580432-C9A4-4020-8978-88FD491EE335}"/>
                </a:ext>
              </a:extLst>
            </p:cNvPr>
            <p:cNvSpPr>
              <a:spLocks noChangeShapeType="1"/>
            </p:cNvSpPr>
            <p:nvPr/>
          </p:nvSpPr>
          <p:spPr bwMode="auto">
            <a:xfrm>
              <a:off x="3184525" y="3151188"/>
              <a:ext cx="427038" cy="0"/>
            </a:xfrm>
            <a:prstGeom prst="line">
              <a:avLst/>
            </a:prstGeom>
            <a:grpFill/>
            <a:ln w="28575">
              <a:solidFill>
                <a:srgbClr val="000000"/>
              </a:solidFill>
              <a:round/>
              <a:headEnd/>
              <a:tailEnd/>
            </a:ln>
          </p:spPr>
          <p:txBody>
            <a:bodyPr/>
            <a:lstStyle/>
            <a:p>
              <a:pPr eaLnBrk="1" hangingPunct="1">
                <a:defRPr/>
              </a:pPr>
              <a:endParaRPr lang="en-US"/>
            </a:p>
          </p:txBody>
        </p:sp>
        <p:sp>
          <p:nvSpPr>
            <p:cNvPr id="48135" name="Line 10">
              <a:extLst>
                <a:ext uri="{FF2B5EF4-FFF2-40B4-BE49-F238E27FC236}">
                  <a16:creationId xmlns:a16="http://schemas.microsoft.com/office/drawing/2014/main" id="{CD0572F8-6A11-40EF-811B-8C4C7546295A}"/>
                </a:ext>
              </a:extLst>
            </p:cNvPr>
            <p:cNvSpPr>
              <a:spLocks noChangeShapeType="1"/>
            </p:cNvSpPr>
            <p:nvPr/>
          </p:nvSpPr>
          <p:spPr bwMode="auto">
            <a:xfrm>
              <a:off x="3198813" y="3606800"/>
              <a:ext cx="427037" cy="0"/>
            </a:xfrm>
            <a:prstGeom prst="line">
              <a:avLst/>
            </a:prstGeom>
            <a:grpFill/>
            <a:ln w="28575">
              <a:solidFill>
                <a:srgbClr val="000000"/>
              </a:solidFill>
              <a:round/>
              <a:headEnd/>
              <a:tailEnd/>
            </a:ln>
          </p:spPr>
          <p:txBody>
            <a:bodyPr/>
            <a:lstStyle/>
            <a:p>
              <a:pPr eaLnBrk="1" hangingPunct="1">
                <a:defRPr/>
              </a:pPr>
              <a:endParaRPr lang="en-US"/>
            </a:p>
          </p:txBody>
        </p:sp>
        <p:sp>
          <p:nvSpPr>
            <p:cNvPr id="48136" name="Line 11">
              <a:extLst>
                <a:ext uri="{FF2B5EF4-FFF2-40B4-BE49-F238E27FC236}">
                  <a16:creationId xmlns:a16="http://schemas.microsoft.com/office/drawing/2014/main" id="{E749F5F0-C2C0-40E0-9159-83D93E43D473}"/>
                </a:ext>
              </a:extLst>
            </p:cNvPr>
            <p:cNvSpPr>
              <a:spLocks noChangeShapeType="1"/>
            </p:cNvSpPr>
            <p:nvPr/>
          </p:nvSpPr>
          <p:spPr bwMode="auto">
            <a:xfrm>
              <a:off x="1509713" y="1909763"/>
              <a:ext cx="355600" cy="0"/>
            </a:xfrm>
            <a:prstGeom prst="line">
              <a:avLst/>
            </a:prstGeom>
            <a:grpFill/>
            <a:ln w="25400">
              <a:solidFill>
                <a:srgbClr val="000000"/>
              </a:solidFill>
              <a:round/>
              <a:headEnd/>
              <a:tailEnd/>
            </a:ln>
          </p:spPr>
          <p:txBody>
            <a:bodyPr/>
            <a:lstStyle/>
            <a:p>
              <a:pPr eaLnBrk="1" hangingPunct="1">
                <a:defRPr/>
              </a:pPr>
              <a:endParaRPr lang="en-US"/>
            </a:p>
          </p:txBody>
        </p:sp>
        <p:sp>
          <p:nvSpPr>
            <p:cNvPr id="48137" name="Line 12">
              <a:extLst>
                <a:ext uri="{FF2B5EF4-FFF2-40B4-BE49-F238E27FC236}">
                  <a16:creationId xmlns:a16="http://schemas.microsoft.com/office/drawing/2014/main" id="{B15AC8DB-2AAE-4A06-97FB-AC0631CBA05D}"/>
                </a:ext>
              </a:extLst>
            </p:cNvPr>
            <p:cNvSpPr>
              <a:spLocks noChangeShapeType="1"/>
            </p:cNvSpPr>
            <p:nvPr/>
          </p:nvSpPr>
          <p:spPr bwMode="auto">
            <a:xfrm>
              <a:off x="1509713" y="2163763"/>
              <a:ext cx="355600" cy="0"/>
            </a:xfrm>
            <a:prstGeom prst="line">
              <a:avLst/>
            </a:prstGeom>
            <a:grpFill/>
            <a:ln w="25400">
              <a:solidFill>
                <a:srgbClr val="000000"/>
              </a:solidFill>
              <a:round/>
              <a:headEnd/>
              <a:tailEnd/>
            </a:ln>
          </p:spPr>
          <p:txBody>
            <a:bodyPr/>
            <a:lstStyle/>
            <a:p>
              <a:pPr eaLnBrk="1" hangingPunct="1">
                <a:defRPr/>
              </a:pPr>
              <a:endParaRPr lang="en-US"/>
            </a:p>
          </p:txBody>
        </p:sp>
        <p:sp>
          <p:nvSpPr>
            <p:cNvPr id="48138" name="Line 13">
              <a:extLst>
                <a:ext uri="{FF2B5EF4-FFF2-40B4-BE49-F238E27FC236}">
                  <a16:creationId xmlns:a16="http://schemas.microsoft.com/office/drawing/2014/main" id="{154731B3-7BD8-48B6-AE83-F7626803BEDA}"/>
                </a:ext>
              </a:extLst>
            </p:cNvPr>
            <p:cNvSpPr>
              <a:spLocks noChangeShapeType="1"/>
            </p:cNvSpPr>
            <p:nvPr/>
          </p:nvSpPr>
          <p:spPr bwMode="auto">
            <a:xfrm>
              <a:off x="1509713" y="2417763"/>
              <a:ext cx="355600" cy="0"/>
            </a:xfrm>
            <a:prstGeom prst="line">
              <a:avLst/>
            </a:prstGeom>
            <a:grpFill/>
            <a:ln w="25400">
              <a:solidFill>
                <a:srgbClr val="000000"/>
              </a:solidFill>
              <a:round/>
              <a:headEnd/>
              <a:tailEnd/>
            </a:ln>
          </p:spPr>
          <p:txBody>
            <a:bodyPr/>
            <a:lstStyle/>
            <a:p>
              <a:pPr eaLnBrk="1" hangingPunct="1">
                <a:defRPr/>
              </a:pPr>
              <a:endParaRPr lang="en-US"/>
            </a:p>
          </p:txBody>
        </p:sp>
        <p:sp>
          <p:nvSpPr>
            <p:cNvPr id="48139" name="Line 14">
              <a:extLst>
                <a:ext uri="{FF2B5EF4-FFF2-40B4-BE49-F238E27FC236}">
                  <a16:creationId xmlns:a16="http://schemas.microsoft.com/office/drawing/2014/main" id="{3E005EA4-0ED6-49BE-A4E6-801BAF2555B0}"/>
                </a:ext>
              </a:extLst>
            </p:cNvPr>
            <p:cNvSpPr>
              <a:spLocks noChangeShapeType="1"/>
            </p:cNvSpPr>
            <p:nvPr/>
          </p:nvSpPr>
          <p:spPr bwMode="auto">
            <a:xfrm>
              <a:off x="1509713" y="2671763"/>
              <a:ext cx="355600" cy="0"/>
            </a:xfrm>
            <a:prstGeom prst="line">
              <a:avLst/>
            </a:prstGeom>
            <a:grpFill/>
            <a:ln w="25400">
              <a:solidFill>
                <a:srgbClr val="000000"/>
              </a:solidFill>
              <a:round/>
              <a:headEnd/>
              <a:tailEnd/>
            </a:ln>
          </p:spPr>
          <p:txBody>
            <a:bodyPr/>
            <a:lstStyle/>
            <a:p>
              <a:pPr eaLnBrk="1" hangingPunct="1">
                <a:defRPr/>
              </a:pPr>
              <a:endParaRPr lang="en-US"/>
            </a:p>
          </p:txBody>
        </p:sp>
        <p:sp>
          <p:nvSpPr>
            <p:cNvPr id="48140" name="Line 15">
              <a:extLst>
                <a:ext uri="{FF2B5EF4-FFF2-40B4-BE49-F238E27FC236}">
                  <a16:creationId xmlns:a16="http://schemas.microsoft.com/office/drawing/2014/main" id="{31E8C911-88FB-4CA5-B643-C3BE9F9E2A10}"/>
                </a:ext>
              </a:extLst>
            </p:cNvPr>
            <p:cNvSpPr>
              <a:spLocks noChangeShapeType="1"/>
            </p:cNvSpPr>
            <p:nvPr/>
          </p:nvSpPr>
          <p:spPr bwMode="auto">
            <a:xfrm>
              <a:off x="1509713" y="3009900"/>
              <a:ext cx="355600" cy="0"/>
            </a:xfrm>
            <a:prstGeom prst="line">
              <a:avLst/>
            </a:prstGeom>
            <a:grpFill/>
            <a:ln w="25400">
              <a:solidFill>
                <a:srgbClr val="000000"/>
              </a:solidFill>
              <a:round/>
              <a:headEnd/>
              <a:tailEnd/>
            </a:ln>
          </p:spPr>
          <p:txBody>
            <a:bodyPr/>
            <a:lstStyle/>
            <a:p>
              <a:pPr eaLnBrk="1" hangingPunct="1">
                <a:defRPr/>
              </a:pPr>
              <a:endParaRPr lang="en-US"/>
            </a:p>
          </p:txBody>
        </p:sp>
        <p:sp>
          <p:nvSpPr>
            <p:cNvPr id="48141" name="Line 16">
              <a:extLst>
                <a:ext uri="{FF2B5EF4-FFF2-40B4-BE49-F238E27FC236}">
                  <a16:creationId xmlns:a16="http://schemas.microsoft.com/office/drawing/2014/main" id="{38BB6ABF-20F8-4320-8488-7DBA7FFFB669}"/>
                </a:ext>
              </a:extLst>
            </p:cNvPr>
            <p:cNvSpPr>
              <a:spLocks noChangeShapeType="1"/>
            </p:cNvSpPr>
            <p:nvPr/>
          </p:nvSpPr>
          <p:spPr bwMode="auto">
            <a:xfrm>
              <a:off x="1509713" y="3279775"/>
              <a:ext cx="355600" cy="0"/>
            </a:xfrm>
            <a:prstGeom prst="line">
              <a:avLst/>
            </a:prstGeom>
            <a:grpFill/>
            <a:ln w="28575">
              <a:solidFill>
                <a:srgbClr val="000000"/>
              </a:solidFill>
              <a:round/>
              <a:headEnd/>
              <a:tailEnd/>
            </a:ln>
          </p:spPr>
          <p:txBody>
            <a:bodyPr/>
            <a:lstStyle/>
            <a:p>
              <a:pPr eaLnBrk="1" hangingPunct="1">
                <a:defRPr/>
              </a:pPr>
              <a:endParaRPr lang="en-US"/>
            </a:p>
          </p:txBody>
        </p:sp>
        <p:sp>
          <p:nvSpPr>
            <p:cNvPr id="48142" name="Line 17">
              <a:extLst>
                <a:ext uri="{FF2B5EF4-FFF2-40B4-BE49-F238E27FC236}">
                  <a16:creationId xmlns:a16="http://schemas.microsoft.com/office/drawing/2014/main" id="{16B26BBE-F756-41D7-A0BE-DB0C1051712C}"/>
                </a:ext>
              </a:extLst>
            </p:cNvPr>
            <p:cNvSpPr>
              <a:spLocks noChangeShapeType="1"/>
            </p:cNvSpPr>
            <p:nvPr/>
          </p:nvSpPr>
          <p:spPr bwMode="auto">
            <a:xfrm>
              <a:off x="1509713" y="3533775"/>
              <a:ext cx="355600" cy="0"/>
            </a:xfrm>
            <a:prstGeom prst="line">
              <a:avLst/>
            </a:prstGeom>
            <a:grpFill/>
            <a:ln w="25400">
              <a:solidFill>
                <a:srgbClr val="000000"/>
              </a:solidFill>
              <a:round/>
              <a:headEnd/>
              <a:tailEnd/>
            </a:ln>
          </p:spPr>
          <p:txBody>
            <a:bodyPr/>
            <a:lstStyle/>
            <a:p>
              <a:pPr eaLnBrk="1" hangingPunct="1">
                <a:defRPr/>
              </a:pPr>
              <a:endParaRPr lang="en-US"/>
            </a:p>
          </p:txBody>
        </p:sp>
        <p:sp>
          <p:nvSpPr>
            <p:cNvPr id="48143" name="Line 18">
              <a:extLst>
                <a:ext uri="{FF2B5EF4-FFF2-40B4-BE49-F238E27FC236}">
                  <a16:creationId xmlns:a16="http://schemas.microsoft.com/office/drawing/2014/main" id="{B0C8EBCF-4A85-4E4E-A697-E42B9DE300BB}"/>
                </a:ext>
              </a:extLst>
            </p:cNvPr>
            <p:cNvSpPr>
              <a:spLocks noChangeShapeType="1"/>
            </p:cNvSpPr>
            <p:nvPr/>
          </p:nvSpPr>
          <p:spPr bwMode="auto">
            <a:xfrm>
              <a:off x="1509713" y="3787775"/>
              <a:ext cx="355600" cy="0"/>
            </a:xfrm>
            <a:prstGeom prst="line">
              <a:avLst/>
            </a:prstGeom>
            <a:grpFill/>
            <a:ln w="28575">
              <a:solidFill>
                <a:srgbClr val="000000"/>
              </a:solidFill>
              <a:round/>
              <a:headEnd/>
              <a:tailEnd/>
            </a:ln>
          </p:spPr>
          <p:txBody>
            <a:bodyPr/>
            <a:lstStyle/>
            <a:p>
              <a:pPr eaLnBrk="1" hangingPunct="1">
                <a:defRPr/>
              </a:pPr>
              <a:endParaRPr lang="en-US"/>
            </a:p>
          </p:txBody>
        </p:sp>
        <p:sp>
          <p:nvSpPr>
            <p:cNvPr id="48144" name="Line 19">
              <a:extLst>
                <a:ext uri="{FF2B5EF4-FFF2-40B4-BE49-F238E27FC236}">
                  <a16:creationId xmlns:a16="http://schemas.microsoft.com/office/drawing/2014/main" id="{9BF329F2-B7CF-4CB2-9BB7-BB72D5442A60}"/>
                </a:ext>
              </a:extLst>
            </p:cNvPr>
            <p:cNvSpPr>
              <a:spLocks noChangeShapeType="1"/>
            </p:cNvSpPr>
            <p:nvPr/>
          </p:nvSpPr>
          <p:spPr bwMode="auto">
            <a:xfrm>
              <a:off x="1509713" y="4176713"/>
              <a:ext cx="355600" cy="0"/>
            </a:xfrm>
            <a:prstGeom prst="line">
              <a:avLst/>
            </a:prstGeom>
            <a:grpFill/>
            <a:ln w="28575">
              <a:solidFill>
                <a:srgbClr val="000000"/>
              </a:solidFill>
              <a:round/>
              <a:headEnd/>
              <a:tailEnd/>
            </a:ln>
          </p:spPr>
          <p:txBody>
            <a:bodyPr/>
            <a:lstStyle/>
            <a:p>
              <a:pPr eaLnBrk="1" hangingPunct="1">
                <a:defRPr/>
              </a:pPr>
              <a:endParaRPr lang="en-US"/>
            </a:p>
          </p:txBody>
        </p:sp>
        <p:sp>
          <p:nvSpPr>
            <p:cNvPr id="48145" name="Line 20">
              <a:extLst>
                <a:ext uri="{FF2B5EF4-FFF2-40B4-BE49-F238E27FC236}">
                  <a16:creationId xmlns:a16="http://schemas.microsoft.com/office/drawing/2014/main" id="{7147F53B-E312-4554-B811-62B4B19BE9FC}"/>
                </a:ext>
              </a:extLst>
            </p:cNvPr>
            <p:cNvSpPr>
              <a:spLocks noChangeShapeType="1"/>
            </p:cNvSpPr>
            <p:nvPr/>
          </p:nvSpPr>
          <p:spPr bwMode="auto">
            <a:xfrm>
              <a:off x="1509713" y="4414838"/>
              <a:ext cx="355600" cy="0"/>
            </a:xfrm>
            <a:prstGeom prst="line">
              <a:avLst/>
            </a:prstGeom>
            <a:grpFill/>
            <a:ln w="25400">
              <a:solidFill>
                <a:srgbClr val="000000"/>
              </a:solidFill>
              <a:round/>
              <a:headEnd/>
              <a:tailEnd/>
            </a:ln>
          </p:spPr>
          <p:txBody>
            <a:bodyPr/>
            <a:lstStyle/>
            <a:p>
              <a:pPr eaLnBrk="1" hangingPunct="1">
                <a:defRPr/>
              </a:pPr>
              <a:endParaRPr lang="en-US"/>
            </a:p>
          </p:txBody>
        </p:sp>
        <p:sp>
          <p:nvSpPr>
            <p:cNvPr id="48146" name="Line 21">
              <a:extLst>
                <a:ext uri="{FF2B5EF4-FFF2-40B4-BE49-F238E27FC236}">
                  <a16:creationId xmlns:a16="http://schemas.microsoft.com/office/drawing/2014/main" id="{6E6FE01A-FCA1-43DF-A4F7-3705BD105991}"/>
                </a:ext>
              </a:extLst>
            </p:cNvPr>
            <p:cNvSpPr>
              <a:spLocks noChangeShapeType="1"/>
            </p:cNvSpPr>
            <p:nvPr/>
          </p:nvSpPr>
          <p:spPr bwMode="auto">
            <a:xfrm>
              <a:off x="1493838" y="4651375"/>
              <a:ext cx="357187" cy="0"/>
            </a:xfrm>
            <a:prstGeom prst="line">
              <a:avLst/>
            </a:prstGeom>
            <a:grpFill/>
            <a:ln w="25400">
              <a:solidFill>
                <a:srgbClr val="000000"/>
              </a:solidFill>
              <a:round/>
              <a:headEnd/>
              <a:tailEnd/>
            </a:ln>
          </p:spPr>
          <p:txBody>
            <a:bodyPr/>
            <a:lstStyle/>
            <a:p>
              <a:pPr eaLnBrk="1" hangingPunct="1">
                <a:defRPr/>
              </a:pPr>
              <a:endParaRPr lang="en-US"/>
            </a:p>
          </p:txBody>
        </p:sp>
        <p:sp>
          <p:nvSpPr>
            <p:cNvPr id="48147" name="Text Box 22">
              <a:extLst>
                <a:ext uri="{FF2B5EF4-FFF2-40B4-BE49-F238E27FC236}">
                  <a16:creationId xmlns:a16="http://schemas.microsoft.com/office/drawing/2014/main" id="{0025A06F-7986-411B-92A6-D1581800D4F2}"/>
                </a:ext>
              </a:extLst>
            </p:cNvPr>
            <p:cNvSpPr txBox="1">
              <a:spLocks noChangeArrowheads="1"/>
            </p:cNvSpPr>
            <p:nvPr/>
          </p:nvSpPr>
          <p:spPr bwMode="auto">
            <a:xfrm>
              <a:off x="512763" y="1673225"/>
              <a:ext cx="966787" cy="2309813"/>
            </a:xfrm>
            <a:prstGeom prst="rect">
              <a:avLst/>
            </a:prstGeom>
            <a:noFill/>
            <a:ln w="28575">
              <a:noFill/>
              <a:miter lim="800000"/>
              <a:headEnd/>
              <a:tailEnd/>
            </a:ln>
          </p:spPr>
          <p:txBody>
            <a:bodyPr/>
            <a:lstStyle/>
            <a:p>
              <a:pPr eaLnBrk="1" hangingPunct="1">
                <a:defRPr/>
              </a:pPr>
              <a:r>
                <a:rPr lang="ru-RU" dirty="0"/>
                <a:t>      a3</a:t>
              </a:r>
            </a:p>
            <a:p>
              <a:pPr eaLnBrk="1" hangingPunct="1">
                <a:defRPr/>
              </a:pPr>
              <a:r>
                <a:rPr lang="ru-RU" dirty="0"/>
                <a:t>      a2</a:t>
              </a:r>
            </a:p>
            <a:p>
              <a:pPr eaLnBrk="1" hangingPunct="1">
                <a:defRPr/>
              </a:pPr>
              <a:r>
                <a:rPr lang="ru-RU" dirty="0"/>
                <a:t>      a1</a:t>
              </a:r>
            </a:p>
            <a:p>
              <a:pPr eaLnBrk="1" hangingPunct="1">
                <a:defRPr/>
              </a:pPr>
              <a:r>
                <a:rPr lang="ru-RU" dirty="0"/>
                <a:t>      a0</a:t>
              </a:r>
            </a:p>
            <a:p>
              <a:pPr eaLnBrk="1" hangingPunct="1">
                <a:defRPr/>
              </a:pPr>
              <a:r>
                <a:rPr lang="ru-RU" dirty="0"/>
                <a:t>      b3</a:t>
              </a:r>
            </a:p>
            <a:p>
              <a:pPr eaLnBrk="1" hangingPunct="1">
                <a:defRPr/>
              </a:pPr>
              <a:r>
                <a:rPr lang="ru-RU" dirty="0"/>
                <a:t>      b2</a:t>
              </a:r>
            </a:p>
            <a:p>
              <a:pPr eaLnBrk="1" hangingPunct="1">
                <a:defRPr/>
              </a:pPr>
              <a:r>
                <a:rPr lang="ru-RU" dirty="0"/>
                <a:t>      b1</a:t>
              </a:r>
            </a:p>
            <a:p>
              <a:pPr eaLnBrk="1" hangingPunct="1">
                <a:defRPr/>
              </a:pPr>
              <a:r>
                <a:rPr lang="ru-RU" dirty="0"/>
                <a:t>      b0</a:t>
              </a:r>
              <a:endParaRPr lang="en-US" dirty="0"/>
            </a:p>
            <a:p>
              <a:pPr eaLnBrk="1" hangingPunct="1">
                <a:defRPr/>
              </a:pPr>
              <a:endParaRPr lang="ru-RU" dirty="0"/>
            </a:p>
            <a:p>
              <a:pPr eaLnBrk="1" hangingPunct="1">
                <a:defRPr/>
              </a:pPr>
              <a:endParaRPr lang="ru-RU" dirty="0"/>
            </a:p>
          </p:txBody>
        </p:sp>
        <p:sp>
          <p:nvSpPr>
            <p:cNvPr id="48148" name="Text Box 23">
              <a:extLst>
                <a:ext uri="{FF2B5EF4-FFF2-40B4-BE49-F238E27FC236}">
                  <a16:creationId xmlns:a16="http://schemas.microsoft.com/office/drawing/2014/main" id="{119B257D-9776-42D0-881C-4BEFFAF99226}"/>
                </a:ext>
              </a:extLst>
            </p:cNvPr>
            <p:cNvSpPr txBox="1">
              <a:spLocks noChangeArrowheads="1"/>
            </p:cNvSpPr>
            <p:nvPr/>
          </p:nvSpPr>
          <p:spPr bwMode="auto">
            <a:xfrm>
              <a:off x="3560763" y="2406650"/>
              <a:ext cx="1216025" cy="1827213"/>
            </a:xfrm>
            <a:prstGeom prst="rect">
              <a:avLst/>
            </a:prstGeom>
            <a:noFill/>
            <a:ln w="28575">
              <a:noFill/>
              <a:miter lim="800000"/>
              <a:headEnd/>
              <a:tailEnd/>
            </a:ln>
          </p:spPr>
          <p:txBody>
            <a:bodyPr/>
            <a:lstStyle/>
            <a:p>
              <a:pPr eaLnBrk="1" hangingPunct="1">
                <a:defRPr/>
              </a:pPr>
              <a:r>
                <a:rPr lang="ru-RU" dirty="0"/>
                <a:t>A</a:t>
              </a:r>
              <a:r>
                <a:rPr lang="en-US" dirty="0"/>
                <a:t>GT</a:t>
              </a:r>
              <a:r>
                <a:rPr lang="ru-RU" dirty="0"/>
                <a:t>Bout</a:t>
              </a:r>
            </a:p>
            <a:p>
              <a:pPr eaLnBrk="1" hangingPunct="1">
                <a:defRPr/>
              </a:pPr>
              <a:endParaRPr lang="ru-RU" dirty="0"/>
            </a:p>
            <a:p>
              <a:pPr eaLnBrk="1" hangingPunct="1">
                <a:defRPr/>
              </a:pPr>
              <a:r>
                <a:rPr lang="ru-RU" dirty="0"/>
                <a:t>A</a:t>
              </a:r>
              <a:r>
                <a:rPr lang="en-US" dirty="0"/>
                <a:t>EQ</a:t>
              </a:r>
              <a:r>
                <a:rPr lang="ru-RU" dirty="0"/>
                <a:t>Bout</a:t>
              </a:r>
            </a:p>
            <a:p>
              <a:pPr eaLnBrk="1" hangingPunct="1">
                <a:defRPr/>
              </a:pPr>
              <a:endParaRPr lang="ru-RU" dirty="0"/>
            </a:p>
            <a:p>
              <a:pPr eaLnBrk="1" hangingPunct="1">
                <a:defRPr/>
              </a:pPr>
              <a:r>
                <a:rPr lang="ru-RU" dirty="0"/>
                <a:t>A</a:t>
              </a:r>
              <a:r>
                <a:rPr lang="en-US" dirty="0"/>
                <a:t>LT</a:t>
              </a:r>
              <a:r>
                <a:rPr lang="ru-RU" dirty="0"/>
                <a:t>Bout</a:t>
              </a:r>
            </a:p>
          </p:txBody>
        </p:sp>
        <p:sp>
          <p:nvSpPr>
            <p:cNvPr id="48149" name="Text Box 26">
              <a:extLst>
                <a:ext uri="{FF2B5EF4-FFF2-40B4-BE49-F238E27FC236}">
                  <a16:creationId xmlns:a16="http://schemas.microsoft.com/office/drawing/2014/main" id="{EF5E615A-D492-4E83-AEA7-4697E3C5105D}"/>
                </a:ext>
              </a:extLst>
            </p:cNvPr>
            <p:cNvSpPr txBox="1">
              <a:spLocks noChangeArrowheads="1"/>
            </p:cNvSpPr>
            <p:nvPr/>
          </p:nvSpPr>
          <p:spPr bwMode="auto">
            <a:xfrm>
              <a:off x="4802187" y="2171700"/>
              <a:ext cx="3997263" cy="1200329"/>
            </a:xfrm>
            <a:prstGeom prst="rect">
              <a:avLst/>
            </a:prstGeom>
            <a:solidFill>
              <a:schemeClr val="accent1">
                <a:lumMod val="20000"/>
                <a:lumOff val="80000"/>
              </a:schemeClr>
            </a:solidFill>
            <a:ln w="9525">
              <a:noFill/>
              <a:miter lim="800000"/>
              <a:headEnd/>
              <a:tailEnd/>
            </a:ln>
          </p:spPr>
          <p:txBody>
            <a:bodyPr>
              <a:spAutoFit/>
            </a:bodyPr>
            <a:lstStyle/>
            <a:p>
              <a:pPr eaLnBrk="1" hangingPunct="1">
                <a:spcBef>
                  <a:spcPct val="50000"/>
                </a:spcBef>
                <a:defRPr/>
              </a:pPr>
              <a:r>
                <a:rPr lang="en-US" dirty="0" err="1"/>
                <a:t>AGTBout</a:t>
              </a:r>
              <a:r>
                <a:rPr lang="en-US" dirty="0"/>
                <a:t> = (A&gt;B) + (A==B)</a:t>
              </a:r>
              <a:r>
                <a:rPr lang="en-US" dirty="0">
                  <a:sym typeface="Symbol" pitchFamily="18" charset="2"/>
                </a:rPr>
                <a:t></a:t>
              </a:r>
              <a:r>
                <a:rPr lang="en-US" dirty="0" err="1">
                  <a:sym typeface="Symbol" pitchFamily="18" charset="2"/>
                </a:rPr>
                <a:t>AGTBin</a:t>
              </a:r>
              <a:endParaRPr lang="en-US" dirty="0">
                <a:sym typeface="Symbol" pitchFamily="18" charset="2"/>
              </a:endParaRPr>
            </a:p>
            <a:p>
              <a:pPr eaLnBrk="1" hangingPunct="1">
                <a:spcBef>
                  <a:spcPct val="50000"/>
                </a:spcBef>
                <a:defRPr/>
              </a:pPr>
              <a:r>
                <a:rPr lang="en-US" dirty="0" err="1">
                  <a:sym typeface="Symbol" pitchFamily="18" charset="2"/>
                </a:rPr>
                <a:t>ALTBout</a:t>
              </a:r>
              <a:r>
                <a:rPr lang="en-US" dirty="0">
                  <a:sym typeface="Symbol" pitchFamily="18" charset="2"/>
                </a:rPr>
                <a:t> = (A&lt;B) + (A==B)</a:t>
              </a:r>
              <a:r>
                <a:rPr lang="en-US" dirty="0" err="1">
                  <a:sym typeface="Symbol" pitchFamily="18" charset="2"/>
                </a:rPr>
                <a:t>ALTBin</a:t>
              </a:r>
              <a:endParaRPr lang="en-US" dirty="0">
                <a:sym typeface="Symbol" pitchFamily="18" charset="2"/>
              </a:endParaRPr>
            </a:p>
            <a:p>
              <a:pPr eaLnBrk="1" hangingPunct="1">
                <a:spcBef>
                  <a:spcPct val="50000"/>
                </a:spcBef>
                <a:defRPr/>
              </a:pPr>
              <a:r>
                <a:rPr lang="en-US" dirty="0" err="1">
                  <a:sym typeface="Symbol" pitchFamily="18" charset="2"/>
                </a:rPr>
                <a:t>AEQBout</a:t>
              </a:r>
              <a:r>
                <a:rPr lang="en-US" dirty="0">
                  <a:sym typeface="Symbol" pitchFamily="18" charset="2"/>
                </a:rPr>
                <a:t> =(A==B)</a:t>
              </a:r>
              <a:r>
                <a:rPr lang="en-US" dirty="0" err="1">
                  <a:sym typeface="Symbol" pitchFamily="18" charset="2"/>
                </a:rPr>
                <a:t>AEQBin</a:t>
              </a:r>
              <a:endParaRPr lang="en-US" dirty="0">
                <a:sym typeface="Symbol" pitchFamily="18" charset="2"/>
              </a:endParaRPr>
            </a:p>
          </p:txBody>
        </p:sp>
        <p:sp>
          <p:nvSpPr>
            <p:cNvPr id="48150" name="Text Box 23">
              <a:extLst>
                <a:ext uri="{FF2B5EF4-FFF2-40B4-BE49-F238E27FC236}">
                  <a16:creationId xmlns:a16="http://schemas.microsoft.com/office/drawing/2014/main" id="{CA2152D3-12CD-46E8-8B7B-EEB66685BAFA}"/>
                </a:ext>
              </a:extLst>
            </p:cNvPr>
            <p:cNvSpPr txBox="1">
              <a:spLocks noChangeArrowheads="1"/>
            </p:cNvSpPr>
            <p:nvPr/>
          </p:nvSpPr>
          <p:spPr bwMode="auto">
            <a:xfrm>
              <a:off x="534988" y="3983038"/>
              <a:ext cx="1147762" cy="915987"/>
            </a:xfrm>
            <a:prstGeom prst="rect">
              <a:avLst/>
            </a:prstGeom>
            <a:noFill/>
            <a:ln w="9525">
              <a:noFill/>
              <a:miter lim="800000"/>
              <a:headEnd/>
              <a:tailEnd/>
            </a:ln>
          </p:spPr>
          <p:txBody>
            <a:bodyPr>
              <a:spAutoFit/>
            </a:bodyPr>
            <a:lstStyle/>
            <a:p>
              <a:pPr eaLnBrk="1" hangingPunct="1">
                <a:defRPr/>
              </a:pPr>
              <a:r>
                <a:rPr lang="ru-RU" dirty="0"/>
                <a:t>A</a:t>
              </a:r>
              <a:r>
                <a:rPr lang="en-US" dirty="0"/>
                <a:t>GT</a:t>
              </a:r>
              <a:r>
                <a:rPr lang="ru-RU" dirty="0"/>
                <a:t>Bin</a:t>
              </a:r>
            </a:p>
            <a:p>
              <a:pPr eaLnBrk="1" hangingPunct="1">
                <a:defRPr/>
              </a:pPr>
              <a:r>
                <a:rPr lang="ru-RU" dirty="0"/>
                <a:t>A</a:t>
              </a:r>
              <a:r>
                <a:rPr lang="en-US" dirty="0"/>
                <a:t>EQ</a:t>
              </a:r>
              <a:r>
                <a:rPr lang="ru-RU" dirty="0"/>
                <a:t>Bin</a:t>
              </a:r>
            </a:p>
            <a:p>
              <a:pPr eaLnBrk="1" hangingPunct="1">
                <a:defRPr/>
              </a:pPr>
              <a:r>
                <a:rPr lang="ru-RU" dirty="0"/>
                <a:t>A</a:t>
              </a:r>
              <a:r>
                <a:rPr lang="en-US" dirty="0"/>
                <a:t>LT</a:t>
              </a:r>
              <a:r>
                <a:rPr lang="ru-RU" dirty="0"/>
                <a:t>Bin</a:t>
              </a:r>
            </a:p>
          </p:txBody>
        </p:sp>
      </p:grpSp>
      <p:sp>
        <p:nvSpPr>
          <p:cNvPr id="102403" name="Title 22">
            <a:extLst>
              <a:ext uri="{FF2B5EF4-FFF2-40B4-BE49-F238E27FC236}">
                <a16:creationId xmlns:a16="http://schemas.microsoft.com/office/drawing/2014/main" id="{93BE784F-83DE-DB1D-6830-4B5010881E64}"/>
              </a:ext>
            </a:extLst>
          </p:cNvPr>
          <p:cNvSpPr>
            <a:spLocks noGrp="1" noChangeArrowheads="1"/>
          </p:cNvSpPr>
          <p:nvPr>
            <p:ph type="title"/>
          </p:nvPr>
        </p:nvSpPr>
        <p:spPr>
          <a:xfrm>
            <a:off x="-1" y="183402"/>
            <a:ext cx="11612880" cy="704088"/>
          </a:xfrm>
        </p:spPr>
        <p:txBody>
          <a:bodyPr>
            <a:normAutofit/>
          </a:bodyPr>
          <a:lstStyle/>
          <a:p>
            <a:r>
              <a:rPr lang="en-US" altLang="en-US" dirty="0"/>
              <a:t>IC 74x85</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66" name="Group 66">
            <a:extLst>
              <a:ext uri="{FF2B5EF4-FFF2-40B4-BE49-F238E27FC236}">
                <a16:creationId xmlns:a16="http://schemas.microsoft.com/office/drawing/2014/main" id="{D8FA4A88-755A-43E3-94F9-F11AB3AD931F}"/>
              </a:ext>
            </a:extLst>
          </p:cNvPr>
          <p:cNvGraphicFramePr>
            <a:graphicFrameLocks noGrp="1"/>
          </p:cNvGraphicFramePr>
          <p:nvPr>
            <p:extLst>
              <p:ext uri="{D42A27DB-BD31-4B8C-83A1-F6EECF244321}">
                <p14:modId xmlns:p14="http://schemas.microsoft.com/office/powerpoint/2010/main" val="2615733525"/>
              </p:ext>
            </p:extLst>
          </p:nvPr>
        </p:nvGraphicFramePr>
        <p:xfrm>
          <a:off x="2139950" y="1403350"/>
          <a:ext cx="8001000" cy="4267200"/>
        </p:xfrm>
        <a:graphic>
          <a:graphicData uri="http://schemas.openxmlformats.org/drawingml/2006/table">
            <a:tbl>
              <a:tblPr/>
              <a:tblGrid>
                <a:gridCol w="29718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2825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bg1"/>
                          </a:solidFill>
                          <a:effectLst/>
                          <a:latin typeface="Arial" pitchFamily="34" charset="0"/>
                          <a:cs typeface="Times New Roman" pitchFamily="18" charset="0"/>
                        </a:rPr>
                        <a:t>Data  Inputs</a:t>
                      </a:r>
                      <a:endParaRPr kumimoji="0" lang="ru-RU" sz="14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bg1"/>
                          </a:solidFill>
                          <a:effectLst/>
                          <a:latin typeface="Arial" pitchFamily="34" charset="0"/>
                          <a:cs typeface="Times New Roman" pitchFamily="18" charset="0"/>
                        </a:rPr>
                        <a:t>Extended  Inputs</a:t>
                      </a:r>
                      <a:endParaRPr kumimoji="0" lang="ru-RU" sz="14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bg1"/>
                          </a:solidFill>
                          <a:effectLst/>
                          <a:latin typeface="Arial" pitchFamily="34" charset="0"/>
                          <a:cs typeface="Times New Roman" pitchFamily="18" charset="0"/>
                        </a:rPr>
                        <a:t>Outputs</a:t>
                      </a:r>
                      <a:endParaRPr kumimoji="0" lang="en-US" sz="1400" b="0" i="0" u="none" strike="noStrike" cap="none" normalizeH="0" baseline="0" dirty="0">
                        <a:ln>
                          <a:noFill/>
                        </a:ln>
                        <a:solidFill>
                          <a:schemeClr val="bg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0</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0</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A&gt;B</a:t>
                      </a:r>
                      <a:r>
                        <a:rPr kumimoji="0" lang="en-US" sz="1400" b="0" i="0" u="none" strike="noStrike" cap="none" normalizeH="0" baseline="-30000">
                          <a:ln>
                            <a:noFill/>
                          </a:ln>
                          <a:solidFill>
                            <a:schemeClr val="tx1"/>
                          </a:solidFill>
                          <a:effectLst/>
                          <a:latin typeface="Arial" pitchFamily="34" charset="0"/>
                          <a:cs typeface="Times New Roman" pitchFamily="18" charset="0"/>
                        </a:rPr>
                        <a:t>in</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A&lt;B</a:t>
                      </a:r>
                      <a:r>
                        <a:rPr kumimoji="0" lang="en-US" sz="1400" b="0" i="0" u="none" strike="noStrike" cap="none" normalizeH="0" baseline="-30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A=B</a:t>
                      </a:r>
                      <a:r>
                        <a:rPr kumimoji="0" lang="en-US" sz="1400" b="0" i="0" u="none" strike="noStrike" cap="none" normalizeH="0" baseline="-30000">
                          <a:ln>
                            <a:noFill/>
                          </a:ln>
                          <a:solidFill>
                            <a:schemeClr val="tx1"/>
                          </a:solidFill>
                          <a:effectLst/>
                          <a:latin typeface="Arial" pitchFamily="34" charset="0"/>
                          <a:cs typeface="Times New Roman" pitchFamily="18" charset="0"/>
                        </a:rPr>
                        <a:t>in</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A&gt;B</a:t>
                      </a:r>
                      <a:r>
                        <a:rPr kumimoji="0" lang="en-US" sz="1400" b="0" i="0" u="none" strike="noStrike" cap="none" normalizeH="0" baseline="-30000" dirty="0">
                          <a:ln>
                            <a:noFill/>
                          </a:ln>
                          <a:solidFill>
                            <a:schemeClr val="tx1"/>
                          </a:solidFill>
                          <a:effectLst/>
                          <a:latin typeface="Arial" pitchFamily="34" charset="0"/>
                          <a:cs typeface="Times New Roman" pitchFamily="18" charset="0"/>
                        </a:rPr>
                        <a:t>out</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A&lt;B</a:t>
                      </a:r>
                      <a:r>
                        <a:rPr kumimoji="0" lang="en-US" sz="1400" b="0" i="0" u="none" strike="noStrike" cap="none" normalizeH="0" baseline="-30000" dirty="0">
                          <a:ln>
                            <a:noFill/>
                          </a:ln>
                          <a:solidFill>
                            <a:schemeClr val="tx1"/>
                          </a:solidFill>
                          <a:effectLst/>
                          <a:latin typeface="Arial" pitchFamily="34" charset="0"/>
                          <a:cs typeface="Times New Roman" pitchFamily="18" charset="0"/>
                        </a:rPr>
                        <a:t>out    </a:t>
                      </a:r>
                      <a:r>
                        <a:rPr kumimoji="0" lang="en-US" sz="1400" b="0" i="0" u="none" strike="noStrike" cap="none" normalizeH="0" baseline="0" dirty="0">
                          <a:ln>
                            <a:noFill/>
                          </a:ln>
                          <a:solidFill>
                            <a:schemeClr val="tx1"/>
                          </a:solidFill>
                          <a:effectLst/>
                          <a:latin typeface="Arial" pitchFamily="34" charset="0"/>
                          <a:cs typeface="Times New Roman" pitchFamily="18" charset="0"/>
                        </a:rPr>
                        <a:t>A=B</a:t>
                      </a:r>
                      <a:r>
                        <a:rPr kumimoji="0" lang="en-US" sz="1400" b="0" i="0" u="none" strike="noStrike" cap="none" normalizeH="0" baseline="-30000" dirty="0">
                          <a:ln>
                            <a:noFill/>
                          </a:ln>
                          <a:solidFill>
                            <a:schemeClr val="tx1"/>
                          </a:solidFill>
                          <a:effectLst/>
                          <a:latin typeface="Arial" pitchFamily="34" charset="0"/>
                          <a:cs typeface="Times New Roman" pitchFamily="18" charset="0"/>
                        </a:rPr>
                        <a:t>out</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&gt;B</a:t>
                      </a:r>
                      <a:r>
                        <a:rPr kumimoji="0" lang="en-US" sz="1400" b="0" i="0" u="none" strike="noStrike" cap="none" normalizeH="0" baseline="-25000">
                          <a:ln>
                            <a:noFill/>
                          </a:ln>
                          <a:solidFill>
                            <a:schemeClr val="tx1"/>
                          </a:solidFill>
                          <a:effectLst/>
                          <a:latin typeface="Arial" pitchFamily="34" charset="0"/>
                          <a:cs typeface="Times New Roman" pitchFamily="18" charset="0"/>
                        </a:rPr>
                        <a:t>3     </a:t>
                      </a: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 1              0            0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&lt;B</a:t>
                      </a:r>
                      <a:r>
                        <a:rPr kumimoji="0" lang="en-US" sz="1400" b="0" i="0" u="none" strike="noStrike" cap="none" normalizeH="0" baseline="-25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 </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x            </a:t>
                      </a:r>
                      <a:r>
                        <a:rPr kumimoji="0" lang="en-US" sz="1400" b="0" i="0" u="none" strike="noStrike" cap="none" normalizeH="0" baseline="0" dirty="0" err="1">
                          <a:ln>
                            <a:noFill/>
                          </a:ln>
                          <a:solidFill>
                            <a:schemeClr val="tx1"/>
                          </a:solidFill>
                          <a:effectLst/>
                          <a:latin typeface="Arial" pitchFamily="34" charset="0"/>
                          <a:cs typeface="Times New Roman" pitchFamily="18" charset="0"/>
                        </a:rPr>
                        <a:t>x</a:t>
                      </a:r>
                      <a:r>
                        <a:rPr kumimoji="0" lang="en-US" sz="1400" b="0" i="0" u="none" strike="noStrike" cap="none" normalizeH="0" baseline="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err="1">
                          <a:ln>
                            <a:noFill/>
                          </a:ln>
                          <a:solidFill>
                            <a:schemeClr val="tx1"/>
                          </a:solidFill>
                          <a:effectLst/>
                          <a:latin typeface="Arial" pitchFamily="34" charset="0"/>
                          <a:cs typeface="Times New Roman" pitchFamily="18" charset="0"/>
                        </a:rPr>
                        <a:t>x</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 0              1            0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0" dirty="0">
                          <a:ln>
                            <a:noFill/>
                          </a:ln>
                          <a:solidFill>
                            <a:schemeClr val="tx1"/>
                          </a:solidFill>
                          <a:effectLst/>
                          <a:latin typeface="Arial" pitchFamily="34" charset="0"/>
                          <a:cs typeface="Times New Roman" pitchFamily="18" charset="0"/>
                        </a:rPr>
                        <a:t>&gt;B</a:t>
                      </a:r>
                      <a:r>
                        <a:rPr kumimoji="0" lang="en-US" sz="1400" b="0" i="0" u="none" strike="noStrike" cap="none" normalizeH="0" baseline="-25000" dirty="0">
                          <a:ln>
                            <a:noFill/>
                          </a:ln>
                          <a:solidFill>
                            <a:schemeClr val="tx1"/>
                          </a:solidFill>
                          <a:effectLst/>
                          <a:latin typeface="Arial" pitchFamily="34" charset="0"/>
                          <a:cs typeface="Times New Roman" pitchFamily="18" charset="0"/>
                        </a:rPr>
                        <a:t>2       </a:t>
                      </a:r>
                      <a:r>
                        <a:rPr kumimoji="0" lang="en-US" sz="1400" b="0" i="0" u="none" strike="noStrike" cap="none" normalizeH="0" baseline="0" dirty="0">
                          <a:ln>
                            <a:noFill/>
                          </a:ln>
                          <a:solidFill>
                            <a:schemeClr val="tx1"/>
                          </a:solidFill>
                          <a:effectLst/>
                          <a:latin typeface="Arial" pitchFamily="34" charset="0"/>
                          <a:cs typeface="Times New Roman" pitchFamily="18" charset="0"/>
                        </a:rPr>
                        <a:t>x          </a:t>
                      </a:r>
                      <a:r>
                        <a:rPr kumimoji="0" lang="en-US" sz="1400" b="0" i="0" u="none" strike="noStrike" cap="none" normalizeH="0" baseline="0" dirty="0" err="1">
                          <a:ln>
                            <a:noFill/>
                          </a:ln>
                          <a:solidFill>
                            <a:schemeClr val="tx1"/>
                          </a:solidFill>
                          <a:effectLst/>
                          <a:latin typeface="Arial" pitchFamily="34" charset="0"/>
                          <a:cs typeface="Times New Roman" pitchFamily="18" charset="0"/>
                        </a:rPr>
                        <a:t>x</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 1              0            0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0" dirty="0">
                          <a:ln>
                            <a:noFill/>
                          </a:ln>
                          <a:solidFill>
                            <a:schemeClr val="tx1"/>
                          </a:solidFill>
                          <a:effectLst/>
                          <a:latin typeface="Arial" pitchFamily="34" charset="0"/>
                          <a:cs typeface="Times New Roman" pitchFamily="18" charset="0"/>
                        </a:rPr>
                        <a:t>&lt;B</a:t>
                      </a:r>
                      <a:r>
                        <a:rPr kumimoji="0" lang="en-US" sz="1400" b="0" i="0" u="none" strike="noStrike" cap="none" normalizeH="0" baseline="-30000" dirty="0">
                          <a:ln>
                            <a:noFill/>
                          </a:ln>
                          <a:solidFill>
                            <a:schemeClr val="tx1"/>
                          </a:solidFill>
                          <a:effectLst/>
                          <a:latin typeface="Arial" pitchFamily="34" charset="0"/>
                          <a:cs typeface="Times New Roman" pitchFamily="18" charset="0"/>
                        </a:rPr>
                        <a:t>2       </a:t>
                      </a:r>
                      <a:r>
                        <a:rPr kumimoji="0" lang="en-US" sz="1400" b="0" i="0" u="none" strike="noStrike" cap="none" normalizeH="0" baseline="0" dirty="0">
                          <a:ln>
                            <a:noFill/>
                          </a:ln>
                          <a:solidFill>
                            <a:schemeClr val="tx1"/>
                          </a:solidFill>
                          <a:effectLst/>
                          <a:latin typeface="Arial" pitchFamily="34" charset="0"/>
                          <a:cs typeface="Times New Roman" pitchFamily="18" charset="0"/>
                        </a:rPr>
                        <a:t>x          </a:t>
                      </a:r>
                      <a:r>
                        <a:rPr kumimoji="0" lang="en-US" sz="1400" b="0" i="0" u="none" strike="noStrike" cap="none" normalizeH="0" baseline="0" dirty="0" err="1">
                          <a:ln>
                            <a:noFill/>
                          </a:ln>
                          <a:solidFill>
                            <a:schemeClr val="tx1"/>
                          </a:solidFill>
                          <a:effectLst/>
                          <a:latin typeface="Arial" pitchFamily="34" charset="0"/>
                          <a:cs typeface="Times New Roman" pitchFamily="18" charset="0"/>
                        </a:rPr>
                        <a:t>x</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 0              1            0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25000" dirty="0">
                          <a:ln>
                            <a:noFill/>
                          </a:ln>
                          <a:solidFill>
                            <a:schemeClr val="tx1"/>
                          </a:solidFill>
                          <a:effectLst/>
                          <a:latin typeface="Arial" pitchFamily="34" charset="0"/>
                          <a:cs typeface="Times New Roman" pitchFamily="18" charset="0"/>
                        </a:rPr>
                        <a:t>3</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2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0" dirty="0">
                          <a:ln>
                            <a:noFill/>
                          </a:ln>
                          <a:solidFill>
                            <a:schemeClr val="tx1"/>
                          </a:solidFill>
                          <a:effectLst/>
                          <a:latin typeface="Arial" pitchFamily="34" charset="0"/>
                          <a:cs typeface="Times New Roman" pitchFamily="18" charset="0"/>
                        </a:rPr>
                        <a:t>&gt;B</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x</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 1              0            0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2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0">
                          <a:ln>
                            <a:noFill/>
                          </a:ln>
                          <a:solidFill>
                            <a:schemeClr val="tx1"/>
                          </a:solidFill>
                          <a:effectLst/>
                          <a:latin typeface="Arial" pitchFamily="34" charset="0"/>
                          <a:cs typeface="Times New Roman" pitchFamily="18" charset="0"/>
                        </a:rPr>
                        <a:t>&lt;B</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0              1            0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0</a:t>
                      </a:r>
                      <a:r>
                        <a:rPr kumimoji="0" lang="en-US" sz="1400" b="0" i="0" u="none" strike="noStrike" cap="none" normalizeH="0" baseline="0">
                          <a:ln>
                            <a:noFill/>
                          </a:ln>
                          <a:solidFill>
                            <a:schemeClr val="tx1"/>
                          </a:solidFill>
                          <a:effectLst/>
                          <a:latin typeface="Arial" pitchFamily="34" charset="0"/>
                          <a:cs typeface="Times New Roman" pitchFamily="18" charset="0"/>
                        </a:rPr>
                        <a:t>&gt;B</a:t>
                      </a:r>
                      <a:r>
                        <a:rPr kumimoji="0" lang="en-US" sz="1400" b="0" i="0" u="none" strike="noStrike" cap="none" normalizeH="0" baseline="-3000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1              0            0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0</a:t>
                      </a:r>
                      <a:r>
                        <a:rPr kumimoji="0" lang="en-US" sz="1400" b="0" i="0" u="none" strike="noStrike" cap="none" normalizeH="0" baseline="0">
                          <a:ln>
                            <a:noFill/>
                          </a:ln>
                          <a:solidFill>
                            <a:schemeClr val="tx1"/>
                          </a:solidFill>
                          <a:effectLst/>
                          <a:latin typeface="Arial" pitchFamily="34" charset="0"/>
                          <a:cs typeface="Times New Roman" pitchFamily="18" charset="0"/>
                        </a:rPr>
                        <a:t>&lt;B</a:t>
                      </a:r>
                      <a:r>
                        <a:rPr kumimoji="0" lang="en-US" sz="1400" b="0" i="0" u="none" strike="noStrike" cap="none" normalizeH="0" baseline="-3000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x            x          x</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0              1            0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0</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1            0          0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1              0            0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0"/>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0" dirty="0">
                          <a:ln>
                            <a:noFill/>
                          </a:ln>
                          <a:solidFill>
                            <a:schemeClr val="tx1"/>
                          </a:solidFill>
                          <a:effectLst/>
                          <a:latin typeface="Arial" pitchFamily="34" charset="0"/>
                          <a:cs typeface="Times New Roman" pitchFamily="18" charset="0"/>
                        </a:rPr>
                        <a:t> A</a:t>
                      </a:r>
                      <a:r>
                        <a:rPr kumimoji="0" lang="en-US" sz="1400" b="0" i="0" u="none" strike="noStrike" cap="none" normalizeH="0" baseline="-30000" dirty="0">
                          <a:ln>
                            <a:noFill/>
                          </a:ln>
                          <a:solidFill>
                            <a:schemeClr val="tx1"/>
                          </a:solidFill>
                          <a:effectLst/>
                          <a:latin typeface="Arial" pitchFamily="34" charset="0"/>
                          <a:cs typeface="Times New Roman" pitchFamily="18" charset="0"/>
                        </a:rPr>
                        <a:t>0</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0            1          0             </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0              1            0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3</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2</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1</a:t>
                      </a:r>
                      <a:r>
                        <a:rPr kumimoji="0" lang="en-US" sz="1400" b="0" i="0" u="none" strike="noStrike" cap="none" normalizeH="0" baseline="-25000">
                          <a:ln>
                            <a:noFill/>
                          </a:ln>
                          <a:solidFill>
                            <a:schemeClr val="tx1"/>
                          </a:solidFill>
                          <a:effectLst/>
                          <a:latin typeface="Arial" pitchFamily="34" charset="0"/>
                          <a:cs typeface="Times New Roman" pitchFamily="18" charset="0"/>
                        </a:rPr>
                        <a:t> </a:t>
                      </a:r>
                      <a:r>
                        <a:rPr kumimoji="0" lang="en-US" sz="1400" b="0" i="0" u="none" strike="noStrike" cap="none" normalizeH="0" baseline="0">
                          <a:ln>
                            <a:noFill/>
                          </a:ln>
                          <a:solidFill>
                            <a:schemeClr val="tx1"/>
                          </a:solidFill>
                          <a:effectLst/>
                          <a:latin typeface="Arial" pitchFamily="34" charset="0"/>
                          <a:cs typeface="Times New Roman" pitchFamily="18" charset="0"/>
                        </a:rPr>
                        <a:t>A</a:t>
                      </a:r>
                      <a:r>
                        <a:rPr kumimoji="0" lang="en-US" sz="1400" b="0" i="0" u="none" strike="noStrike" cap="none" normalizeH="0" baseline="-30000">
                          <a:ln>
                            <a:noFill/>
                          </a:ln>
                          <a:solidFill>
                            <a:schemeClr val="tx1"/>
                          </a:solidFill>
                          <a:effectLst/>
                          <a:latin typeface="Arial" pitchFamily="34" charset="0"/>
                          <a:cs typeface="Times New Roman" pitchFamily="18" charset="0"/>
                        </a:rPr>
                        <a:t>0</a:t>
                      </a:r>
                      <a:r>
                        <a:rPr kumimoji="0" lang="en-US" sz="1400" b="0" i="0" u="none" strike="noStrike" cap="none" normalizeH="0" baseline="0">
                          <a:ln>
                            <a:noFill/>
                          </a:ln>
                          <a:solidFill>
                            <a:schemeClr val="tx1"/>
                          </a:solidFill>
                          <a:effectLst/>
                          <a:latin typeface="Arial" pitchFamily="34" charset="0"/>
                          <a:cs typeface="Times New Roman" pitchFamily="18" charset="0"/>
                        </a:rPr>
                        <a:t>=B</a:t>
                      </a:r>
                      <a:r>
                        <a:rPr kumimoji="0" lang="en-US" sz="1400" b="0" i="0" u="none" strike="noStrike" cap="none" normalizeH="0" baseline="-3000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a:ln>
                            <a:noFill/>
                          </a:ln>
                          <a:solidFill>
                            <a:schemeClr val="tx1"/>
                          </a:solidFill>
                          <a:effectLst/>
                          <a:latin typeface="Arial" pitchFamily="34" charset="0"/>
                          <a:cs typeface="Times New Roman" pitchFamily="18" charset="0"/>
                        </a:rPr>
                        <a:t>0            0         1    </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0              0            1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2"/>
                  </a:ext>
                </a:extLst>
              </a:tr>
              <a:tr h="282575">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3</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2</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1</a:t>
                      </a:r>
                      <a:r>
                        <a:rPr kumimoji="0" lang="en-US" sz="1400" b="0" i="0" u="none" strike="noStrike" cap="none" normalizeH="0" baseline="-25000" dirty="0">
                          <a:ln>
                            <a:noFill/>
                          </a:ln>
                          <a:solidFill>
                            <a:schemeClr val="tx1"/>
                          </a:solidFill>
                          <a:effectLst/>
                          <a:latin typeface="Arial" pitchFamily="34" charset="0"/>
                          <a:cs typeface="Times New Roman" pitchFamily="18" charset="0"/>
                        </a:rPr>
                        <a:t> </a:t>
                      </a:r>
                      <a:r>
                        <a:rPr kumimoji="0" lang="en-US" sz="1400" b="0" i="0" u="none" strike="noStrike" cap="none" normalizeH="0" baseline="0" dirty="0">
                          <a:ln>
                            <a:noFill/>
                          </a:ln>
                          <a:solidFill>
                            <a:schemeClr val="tx1"/>
                          </a:solidFill>
                          <a:effectLst/>
                          <a:latin typeface="Arial" pitchFamily="34" charset="0"/>
                          <a:cs typeface="Times New Roman" pitchFamily="18" charset="0"/>
                        </a:rPr>
                        <a:t>A</a:t>
                      </a:r>
                      <a:r>
                        <a:rPr kumimoji="0" lang="en-US" sz="1400" b="0" i="0" u="none" strike="noStrike" cap="none" normalizeH="0" baseline="-30000" dirty="0">
                          <a:ln>
                            <a:noFill/>
                          </a:ln>
                          <a:solidFill>
                            <a:schemeClr val="tx1"/>
                          </a:solidFill>
                          <a:effectLst/>
                          <a:latin typeface="Arial" pitchFamily="34" charset="0"/>
                          <a:cs typeface="Times New Roman" pitchFamily="18" charset="0"/>
                        </a:rPr>
                        <a:t>0</a:t>
                      </a:r>
                      <a:r>
                        <a:rPr kumimoji="0" lang="en-US" sz="1400" b="0" i="0" u="none" strike="noStrike" cap="none" normalizeH="0" baseline="0" dirty="0">
                          <a:ln>
                            <a:noFill/>
                          </a:ln>
                          <a:solidFill>
                            <a:schemeClr val="tx1"/>
                          </a:solidFill>
                          <a:effectLst/>
                          <a:latin typeface="Arial" pitchFamily="34" charset="0"/>
                          <a:cs typeface="Times New Roman" pitchFamily="18" charset="0"/>
                        </a:rPr>
                        <a:t>=B</a:t>
                      </a:r>
                      <a:r>
                        <a:rPr kumimoji="0" lang="en-US" sz="1400" b="0" i="0" u="none" strike="noStrike" cap="none" normalizeH="0" baseline="-30000" dirty="0">
                          <a:ln>
                            <a:noFill/>
                          </a:ln>
                          <a:solidFill>
                            <a:schemeClr val="tx1"/>
                          </a:solidFill>
                          <a:effectLst/>
                          <a:latin typeface="Arial" pitchFamily="34" charset="0"/>
                          <a:cs typeface="Times New Roman" pitchFamily="18" charset="0"/>
                        </a:rPr>
                        <a:t>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0            0         0        </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justLow" defTabSz="914400" rtl="0" eaLnBrk="1" fontAlgn="base" latinLnBrk="0" hangingPunct="1">
                        <a:lnSpc>
                          <a:spcPct val="100000"/>
                        </a:lnSpc>
                        <a:spcBef>
                          <a:spcPct val="0"/>
                        </a:spcBef>
                        <a:spcAft>
                          <a:spcPct val="0"/>
                        </a:spcAft>
                        <a:buClrTx/>
                        <a:buSzTx/>
                        <a:buFontTx/>
                        <a:buNone/>
                        <a:tabLst>
                          <a:tab pos="6153150" algn="r"/>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1              1            0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bl>
          </a:graphicData>
        </a:graphic>
      </p:graphicFrame>
      <p:sp>
        <p:nvSpPr>
          <p:cNvPr id="104512" name="Title 7">
            <a:extLst>
              <a:ext uri="{FF2B5EF4-FFF2-40B4-BE49-F238E27FC236}">
                <a16:creationId xmlns:a16="http://schemas.microsoft.com/office/drawing/2014/main" id="{3571AB1D-A6E6-A883-1435-6CF1AA64D644}"/>
              </a:ext>
            </a:extLst>
          </p:cNvPr>
          <p:cNvSpPr>
            <a:spLocks noGrp="1" noChangeArrowheads="1"/>
          </p:cNvSpPr>
          <p:nvPr>
            <p:ph type="title"/>
          </p:nvPr>
        </p:nvSpPr>
        <p:spPr>
          <a:xfrm>
            <a:off x="-1" y="183402"/>
            <a:ext cx="11612880" cy="704088"/>
          </a:xfrm>
        </p:spPr>
        <p:txBody>
          <a:bodyPr>
            <a:normAutofit/>
          </a:bodyPr>
          <a:lstStyle/>
          <a:p>
            <a:r>
              <a:rPr lang="en-US" altLang="en-US" dirty="0"/>
              <a:t>IC 74x85  Truth  Table </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Title 74">
            <a:extLst>
              <a:ext uri="{FF2B5EF4-FFF2-40B4-BE49-F238E27FC236}">
                <a16:creationId xmlns:a16="http://schemas.microsoft.com/office/drawing/2014/main" id="{5F5E3503-F304-3151-B778-16B0E4E8BA33}"/>
              </a:ext>
            </a:extLst>
          </p:cNvPr>
          <p:cNvSpPr>
            <a:spLocks noGrp="1" noChangeArrowheads="1"/>
          </p:cNvSpPr>
          <p:nvPr>
            <p:ph type="title"/>
          </p:nvPr>
        </p:nvSpPr>
        <p:spPr>
          <a:xfrm>
            <a:off x="-1" y="183402"/>
            <a:ext cx="11612880" cy="704088"/>
          </a:xfrm>
        </p:spPr>
        <p:txBody>
          <a:bodyPr/>
          <a:lstStyle/>
          <a:p>
            <a:r>
              <a:rPr lang="en-US" altLang="en-US"/>
              <a:t>12-bit Comparator</a:t>
            </a:r>
          </a:p>
        </p:txBody>
      </p:sp>
      <p:sp>
        <p:nvSpPr>
          <p:cNvPr id="106498" name="Content Placeholder 75">
            <a:extLst>
              <a:ext uri="{FF2B5EF4-FFF2-40B4-BE49-F238E27FC236}">
                <a16:creationId xmlns:a16="http://schemas.microsoft.com/office/drawing/2014/main" id="{13A78515-878A-1289-26CC-C72373F85FD4}"/>
              </a:ext>
            </a:extLst>
          </p:cNvPr>
          <p:cNvSpPr>
            <a:spLocks noGrp="1" noChangeArrowheads="1"/>
          </p:cNvSpPr>
          <p:nvPr>
            <p:ph type="body" sz="quarter" idx="10"/>
          </p:nvPr>
        </p:nvSpPr>
        <p:spPr>
          <a:xfrm>
            <a:off x="457200" y="1188720"/>
            <a:ext cx="11277922" cy="5185186"/>
          </a:xfrm>
        </p:spPr>
        <p:txBody>
          <a:bodyPr/>
          <a:lstStyle/>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Inputs: A&gt;B – AGTBin;  A&lt;B – ALTBin;  A=B – AEGBin;</a:t>
            </a:r>
          </a:p>
          <a:p>
            <a:r>
              <a:rPr lang="en-US" altLang="en-US"/>
              <a:t>Outputs: A&gt;B – AGTBout; A&lt;B – ALTBout; A=B – AEGBout;</a:t>
            </a:r>
          </a:p>
          <a:p>
            <a:endParaRPr lang="ru-RU" altLang="en-US"/>
          </a:p>
          <a:p>
            <a:endParaRPr lang="en-US" altLang="en-US"/>
          </a:p>
        </p:txBody>
      </p:sp>
      <p:grpSp>
        <p:nvGrpSpPr>
          <p:cNvPr id="106499" name="Group 71">
            <a:extLst>
              <a:ext uri="{FF2B5EF4-FFF2-40B4-BE49-F238E27FC236}">
                <a16:creationId xmlns:a16="http://schemas.microsoft.com/office/drawing/2014/main" id="{DA5101B5-46BF-0E68-90EC-5AF02A78CA7B}"/>
              </a:ext>
            </a:extLst>
          </p:cNvPr>
          <p:cNvGrpSpPr>
            <a:grpSpLocks/>
          </p:cNvGrpSpPr>
          <p:nvPr/>
        </p:nvGrpSpPr>
        <p:grpSpPr bwMode="auto">
          <a:xfrm>
            <a:off x="2012950" y="1795463"/>
            <a:ext cx="8104188" cy="3098800"/>
            <a:chOff x="299" y="1003"/>
            <a:chExt cx="5212" cy="2094"/>
          </a:xfrm>
        </p:grpSpPr>
        <p:sp>
          <p:nvSpPr>
            <p:cNvPr id="106501" name="Text Box 26">
              <a:extLst>
                <a:ext uri="{FF2B5EF4-FFF2-40B4-BE49-F238E27FC236}">
                  <a16:creationId xmlns:a16="http://schemas.microsoft.com/office/drawing/2014/main" id="{160ECEB1-FBFB-0502-7146-E3F3959998E6}"/>
                </a:ext>
              </a:extLst>
            </p:cNvPr>
            <p:cNvSpPr txBox="1">
              <a:spLocks noChangeArrowheads="1"/>
            </p:cNvSpPr>
            <p:nvPr/>
          </p:nvSpPr>
          <p:spPr bwMode="auto">
            <a:xfrm>
              <a:off x="4195" y="1010"/>
              <a:ext cx="717" cy="2080"/>
            </a:xfrm>
            <a:prstGeom prst="rect">
              <a:avLst/>
            </a:prstGeom>
            <a:solidFill>
              <a:schemeClr val="accent1">
                <a:lumMod val="60000"/>
                <a:lumOff val="40000"/>
              </a:schemeClr>
            </a:solidFill>
            <a:ln w="25400">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dirty="0"/>
                <a:t>A3</a:t>
              </a:r>
            </a:p>
            <a:p>
              <a:pPr eaLnBrk="1" hangingPunct="1"/>
              <a:r>
                <a:rPr lang="ru-RU" altLang="en-US" sz="1800" b="0" dirty="0"/>
                <a:t>A2 </a:t>
              </a:r>
              <a:r>
                <a:rPr lang="en-US" altLang="en-US" sz="1800" b="0" dirty="0"/>
                <a:t>CMP</a:t>
              </a:r>
              <a:r>
                <a:rPr lang="ru-RU" altLang="en-US" sz="1800" b="0" dirty="0"/>
                <a:t> </a:t>
              </a:r>
              <a:r>
                <a:rPr lang="en-US" altLang="en-US" sz="1800" b="0" dirty="0"/>
                <a:t> </a:t>
              </a:r>
            </a:p>
            <a:p>
              <a:pPr eaLnBrk="1" hangingPunct="1"/>
              <a:r>
                <a:rPr lang="ru-RU" altLang="en-US" sz="1800" b="0" dirty="0"/>
                <a:t>A1</a:t>
              </a:r>
            </a:p>
            <a:p>
              <a:pPr eaLnBrk="1" hangingPunct="1"/>
              <a:r>
                <a:rPr lang="ru-RU" altLang="en-US" sz="1800" b="0" dirty="0"/>
                <a:t>A0</a:t>
              </a:r>
            </a:p>
            <a:p>
              <a:pPr eaLnBrk="1" hangingPunct="1"/>
              <a:r>
                <a:rPr lang="ru-RU" altLang="en-US" sz="1800" b="0" dirty="0"/>
                <a:t>B3</a:t>
              </a:r>
            </a:p>
            <a:p>
              <a:pPr eaLnBrk="1" hangingPunct="1"/>
              <a:r>
                <a:rPr lang="ru-RU" altLang="en-US" sz="1800" b="0" dirty="0"/>
                <a:t>B2</a:t>
              </a:r>
            </a:p>
            <a:p>
              <a:pPr eaLnBrk="1" hangingPunct="1"/>
              <a:r>
                <a:rPr lang="ru-RU" altLang="en-US" sz="1800" b="0" dirty="0"/>
                <a:t>B1</a:t>
              </a:r>
            </a:p>
            <a:p>
              <a:pPr eaLnBrk="1" hangingPunct="1"/>
              <a:r>
                <a:rPr lang="ru-RU" altLang="en-US" sz="1800" b="0" dirty="0"/>
                <a:t>B0</a:t>
              </a:r>
            </a:p>
            <a:p>
              <a:pPr eaLnBrk="1" hangingPunct="1"/>
              <a:r>
                <a:rPr lang="ru-RU" altLang="en-US" sz="1800" b="0" dirty="0"/>
                <a:t>&gt;</a:t>
              </a:r>
            </a:p>
            <a:p>
              <a:pPr eaLnBrk="1" hangingPunct="1"/>
              <a:r>
                <a:rPr lang="ru-RU" altLang="en-US" sz="1800" b="0" dirty="0"/>
                <a:t>=</a:t>
              </a:r>
            </a:p>
            <a:p>
              <a:pPr eaLnBrk="1" hangingPunct="1"/>
              <a:r>
                <a:rPr lang="ru-RU" altLang="en-US" sz="1800" b="0" dirty="0"/>
                <a:t>&lt;</a:t>
              </a:r>
            </a:p>
          </p:txBody>
        </p:sp>
        <p:sp>
          <p:nvSpPr>
            <p:cNvPr id="106502" name="Line 28">
              <a:extLst>
                <a:ext uri="{FF2B5EF4-FFF2-40B4-BE49-F238E27FC236}">
                  <a16:creationId xmlns:a16="http://schemas.microsoft.com/office/drawing/2014/main" id="{A34AFD21-6F1E-6438-6AEC-C0090EB44113}"/>
                </a:ext>
              </a:extLst>
            </p:cNvPr>
            <p:cNvSpPr>
              <a:spLocks noChangeShapeType="1"/>
            </p:cNvSpPr>
            <p:nvPr/>
          </p:nvSpPr>
          <p:spPr bwMode="auto">
            <a:xfrm>
              <a:off x="4912" y="1759"/>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3" name="Line 29">
              <a:extLst>
                <a:ext uri="{FF2B5EF4-FFF2-40B4-BE49-F238E27FC236}">
                  <a16:creationId xmlns:a16="http://schemas.microsoft.com/office/drawing/2014/main" id="{2CE62FB6-0240-48C0-DC5F-293AFBE651CC}"/>
                </a:ext>
              </a:extLst>
            </p:cNvPr>
            <p:cNvSpPr>
              <a:spLocks noChangeShapeType="1"/>
            </p:cNvSpPr>
            <p:nvPr/>
          </p:nvSpPr>
          <p:spPr bwMode="auto">
            <a:xfrm>
              <a:off x="4912" y="1918"/>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4" name="Line 30">
              <a:extLst>
                <a:ext uri="{FF2B5EF4-FFF2-40B4-BE49-F238E27FC236}">
                  <a16:creationId xmlns:a16="http://schemas.microsoft.com/office/drawing/2014/main" id="{4C738CD2-DE1B-A45E-5C6F-2D89F059EA91}"/>
                </a:ext>
              </a:extLst>
            </p:cNvPr>
            <p:cNvSpPr>
              <a:spLocks noChangeShapeType="1"/>
            </p:cNvSpPr>
            <p:nvPr/>
          </p:nvSpPr>
          <p:spPr bwMode="auto">
            <a:xfrm>
              <a:off x="4921" y="2099"/>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5" name="Line 31">
              <a:extLst>
                <a:ext uri="{FF2B5EF4-FFF2-40B4-BE49-F238E27FC236}">
                  <a16:creationId xmlns:a16="http://schemas.microsoft.com/office/drawing/2014/main" id="{244B6809-8C67-FA41-0EE5-785965435A21}"/>
                </a:ext>
              </a:extLst>
            </p:cNvPr>
            <p:cNvSpPr>
              <a:spLocks noChangeShapeType="1"/>
            </p:cNvSpPr>
            <p:nvPr/>
          </p:nvSpPr>
          <p:spPr bwMode="auto">
            <a:xfrm>
              <a:off x="3993" y="1134"/>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6" name="Line 32">
              <a:extLst>
                <a:ext uri="{FF2B5EF4-FFF2-40B4-BE49-F238E27FC236}">
                  <a16:creationId xmlns:a16="http://schemas.microsoft.com/office/drawing/2014/main" id="{3FC3B328-1FFC-0C6D-B78C-BF2A2CA89430}"/>
                </a:ext>
              </a:extLst>
            </p:cNvPr>
            <p:cNvSpPr>
              <a:spLocks noChangeShapeType="1"/>
            </p:cNvSpPr>
            <p:nvPr/>
          </p:nvSpPr>
          <p:spPr bwMode="auto">
            <a:xfrm>
              <a:off x="3993" y="1295"/>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7" name="Line 33">
              <a:extLst>
                <a:ext uri="{FF2B5EF4-FFF2-40B4-BE49-F238E27FC236}">
                  <a16:creationId xmlns:a16="http://schemas.microsoft.com/office/drawing/2014/main" id="{F2A6F3ED-B64D-9172-CEEC-568DDE1EEBA1}"/>
                </a:ext>
              </a:extLst>
            </p:cNvPr>
            <p:cNvSpPr>
              <a:spLocks noChangeShapeType="1"/>
            </p:cNvSpPr>
            <p:nvPr/>
          </p:nvSpPr>
          <p:spPr bwMode="auto">
            <a:xfrm>
              <a:off x="3993" y="1471"/>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8" name="Line 34">
              <a:extLst>
                <a:ext uri="{FF2B5EF4-FFF2-40B4-BE49-F238E27FC236}">
                  <a16:creationId xmlns:a16="http://schemas.microsoft.com/office/drawing/2014/main" id="{E336AEF4-EBEB-75A9-94E4-F13564726400}"/>
                </a:ext>
              </a:extLst>
            </p:cNvPr>
            <p:cNvSpPr>
              <a:spLocks noChangeShapeType="1"/>
            </p:cNvSpPr>
            <p:nvPr/>
          </p:nvSpPr>
          <p:spPr bwMode="auto">
            <a:xfrm>
              <a:off x="3993" y="1660"/>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9" name="Text Box 6">
              <a:extLst>
                <a:ext uri="{FF2B5EF4-FFF2-40B4-BE49-F238E27FC236}">
                  <a16:creationId xmlns:a16="http://schemas.microsoft.com/office/drawing/2014/main" id="{62FD3FD0-F61D-A275-EC4D-BFC45E84B451}"/>
                </a:ext>
              </a:extLst>
            </p:cNvPr>
            <p:cNvSpPr txBox="1">
              <a:spLocks noChangeArrowheads="1"/>
            </p:cNvSpPr>
            <p:nvPr/>
          </p:nvSpPr>
          <p:spPr bwMode="auto">
            <a:xfrm>
              <a:off x="1262" y="1010"/>
              <a:ext cx="717" cy="2076"/>
            </a:xfrm>
            <a:prstGeom prst="rect">
              <a:avLst/>
            </a:prstGeom>
            <a:solidFill>
              <a:schemeClr val="accent1">
                <a:lumMod val="60000"/>
                <a:lumOff val="40000"/>
              </a:schemeClr>
            </a:solidFill>
            <a:ln w="25400">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dirty="0"/>
                <a:t>A3</a:t>
              </a:r>
            </a:p>
            <a:p>
              <a:pPr eaLnBrk="1" hangingPunct="1"/>
              <a:r>
                <a:rPr lang="ru-RU" altLang="en-US" sz="1800" b="0" dirty="0"/>
                <a:t>A2 </a:t>
              </a:r>
              <a:r>
                <a:rPr lang="en-US" altLang="en-US" sz="1800" b="0" dirty="0"/>
                <a:t> CMP</a:t>
              </a:r>
            </a:p>
            <a:p>
              <a:pPr eaLnBrk="1" hangingPunct="1"/>
              <a:r>
                <a:rPr lang="ru-RU" altLang="en-US" sz="1800" b="0" dirty="0"/>
                <a:t>A1</a:t>
              </a:r>
            </a:p>
            <a:p>
              <a:pPr eaLnBrk="1" hangingPunct="1"/>
              <a:r>
                <a:rPr lang="ru-RU" altLang="en-US" sz="1800" b="0" dirty="0"/>
                <a:t>A0</a:t>
              </a:r>
            </a:p>
            <a:p>
              <a:pPr eaLnBrk="1" hangingPunct="1"/>
              <a:r>
                <a:rPr lang="ru-RU" altLang="en-US" sz="1800" b="0" dirty="0"/>
                <a:t>B3</a:t>
              </a:r>
            </a:p>
            <a:p>
              <a:pPr eaLnBrk="1" hangingPunct="1"/>
              <a:r>
                <a:rPr lang="ru-RU" altLang="en-US" sz="1800" b="0" dirty="0"/>
                <a:t>B2</a:t>
              </a:r>
            </a:p>
            <a:p>
              <a:pPr eaLnBrk="1" hangingPunct="1"/>
              <a:r>
                <a:rPr lang="ru-RU" altLang="en-US" sz="1800" b="0" dirty="0"/>
                <a:t>B1</a:t>
              </a:r>
            </a:p>
            <a:p>
              <a:pPr eaLnBrk="1" hangingPunct="1"/>
              <a:r>
                <a:rPr lang="ru-RU" altLang="en-US" sz="1800" b="0" dirty="0"/>
                <a:t>B0</a:t>
              </a:r>
            </a:p>
            <a:p>
              <a:pPr eaLnBrk="1" hangingPunct="1"/>
              <a:r>
                <a:rPr lang="ru-RU" altLang="en-US" sz="1800" b="0" dirty="0"/>
                <a:t>&gt;</a:t>
              </a:r>
            </a:p>
            <a:p>
              <a:pPr eaLnBrk="1" hangingPunct="1"/>
              <a:r>
                <a:rPr lang="ru-RU" altLang="en-US" sz="1800" b="0" dirty="0"/>
                <a:t>=</a:t>
              </a:r>
            </a:p>
            <a:p>
              <a:pPr eaLnBrk="1" hangingPunct="1"/>
              <a:r>
                <a:rPr lang="ru-RU" altLang="en-US" sz="1800" b="0" dirty="0"/>
                <a:t>&lt;</a:t>
              </a:r>
            </a:p>
          </p:txBody>
        </p:sp>
        <p:sp>
          <p:nvSpPr>
            <p:cNvPr id="106510" name="Line 8">
              <a:extLst>
                <a:ext uri="{FF2B5EF4-FFF2-40B4-BE49-F238E27FC236}">
                  <a16:creationId xmlns:a16="http://schemas.microsoft.com/office/drawing/2014/main" id="{59C7E80C-E21C-DD43-41A3-CA0C845FE118}"/>
                </a:ext>
              </a:extLst>
            </p:cNvPr>
            <p:cNvSpPr>
              <a:spLocks noChangeShapeType="1"/>
            </p:cNvSpPr>
            <p:nvPr/>
          </p:nvSpPr>
          <p:spPr bwMode="auto">
            <a:xfrm>
              <a:off x="1068" y="1134"/>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1" name="Line 9">
              <a:extLst>
                <a:ext uri="{FF2B5EF4-FFF2-40B4-BE49-F238E27FC236}">
                  <a16:creationId xmlns:a16="http://schemas.microsoft.com/office/drawing/2014/main" id="{5F94D9C7-7E4C-5D37-4C0F-3E5278176BCF}"/>
                </a:ext>
              </a:extLst>
            </p:cNvPr>
            <p:cNvSpPr>
              <a:spLocks noChangeShapeType="1"/>
            </p:cNvSpPr>
            <p:nvPr/>
          </p:nvSpPr>
          <p:spPr bwMode="auto">
            <a:xfrm>
              <a:off x="1068" y="1295"/>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2" name="Line 10">
              <a:extLst>
                <a:ext uri="{FF2B5EF4-FFF2-40B4-BE49-F238E27FC236}">
                  <a16:creationId xmlns:a16="http://schemas.microsoft.com/office/drawing/2014/main" id="{AE47419B-9E19-7DF1-5337-CF169F3DCA5F}"/>
                </a:ext>
              </a:extLst>
            </p:cNvPr>
            <p:cNvSpPr>
              <a:spLocks noChangeShapeType="1"/>
            </p:cNvSpPr>
            <p:nvPr/>
          </p:nvSpPr>
          <p:spPr bwMode="auto">
            <a:xfrm>
              <a:off x="1068" y="1455"/>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3" name="Line 11">
              <a:extLst>
                <a:ext uri="{FF2B5EF4-FFF2-40B4-BE49-F238E27FC236}">
                  <a16:creationId xmlns:a16="http://schemas.microsoft.com/office/drawing/2014/main" id="{A4B81E7B-8B7C-0349-86DF-8C4E9EC2CBA8}"/>
                </a:ext>
              </a:extLst>
            </p:cNvPr>
            <p:cNvSpPr>
              <a:spLocks noChangeShapeType="1"/>
            </p:cNvSpPr>
            <p:nvPr/>
          </p:nvSpPr>
          <p:spPr bwMode="auto">
            <a:xfrm>
              <a:off x="1068" y="1615"/>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4" name="Line 12">
              <a:extLst>
                <a:ext uri="{FF2B5EF4-FFF2-40B4-BE49-F238E27FC236}">
                  <a16:creationId xmlns:a16="http://schemas.microsoft.com/office/drawing/2014/main" id="{1870EA16-CB4D-D7EC-BDD3-EAA68DCE5D5B}"/>
                </a:ext>
              </a:extLst>
            </p:cNvPr>
            <p:cNvSpPr>
              <a:spLocks noChangeShapeType="1"/>
            </p:cNvSpPr>
            <p:nvPr/>
          </p:nvSpPr>
          <p:spPr bwMode="auto">
            <a:xfrm>
              <a:off x="1068" y="1830"/>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5" name="Line 13">
              <a:extLst>
                <a:ext uri="{FF2B5EF4-FFF2-40B4-BE49-F238E27FC236}">
                  <a16:creationId xmlns:a16="http://schemas.microsoft.com/office/drawing/2014/main" id="{12F753C4-54F0-094F-2BDE-693339CF400B}"/>
                </a:ext>
              </a:extLst>
            </p:cNvPr>
            <p:cNvSpPr>
              <a:spLocks noChangeShapeType="1"/>
            </p:cNvSpPr>
            <p:nvPr/>
          </p:nvSpPr>
          <p:spPr bwMode="auto">
            <a:xfrm>
              <a:off x="1068" y="2000"/>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6" name="Line 14">
              <a:extLst>
                <a:ext uri="{FF2B5EF4-FFF2-40B4-BE49-F238E27FC236}">
                  <a16:creationId xmlns:a16="http://schemas.microsoft.com/office/drawing/2014/main" id="{D9B70A7E-A701-AC12-4251-C37950A01F82}"/>
                </a:ext>
              </a:extLst>
            </p:cNvPr>
            <p:cNvSpPr>
              <a:spLocks noChangeShapeType="1"/>
            </p:cNvSpPr>
            <p:nvPr/>
          </p:nvSpPr>
          <p:spPr bwMode="auto">
            <a:xfrm>
              <a:off x="1068" y="2160"/>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7" name="Line 15">
              <a:extLst>
                <a:ext uri="{FF2B5EF4-FFF2-40B4-BE49-F238E27FC236}">
                  <a16:creationId xmlns:a16="http://schemas.microsoft.com/office/drawing/2014/main" id="{DF134EA0-A537-8544-8507-15D684F43359}"/>
                </a:ext>
              </a:extLst>
            </p:cNvPr>
            <p:cNvSpPr>
              <a:spLocks noChangeShapeType="1"/>
            </p:cNvSpPr>
            <p:nvPr/>
          </p:nvSpPr>
          <p:spPr bwMode="auto">
            <a:xfrm>
              <a:off x="1068" y="2320"/>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8" name="Line 16">
              <a:extLst>
                <a:ext uri="{FF2B5EF4-FFF2-40B4-BE49-F238E27FC236}">
                  <a16:creationId xmlns:a16="http://schemas.microsoft.com/office/drawing/2014/main" id="{96AE0EBB-12A0-972E-A7CA-41D782735942}"/>
                </a:ext>
              </a:extLst>
            </p:cNvPr>
            <p:cNvSpPr>
              <a:spLocks noChangeShapeType="1"/>
            </p:cNvSpPr>
            <p:nvPr/>
          </p:nvSpPr>
          <p:spPr bwMode="auto">
            <a:xfrm>
              <a:off x="1149" y="2568"/>
              <a:ext cx="1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9" name="Line 17">
              <a:extLst>
                <a:ext uri="{FF2B5EF4-FFF2-40B4-BE49-F238E27FC236}">
                  <a16:creationId xmlns:a16="http://schemas.microsoft.com/office/drawing/2014/main" id="{9BEC5D1D-C0E3-055A-E1B8-2F72E3B97318}"/>
                </a:ext>
              </a:extLst>
            </p:cNvPr>
            <p:cNvSpPr>
              <a:spLocks noChangeShapeType="1"/>
            </p:cNvSpPr>
            <p:nvPr/>
          </p:nvSpPr>
          <p:spPr bwMode="auto">
            <a:xfrm>
              <a:off x="1068" y="2717"/>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0" name="Line 18">
              <a:extLst>
                <a:ext uri="{FF2B5EF4-FFF2-40B4-BE49-F238E27FC236}">
                  <a16:creationId xmlns:a16="http://schemas.microsoft.com/office/drawing/2014/main" id="{220CF9B4-3F13-6795-0DFD-7FB900E407CE}"/>
                </a:ext>
              </a:extLst>
            </p:cNvPr>
            <p:cNvSpPr>
              <a:spLocks noChangeShapeType="1"/>
            </p:cNvSpPr>
            <p:nvPr/>
          </p:nvSpPr>
          <p:spPr bwMode="auto">
            <a:xfrm>
              <a:off x="1149" y="2867"/>
              <a:ext cx="116"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6521" name="Text Box 19">
              <a:extLst>
                <a:ext uri="{FF2B5EF4-FFF2-40B4-BE49-F238E27FC236}">
                  <a16:creationId xmlns:a16="http://schemas.microsoft.com/office/drawing/2014/main" id="{AE50BF62-E3D8-DB0D-2247-18067D93B5DF}"/>
                </a:ext>
              </a:extLst>
            </p:cNvPr>
            <p:cNvSpPr txBox="1">
              <a:spLocks noChangeArrowheads="1"/>
            </p:cNvSpPr>
            <p:nvPr/>
          </p:nvSpPr>
          <p:spPr bwMode="auto">
            <a:xfrm>
              <a:off x="2706" y="1010"/>
              <a:ext cx="717" cy="2087"/>
            </a:xfrm>
            <a:prstGeom prst="rect">
              <a:avLst/>
            </a:prstGeom>
            <a:solidFill>
              <a:schemeClr val="accent1">
                <a:lumMod val="60000"/>
                <a:lumOff val="40000"/>
              </a:schemeClr>
            </a:solidFill>
            <a:ln w="25400">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dirty="0"/>
                <a:t>A3</a:t>
              </a:r>
            </a:p>
            <a:p>
              <a:pPr eaLnBrk="1" hangingPunct="1"/>
              <a:r>
                <a:rPr lang="ru-RU" altLang="en-US" sz="1800" b="0" dirty="0"/>
                <a:t>A2 </a:t>
              </a:r>
              <a:r>
                <a:rPr lang="en-US" altLang="en-US" sz="1800" b="0" dirty="0"/>
                <a:t> CMP</a:t>
              </a:r>
            </a:p>
            <a:p>
              <a:pPr eaLnBrk="1" hangingPunct="1"/>
              <a:r>
                <a:rPr lang="ru-RU" altLang="en-US" sz="1800" b="0" dirty="0"/>
                <a:t> A1</a:t>
              </a:r>
            </a:p>
            <a:p>
              <a:pPr eaLnBrk="1" hangingPunct="1"/>
              <a:r>
                <a:rPr lang="ru-RU" altLang="en-US" sz="1800" b="0" dirty="0"/>
                <a:t>A0</a:t>
              </a:r>
            </a:p>
            <a:p>
              <a:pPr eaLnBrk="1" hangingPunct="1"/>
              <a:r>
                <a:rPr lang="ru-RU" altLang="en-US" sz="1800" b="0" dirty="0"/>
                <a:t>B3</a:t>
              </a:r>
            </a:p>
            <a:p>
              <a:pPr eaLnBrk="1" hangingPunct="1"/>
              <a:r>
                <a:rPr lang="ru-RU" altLang="en-US" sz="1800" b="0" dirty="0"/>
                <a:t>B2</a:t>
              </a:r>
            </a:p>
            <a:p>
              <a:pPr eaLnBrk="1" hangingPunct="1"/>
              <a:r>
                <a:rPr lang="ru-RU" altLang="en-US" sz="1800" b="0" dirty="0"/>
                <a:t>B1</a:t>
              </a:r>
            </a:p>
            <a:p>
              <a:pPr eaLnBrk="1" hangingPunct="1"/>
              <a:r>
                <a:rPr lang="ru-RU" altLang="en-US" sz="1800" b="0" dirty="0"/>
                <a:t>B0</a:t>
              </a:r>
            </a:p>
            <a:p>
              <a:pPr eaLnBrk="1" hangingPunct="1"/>
              <a:r>
                <a:rPr lang="ru-RU" altLang="en-US" sz="1800" b="0" dirty="0"/>
                <a:t>&gt;</a:t>
              </a:r>
            </a:p>
            <a:p>
              <a:pPr eaLnBrk="1" hangingPunct="1"/>
              <a:r>
                <a:rPr lang="ru-RU" altLang="en-US" sz="1800" b="0" dirty="0"/>
                <a:t>=</a:t>
              </a:r>
            </a:p>
            <a:p>
              <a:pPr eaLnBrk="1" hangingPunct="1"/>
              <a:r>
                <a:rPr lang="ru-RU" altLang="en-US" sz="1800" b="0" dirty="0"/>
                <a:t>&lt;</a:t>
              </a:r>
            </a:p>
          </p:txBody>
        </p:sp>
        <p:sp>
          <p:nvSpPr>
            <p:cNvPr id="106522" name="Line 21">
              <a:extLst>
                <a:ext uri="{FF2B5EF4-FFF2-40B4-BE49-F238E27FC236}">
                  <a16:creationId xmlns:a16="http://schemas.microsoft.com/office/drawing/2014/main" id="{45B00E43-0D3C-D644-C41A-EFC7D052E1A2}"/>
                </a:ext>
              </a:extLst>
            </p:cNvPr>
            <p:cNvSpPr>
              <a:spLocks noChangeShapeType="1"/>
            </p:cNvSpPr>
            <p:nvPr/>
          </p:nvSpPr>
          <p:spPr bwMode="auto">
            <a:xfrm>
              <a:off x="2511" y="1134"/>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3" name="Line 22">
              <a:extLst>
                <a:ext uri="{FF2B5EF4-FFF2-40B4-BE49-F238E27FC236}">
                  <a16:creationId xmlns:a16="http://schemas.microsoft.com/office/drawing/2014/main" id="{B80A2B92-0846-3DC7-EB28-6D80473B1D6D}"/>
                </a:ext>
              </a:extLst>
            </p:cNvPr>
            <p:cNvSpPr>
              <a:spLocks noChangeShapeType="1"/>
            </p:cNvSpPr>
            <p:nvPr/>
          </p:nvSpPr>
          <p:spPr bwMode="auto">
            <a:xfrm>
              <a:off x="2511" y="1317"/>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4" name="Line 23">
              <a:extLst>
                <a:ext uri="{FF2B5EF4-FFF2-40B4-BE49-F238E27FC236}">
                  <a16:creationId xmlns:a16="http://schemas.microsoft.com/office/drawing/2014/main" id="{FDAEB900-543F-AC56-5793-D7F35FCD9ED3}"/>
                </a:ext>
              </a:extLst>
            </p:cNvPr>
            <p:cNvSpPr>
              <a:spLocks noChangeShapeType="1"/>
            </p:cNvSpPr>
            <p:nvPr/>
          </p:nvSpPr>
          <p:spPr bwMode="auto">
            <a:xfrm>
              <a:off x="2511" y="1485"/>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5" name="Line 24">
              <a:extLst>
                <a:ext uri="{FF2B5EF4-FFF2-40B4-BE49-F238E27FC236}">
                  <a16:creationId xmlns:a16="http://schemas.microsoft.com/office/drawing/2014/main" id="{D62D61AB-6199-CC91-8FF3-C3EB567F5AB0}"/>
                </a:ext>
              </a:extLst>
            </p:cNvPr>
            <p:cNvSpPr>
              <a:spLocks noChangeShapeType="1"/>
            </p:cNvSpPr>
            <p:nvPr/>
          </p:nvSpPr>
          <p:spPr bwMode="auto">
            <a:xfrm>
              <a:off x="2511" y="1660"/>
              <a:ext cx="1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6" name="Text Box 35">
              <a:extLst>
                <a:ext uri="{FF2B5EF4-FFF2-40B4-BE49-F238E27FC236}">
                  <a16:creationId xmlns:a16="http://schemas.microsoft.com/office/drawing/2014/main" id="{1C127361-8E8F-B6B9-C944-C0519F36EDE1}"/>
                </a:ext>
              </a:extLst>
            </p:cNvPr>
            <p:cNvSpPr txBox="1">
              <a:spLocks noChangeArrowheads="1"/>
            </p:cNvSpPr>
            <p:nvPr/>
          </p:nvSpPr>
          <p:spPr bwMode="auto">
            <a:xfrm>
              <a:off x="3229" y="1641"/>
              <a:ext cx="291"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a:t>&gt;</a:t>
              </a:r>
            </a:p>
            <a:p>
              <a:pPr eaLnBrk="1" hangingPunct="1"/>
              <a:r>
                <a:rPr lang="ru-RU" altLang="en-US" sz="1800"/>
                <a:t>=</a:t>
              </a:r>
            </a:p>
            <a:p>
              <a:pPr eaLnBrk="1" hangingPunct="1"/>
              <a:r>
                <a:rPr lang="ru-RU" altLang="en-US" sz="1800"/>
                <a:t>&lt;</a:t>
              </a:r>
            </a:p>
            <a:p>
              <a:pPr eaLnBrk="1" hangingPunct="1"/>
              <a:endParaRPr lang="ru-RU" altLang="en-US" sz="1800"/>
            </a:p>
            <a:p>
              <a:pPr eaLnBrk="1" hangingPunct="1"/>
              <a:endParaRPr lang="ru-RU" altLang="en-US" sz="1800"/>
            </a:p>
          </p:txBody>
        </p:sp>
        <p:grpSp>
          <p:nvGrpSpPr>
            <p:cNvPr id="106527" name="Group 36">
              <a:extLst>
                <a:ext uri="{FF2B5EF4-FFF2-40B4-BE49-F238E27FC236}">
                  <a16:creationId xmlns:a16="http://schemas.microsoft.com/office/drawing/2014/main" id="{FF937BB6-8ED7-E6C8-2F64-2F8CB9F1510D}"/>
                </a:ext>
              </a:extLst>
            </p:cNvPr>
            <p:cNvGrpSpPr>
              <a:grpSpLocks/>
            </p:cNvGrpSpPr>
            <p:nvPr/>
          </p:nvGrpSpPr>
          <p:grpSpPr bwMode="auto">
            <a:xfrm>
              <a:off x="1979" y="1759"/>
              <a:ext cx="729" cy="1112"/>
              <a:chOff x="4020" y="7950"/>
              <a:chExt cx="1355" cy="1560"/>
            </a:xfrm>
          </p:grpSpPr>
          <p:sp>
            <p:nvSpPr>
              <p:cNvPr id="106553" name="Line 37">
                <a:extLst>
                  <a:ext uri="{FF2B5EF4-FFF2-40B4-BE49-F238E27FC236}">
                    <a16:creationId xmlns:a16="http://schemas.microsoft.com/office/drawing/2014/main" id="{8CB42B52-26A1-1335-683B-996639F8530A}"/>
                  </a:ext>
                </a:extLst>
              </p:cNvPr>
              <p:cNvSpPr>
                <a:spLocks noChangeShapeType="1"/>
              </p:cNvSpPr>
              <p:nvPr/>
            </p:nvSpPr>
            <p:spPr bwMode="auto">
              <a:xfrm>
                <a:off x="4017" y="7952"/>
                <a:ext cx="50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4" name="Line 38">
                <a:extLst>
                  <a:ext uri="{FF2B5EF4-FFF2-40B4-BE49-F238E27FC236}">
                    <a16:creationId xmlns:a16="http://schemas.microsoft.com/office/drawing/2014/main" id="{8E874970-4A65-A80E-2EDE-38DCD29E97F6}"/>
                  </a:ext>
                </a:extLst>
              </p:cNvPr>
              <p:cNvSpPr>
                <a:spLocks noChangeShapeType="1"/>
              </p:cNvSpPr>
              <p:nvPr/>
            </p:nvSpPr>
            <p:spPr bwMode="auto">
              <a:xfrm>
                <a:off x="4017" y="8175"/>
                <a:ext cx="3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5" name="Line 39">
                <a:extLst>
                  <a:ext uri="{FF2B5EF4-FFF2-40B4-BE49-F238E27FC236}">
                    <a16:creationId xmlns:a16="http://schemas.microsoft.com/office/drawing/2014/main" id="{08BA6D1B-DD92-CCEB-D758-D6D5B7EEF67A}"/>
                  </a:ext>
                </a:extLst>
              </p:cNvPr>
              <p:cNvSpPr>
                <a:spLocks noChangeShapeType="1"/>
              </p:cNvSpPr>
              <p:nvPr/>
            </p:nvSpPr>
            <p:spPr bwMode="auto">
              <a:xfrm>
                <a:off x="4034" y="8429"/>
                <a:ext cx="2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6" name="Line 40">
                <a:extLst>
                  <a:ext uri="{FF2B5EF4-FFF2-40B4-BE49-F238E27FC236}">
                    <a16:creationId xmlns:a16="http://schemas.microsoft.com/office/drawing/2014/main" id="{FD825418-C456-90E1-0E18-CF607887B882}"/>
                  </a:ext>
                </a:extLst>
              </p:cNvPr>
              <p:cNvSpPr>
                <a:spLocks noChangeShapeType="1"/>
              </p:cNvSpPr>
              <p:nvPr/>
            </p:nvSpPr>
            <p:spPr bwMode="auto">
              <a:xfrm>
                <a:off x="5010" y="8050"/>
                <a:ext cx="3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7" name="Line 41">
                <a:extLst>
                  <a:ext uri="{FF2B5EF4-FFF2-40B4-BE49-F238E27FC236}">
                    <a16:creationId xmlns:a16="http://schemas.microsoft.com/office/drawing/2014/main" id="{32B2696B-442C-5ED7-0EBE-17BE418E05E3}"/>
                  </a:ext>
                </a:extLst>
              </p:cNvPr>
              <p:cNvSpPr>
                <a:spLocks noChangeShapeType="1"/>
              </p:cNvSpPr>
              <p:nvPr/>
            </p:nvSpPr>
            <p:spPr bwMode="auto">
              <a:xfrm>
                <a:off x="5010" y="8290"/>
                <a:ext cx="3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8" name="Line 42">
                <a:extLst>
                  <a:ext uri="{FF2B5EF4-FFF2-40B4-BE49-F238E27FC236}">
                    <a16:creationId xmlns:a16="http://schemas.microsoft.com/office/drawing/2014/main" id="{1AE9C5DA-C33D-B6B5-3D9F-01525C213E2C}"/>
                  </a:ext>
                </a:extLst>
              </p:cNvPr>
              <p:cNvSpPr>
                <a:spLocks noChangeShapeType="1"/>
              </p:cNvSpPr>
              <p:nvPr/>
            </p:nvSpPr>
            <p:spPr bwMode="auto">
              <a:xfrm>
                <a:off x="5010" y="8516"/>
                <a:ext cx="3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9" name="Line 43">
                <a:extLst>
                  <a:ext uri="{FF2B5EF4-FFF2-40B4-BE49-F238E27FC236}">
                    <a16:creationId xmlns:a16="http://schemas.microsoft.com/office/drawing/2014/main" id="{AF1BE5AF-FDBF-85B2-23CE-A3ADF533A4EF}"/>
                  </a:ext>
                </a:extLst>
              </p:cNvPr>
              <p:cNvSpPr>
                <a:spLocks noChangeShapeType="1"/>
              </p:cNvSpPr>
              <p:nvPr/>
            </p:nvSpPr>
            <p:spPr bwMode="auto">
              <a:xfrm>
                <a:off x="5010" y="8740"/>
                <a:ext cx="3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0" name="Line 44">
                <a:extLst>
                  <a:ext uri="{FF2B5EF4-FFF2-40B4-BE49-F238E27FC236}">
                    <a16:creationId xmlns:a16="http://schemas.microsoft.com/office/drawing/2014/main" id="{A7C5561E-4D6E-1EFF-DF71-51904DF4D56E}"/>
                  </a:ext>
                </a:extLst>
              </p:cNvPr>
              <p:cNvSpPr>
                <a:spLocks noChangeShapeType="1"/>
              </p:cNvSpPr>
              <p:nvPr/>
            </p:nvSpPr>
            <p:spPr bwMode="auto">
              <a:xfrm>
                <a:off x="4542" y="9100"/>
                <a:ext cx="8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1" name="Line 45">
                <a:extLst>
                  <a:ext uri="{FF2B5EF4-FFF2-40B4-BE49-F238E27FC236}">
                    <a16:creationId xmlns:a16="http://schemas.microsoft.com/office/drawing/2014/main" id="{DB201E63-9EF5-E74C-C552-8C88D2284FB2}"/>
                  </a:ext>
                </a:extLst>
              </p:cNvPr>
              <p:cNvSpPr>
                <a:spLocks noChangeShapeType="1"/>
              </p:cNvSpPr>
              <p:nvPr/>
            </p:nvSpPr>
            <p:spPr bwMode="auto">
              <a:xfrm>
                <a:off x="4410" y="9302"/>
                <a:ext cx="96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2" name="Line 46">
                <a:extLst>
                  <a:ext uri="{FF2B5EF4-FFF2-40B4-BE49-F238E27FC236}">
                    <a16:creationId xmlns:a16="http://schemas.microsoft.com/office/drawing/2014/main" id="{E83F4BF1-081C-8D19-CD81-1791BE4E9247}"/>
                  </a:ext>
                </a:extLst>
              </p:cNvPr>
              <p:cNvSpPr>
                <a:spLocks noChangeShapeType="1"/>
              </p:cNvSpPr>
              <p:nvPr/>
            </p:nvSpPr>
            <p:spPr bwMode="auto">
              <a:xfrm>
                <a:off x="4244" y="9510"/>
                <a:ext cx="11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3" name="Line 47">
                <a:extLst>
                  <a:ext uri="{FF2B5EF4-FFF2-40B4-BE49-F238E27FC236}">
                    <a16:creationId xmlns:a16="http://schemas.microsoft.com/office/drawing/2014/main" id="{FC58B552-C068-2B1F-5C35-187587839CAE}"/>
                  </a:ext>
                </a:extLst>
              </p:cNvPr>
              <p:cNvSpPr>
                <a:spLocks noChangeShapeType="1"/>
              </p:cNvSpPr>
              <p:nvPr/>
            </p:nvSpPr>
            <p:spPr bwMode="auto">
              <a:xfrm>
                <a:off x="4244" y="8447"/>
                <a:ext cx="0" cy="104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4" name="Line 48">
                <a:extLst>
                  <a:ext uri="{FF2B5EF4-FFF2-40B4-BE49-F238E27FC236}">
                    <a16:creationId xmlns:a16="http://schemas.microsoft.com/office/drawing/2014/main" id="{C8EC2706-3AD8-12EE-1802-F4E037A315F5}"/>
                  </a:ext>
                </a:extLst>
              </p:cNvPr>
              <p:cNvSpPr>
                <a:spLocks noChangeShapeType="1"/>
              </p:cNvSpPr>
              <p:nvPr/>
            </p:nvSpPr>
            <p:spPr bwMode="auto">
              <a:xfrm>
                <a:off x="4395" y="8175"/>
                <a:ext cx="0" cy="112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5" name="Line 49">
                <a:extLst>
                  <a:ext uri="{FF2B5EF4-FFF2-40B4-BE49-F238E27FC236}">
                    <a16:creationId xmlns:a16="http://schemas.microsoft.com/office/drawing/2014/main" id="{043638BC-7DAE-486E-48CC-08B570BC9F7D}"/>
                  </a:ext>
                </a:extLst>
              </p:cNvPr>
              <p:cNvSpPr>
                <a:spLocks noChangeShapeType="1"/>
              </p:cNvSpPr>
              <p:nvPr/>
            </p:nvSpPr>
            <p:spPr bwMode="auto">
              <a:xfrm>
                <a:off x="4529" y="7952"/>
                <a:ext cx="0" cy="11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528" name="Line 50">
              <a:extLst>
                <a:ext uri="{FF2B5EF4-FFF2-40B4-BE49-F238E27FC236}">
                  <a16:creationId xmlns:a16="http://schemas.microsoft.com/office/drawing/2014/main" id="{630E86E8-B4F3-BA35-069C-01D37BDAB381}"/>
                </a:ext>
              </a:extLst>
            </p:cNvPr>
            <p:cNvSpPr>
              <a:spLocks noChangeShapeType="1"/>
            </p:cNvSpPr>
            <p:nvPr/>
          </p:nvSpPr>
          <p:spPr bwMode="auto">
            <a:xfrm>
              <a:off x="3431" y="1759"/>
              <a:ext cx="2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9" name="Line 51">
              <a:extLst>
                <a:ext uri="{FF2B5EF4-FFF2-40B4-BE49-F238E27FC236}">
                  <a16:creationId xmlns:a16="http://schemas.microsoft.com/office/drawing/2014/main" id="{297005C2-B88C-7FD6-8984-124DB8CAF404}"/>
                </a:ext>
              </a:extLst>
            </p:cNvPr>
            <p:cNvSpPr>
              <a:spLocks noChangeShapeType="1"/>
            </p:cNvSpPr>
            <p:nvPr/>
          </p:nvSpPr>
          <p:spPr bwMode="auto">
            <a:xfrm>
              <a:off x="3431" y="1918"/>
              <a:ext cx="2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0" name="Line 52">
              <a:extLst>
                <a:ext uri="{FF2B5EF4-FFF2-40B4-BE49-F238E27FC236}">
                  <a16:creationId xmlns:a16="http://schemas.microsoft.com/office/drawing/2014/main" id="{F4A73815-C287-0825-E820-D039388A2807}"/>
                </a:ext>
              </a:extLst>
            </p:cNvPr>
            <p:cNvSpPr>
              <a:spLocks noChangeShapeType="1"/>
            </p:cNvSpPr>
            <p:nvPr/>
          </p:nvSpPr>
          <p:spPr bwMode="auto">
            <a:xfrm>
              <a:off x="3418" y="2101"/>
              <a:ext cx="1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1" name="Line 53">
              <a:extLst>
                <a:ext uri="{FF2B5EF4-FFF2-40B4-BE49-F238E27FC236}">
                  <a16:creationId xmlns:a16="http://schemas.microsoft.com/office/drawing/2014/main" id="{33C8D0FF-B6AD-6CBD-5F57-4EB4F45AEBD0}"/>
                </a:ext>
              </a:extLst>
            </p:cNvPr>
            <p:cNvSpPr>
              <a:spLocks noChangeShapeType="1"/>
            </p:cNvSpPr>
            <p:nvPr/>
          </p:nvSpPr>
          <p:spPr bwMode="auto">
            <a:xfrm>
              <a:off x="3994" y="1845"/>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2" name="Line 54">
              <a:extLst>
                <a:ext uri="{FF2B5EF4-FFF2-40B4-BE49-F238E27FC236}">
                  <a16:creationId xmlns:a16="http://schemas.microsoft.com/office/drawing/2014/main" id="{5DA632B2-028A-33F8-D690-C857E8607A9A}"/>
                </a:ext>
              </a:extLst>
            </p:cNvPr>
            <p:cNvSpPr>
              <a:spLocks noChangeShapeType="1"/>
            </p:cNvSpPr>
            <p:nvPr/>
          </p:nvSpPr>
          <p:spPr bwMode="auto">
            <a:xfrm>
              <a:off x="3994" y="2022"/>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3" name="Line 55">
              <a:extLst>
                <a:ext uri="{FF2B5EF4-FFF2-40B4-BE49-F238E27FC236}">
                  <a16:creationId xmlns:a16="http://schemas.microsoft.com/office/drawing/2014/main" id="{F3F549A0-8056-229A-EDC0-EB9A28723A71}"/>
                </a:ext>
              </a:extLst>
            </p:cNvPr>
            <p:cNvSpPr>
              <a:spLocks noChangeShapeType="1"/>
            </p:cNvSpPr>
            <p:nvPr/>
          </p:nvSpPr>
          <p:spPr bwMode="auto">
            <a:xfrm>
              <a:off x="3986" y="2204"/>
              <a:ext cx="1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4" name="Line 56">
              <a:extLst>
                <a:ext uri="{FF2B5EF4-FFF2-40B4-BE49-F238E27FC236}">
                  <a16:creationId xmlns:a16="http://schemas.microsoft.com/office/drawing/2014/main" id="{6017A75D-429F-F44A-43EA-CAAF91FC9282}"/>
                </a:ext>
              </a:extLst>
            </p:cNvPr>
            <p:cNvSpPr>
              <a:spLocks noChangeShapeType="1"/>
            </p:cNvSpPr>
            <p:nvPr/>
          </p:nvSpPr>
          <p:spPr bwMode="auto">
            <a:xfrm>
              <a:off x="3986" y="2365"/>
              <a:ext cx="1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5" name="Line 57">
              <a:extLst>
                <a:ext uri="{FF2B5EF4-FFF2-40B4-BE49-F238E27FC236}">
                  <a16:creationId xmlns:a16="http://schemas.microsoft.com/office/drawing/2014/main" id="{38F1B942-9F05-FE72-FAA1-261E00E5B1B3}"/>
                </a:ext>
              </a:extLst>
            </p:cNvPr>
            <p:cNvSpPr>
              <a:spLocks noChangeShapeType="1"/>
            </p:cNvSpPr>
            <p:nvPr/>
          </p:nvSpPr>
          <p:spPr bwMode="auto">
            <a:xfrm>
              <a:off x="3713" y="2579"/>
              <a:ext cx="4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6" name="Line 58">
              <a:extLst>
                <a:ext uri="{FF2B5EF4-FFF2-40B4-BE49-F238E27FC236}">
                  <a16:creationId xmlns:a16="http://schemas.microsoft.com/office/drawing/2014/main" id="{E805D635-7DD2-E7D2-B49C-D759BB063E21}"/>
                </a:ext>
              </a:extLst>
            </p:cNvPr>
            <p:cNvSpPr>
              <a:spLocks noChangeShapeType="1"/>
            </p:cNvSpPr>
            <p:nvPr/>
          </p:nvSpPr>
          <p:spPr bwMode="auto">
            <a:xfrm>
              <a:off x="3626" y="2722"/>
              <a:ext cx="5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7" name="Line 59">
              <a:extLst>
                <a:ext uri="{FF2B5EF4-FFF2-40B4-BE49-F238E27FC236}">
                  <a16:creationId xmlns:a16="http://schemas.microsoft.com/office/drawing/2014/main" id="{D05A39F1-22DF-E59D-CD31-F1C63E55E6FD}"/>
                </a:ext>
              </a:extLst>
            </p:cNvPr>
            <p:cNvSpPr>
              <a:spLocks noChangeShapeType="1"/>
            </p:cNvSpPr>
            <p:nvPr/>
          </p:nvSpPr>
          <p:spPr bwMode="auto">
            <a:xfrm>
              <a:off x="3552" y="2870"/>
              <a:ext cx="64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8" name="Line 60">
              <a:extLst>
                <a:ext uri="{FF2B5EF4-FFF2-40B4-BE49-F238E27FC236}">
                  <a16:creationId xmlns:a16="http://schemas.microsoft.com/office/drawing/2014/main" id="{C5279ACA-AEC2-CD4C-F6E3-64DDA0712E4C}"/>
                </a:ext>
              </a:extLst>
            </p:cNvPr>
            <p:cNvSpPr>
              <a:spLocks noChangeShapeType="1"/>
            </p:cNvSpPr>
            <p:nvPr/>
          </p:nvSpPr>
          <p:spPr bwMode="auto">
            <a:xfrm>
              <a:off x="3552" y="2103"/>
              <a:ext cx="0" cy="7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9" name="Line 61">
              <a:extLst>
                <a:ext uri="{FF2B5EF4-FFF2-40B4-BE49-F238E27FC236}">
                  <a16:creationId xmlns:a16="http://schemas.microsoft.com/office/drawing/2014/main" id="{FEEDCC40-873B-C8DD-B3F1-B6600C73B3A8}"/>
                </a:ext>
              </a:extLst>
            </p:cNvPr>
            <p:cNvSpPr>
              <a:spLocks noChangeShapeType="1"/>
            </p:cNvSpPr>
            <p:nvPr/>
          </p:nvSpPr>
          <p:spPr bwMode="auto">
            <a:xfrm>
              <a:off x="3633" y="1918"/>
              <a:ext cx="0" cy="80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0" name="Line 62">
              <a:extLst>
                <a:ext uri="{FF2B5EF4-FFF2-40B4-BE49-F238E27FC236}">
                  <a16:creationId xmlns:a16="http://schemas.microsoft.com/office/drawing/2014/main" id="{CB7B3A2F-C9C5-6B74-2EFC-C939B90BCF8A}"/>
                </a:ext>
              </a:extLst>
            </p:cNvPr>
            <p:cNvSpPr>
              <a:spLocks noChangeShapeType="1"/>
            </p:cNvSpPr>
            <p:nvPr/>
          </p:nvSpPr>
          <p:spPr bwMode="auto">
            <a:xfrm>
              <a:off x="3706" y="1759"/>
              <a:ext cx="0" cy="8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1" name="Text Box 63">
              <a:extLst>
                <a:ext uri="{FF2B5EF4-FFF2-40B4-BE49-F238E27FC236}">
                  <a16:creationId xmlns:a16="http://schemas.microsoft.com/office/drawing/2014/main" id="{C3A95227-7062-B83C-8993-F1DD55E50DB1}"/>
                </a:ext>
              </a:extLst>
            </p:cNvPr>
            <p:cNvSpPr txBox="1">
              <a:spLocks noChangeArrowheads="1"/>
            </p:cNvSpPr>
            <p:nvPr/>
          </p:nvSpPr>
          <p:spPr bwMode="auto">
            <a:xfrm>
              <a:off x="786" y="1003"/>
              <a:ext cx="387" cy="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a3</a:t>
              </a:r>
            </a:p>
            <a:p>
              <a:pPr eaLnBrk="1" hangingPunct="1"/>
              <a:r>
                <a:rPr lang="ru-RU" altLang="en-US" sz="1800" b="0"/>
                <a:t>a2</a:t>
              </a:r>
            </a:p>
            <a:p>
              <a:pPr eaLnBrk="1" hangingPunct="1"/>
              <a:r>
                <a:rPr lang="ru-RU" altLang="en-US" sz="1800" b="0"/>
                <a:t>a1</a:t>
              </a:r>
            </a:p>
            <a:p>
              <a:pPr eaLnBrk="1" hangingPunct="1"/>
              <a:r>
                <a:rPr lang="ru-RU" altLang="en-US" sz="1800" b="0"/>
                <a:t>a0</a:t>
              </a:r>
            </a:p>
            <a:p>
              <a:pPr eaLnBrk="1" hangingPunct="1"/>
              <a:r>
                <a:rPr lang="ru-RU" altLang="en-US" sz="1800" b="0"/>
                <a:t>b3</a:t>
              </a:r>
            </a:p>
            <a:p>
              <a:pPr eaLnBrk="1" hangingPunct="1"/>
              <a:r>
                <a:rPr lang="ru-RU" altLang="en-US" sz="1800" b="0"/>
                <a:t>b2</a:t>
              </a:r>
            </a:p>
            <a:p>
              <a:pPr eaLnBrk="1" hangingPunct="1"/>
              <a:r>
                <a:rPr lang="ru-RU" altLang="en-US" sz="1800" b="0"/>
                <a:t>b1</a:t>
              </a:r>
            </a:p>
            <a:p>
              <a:pPr eaLnBrk="1" hangingPunct="1"/>
              <a:r>
                <a:rPr lang="ru-RU" altLang="en-US" sz="1800" b="0"/>
                <a:t>b0</a:t>
              </a:r>
            </a:p>
            <a:p>
              <a:pPr eaLnBrk="1" hangingPunct="1"/>
              <a:endParaRPr lang="ru-RU" altLang="en-US" sz="1800" b="0"/>
            </a:p>
          </p:txBody>
        </p:sp>
        <p:sp>
          <p:nvSpPr>
            <p:cNvPr id="106542" name="Text Box 64">
              <a:extLst>
                <a:ext uri="{FF2B5EF4-FFF2-40B4-BE49-F238E27FC236}">
                  <a16:creationId xmlns:a16="http://schemas.microsoft.com/office/drawing/2014/main" id="{08E729FF-8FA1-E414-0BC8-352C3CC9D03F}"/>
                </a:ext>
              </a:extLst>
            </p:cNvPr>
            <p:cNvSpPr txBox="1">
              <a:spLocks noChangeArrowheads="1"/>
            </p:cNvSpPr>
            <p:nvPr/>
          </p:nvSpPr>
          <p:spPr bwMode="auto">
            <a:xfrm>
              <a:off x="2284" y="1019"/>
              <a:ext cx="390" cy="1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a7</a:t>
              </a:r>
            </a:p>
            <a:p>
              <a:pPr eaLnBrk="1" hangingPunct="1"/>
              <a:r>
                <a:rPr lang="ru-RU" altLang="en-US" sz="1800" b="0"/>
                <a:t>a6</a:t>
              </a:r>
            </a:p>
            <a:p>
              <a:pPr eaLnBrk="1" hangingPunct="1"/>
              <a:r>
                <a:rPr lang="ru-RU" altLang="en-US" sz="1800" b="0"/>
                <a:t>a5</a:t>
              </a:r>
            </a:p>
            <a:p>
              <a:pPr eaLnBrk="1" hangingPunct="1"/>
              <a:r>
                <a:rPr lang="ru-RU" altLang="en-US" sz="1800" b="0"/>
                <a:t>a4</a:t>
              </a:r>
            </a:p>
            <a:p>
              <a:pPr eaLnBrk="1" hangingPunct="1"/>
              <a:r>
                <a:rPr lang="ru-RU" altLang="en-US" sz="1800" b="0"/>
                <a:t>b7</a:t>
              </a:r>
            </a:p>
            <a:p>
              <a:pPr eaLnBrk="1" hangingPunct="1"/>
              <a:r>
                <a:rPr lang="ru-RU" altLang="en-US" sz="1800" b="0"/>
                <a:t>b6</a:t>
              </a:r>
            </a:p>
            <a:p>
              <a:pPr eaLnBrk="1" hangingPunct="1"/>
              <a:r>
                <a:rPr lang="ru-RU" altLang="en-US" sz="1800" b="0"/>
                <a:t>b5</a:t>
              </a:r>
            </a:p>
            <a:p>
              <a:pPr eaLnBrk="1" hangingPunct="1"/>
              <a:r>
                <a:rPr lang="ru-RU" altLang="en-US" sz="1800" b="0"/>
                <a:t>b4</a:t>
              </a:r>
            </a:p>
            <a:p>
              <a:pPr eaLnBrk="1" hangingPunct="1"/>
              <a:endParaRPr lang="ru-RU" altLang="en-US" sz="1800" b="0"/>
            </a:p>
          </p:txBody>
        </p:sp>
        <p:sp>
          <p:nvSpPr>
            <p:cNvPr id="106543" name="Text Box 65">
              <a:extLst>
                <a:ext uri="{FF2B5EF4-FFF2-40B4-BE49-F238E27FC236}">
                  <a16:creationId xmlns:a16="http://schemas.microsoft.com/office/drawing/2014/main" id="{03840EEF-B5E1-1019-5F61-CB414D3C031C}"/>
                </a:ext>
              </a:extLst>
            </p:cNvPr>
            <p:cNvSpPr txBox="1">
              <a:spLocks noChangeArrowheads="1"/>
            </p:cNvSpPr>
            <p:nvPr/>
          </p:nvSpPr>
          <p:spPr bwMode="auto">
            <a:xfrm>
              <a:off x="3694" y="1019"/>
              <a:ext cx="385" cy="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a11</a:t>
              </a:r>
            </a:p>
            <a:p>
              <a:pPr eaLnBrk="1" hangingPunct="1"/>
              <a:r>
                <a:rPr lang="ru-RU" altLang="en-US" sz="1800" b="0"/>
                <a:t>a10</a:t>
              </a:r>
            </a:p>
            <a:p>
              <a:pPr eaLnBrk="1" hangingPunct="1"/>
              <a:r>
                <a:rPr lang="ru-RU" altLang="en-US" sz="1800" b="0"/>
                <a:t>a9</a:t>
              </a:r>
            </a:p>
            <a:p>
              <a:pPr eaLnBrk="1" hangingPunct="1"/>
              <a:r>
                <a:rPr lang="ru-RU" altLang="en-US" sz="1800" b="0"/>
                <a:t>a8</a:t>
              </a:r>
            </a:p>
            <a:p>
              <a:pPr eaLnBrk="1" hangingPunct="1"/>
              <a:r>
                <a:rPr lang="ru-RU" altLang="en-US" sz="1800" b="0"/>
                <a:t>b11</a:t>
              </a:r>
            </a:p>
            <a:p>
              <a:pPr eaLnBrk="1" hangingPunct="1"/>
              <a:r>
                <a:rPr lang="ru-RU" altLang="en-US" sz="1800" b="0"/>
                <a:t>b10</a:t>
              </a:r>
            </a:p>
            <a:p>
              <a:pPr eaLnBrk="1" hangingPunct="1"/>
              <a:r>
                <a:rPr lang="ru-RU" altLang="en-US" sz="1800" b="0"/>
                <a:t>b9</a:t>
              </a:r>
            </a:p>
            <a:p>
              <a:pPr eaLnBrk="1" hangingPunct="1"/>
              <a:r>
                <a:rPr lang="ru-RU" altLang="en-US" sz="1800" b="0"/>
                <a:t>b8</a:t>
              </a:r>
            </a:p>
            <a:p>
              <a:pPr eaLnBrk="1" hangingPunct="1"/>
              <a:endParaRPr lang="ru-RU" altLang="en-US" sz="1800" b="0"/>
            </a:p>
          </p:txBody>
        </p:sp>
        <p:sp>
          <p:nvSpPr>
            <p:cNvPr id="106544" name="Text Box 66">
              <a:extLst>
                <a:ext uri="{FF2B5EF4-FFF2-40B4-BE49-F238E27FC236}">
                  <a16:creationId xmlns:a16="http://schemas.microsoft.com/office/drawing/2014/main" id="{B7961BF0-F8D6-9E03-5406-DE98035BE801}"/>
                </a:ext>
              </a:extLst>
            </p:cNvPr>
            <p:cNvSpPr txBox="1">
              <a:spLocks noChangeArrowheads="1"/>
            </p:cNvSpPr>
            <p:nvPr/>
          </p:nvSpPr>
          <p:spPr bwMode="auto">
            <a:xfrm>
              <a:off x="1794" y="1641"/>
              <a:ext cx="290"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&gt;</a:t>
              </a:r>
            </a:p>
            <a:p>
              <a:pPr eaLnBrk="1" hangingPunct="1"/>
              <a:r>
                <a:rPr lang="ru-RU" altLang="en-US" sz="1800" b="0"/>
                <a:t>=</a:t>
              </a:r>
            </a:p>
            <a:p>
              <a:pPr eaLnBrk="1" hangingPunct="1"/>
              <a:r>
                <a:rPr lang="ru-RU" altLang="en-US" sz="1800" b="0"/>
                <a:t>&lt;</a:t>
              </a:r>
            </a:p>
            <a:p>
              <a:pPr eaLnBrk="1" hangingPunct="1"/>
              <a:endParaRPr lang="ru-RU" altLang="en-US" sz="1800" b="0"/>
            </a:p>
            <a:p>
              <a:pPr eaLnBrk="1" hangingPunct="1"/>
              <a:endParaRPr lang="ru-RU" altLang="en-US" sz="1800" b="0"/>
            </a:p>
          </p:txBody>
        </p:sp>
        <p:sp>
          <p:nvSpPr>
            <p:cNvPr id="106545" name="Text Box 67">
              <a:extLst>
                <a:ext uri="{FF2B5EF4-FFF2-40B4-BE49-F238E27FC236}">
                  <a16:creationId xmlns:a16="http://schemas.microsoft.com/office/drawing/2014/main" id="{DBC72D38-38C4-9969-82D1-87F0AF4C16D4}"/>
                </a:ext>
              </a:extLst>
            </p:cNvPr>
            <p:cNvSpPr txBox="1">
              <a:spLocks noChangeArrowheads="1"/>
            </p:cNvSpPr>
            <p:nvPr/>
          </p:nvSpPr>
          <p:spPr bwMode="auto">
            <a:xfrm>
              <a:off x="4660" y="1619"/>
              <a:ext cx="291"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&gt;</a:t>
              </a:r>
            </a:p>
            <a:p>
              <a:pPr eaLnBrk="1" hangingPunct="1"/>
              <a:r>
                <a:rPr lang="ru-RU" altLang="en-US" sz="1800" b="0"/>
                <a:t>=</a:t>
              </a:r>
            </a:p>
            <a:p>
              <a:pPr eaLnBrk="1" hangingPunct="1"/>
              <a:r>
                <a:rPr lang="ru-RU" altLang="en-US" sz="1800" b="0"/>
                <a:t>&lt;</a:t>
              </a:r>
            </a:p>
            <a:p>
              <a:pPr eaLnBrk="1" hangingPunct="1"/>
              <a:endParaRPr lang="ru-RU" altLang="en-US" sz="1800" b="0"/>
            </a:p>
            <a:p>
              <a:pPr eaLnBrk="1" hangingPunct="1"/>
              <a:endParaRPr lang="ru-RU" altLang="en-US" sz="1800" b="0"/>
            </a:p>
          </p:txBody>
        </p:sp>
        <p:sp>
          <p:nvSpPr>
            <p:cNvPr id="106546" name="Text Box 68">
              <a:extLst>
                <a:ext uri="{FF2B5EF4-FFF2-40B4-BE49-F238E27FC236}">
                  <a16:creationId xmlns:a16="http://schemas.microsoft.com/office/drawing/2014/main" id="{D8DB7B70-3198-F1E6-8D11-1731EAC5C7B2}"/>
                </a:ext>
              </a:extLst>
            </p:cNvPr>
            <p:cNvSpPr txBox="1">
              <a:spLocks noChangeArrowheads="1"/>
            </p:cNvSpPr>
            <p:nvPr/>
          </p:nvSpPr>
          <p:spPr bwMode="auto">
            <a:xfrm>
              <a:off x="5086" y="1608"/>
              <a:ext cx="425"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A&gt;B</a:t>
              </a:r>
            </a:p>
            <a:p>
              <a:pPr eaLnBrk="1" hangingPunct="1"/>
              <a:r>
                <a:rPr lang="ru-RU" altLang="en-US" sz="1800" b="0"/>
                <a:t>A=B</a:t>
              </a:r>
            </a:p>
            <a:p>
              <a:pPr eaLnBrk="1" hangingPunct="1"/>
              <a:r>
                <a:rPr lang="ru-RU" altLang="en-US" sz="1800" b="0"/>
                <a:t>A&lt;B</a:t>
              </a:r>
            </a:p>
            <a:p>
              <a:pPr eaLnBrk="1" hangingPunct="1"/>
              <a:endParaRPr lang="ru-RU" altLang="en-US" sz="1800" b="0"/>
            </a:p>
            <a:p>
              <a:pPr eaLnBrk="1" hangingPunct="1"/>
              <a:endParaRPr lang="ru-RU" altLang="en-US" sz="1800" b="0"/>
            </a:p>
          </p:txBody>
        </p:sp>
        <p:sp>
          <p:nvSpPr>
            <p:cNvPr id="106547" name="Rectangle 69">
              <a:extLst>
                <a:ext uri="{FF2B5EF4-FFF2-40B4-BE49-F238E27FC236}">
                  <a16:creationId xmlns:a16="http://schemas.microsoft.com/office/drawing/2014/main" id="{040DA1D5-7B88-26D5-5A6C-9AC2B7A2336F}"/>
                </a:ext>
              </a:extLst>
            </p:cNvPr>
            <p:cNvSpPr>
              <a:spLocks noChangeArrowheads="1"/>
            </p:cNvSpPr>
            <p:nvPr/>
          </p:nvSpPr>
          <p:spPr bwMode="auto">
            <a:xfrm>
              <a:off x="794" y="2649"/>
              <a:ext cx="272" cy="105"/>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6548" name="Line 70">
              <a:extLst>
                <a:ext uri="{FF2B5EF4-FFF2-40B4-BE49-F238E27FC236}">
                  <a16:creationId xmlns:a16="http://schemas.microsoft.com/office/drawing/2014/main" id="{E5DCBE3D-A5D5-F53F-31C2-60B3CAB76447}"/>
                </a:ext>
              </a:extLst>
            </p:cNvPr>
            <p:cNvSpPr>
              <a:spLocks noChangeShapeType="1"/>
            </p:cNvSpPr>
            <p:nvPr/>
          </p:nvSpPr>
          <p:spPr bwMode="auto">
            <a:xfrm>
              <a:off x="697" y="2702"/>
              <a:ext cx="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9" name="Oval 71">
              <a:extLst>
                <a:ext uri="{FF2B5EF4-FFF2-40B4-BE49-F238E27FC236}">
                  <a16:creationId xmlns:a16="http://schemas.microsoft.com/office/drawing/2014/main" id="{3B8D8D34-D072-99CC-000E-7894CD545957}"/>
                </a:ext>
              </a:extLst>
            </p:cNvPr>
            <p:cNvSpPr>
              <a:spLocks noChangeArrowheads="1"/>
            </p:cNvSpPr>
            <p:nvPr/>
          </p:nvSpPr>
          <p:spPr bwMode="auto">
            <a:xfrm>
              <a:off x="633" y="2658"/>
              <a:ext cx="70" cy="69"/>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6550" name="Line 72">
              <a:extLst>
                <a:ext uri="{FF2B5EF4-FFF2-40B4-BE49-F238E27FC236}">
                  <a16:creationId xmlns:a16="http://schemas.microsoft.com/office/drawing/2014/main" id="{31E35A60-F6A0-DE8C-CAE2-591272EADC0E}"/>
                </a:ext>
              </a:extLst>
            </p:cNvPr>
            <p:cNvSpPr>
              <a:spLocks noChangeShapeType="1"/>
            </p:cNvSpPr>
            <p:nvPr/>
          </p:nvSpPr>
          <p:spPr bwMode="auto">
            <a:xfrm>
              <a:off x="1149" y="2565"/>
              <a:ext cx="0" cy="40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1" name="Line 73">
              <a:extLst>
                <a:ext uri="{FF2B5EF4-FFF2-40B4-BE49-F238E27FC236}">
                  <a16:creationId xmlns:a16="http://schemas.microsoft.com/office/drawing/2014/main" id="{057C0D00-7D77-2E6F-AC16-6D3228E6E027}"/>
                </a:ext>
              </a:extLst>
            </p:cNvPr>
            <p:cNvSpPr>
              <a:spLocks noChangeShapeType="1"/>
            </p:cNvSpPr>
            <p:nvPr/>
          </p:nvSpPr>
          <p:spPr bwMode="auto">
            <a:xfrm>
              <a:off x="1100" y="2970"/>
              <a:ext cx="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2" name="Text Box 74">
              <a:extLst>
                <a:ext uri="{FF2B5EF4-FFF2-40B4-BE49-F238E27FC236}">
                  <a16:creationId xmlns:a16="http://schemas.microsoft.com/office/drawing/2014/main" id="{BB3B5C1F-A2F9-1C79-DD35-3BD439645463}"/>
                </a:ext>
              </a:extLst>
            </p:cNvPr>
            <p:cNvSpPr txBox="1">
              <a:spLocks noChangeArrowheads="1"/>
            </p:cNvSpPr>
            <p:nvPr/>
          </p:nvSpPr>
          <p:spPr bwMode="auto">
            <a:xfrm>
              <a:off x="299" y="2554"/>
              <a:ext cx="408"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Vcc</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4">
            <a:extLst>
              <a:ext uri="{FF2B5EF4-FFF2-40B4-BE49-F238E27FC236}">
                <a16:creationId xmlns:a16="http://schemas.microsoft.com/office/drawing/2014/main" id="{2FF2C621-993B-2A81-810C-5740D487B04D}"/>
              </a:ext>
            </a:extLst>
          </p:cNvPr>
          <p:cNvSpPr>
            <a:spLocks noGrp="1" noChangeArrowheads="1"/>
          </p:cNvSpPr>
          <p:nvPr>
            <p:ph type="title"/>
          </p:nvPr>
        </p:nvSpPr>
        <p:spPr>
          <a:xfrm>
            <a:off x="-1" y="183402"/>
            <a:ext cx="11612880" cy="704088"/>
          </a:xfrm>
        </p:spPr>
        <p:txBody>
          <a:bodyPr>
            <a:normAutofit/>
          </a:bodyPr>
          <a:lstStyle/>
          <a:p>
            <a:r>
              <a:rPr lang="en-US" altLang="en-US" dirty="0"/>
              <a:t>Verilog Description</a:t>
            </a:r>
          </a:p>
        </p:txBody>
      </p:sp>
      <p:sp>
        <p:nvSpPr>
          <p:cNvPr id="108547" name="Content Placeholder 5">
            <a:extLst>
              <a:ext uri="{FF2B5EF4-FFF2-40B4-BE49-F238E27FC236}">
                <a16:creationId xmlns:a16="http://schemas.microsoft.com/office/drawing/2014/main" id="{525245E8-8181-B39B-ECEF-A77099687C03}"/>
              </a:ext>
            </a:extLst>
          </p:cNvPr>
          <p:cNvSpPr>
            <a:spLocks noGrp="1" noChangeArrowheads="1"/>
          </p:cNvSpPr>
          <p:nvPr>
            <p:ph type="body" sz="quarter" idx="10"/>
          </p:nvPr>
        </p:nvSpPr>
        <p:spPr>
          <a:xfrm>
            <a:off x="457200" y="1188720"/>
            <a:ext cx="11277922" cy="5185186"/>
          </a:xfrm>
        </p:spPr>
        <p:txBody>
          <a:bodyPr/>
          <a:lstStyle/>
          <a:p>
            <a:r>
              <a:rPr lang="en-US" altLang="en-US" sz="1400" dirty="0"/>
              <a:t>module comparator (a, b, </a:t>
            </a:r>
            <a:r>
              <a:rPr lang="en-US" altLang="en-US" sz="1400" dirty="0" err="1"/>
              <a:t>agtbin</a:t>
            </a:r>
            <a:r>
              <a:rPr lang="en-US" altLang="en-US" sz="1400" dirty="0"/>
              <a:t>, </a:t>
            </a:r>
            <a:r>
              <a:rPr lang="en-US" altLang="en-US" sz="1400" dirty="0" err="1"/>
              <a:t>altbin</a:t>
            </a:r>
            <a:r>
              <a:rPr lang="en-US" altLang="en-US" sz="1400" dirty="0"/>
              <a:t>, </a:t>
            </a:r>
            <a:r>
              <a:rPr lang="en-US" altLang="en-US" sz="1400" dirty="0" err="1"/>
              <a:t>aeqbin</a:t>
            </a:r>
            <a:r>
              <a:rPr lang="en-US" altLang="en-US" sz="1400" dirty="0"/>
              <a:t>,  </a:t>
            </a:r>
            <a:r>
              <a:rPr lang="en-US" altLang="en-US" sz="1400" dirty="0" err="1"/>
              <a:t>agtbout</a:t>
            </a:r>
            <a:r>
              <a:rPr lang="en-US" altLang="en-US" sz="1400" dirty="0"/>
              <a:t>, </a:t>
            </a:r>
            <a:r>
              <a:rPr lang="en-US" altLang="en-US" sz="1400" dirty="0" err="1"/>
              <a:t>altbout</a:t>
            </a:r>
            <a:r>
              <a:rPr lang="en-US" altLang="en-US" sz="1400" dirty="0"/>
              <a:t>, </a:t>
            </a:r>
            <a:r>
              <a:rPr lang="en-US" altLang="en-US" sz="1400" dirty="0" err="1"/>
              <a:t>aeqbout</a:t>
            </a:r>
            <a:r>
              <a:rPr lang="en-US" altLang="en-US" sz="1400" dirty="0"/>
              <a:t>);</a:t>
            </a:r>
          </a:p>
          <a:p>
            <a:r>
              <a:rPr lang="en-US" altLang="en-US" sz="1400" dirty="0"/>
              <a:t>	input [3:0] </a:t>
            </a:r>
            <a:r>
              <a:rPr lang="en-US" altLang="en-US" sz="1400" dirty="0" err="1"/>
              <a:t>a,b</a:t>
            </a:r>
            <a:r>
              <a:rPr lang="en-US" altLang="en-US" sz="1400" dirty="0"/>
              <a:t>;</a:t>
            </a:r>
          </a:p>
          <a:p>
            <a:r>
              <a:rPr lang="en-US" altLang="en-US" sz="1400" dirty="0"/>
              <a:t>	input </a:t>
            </a:r>
            <a:r>
              <a:rPr lang="en-US" altLang="en-US" sz="1400" dirty="0" err="1"/>
              <a:t>agtbin</a:t>
            </a:r>
            <a:r>
              <a:rPr lang="en-US" altLang="en-US" sz="1400" dirty="0"/>
              <a:t>, </a:t>
            </a:r>
            <a:r>
              <a:rPr lang="en-US" altLang="en-US" sz="1400" dirty="0" err="1"/>
              <a:t>altbin,aeqbin</a:t>
            </a:r>
            <a:r>
              <a:rPr lang="en-US" altLang="en-US" sz="1400" dirty="0"/>
              <a:t>;</a:t>
            </a:r>
          </a:p>
          <a:p>
            <a:r>
              <a:rPr lang="en-US" altLang="en-US" sz="1400" dirty="0"/>
              <a:t>	output </a:t>
            </a:r>
            <a:r>
              <a:rPr lang="en-US" altLang="en-US" sz="1400" dirty="0" err="1"/>
              <a:t>agtbout</a:t>
            </a:r>
            <a:r>
              <a:rPr lang="en-US" altLang="en-US" sz="1400" dirty="0"/>
              <a:t>, </a:t>
            </a:r>
            <a:r>
              <a:rPr lang="en-US" altLang="en-US" sz="1400" dirty="0" err="1"/>
              <a:t>altbout</a:t>
            </a:r>
            <a:r>
              <a:rPr lang="en-US" altLang="en-US" sz="1400" dirty="0"/>
              <a:t>, </a:t>
            </a:r>
            <a:r>
              <a:rPr lang="en-US" altLang="en-US" sz="1400" dirty="0" err="1"/>
              <a:t>aeqbout</a:t>
            </a:r>
            <a:r>
              <a:rPr lang="en-US" altLang="en-US" sz="1400" dirty="0"/>
              <a:t>;</a:t>
            </a:r>
          </a:p>
          <a:p>
            <a:r>
              <a:rPr lang="en-US" altLang="en-US" sz="1400" dirty="0"/>
              <a:t>	reg  </a:t>
            </a:r>
            <a:r>
              <a:rPr lang="en-US" altLang="en-US" sz="1400" dirty="0" err="1"/>
              <a:t>agtbout</a:t>
            </a:r>
            <a:r>
              <a:rPr lang="en-US" altLang="en-US" sz="1400" dirty="0"/>
              <a:t>, </a:t>
            </a:r>
            <a:r>
              <a:rPr lang="en-US" altLang="en-US" sz="1400" dirty="0" err="1"/>
              <a:t>altbout</a:t>
            </a:r>
            <a:r>
              <a:rPr lang="en-US" altLang="en-US" sz="1400" dirty="0"/>
              <a:t>, </a:t>
            </a:r>
            <a:r>
              <a:rPr lang="en-US" altLang="en-US" sz="1400" dirty="0" err="1"/>
              <a:t>aeqbout</a:t>
            </a:r>
            <a:r>
              <a:rPr lang="en-US" altLang="en-US" sz="1400" dirty="0"/>
              <a:t>;</a:t>
            </a:r>
          </a:p>
          <a:p>
            <a:r>
              <a:rPr lang="en-US" altLang="en-US" sz="1400" dirty="0"/>
              <a:t>	always @ (a or b or </a:t>
            </a:r>
            <a:r>
              <a:rPr lang="en-US" altLang="en-US" sz="1400" dirty="0" err="1"/>
              <a:t>agtbin</a:t>
            </a:r>
            <a:r>
              <a:rPr lang="en-US" altLang="en-US" sz="1400" dirty="0"/>
              <a:t> or </a:t>
            </a:r>
            <a:r>
              <a:rPr lang="en-US" altLang="en-US" sz="1400" dirty="0" err="1"/>
              <a:t>altbin</a:t>
            </a:r>
            <a:r>
              <a:rPr lang="en-US" altLang="en-US" sz="1400" dirty="0"/>
              <a:t> or </a:t>
            </a:r>
            <a:r>
              <a:rPr lang="en-US" altLang="en-US" sz="1400" dirty="0" err="1"/>
              <a:t>aeqbin</a:t>
            </a:r>
            <a:r>
              <a:rPr lang="en-US" altLang="en-US" sz="1400" dirty="0"/>
              <a:t>)</a:t>
            </a:r>
          </a:p>
          <a:p>
            <a:r>
              <a:rPr lang="en-US" altLang="en-US" sz="1400" dirty="0"/>
              <a:t>	    if (a==b)</a:t>
            </a:r>
          </a:p>
          <a:p>
            <a:r>
              <a:rPr lang="en-US" altLang="en-US" sz="1400" dirty="0"/>
              <a:t>	    begin </a:t>
            </a:r>
            <a:r>
              <a:rPr lang="en-US" altLang="en-US" sz="1400" dirty="0" err="1"/>
              <a:t>agtbout</a:t>
            </a:r>
            <a:r>
              <a:rPr lang="en-US" altLang="en-US" sz="1400" dirty="0"/>
              <a:t>=</a:t>
            </a:r>
            <a:r>
              <a:rPr lang="en-US" altLang="en-US" sz="1400" dirty="0" err="1"/>
              <a:t>agtbin</a:t>
            </a:r>
            <a:r>
              <a:rPr lang="en-US" altLang="en-US" sz="1400" dirty="0"/>
              <a:t>; </a:t>
            </a:r>
            <a:r>
              <a:rPr lang="en-US" altLang="en-US" sz="1400" dirty="0" err="1"/>
              <a:t>altbout</a:t>
            </a:r>
            <a:r>
              <a:rPr lang="en-US" altLang="en-US" sz="1400" dirty="0"/>
              <a:t>=</a:t>
            </a:r>
            <a:r>
              <a:rPr lang="en-US" altLang="en-US" sz="1400" dirty="0" err="1"/>
              <a:t>altbin</a:t>
            </a:r>
            <a:r>
              <a:rPr lang="en-US" altLang="en-US" sz="1400" dirty="0"/>
              <a:t>; </a:t>
            </a:r>
            <a:r>
              <a:rPr lang="en-US" altLang="en-US" sz="1400" dirty="0" err="1"/>
              <a:t>aeqbout</a:t>
            </a:r>
            <a:r>
              <a:rPr lang="en-US" altLang="en-US" sz="1400" dirty="0"/>
              <a:t>=</a:t>
            </a:r>
            <a:r>
              <a:rPr lang="en-US" altLang="en-US" sz="1400" dirty="0" err="1"/>
              <a:t>aeqbin</a:t>
            </a:r>
            <a:r>
              <a:rPr lang="en-US" altLang="en-US" sz="1400" dirty="0"/>
              <a:t>; end</a:t>
            </a:r>
          </a:p>
          <a:p>
            <a:r>
              <a:rPr lang="en-US" altLang="en-US" sz="1400" dirty="0"/>
              <a:t>                 else if (a&gt; b) </a:t>
            </a:r>
          </a:p>
          <a:p>
            <a:r>
              <a:rPr lang="en-US" altLang="en-US" sz="1400" dirty="0"/>
              <a:t>	    begin </a:t>
            </a:r>
            <a:r>
              <a:rPr lang="en-US" altLang="en-US" sz="1400" dirty="0" err="1"/>
              <a:t>agtbout</a:t>
            </a:r>
            <a:r>
              <a:rPr lang="en-US" altLang="en-US" sz="1400" dirty="0"/>
              <a:t>=1’b1; </a:t>
            </a:r>
            <a:r>
              <a:rPr lang="en-US" altLang="en-US" sz="1400" dirty="0" err="1"/>
              <a:t>altbout</a:t>
            </a:r>
            <a:r>
              <a:rPr lang="en-US" altLang="en-US" sz="1400" dirty="0"/>
              <a:t>=1’b0; </a:t>
            </a:r>
            <a:r>
              <a:rPr lang="en-US" altLang="en-US" sz="1400" dirty="0" err="1"/>
              <a:t>aeqbout</a:t>
            </a:r>
            <a:r>
              <a:rPr lang="en-US" altLang="en-US" sz="1400" dirty="0"/>
              <a:t>=1’b0; end</a:t>
            </a:r>
          </a:p>
          <a:p>
            <a:r>
              <a:rPr lang="en-US" altLang="en-US" sz="1400" dirty="0"/>
              <a:t>            else if (a&lt; b) </a:t>
            </a:r>
          </a:p>
          <a:p>
            <a:r>
              <a:rPr lang="en-US" altLang="en-US" sz="1400" dirty="0"/>
              <a:t>	    begin </a:t>
            </a:r>
            <a:r>
              <a:rPr lang="en-US" altLang="en-US" sz="1400" dirty="0" err="1"/>
              <a:t>agtbout</a:t>
            </a:r>
            <a:r>
              <a:rPr lang="en-US" altLang="en-US" sz="1400" dirty="0"/>
              <a:t>=1’b0; </a:t>
            </a:r>
            <a:r>
              <a:rPr lang="en-US" altLang="en-US" sz="1400" dirty="0" err="1"/>
              <a:t>altbout</a:t>
            </a:r>
            <a:r>
              <a:rPr lang="en-US" altLang="en-US" sz="1400" dirty="0"/>
              <a:t>=1’b1; </a:t>
            </a:r>
            <a:r>
              <a:rPr lang="en-US" altLang="en-US" sz="1400" dirty="0" err="1"/>
              <a:t>aeqbout</a:t>
            </a:r>
            <a:r>
              <a:rPr lang="en-US" altLang="en-US" sz="1400" dirty="0"/>
              <a:t>=1’b0; end</a:t>
            </a:r>
          </a:p>
          <a:p>
            <a:r>
              <a:rPr lang="en-US" altLang="en-US" sz="1400" dirty="0"/>
              <a:t>	else</a:t>
            </a:r>
          </a:p>
          <a:p>
            <a:r>
              <a:rPr lang="en-US" altLang="en-US" sz="1400" dirty="0"/>
              <a:t>	    begin </a:t>
            </a:r>
            <a:r>
              <a:rPr lang="en-US" altLang="en-US" sz="1400" dirty="0" err="1"/>
              <a:t>agtbout</a:t>
            </a:r>
            <a:r>
              <a:rPr lang="en-US" altLang="en-US" sz="1400" dirty="0"/>
              <a:t>=1’bx; </a:t>
            </a:r>
            <a:r>
              <a:rPr lang="en-US" altLang="en-US" sz="1400" dirty="0" err="1"/>
              <a:t>altbout</a:t>
            </a:r>
            <a:r>
              <a:rPr lang="en-US" altLang="en-US" sz="1400" dirty="0"/>
              <a:t>=1’bx; </a:t>
            </a:r>
            <a:r>
              <a:rPr lang="en-US" altLang="en-US" sz="1400" dirty="0" err="1"/>
              <a:t>aeqbout</a:t>
            </a:r>
            <a:r>
              <a:rPr lang="en-US" altLang="en-US" sz="1400" dirty="0"/>
              <a:t>=1’bx; end</a:t>
            </a:r>
          </a:p>
          <a:p>
            <a:r>
              <a:rPr lang="en-US" altLang="en-US" sz="1400" dirty="0" err="1"/>
              <a:t>endmodule</a:t>
            </a:r>
            <a:endParaRPr lang="ru-RU" altLang="en-US" sz="1400" dirty="0"/>
          </a:p>
          <a:p>
            <a:endParaRPr lang="en-US" altLang="en-US" sz="1400"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20" name="Content Placeholder 75">
            <a:extLst>
              <a:ext uri="{FF2B5EF4-FFF2-40B4-BE49-F238E27FC236}">
                <a16:creationId xmlns:a16="http://schemas.microsoft.com/office/drawing/2014/main" id="{41E7DA83-D9CF-B9A0-8828-97C90EF1BD23}"/>
              </a:ext>
            </a:extLst>
          </p:cNvPr>
          <p:cNvSpPr>
            <a:spLocks noGrp="1" noChangeArrowheads="1"/>
          </p:cNvSpPr>
          <p:nvPr>
            <p:ph type="body" sz="quarter" idx="10"/>
          </p:nvPr>
        </p:nvSpPr>
        <p:spPr>
          <a:xfrm>
            <a:off x="457200" y="1188720"/>
            <a:ext cx="11277922" cy="5185186"/>
          </a:xfrm>
        </p:spPr>
        <p:txBody>
          <a:bodyPr/>
          <a:lstStyle/>
          <a:p>
            <a:r>
              <a:rPr lang="en-US" altLang="en-US" dirty="0"/>
              <a:t>A tri-state buffer </a:t>
            </a:r>
            <a:r>
              <a:rPr lang="hy-AM" altLang="en-US" dirty="0"/>
              <a:t> </a:t>
            </a:r>
            <a:r>
              <a:rPr lang="en-US" altLang="en-US" dirty="0"/>
              <a:t>allows multiple sources to share a single party line, as long as only one device ”talks” at a time.</a:t>
            </a:r>
            <a:endParaRPr lang="ru-RU" altLang="en-US" dirty="0"/>
          </a:p>
          <a:p>
            <a:endParaRPr lang="en-US" altLang="en-US" dirty="0"/>
          </a:p>
          <a:p>
            <a:endParaRPr lang="en-US" altLang="en-US" dirty="0"/>
          </a:p>
          <a:p>
            <a:endParaRPr lang="en-US" altLang="en-US" dirty="0"/>
          </a:p>
          <a:p>
            <a:endParaRPr lang="en-US" altLang="en-US" dirty="0"/>
          </a:p>
          <a:p>
            <a:endParaRPr lang="ru-RU" altLang="en-US" dirty="0"/>
          </a:p>
          <a:p>
            <a:pPr marL="0" indent="0">
              <a:buNone/>
            </a:pPr>
            <a:endParaRPr lang="en-US" altLang="en-US" dirty="0"/>
          </a:p>
          <a:p>
            <a:r>
              <a:rPr lang="en-US" altLang="en-US" dirty="0"/>
              <a:t>Noninverting, active-</a:t>
            </a:r>
          </a:p>
          <a:p>
            <a:r>
              <a:rPr lang="en-US" altLang="en-US" dirty="0"/>
              <a:t>high enable.</a:t>
            </a:r>
            <a:endParaRPr lang="ru-RU" altLang="en-US" dirty="0"/>
          </a:p>
          <a:p>
            <a:endParaRPr lang="en-US" altLang="en-US" dirty="0"/>
          </a:p>
          <a:p>
            <a:endParaRPr lang="en-US" altLang="en-US" dirty="0"/>
          </a:p>
          <a:p>
            <a:endParaRPr lang="en-US" altLang="en-US" dirty="0"/>
          </a:p>
          <a:p>
            <a:endParaRPr lang="en-US" altLang="en-US" dirty="0"/>
          </a:p>
          <a:p>
            <a:r>
              <a:rPr lang="en-US" altLang="en-US" dirty="0"/>
              <a:t>   Noninverting,		 Inverting, active-		 Inverting, active-  </a:t>
            </a:r>
          </a:p>
          <a:p>
            <a:r>
              <a:rPr lang="en-US" altLang="en-US" dirty="0"/>
              <a:t>active-low enable    	  </a:t>
            </a:r>
            <a:r>
              <a:rPr lang="ru-RU" altLang="en-US" dirty="0"/>
              <a:t>                  </a:t>
            </a:r>
            <a:r>
              <a:rPr lang="en-US" altLang="en-US" dirty="0"/>
              <a:t>high enable    		low enable</a:t>
            </a:r>
          </a:p>
        </p:txBody>
      </p:sp>
      <p:grpSp>
        <p:nvGrpSpPr>
          <p:cNvPr id="110594" name="Group 72">
            <a:extLst>
              <a:ext uri="{FF2B5EF4-FFF2-40B4-BE49-F238E27FC236}">
                <a16:creationId xmlns:a16="http://schemas.microsoft.com/office/drawing/2014/main" id="{72948D86-E1BC-ED75-F7AC-8921BD7FE068}"/>
              </a:ext>
            </a:extLst>
          </p:cNvPr>
          <p:cNvGrpSpPr>
            <a:grpSpLocks/>
          </p:cNvGrpSpPr>
          <p:nvPr/>
        </p:nvGrpSpPr>
        <p:grpSpPr bwMode="auto">
          <a:xfrm>
            <a:off x="2308226" y="2427289"/>
            <a:ext cx="2208213" cy="815975"/>
            <a:chOff x="841375" y="2427287"/>
            <a:chExt cx="2207503" cy="815975"/>
          </a:xfrm>
        </p:grpSpPr>
        <p:sp>
          <p:nvSpPr>
            <p:cNvPr id="110671" name="AutoShape 7">
              <a:extLst>
                <a:ext uri="{FF2B5EF4-FFF2-40B4-BE49-F238E27FC236}">
                  <a16:creationId xmlns:a16="http://schemas.microsoft.com/office/drawing/2014/main" id="{4FD7037B-3042-F315-CD3C-8D9D13AB24B9}"/>
                </a:ext>
              </a:extLst>
            </p:cNvPr>
            <p:cNvSpPr>
              <a:spLocks noChangeArrowheads="1"/>
            </p:cNvSpPr>
            <p:nvPr/>
          </p:nvSpPr>
          <p:spPr bwMode="auto">
            <a:xfrm rot="5400000">
              <a:off x="1636035" y="2858865"/>
              <a:ext cx="396057" cy="371916"/>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72" name="Line 8">
              <a:extLst>
                <a:ext uri="{FF2B5EF4-FFF2-40B4-BE49-F238E27FC236}">
                  <a16:creationId xmlns:a16="http://schemas.microsoft.com/office/drawing/2014/main" id="{8D78BD65-E779-70BE-0973-0852A97E4BD6}"/>
                </a:ext>
              </a:extLst>
            </p:cNvPr>
            <p:cNvSpPr>
              <a:spLocks noChangeShapeType="1"/>
            </p:cNvSpPr>
            <p:nvPr/>
          </p:nvSpPr>
          <p:spPr bwMode="auto">
            <a:xfrm>
              <a:off x="1214659" y="3039201"/>
              <a:ext cx="4334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73" name="Line 9">
              <a:extLst>
                <a:ext uri="{FF2B5EF4-FFF2-40B4-BE49-F238E27FC236}">
                  <a16:creationId xmlns:a16="http://schemas.microsoft.com/office/drawing/2014/main" id="{6989AD90-9BA4-9E6C-6BDC-FA02F297D78B}"/>
                </a:ext>
              </a:extLst>
            </p:cNvPr>
            <p:cNvSpPr>
              <a:spLocks noChangeShapeType="1"/>
            </p:cNvSpPr>
            <p:nvPr/>
          </p:nvSpPr>
          <p:spPr bwMode="auto">
            <a:xfrm>
              <a:off x="1846370" y="2620654"/>
              <a:ext cx="0" cy="3398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74" name="Line 10">
              <a:extLst>
                <a:ext uri="{FF2B5EF4-FFF2-40B4-BE49-F238E27FC236}">
                  <a16:creationId xmlns:a16="http://schemas.microsoft.com/office/drawing/2014/main" id="{8CB5311D-6C76-C7DF-33B3-456B3C2E1F4C}"/>
                </a:ext>
              </a:extLst>
            </p:cNvPr>
            <p:cNvSpPr>
              <a:spLocks noChangeShapeType="1"/>
            </p:cNvSpPr>
            <p:nvPr/>
          </p:nvSpPr>
          <p:spPr bwMode="auto">
            <a:xfrm>
              <a:off x="1214659" y="2620654"/>
              <a:ext cx="6194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75" name="Line 11">
              <a:extLst>
                <a:ext uri="{FF2B5EF4-FFF2-40B4-BE49-F238E27FC236}">
                  <a16:creationId xmlns:a16="http://schemas.microsoft.com/office/drawing/2014/main" id="{03ECBD70-77C9-EC43-5D25-3D375E638386}"/>
                </a:ext>
              </a:extLst>
            </p:cNvPr>
            <p:cNvSpPr>
              <a:spLocks noChangeShapeType="1"/>
            </p:cNvSpPr>
            <p:nvPr/>
          </p:nvSpPr>
          <p:spPr bwMode="auto">
            <a:xfrm>
              <a:off x="2026859" y="3050445"/>
              <a:ext cx="4334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76" name="Text Box 12">
              <a:extLst>
                <a:ext uri="{FF2B5EF4-FFF2-40B4-BE49-F238E27FC236}">
                  <a16:creationId xmlns:a16="http://schemas.microsoft.com/office/drawing/2014/main" id="{B9DF2AE0-87EC-2013-BD5A-0C9D1A2E54FC}"/>
                </a:ext>
              </a:extLst>
            </p:cNvPr>
            <p:cNvSpPr txBox="1">
              <a:spLocks noChangeArrowheads="1"/>
            </p:cNvSpPr>
            <p:nvPr/>
          </p:nvSpPr>
          <p:spPr bwMode="auto">
            <a:xfrm>
              <a:off x="878969" y="2846388"/>
              <a:ext cx="527816" cy="39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110677" name="Text Box 13">
              <a:extLst>
                <a:ext uri="{FF2B5EF4-FFF2-40B4-BE49-F238E27FC236}">
                  <a16:creationId xmlns:a16="http://schemas.microsoft.com/office/drawing/2014/main" id="{DBB8A56F-98DE-4EC8-CCAB-B07D0A8B3306}"/>
                </a:ext>
              </a:extLst>
            </p:cNvPr>
            <p:cNvSpPr txBox="1">
              <a:spLocks noChangeArrowheads="1"/>
            </p:cNvSpPr>
            <p:nvPr/>
          </p:nvSpPr>
          <p:spPr bwMode="auto">
            <a:xfrm>
              <a:off x="841375" y="2427287"/>
              <a:ext cx="52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En</a:t>
              </a:r>
              <a:endParaRPr lang="ru-RU" altLang="en-US" sz="2000" b="0"/>
            </a:p>
          </p:txBody>
        </p:sp>
        <p:sp>
          <p:nvSpPr>
            <p:cNvPr id="110678" name="Text Box 14">
              <a:extLst>
                <a:ext uri="{FF2B5EF4-FFF2-40B4-BE49-F238E27FC236}">
                  <a16:creationId xmlns:a16="http://schemas.microsoft.com/office/drawing/2014/main" id="{394BAFDB-122A-21B1-DFEF-663C5C468157}"/>
                </a:ext>
              </a:extLst>
            </p:cNvPr>
            <p:cNvSpPr txBox="1">
              <a:spLocks noChangeArrowheads="1"/>
            </p:cNvSpPr>
            <p:nvPr/>
          </p:nvSpPr>
          <p:spPr bwMode="auto">
            <a:xfrm>
              <a:off x="2522566" y="2641600"/>
              <a:ext cx="526312" cy="39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grpSp>
      <p:grpSp>
        <p:nvGrpSpPr>
          <p:cNvPr id="110595" name="Group 71">
            <a:extLst>
              <a:ext uri="{FF2B5EF4-FFF2-40B4-BE49-F238E27FC236}">
                <a16:creationId xmlns:a16="http://schemas.microsoft.com/office/drawing/2014/main" id="{2A7433E9-A00A-47D7-8FEA-706E45554391}"/>
              </a:ext>
            </a:extLst>
          </p:cNvPr>
          <p:cNvGrpSpPr>
            <a:grpSpLocks/>
          </p:cNvGrpSpPr>
          <p:nvPr/>
        </p:nvGrpSpPr>
        <p:grpSpPr bwMode="auto">
          <a:xfrm>
            <a:off x="2481264" y="4267200"/>
            <a:ext cx="2124075" cy="884238"/>
            <a:chOff x="957163" y="4152900"/>
            <a:chExt cx="2124798" cy="884238"/>
          </a:xfrm>
        </p:grpSpPr>
        <p:sp>
          <p:nvSpPr>
            <p:cNvPr id="110662" name="AutoShape 15">
              <a:extLst>
                <a:ext uri="{FF2B5EF4-FFF2-40B4-BE49-F238E27FC236}">
                  <a16:creationId xmlns:a16="http://schemas.microsoft.com/office/drawing/2014/main" id="{7492ED6C-4400-9D30-F685-E09DA7B38B8A}"/>
                </a:ext>
              </a:extLst>
            </p:cNvPr>
            <p:cNvSpPr>
              <a:spLocks noChangeArrowheads="1"/>
            </p:cNvSpPr>
            <p:nvPr/>
          </p:nvSpPr>
          <p:spPr bwMode="auto">
            <a:xfrm rot="5400000">
              <a:off x="1768667" y="4618009"/>
              <a:ext cx="396057" cy="371916"/>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63" name="Line 16">
              <a:extLst>
                <a:ext uri="{FF2B5EF4-FFF2-40B4-BE49-F238E27FC236}">
                  <a16:creationId xmlns:a16="http://schemas.microsoft.com/office/drawing/2014/main" id="{21DFE095-C615-2E63-E023-DF0A8EA0158C}"/>
                </a:ext>
              </a:extLst>
            </p:cNvPr>
            <p:cNvSpPr>
              <a:spLocks noChangeShapeType="1"/>
            </p:cNvSpPr>
            <p:nvPr/>
          </p:nvSpPr>
          <p:spPr bwMode="auto">
            <a:xfrm>
              <a:off x="1347291" y="4798345"/>
              <a:ext cx="4334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64" name="Line 17">
              <a:extLst>
                <a:ext uri="{FF2B5EF4-FFF2-40B4-BE49-F238E27FC236}">
                  <a16:creationId xmlns:a16="http://schemas.microsoft.com/office/drawing/2014/main" id="{60AB921E-4226-747E-3CBB-7CE663115A7A}"/>
                </a:ext>
              </a:extLst>
            </p:cNvPr>
            <p:cNvSpPr>
              <a:spLocks noChangeShapeType="1"/>
            </p:cNvSpPr>
            <p:nvPr/>
          </p:nvSpPr>
          <p:spPr bwMode="auto">
            <a:xfrm>
              <a:off x="1979002" y="4379798"/>
              <a:ext cx="0" cy="2261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65" name="Line 18">
              <a:extLst>
                <a:ext uri="{FF2B5EF4-FFF2-40B4-BE49-F238E27FC236}">
                  <a16:creationId xmlns:a16="http://schemas.microsoft.com/office/drawing/2014/main" id="{C7B0456B-E1C8-0F39-EBAC-F0E4369F29B5}"/>
                </a:ext>
              </a:extLst>
            </p:cNvPr>
            <p:cNvSpPr>
              <a:spLocks noChangeShapeType="1"/>
            </p:cNvSpPr>
            <p:nvPr/>
          </p:nvSpPr>
          <p:spPr bwMode="auto">
            <a:xfrm>
              <a:off x="1347291" y="4379798"/>
              <a:ext cx="6194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66" name="Line 19">
              <a:extLst>
                <a:ext uri="{FF2B5EF4-FFF2-40B4-BE49-F238E27FC236}">
                  <a16:creationId xmlns:a16="http://schemas.microsoft.com/office/drawing/2014/main" id="{7E9A38E0-7355-FF3E-6B4A-8BA2C1C2B37F}"/>
                </a:ext>
              </a:extLst>
            </p:cNvPr>
            <p:cNvSpPr>
              <a:spLocks noChangeShapeType="1"/>
            </p:cNvSpPr>
            <p:nvPr/>
          </p:nvSpPr>
          <p:spPr bwMode="auto">
            <a:xfrm>
              <a:off x="2159491" y="4809589"/>
              <a:ext cx="4334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67" name="Text Box 20">
              <a:extLst>
                <a:ext uri="{FF2B5EF4-FFF2-40B4-BE49-F238E27FC236}">
                  <a16:creationId xmlns:a16="http://schemas.microsoft.com/office/drawing/2014/main" id="{A1E6D495-F9F0-DEA6-87EC-0646273EC2C0}"/>
                </a:ext>
              </a:extLst>
            </p:cNvPr>
            <p:cNvSpPr txBox="1">
              <a:spLocks noChangeArrowheads="1"/>
            </p:cNvSpPr>
            <p:nvPr/>
          </p:nvSpPr>
          <p:spPr bwMode="auto">
            <a:xfrm>
              <a:off x="1012802" y="4605338"/>
              <a:ext cx="526313" cy="39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110668" name="Text Box 21">
              <a:extLst>
                <a:ext uri="{FF2B5EF4-FFF2-40B4-BE49-F238E27FC236}">
                  <a16:creationId xmlns:a16="http://schemas.microsoft.com/office/drawing/2014/main" id="{750902AB-6320-653E-FC64-77F17071D77E}"/>
                </a:ext>
              </a:extLst>
            </p:cNvPr>
            <p:cNvSpPr txBox="1">
              <a:spLocks noChangeArrowheads="1"/>
            </p:cNvSpPr>
            <p:nvPr/>
          </p:nvSpPr>
          <p:spPr bwMode="auto">
            <a:xfrm>
              <a:off x="957163" y="4152900"/>
              <a:ext cx="52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En</a:t>
              </a:r>
              <a:endParaRPr lang="ru-RU" altLang="en-US" sz="2000" b="0"/>
            </a:p>
          </p:txBody>
        </p:sp>
        <p:sp>
          <p:nvSpPr>
            <p:cNvPr id="110669" name="Oval 23">
              <a:extLst>
                <a:ext uri="{FF2B5EF4-FFF2-40B4-BE49-F238E27FC236}">
                  <a16:creationId xmlns:a16="http://schemas.microsoft.com/office/drawing/2014/main" id="{78BFEA25-C28D-3D7D-CEE1-673F3FFFEF00}"/>
                </a:ext>
              </a:extLst>
            </p:cNvPr>
            <p:cNvSpPr>
              <a:spLocks noChangeArrowheads="1"/>
            </p:cNvSpPr>
            <p:nvPr/>
          </p:nvSpPr>
          <p:spPr bwMode="auto">
            <a:xfrm>
              <a:off x="1927043" y="4610936"/>
              <a:ext cx="108020"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70" name="Text Box 24">
              <a:extLst>
                <a:ext uri="{FF2B5EF4-FFF2-40B4-BE49-F238E27FC236}">
                  <a16:creationId xmlns:a16="http://schemas.microsoft.com/office/drawing/2014/main" id="{4F08FF9F-8A32-D015-7185-6CAE8E10A55F}"/>
                </a:ext>
              </a:extLst>
            </p:cNvPr>
            <p:cNvSpPr txBox="1">
              <a:spLocks noChangeArrowheads="1"/>
            </p:cNvSpPr>
            <p:nvPr/>
          </p:nvSpPr>
          <p:spPr bwMode="auto">
            <a:xfrm>
              <a:off x="2555648" y="4640263"/>
              <a:ext cx="526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grpSp>
      <p:grpSp>
        <p:nvGrpSpPr>
          <p:cNvPr id="110596" name="Group 70">
            <a:extLst>
              <a:ext uri="{FF2B5EF4-FFF2-40B4-BE49-F238E27FC236}">
                <a16:creationId xmlns:a16="http://schemas.microsoft.com/office/drawing/2014/main" id="{97595CEE-3777-FD27-8909-81E62E6FDA03}"/>
              </a:ext>
            </a:extLst>
          </p:cNvPr>
          <p:cNvGrpSpPr>
            <a:grpSpLocks/>
          </p:cNvGrpSpPr>
          <p:nvPr/>
        </p:nvGrpSpPr>
        <p:grpSpPr bwMode="auto">
          <a:xfrm>
            <a:off x="7753351" y="4302125"/>
            <a:ext cx="2193925" cy="915988"/>
            <a:chOff x="6229306" y="4187825"/>
            <a:chExt cx="2193969" cy="915987"/>
          </a:xfrm>
        </p:grpSpPr>
        <p:sp>
          <p:nvSpPr>
            <p:cNvPr id="110652" name="AutoShape 94">
              <a:extLst>
                <a:ext uri="{FF2B5EF4-FFF2-40B4-BE49-F238E27FC236}">
                  <a16:creationId xmlns:a16="http://schemas.microsoft.com/office/drawing/2014/main" id="{3B39B594-2CC8-62B0-A943-0EE293780F14}"/>
                </a:ext>
              </a:extLst>
            </p:cNvPr>
            <p:cNvSpPr>
              <a:spLocks noChangeArrowheads="1"/>
            </p:cNvSpPr>
            <p:nvPr/>
          </p:nvSpPr>
          <p:spPr bwMode="auto">
            <a:xfrm rot="5400000">
              <a:off x="7047966" y="4652992"/>
              <a:ext cx="396057" cy="371916"/>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53" name="Line 95">
              <a:extLst>
                <a:ext uri="{FF2B5EF4-FFF2-40B4-BE49-F238E27FC236}">
                  <a16:creationId xmlns:a16="http://schemas.microsoft.com/office/drawing/2014/main" id="{4D190E79-6DB2-5BC6-5404-2B7E4F96729B}"/>
                </a:ext>
              </a:extLst>
            </p:cNvPr>
            <p:cNvSpPr>
              <a:spLocks noChangeShapeType="1"/>
            </p:cNvSpPr>
            <p:nvPr/>
          </p:nvSpPr>
          <p:spPr bwMode="auto">
            <a:xfrm>
              <a:off x="6626590" y="4833328"/>
              <a:ext cx="4334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4" name="Line 96">
              <a:extLst>
                <a:ext uri="{FF2B5EF4-FFF2-40B4-BE49-F238E27FC236}">
                  <a16:creationId xmlns:a16="http://schemas.microsoft.com/office/drawing/2014/main" id="{D61392BC-313C-AF4C-F380-DEFFFA394CC1}"/>
                </a:ext>
              </a:extLst>
            </p:cNvPr>
            <p:cNvSpPr>
              <a:spLocks noChangeShapeType="1"/>
            </p:cNvSpPr>
            <p:nvPr/>
          </p:nvSpPr>
          <p:spPr bwMode="auto">
            <a:xfrm>
              <a:off x="7258301" y="4414781"/>
              <a:ext cx="0" cy="2261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5" name="Line 97">
              <a:extLst>
                <a:ext uri="{FF2B5EF4-FFF2-40B4-BE49-F238E27FC236}">
                  <a16:creationId xmlns:a16="http://schemas.microsoft.com/office/drawing/2014/main" id="{E1F288F8-2EE8-3F54-1765-52F6C7A24A2C}"/>
                </a:ext>
              </a:extLst>
            </p:cNvPr>
            <p:cNvSpPr>
              <a:spLocks noChangeShapeType="1"/>
            </p:cNvSpPr>
            <p:nvPr/>
          </p:nvSpPr>
          <p:spPr bwMode="auto">
            <a:xfrm>
              <a:off x="6626590" y="4414781"/>
              <a:ext cx="6194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6" name="Line 98">
              <a:extLst>
                <a:ext uri="{FF2B5EF4-FFF2-40B4-BE49-F238E27FC236}">
                  <a16:creationId xmlns:a16="http://schemas.microsoft.com/office/drawing/2014/main" id="{DDD97693-B78C-DC70-73E6-50663FF928BB}"/>
                </a:ext>
              </a:extLst>
            </p:cNvPr>
            <p:cNvSpPr>
              <a:spLocks noChangeShapeType="1"/>
            </p:cNvSpPr>
            <p:nvPr/>
          </p:nvSpPr>
          <p:spPr bwMode="auto">
            <a:xfrm>
              <a:off x="7561851" y="4833328"/>
              <a:ext cx="31038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7" name="Text Box 99">
              <a:extLst>
                <a:ext uri="{FF2B5EF4-FFF2-40B4-BE49-F238E27FC236}">
                  <a16:creationId xmlns:a16="http://schemas.microsoft.com/office/drawing/2014/main" id="{1B68E80D-5A6F-BF85-ED1B-6336900AC062}"/>
                </a:ext>
              </a:extLst>
            </p:cNvPr>
            <p:cNvSpPr txBox="1">
              <a:spLocks noChangeArrowheads="1"/>
            </p:cNvSpPr>
            <p:nvPr/>
          </p:nvSpPr>
          <p:spPr bwMode="auto">
            <a:xfrm>
              <a:off x="6290960" y="4640263"/>
              <a:ext cx="52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110658" name="Text Box 100">
              <a:extLst>
                <a:ext uri="{FF2B5EF4-FFF2-40B4-BE49-F238E27FC236}">
                  <a16:creationId xmlns:a16="http://schemas.microsoft.com/office/drawing/2014/main" id="{E84A04E3-35AA-66D8-9180-0BFB3D328E1E}"/>
                </a:ext>
              </a:extLst>
            </p:cNvPr>
            <p:cNvSpPr txBox="1">
              <a:spLocks noChangeArrowheads="1"/>
            </p:cNvSpPr>
            <p:nvPr/>
          </p:nvSpPr>
          <p:spPr bwMode="auto">
            <a:xfrm>
              <a:off x="6229306" y="4187825"/>
              <a:ext cx="526313" cy="39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En</a:t>
              </a:r>
              <a:endParaRPr lang="ru-RU" altLang="en-US" sz="2000" b="0"/>
            </a:p>
          </p:txBody>
        </p:sp>
        <p:sp>
          <p:nvSpPr>
            <p:cNvPr id="110659" name="Oval 101">
              <a:extLst>
                <a:ext uri="{FF2B5EF4-FFF2-40B4-BE49-F238E27FC236}">
                  <a16:creationId xmlns:a16="http://schemas.microsoft.com/office/drawing/2014/main" id="{6D75F800-97DA-7832-0B5D-E3D601F15053}"/>
                </a:ext>
              </a:extLst>
            </p:cNvPr>
            <p:cNvSpPr>
              <a:spLocks noChangeArrowheads="1"/>
            </p:cNvSpPr>
            <p:nvPr/>
          </p:nvSpPr>
          <p:spPr bwMode="auto">
            <a:xfrm>
              <a:off x="7206343" y="4645919"/>
              <a:ext cx="108019"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60" name="Text Box 102">
              <a:extLst>
                <a:ext uri="{FF2B5EF4-FFF2-40B4-BE49-F238E27FC236}">
                  <a16:creationId xmlns:a16="http://schemas.microsoft.com/office/drawing/2014/main" id="{05B56A89-C49D-162D-3151-C6DED8D7AA96}"/>
                </a:ext>
              </a:extLst>
            </p:cNvPr>
            <p:cNvSpPr txBox="1">
              <a:spLocks noChangeArrowheads="1"/>
            </p:cNvSpPr>
            <p:nvPr/>
          </p:nvSpPr>
          <p:spPr bwMode="auto">
            <a:xfrm>
              <a:off x="7896963" y="4706937"/>
              <a:ext cx="52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sp>
          <p:nvSpPr>
            <p:cNvPr id="110661" name="Oval 103">
              <a:extLst>
                <a:ext uri="{FF2B5EF4-FFF2-40B4-BE49-F238E27FC236}">
                  <a16:creationId xmlns:a16="http://schemas.microsoft.com/office/drawing/2014/main" id="{B31D1612-B3D7-30DC-7F8B-3CA279D2171A}"/>
                </a:ext>
              </a:extLst>
            </p:cNvPr>
            <p:cNvSpPr>
              <a:spLocks noChangeArrowheads="1"/>
            </p:cNvSpPr>
            <p:nvPr/>
          </p:nvSpPr>
          <p:spPr bwMode="auto">
            <a:xfrm>
              <a:off x="7438790" y="4788349"/>
              <a:ext cx="108019"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grpSp>
        <p:nvGrpSpPr>
          <p:cNvPr id="110597" name="Group 73">
            <a:extLst>
              <a:ext uri="{FF2B5EF4-FFF2-40B4-BE49-F238E27FC236}">
                <a16:creationId xmlns:a16="http://schemas.microsoft.com/office/drawing/2014/main" id="{9DDDCEA1-D812-9AE6-1DDA-D9F38E9E932E}"/>
              </a:ext>
            </a:extLst>
          </p:cNvPr>
          <p:cNvGrpSpPr>
            <a:grpSpLocks/>
          </p:cNvGrpSpPr>
          <p:nvPr/>
        </p:nvGrpSpPr>
        <p:grpSpPr bwMode="auto">
          <a:xfrm>
            <a:off x="4564063" y="2266951"/>
            <a:ext cx="2640012" cy="1673225"/>
            <a:chOff x="3040058" y="2362200"/>
            <a:chExt cx="2640333" cy="1674015"/>
          </a:xfrm>
        </p:grpSpPr>
        <p:sp>
          <p:nvSpPr>
            <p:cNvPr id="110632" name="Line 57">
              <a:extLst>
                <a:ext uri="{FF2B5EF4-FFF2-40B4-BE49-F238E27FC236}">
                  <a16:creationId xmlns:a16="http://schemas.microsoft.com/office/drawing/2014/main" id="{D8213243-D651-88FF-48B5-20AF6ED695A7}"/>
                </a:ext>
              </a:extLst>
            </p:cNvPr>
            <p:cNvSpPr>
              <a:spLocks noChangeShapeType="1"/>
            </p:cNvSpPr>
            <p:nvPr/>
          </p:nvSpPr>
          <p:spPr bwMode="auto">
            <a:xfrm flipH="1">
              <a:off x="3328567" y="2934252"/>
              <a:ext cx="36918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3" name="Line 61">
              <a:extLst>
                <a:ext uri="{FF2B5EF4-FFF2-40B4-BE49-F238E27FC236}">
                  <a16:creationId xmlns:a16="http://schemas.microsoft.com/office/drawing/2014/main" id="{B66FD45F-468D-3D0F-BDF2-5A8B66EFEFBF}"/>
                </a:ext>
              </a:extLst>
            </p:cNvPr>
            <p:cNvSpPr>
              <a:spLocks noChangeShapeType="1"/>
            </p:cNvSpPr>
            <p:nvPr/>
          </p:nvSpPr>
          <p:spPr bwMode="auto">
            <a:xfrm flipV="1">
              <a:off x="4396459" y="2745594"/>
              <a:ext cx="221509" cy="1511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4" name="Line 62">
              <a:extLst>
                <a:ext uri="{FF2B5EF4-FFF2-40B4-BE49-F238E27FC236}">
                  <a16:creationId xmlns:a16="http://schemas.microsoft.com/office/drawing/2014/main" id="{E6283A82-CF4B-1A32-FEC2-06AD781F1C3E}"/>
                </a:ext>
              </a:extLst>
            </p:cNvPr>
            <p:cNvSpPr>
              <a:spLocks noChangeShapeType="1"/>
            </p:cNvSpPr>
            <p:nvPr/>
          </p:nvSpPr>
          <p:spPr bwMode="auto">
            <a:xfrm flipH="1">
              <a:off x="4757436" y="3751354"/>
              <a:ext cx="3705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5" name="Line 64">
              <a:extLst>
                <a:ext uri="{FF2B5EF4-FFF2-40B4-BE49-F238E27FC236}">
                  <a16:creationId xmlns:a16="http://schemas.microsoft.com/office/drawing/2014/main" id="{727204E7-AA55-72F1-B698-A1F5A4D7A818}"/>
                </a:ext>
              </a:extLst>
            </p:cNvPr>
            <p:cNvSpPr>
              <a:spLocks noChangeShapeType="1"/>
            </p:cNvSpPr>
            <p:nvPr/>
          </p:nvSpPr>
          <p:spPr bwMode="auto">
            <a:xfrm flipH="1">
              <a:off x="3328567" y="3753853"/>
              <a:ext cx="36918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6" name="Line 65">
              <a:extLst>
                <a:ext uri="{FF2B5EF4-FFF2-40B4-BE49-F238E27FC236}">
                  <a16:creationId xmlns:a16="http://schemas.microsoft.com/office/drawing/2014/main" id="{96786E28-8DAA-2DFD-73B5-B36437034669}"/>
                </a:ext>
              </a:extLst>
            </p:cNvPr>
            <p:cNvSpPr>
              <a:spLocks noChangeShapeType="1"/>
            </p:cNvSpPr>
            <p:nvPr/>
          </p:nvSpPr>
          <p:spPr bwMode="auto">
            <a:xfrm flipH="1">
              <a:off x="4045053" y="3756352"/>
              <a:ext cx="284407" cy="24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7" name="Line 68">
              <a:extLst>
                <a:ext uri="{FF2B5EF4-FFF2-40B4-BE49-F238E27FC236}">
                  <a16:creationId xmlns:a16="http://schemas.microsoft.com/office/drawing/2014/main" id="{203080D0-7AA6-4469-351A-2865B2B7200F}"/>
                </a:ext>
              </a:extLst>
            </p:cNvPr>
            <p:cNvSpPr>
              <a:spLocks noChangeShapeType="1"/>
            </p:cNvSpPr>
            <p:nvPr/>
          </p:nvSpPr>
          <p:spPr bwMode="auto">
            <a:xfrm>
              <a:off x="4436112" y="3750105"/>
              <a:ext cx="20646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8" name="Text Box 69">
              <a:extLst>
                <a:ext uri="{FF2B5EF4-FFF2-40B4-BE49-F238E27FC236}">
                  <a16:creationId xmlns:a16="http://schemas.microsoft.com/office/drawing/2014/main" id="{4C38A655-A05C-F813-CE44-E8D4E5591C16}"/>
                </a:ext>
              </a:extLst>
            </p:cNvPr>
            <p:cNvSpPr txBox="1">
              <a:spLocks noChangeArrowheads="1"/>
            </p:cNvSpPr>
            <p:nvPr/>
          </p:nvSpPr>
          <p:spPr bwMode="auto">
            <a:xfrm>
              <a:off x="5175842" y="2780577"/>
              <a:ext cx="380120" cy="324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Y</a:t>
              </a:r>
            </a:p>
          </p:txBody>
        </p:sp>
        <p:sp>
          <p:nvSpPr>
            <p:cNvPr id="110639" name="Text Box 70">
              <a:extLst>
                <a:ext uri="{FF2B5EF4-FFF2-40B4-BE49-F238E27FC236}">
                  <a16:creationId xmlns:a16="http://schemas.microsoft.com/office/drawing/2014/main" id="{05D9AA6C-99D0-D58B-25D9-70FB6E3B0AAC}"/>
                </a:ext>
              </a:extLst>
            </p:cNvPr>
            <p:cNvSpPr txBox="1">
              <a:spLocks noChangeArrowheads="1"/>
            </p:cNvSpPr>
            <p:nvPr/>
          </p:nvSpPr>
          <p:spPr bwMode="auto">
            <a:xfrm>
              <a:off x="5189516" y="3591432"/>
              <a:ext cx="490875" cy="444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t>Y</a:t>
              </a:r>
            </a:p>
          </p:txBody>
        </p:sp>
        <p:sp>
          <p:nvSpPr>
            <p:cNvPr id="110640" name="Text Box 71">
              <a:extLst>
                <a:ext uri="{FF2B5EF4-FFF2-40B4-BE49-F238E27FC236}">
                  <a16:creationId xmlns:a16="http://schemas.microsoft.com/office/drawing/2014/main" id="{E1A3A009-FC3F-0D68-122F-C50709C4D32B}"/>
                </a:ext>
              </a:extLst>
            </p:cNvPr>
            <p:cNvSpPr txBox="1">
              <a:spLocks noChangeArrowheads="1"/>
            </p:cNvSpPr>
            <p:nvPr/>
          </p:nvSpPr>
          <p:spPr bwMode="auto">
            <a:xfrm>
              <a:off x="3040058" y="2769332"/>
              <a:ext cx="324060" cy="444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t>A</a:t>
              </a:r>
            </a:p>
          </p:txBody>
        </p:sp>
        <p:sp>
          <p:nvSpPr>
            <p:cNvPr id="110641" name="Text Box 72">
              <a:extLst>
                <a:ext uri="{FF2B5EF4-FFF2-40B4-BE49-F238E27FC236}">
                  <a16:creationId xmlns:a16="http://schemas.microsoft.com/office/drawing/2014/main" id="{95A92F92-95B9-D29D-A698-BFC5739B68EB}"/>
                </a:ext>
              </a:extLst>
            </p:cNvPr>
            <p:cNvSpPr txBox="1">
              <a:spLocks noChangeArrowheads="1"/>
            </p:cNvSpPr>
            <p:nvPr/>
          </p:nvSpPr>
          <p:spPr bwMode="auto">
            <a:xfrm>
              <a:off x="3053731" y="3550202"/>
              <a:ext cx="324060" cy="444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t>A</a:t>
              </a:r>
            </a:p>
          </p:txBody>
        </p:sp>
        <p:sp>
          <p:nvSpPr>
            <p:cNvPr id="110642" name="Text Box 73">
              <a:extLst>
                <a:ext uri="{FF2B5EF4-FFF2-40B4-BE49-F238E27FC236}">
                  <a16:creationId xmlns:a16="http://schemas.microsoft.com/office/drawing/2014/main" id="{54531018-0237-250D-3081-2B4A255A724C}"/>
                </a:ext>
              </a:extLst>
            </p:cNvPr>
            <p:cNvSpPr txBox="1">
              <a:spLocks noChangeArrowheads="1"/>
            </p:cNvSpPr>
            <p:nvPr/>
          </p:nvSpPr>
          <p:spPr bwMode="auto">
            <a:xfrm>
              <a:off x="4109317" y="3286851"/>
              <a:ext cx="894240" cy="444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t>En=1</a:t>
              </a:r>
            </a:p>
          </p:txBody>
        </p:sp>
        <p:sp>
          <p:nvSpPr>
            <p:cNvPr id="110643" name="AutoShape 74">
              <a:extLst>
                <a:ext uri="{FF2B5EF4-FFF2-40B4-BE49-F238E27FC236}">
                  <a16:creationId xmlns:a16="http://schemas.microsoft.com/office/drawing/2014/main" id="{B9F20EF8-F287-0E46-8EA4-B0D50E7B75BF}"/>
                </a:ext>
              </a:extLst>
            </p:cNvPr>
            <p:cNvSpPr>
              <a:spLocks noChangeArrowheads="1"/>
            </p:cNvSpPr>
            <p:nvPr/>
          </p:nvSpPr>
          <p:spPr bwMode="auto">
            <a:xfrm rot="5400000">
              <a:off x="3688412" y="3568520"/>
              <a:ext cx="396057" cy="371916"/>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44" name="Oval 75">
              <a:extLst>
                <a:ext uri="{FF2B5EF4-FFF2-40B4-BE49-F238E27FC236}">
                  <a16:creationId xmlns:a16="http://schemas.microsoft.com/office/drawing/2014/main" id="{BED33981-356A-A8DF-A124-14E04CD57E30}"/>
                </a:ext>
              </a:extLst>
            </p:cNvPr>
            <p:cNvSpPr>
              <a:spLocks noChangeArrowheads="1"/>
            </p:cNvSpPr>
            <p:nvPr/>
          </p:nvSpPr>
          <p:spPr bwMode="auto">
            <a:xfrm>
              <a:off x="4318521" y="3706376"/>
              <a:ext cx="108019"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45" name="Oval 76">
              <a:extLst>
                <a:ext uri="{FF2B5EF4-FFF2-40B4-BE49-F238E27FC236}">
                  <a16:creationId xmlns:a16="http://schemas.microsoft.com/office/drawing/2014/main" id="{DAE887A3-7731-CC1C-2C8C-3ED25A8EE8D0}"/>
                </a:ext>
              </a:extLst>
            </p:cNvPr>
            <p:cNvSpPr>
              <a:spLocks noChangeArrowheads="1"/>
            </p:cNvSpPr>
            <p:nvPr/>
          </p:nvSpPr>
          <p:spPr bwMode="auto">
            <a:xfrm>
              <a:off x="4643948" y="3706376"/>
              <a:ext cx="108019"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46" name="Line 77">
              <a:extLst>
                <a:ext uri="{FF2B5EF4-FFF2-40B4-BE49-F238E27FC236}">
                  <a16:creationId xmlns:a16="http://schemas.microsoft.com/office/drawing/2014/main" id="{1F462A4D-3891-FD99-F599-A4AE8A664453}"/>
                </a:ext>
              </a:extLst>
            </p:cNvPr>
            <p:cNvSpPr>
              <a:spLocks noChangeShapeType="1"/>
            </p:cNvSpPr>
            <p:nvPr/>
          </p:nvSpPr>
          <p:spPr bwMode="auto">
            <a:xfrm flipH="1">
              <a:off x="4745131" y="2929255"/>
              <a:ext cx="3705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47" name="Line 78">
              <a:extLst>
                <a:ext uri="{FF2B5EF4-FFF2-40B4-BE49-F238E27FC236}">
                  <a16:creationId xmlns:a16="http://schemas.microsoft.com/office/drawing/2014/main" id="{34ADE7E9-820C-5C64-CC68-C8832C0B68BD}"/>
                </a:ext>
              </a:extLst>
            </p:cNvPr>
            <p:cNvSpPr>
              <a:spLocks noChangeShapeType="1"/>
            </p:cNvSpPr>
            <p:nvPr/>
          </p:nvSpPr>
          <p:spPr bwMode="auto">
            <a:xfrm flipH="1">
              <a:off x="4032746" y="2934252"/>
              <a:ext cx="284407" cy="24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48" name="AutoShape 80">
              <a:extLst>
                <a:ext uri="{FF2B5EF4-FFF2-40B4-BE49-F238E27FC236}">
                  <a16:creationId xmlns:a16="http://schemas.microsoft.com/office/drawing/2014/main" id="{41BFB895-0A04-9B9C-9FEE-C7222FAB583D}"/>
                </a:ext>
              </a:extLst>
            </p:cNvPr>
            <p:cNvSpPr>
              <a:spLocks noChangeArrowheads="1"/>
            </p:cNvSpPr>
            <p:nvPr/>
          </p:nvSpPr>
          <p:spPr bwMode="auto">
            <a:xfrm rot="5400000">
              <a:off x="3676106" y="2746420"/>
              <a:ext cx="396057" cy="371916"/>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49" name="Oval 81">
              <a:extLst>
                <a:ext uri="{FF2B5EF4-FFF2-40B4-BE49-F238E27FC236}">
                  <a16:creationId xmlns:a16="http://schemas.microsoft.com/office/drawing/2014/main" id="{1B613456-69DF-F7B9-2AA3-6E47D29E1BB5}"/>
                </a:ext>
              </a:extLst>
            </p:cNvPr>
            <p:cNvSpPr>
              <a:spLocks noChangeArrowheads="1"/>
            </p:cNvSpPr>
            <p:nvPr/>
          </p:nvSpPr>
          <p:spPr bwMode="auto">
            <a:xfrm>
              <a:off x="4306214" y="2884277"/>
              <a:ext cx="108020"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50" name="Oval 82">
              <a:extLst>
                <a:ext uri="{FF2B5EF4-FFF2-40B4-BE49-F238E27FC236}">
                  <a16:creationId xmlns:a16="http://schemas.microsoft.com/office/drawing/2014/main" id="{11EE8612-7D05-5C72-C730-7A918062CFC4}"/>
                </a:ext>
              </a:extLst>
            </p:cNvPr>
            <p:cNvSpPr>
              <a:spLocks noChangeArrowheads="1"/>
            </p:cNvSpPr>
            <p:nvPr/>
          </p:nvSpPr>
          <p:spPr bwMode="auto">
            <a:xfrm>
              <a:off x="4631641" y="2884277"/>
              <a:ext cx="108020"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51" name="Text Box 131">
              <a:extLst>
                <a:ext uri="{FF2B5EF4-FFF2-40B4-BE49-F238E27FC236}">
                  <a16:creationId xmlns:a16="http://schemas.microsoft.com/office/drawing/2014/main" id="{1E3BFE44-D178-1416-6D63-B94189DE4F9F}"/>
                </a:ext>
              </a:extLst>
            </p:cNvPr>
            <p:cNvSpPr txBox="1">
              <a:spLocks noChangeArrowheads="1"/>
            </p:cNvSpPr>
            <p:nvPr/>
          </p:nvSpPr>
          <p:spPr bwMode="auto">
            <a:xfrm>
              <a:off x="4135297" y="2362200"/>
              <a:ext cx="894240" cy="444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t>En=0</a:t>
              </a:r>
            </a:p>
          </p:txBody>
        </p:sp>
      </p:grpSp>
      <p:grpSp>
        <p:nvGrpSpPr>
          <p:cNvPr id="110598" name="Group 69">
            <a:extLst>
              <a:ext uri="{FF2B5EF4-FFF2-40B4-BE49-F238E27FC236}">
                <a16:creationId xmlns:a16="http://schemas.microsoft.com/office/drawing/2014/main" id="{7EC6977B-C49F-BDE7-7873-898B8573D317}"/>
              </a:ext>
            </a:extLst>
          </p:cNvPr>
          <p:cNvGrpSpPr>
            <a:grpSpLocks/>
          </p:cNvGrpSpPr>
          <p:nvPr/>
        </p:nvGrpSpPr>
        <p:grpSpPr bwMode="auto">
          <a:xfrm>
            <a:off x="5072063" y="4287838"/>
            <a:ext cx="2146300" cy="914400"/>
            <a:chOff x="3548122" y="4173538"/>
            <a:chExt cx="2145850" cy="914399"/>
          </a:xfrm>
        </p:grpSpPr>
        <p:sp>
          <p:nvSpPr>
            <p:cNvPr id="110621" name="AutoShape 42">
              <a:extLst>
                <a:ext uri="{FF2B5EF4-FFF2-40B4-BE49-F238E27FC236}">
                  <a16:creationId xmlns:a16="http://schemas.microsoft.com/office/drawing/2014/main" id="{68C7BDF3-EF4D-05A7-4356-5A8E1C3D396F}"/>
                </a:ext>
              </a:extLst>
            </p:cNvPr>
            <p:cNvSpPr>
              <a:spLocks noChangeArrowheads="1"/>
            </p:cNvSpPr>
            <p:nvPr/>
          </p:nvSpPr>
          <p:spPr bwMode="auto">
            <a:xfrm rot="5400000">
              <a:off x="4318756" y="4639248"/>
              <a:ext cx="396058" cy="371916"/>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22" name="Line 43">
              <a:extLst>
                <a:ext uri="{FF2B5EF4-FFF2-40B4-BE49-F238E27FC236}">
                  <a16:creationId xmlns:a16="http://schemas.microsoft.com/office/drawing/2014/main" id="{3F785B68-0193-C7D2-B4A6-9A924A851A77}"/>
                </a:ext>
              </a:extLst>
            </p:cNvPr>
            <p:cNvSpPr>
              <a:spLocks noChangeShapeType="1"/>
            </p:cNvSpPr>
            <p:nvPr/>
          </p:nvSpPr>
          <p:spPr bwMode="auto">
            <a:xfrm>
              <a:off x="3897380" y="4819584"/>
              <a:ext cx="43344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3" name="Line 44">
              <a:extLst>
                <a:ext uri="{FF2B5EF4-FFF2-40B4-BE49-F238E27FC236}">
                  <a16:creationId xmlns:a16="http://schemas.microsoft.com/office/drawing/2014/main" id="{C6A77EEE-EE5A-353B-4514-BF9AAD2EFCD5}"/>
                </a:ext>
              </a:extLst>
            </p:cNvPr>
            <p:cNvSpPr>
              <a:spLocks noChangeShapeType="1"/>
            </p:cNvSpPr>
            <p:nvPr/>
          </p:nvSpPr>
          <p:spPr bwMode="auto">
            <a:xfrm>
              <a:off x="4529091" y="4401038"/>
              <a:ext cx="0" cy="33983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4" name="Line 45">
              <a:extLst>
                <a:ext uri="{FF2B5EF4-FFF2-40B4-BE49-F238E27FC236}">
                  <a16:creationId xmlns:a16="http://schemas.microsoft.com/office/drawing/2014/main" id="{52452BBE-5861-F5F4-57BA-256047D25992}"/>
                </a:ext>
              </a:extLst>
            </p:cNvPr>
            <p:cNvSpPr>
              <a:spLocks noChangeShapeType="1"/>
            </p:cNvSpPr>
            <p:nvPr/>
          </p:nvSpPr>
          <p:spPr bwMode="auto">
            <a:xfrm>
              <a:off x="3909686" y="4401038"/>
              <a:ext cx="61940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5" name="Line 46">
              <a:extLst>
                <a:ext uri="{FF2B5EF4-FFF2-40B4-BE49-F238E27FC236}">
                  <a16:creationId xmlns:a16="http://schemas.microsoft.com/office/drawing/2014/main" id="{AB611B3B-A9B8-1130-4CA0-497784BE017D}"/>
                </a:ext>
              </a:extLst>
            </p:cNvPr>
            <p:cNvSpPr>
              <a:spLocks noChangeShapeType="1"/>
            </p:cNvSpPr>
            <p:nvPr/>
          </p:nvSpPr>
          <p:spPr bwMode="auto">
            <a:xfrm>
              <a:off x="4808028" y="4830829"/>
              <a:ext cx="31038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6" name="Text Box 47">
              <a:extLst>
                <a:ext uri="{FF2B5EF4-FFF2-40B4-BE49-F238E27FC236}">
                  <a16:creationId xmlns:a16="http://schemas.microsoft.com/office/drawing/2014/main" id="{FE03CF99-E157-7873-021C-9AB17EAC7603}"/>
                </a:ext>
              </a:extLst>
            </p:cNvPr>
            <p:cNvSpPr txBox="1">
              <a:spLocks noChangeArrowheads="1"/>
            </p:cNvSpPr>
            <p:nvPr/>
          </p:nvSpPr>
          <p:spPr bwMode="auto">
            <a:xfrm>
              <a:off x="3561656" y="4629150"/>
              <a:ext cx="52781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110627" name="Text Box 48">
              <a:extLst>
                <a:ext uri="{FF2B5EF4-FFF2-40B4-BE49-F238E27FC236}">
                  <a16:creationId xmlns:a16="http://schemas.microsoft.com/office/drawing/2014/main" id="{DB301DE9-91D7-2F52-DF7A-AEC0F79F2D54}"/>
                </a:ext>
              </a:extLst>
            </p:cNvPr>
            <p:cNvSpPr txBox="1">
              <a:spLocks noChangeArrowheads="1"/>
            </p:cNvSpPr>
            <p:nvPr/>
          </p:nvSpPr>
          <p:spPr bwMode="auto">
            <a:xfrm>
              <a:off x="3548122" y="4173538"/>
              <a:ext cx="526312" cy="39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En</a:t>
              </a:r>
              <a:endParaRPr lang="ru-RU" altLang="en-US" sz="2000" b="0"/>
            </a:p>
          </p:txBody>
        </p:sp>
        <p:sp>
          <p:nvSpPr>
            <p:cNvPr id="110628" name="Text Box 50">
              <a:extLst>
                <a:ext uri="{FF2B5EF4-FFF2-40B4-BE49-F238E27FC236}">
                  <a16:creationId xmlns:a16="http://schemas.microsoft.com/office/drawing/2014/main" id="{01E994A3-129A-1D51-E546-D433EE1F8BDD}"/>
                </a:ext>
              </a:extLst>
            </p:cNvPr>
            <p:cNvSpPr txBox="1">
              <a:spLocks noChangeArrowheads="1"/>
            </p:cNvSpPr>
            <p:nvPr/>
          </p:nvSpPr>
          <p:spPr bwMode="auto">
            <a:xfrm>
              <a:off x="5167660" y="4691062"/>
              <a:ext cx="52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Y</a:t>
              </a:r>
              <a:endParaRPr lang="ru-RU" altLang="en-US" sz="2000" b="0"/>
            </a:p>
          </p:txBody>
        </p:sp>
        <p:sp>
          <p:nvSpPr>
            <p:cNvPr id="110629" name="Oval 51">
              <a:extLst>
                <a:ext uri="{FF2B5EF4-FFF2-40B4-BE49-F238E27FC236}">
                  <a16:creationId xmlns:a16="http://schemas.microsoft.com/office/drawing/2014/main" id="{8FD973C1-1112-F570-8638-25F3B3487DFB}"/>
                </a:ext>
              </a:extLst>
            </p:cNvPr>
            <p:cNvSpPr>
              <a:spLocks noChangeArrowheads="1"/>
            </p:cNvSpPr>
            <p:nvPr/>
          </p:nvSpPr>
          <p:spPr bwMode="auto">
            <a:xfrm>
              <a:off x="4709580" y="4774606"/>
              <a:ext cx="108019" cy="9870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30" name="AutoShape 42">
              <a:extLst>
                <a:ext uri="{FF2B5EF4-FFF2-40B4-BE49-F238E27FC236}">
                  <a16:creationId xmlns:a16="http://schemas.microsoft.com/office/drawing/2014/main" id="{F1745A73-F848-E4C0-63DE-1389AA3CE450}"/>
                </a:ext>
              </a:extLst>
            </p:cNvPr>
            <p:cNvSpPr>
              <a:spLocks noChangeArrowheads="1"/>
            </p:cNvSpPr>
            <p:nvPr/>
          </p:nvSpPr>
          <p:spPr bwMode="auto">
            <a:xfrm rot="5400000">
              <a:off x="4318756" y="4639248"/>
              <a:ext cx="396058" cy="371916"/>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0631" name="Oval 51">
              <a:extLst>
                <a:ext uri="{FF2B5EF4-FFF2-40B4-BE49-F238E27FC236}">
                  <a16:creationId xmlns:a16="http://schemas.microsoft.com/office/drawing/2014/main" id="{5B6DE5AA-62DE-2A99-B84D-5594F2FFCA69}"/>
                </a:ext>
              </a:extLst>
            </p:cNvPr>
            <p:cNvSpPr>
              <a:spLocks noChangeArrowheads="1"/>
            </p:cNvSpPr>
            <p:nvPr/>
          </p:nvSpPr>
          <p:spPr bwMode="auto">
            <a:xfrm>
              <a:off x="4709580" y="4774606"/>
              <a:ext cx="108019" cy="9870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graphicFrame>
        <p:nvGraphicFramePr>
          <p:cNvPr id="69" name="Table 68">
            <a:extLst>
              <a:ext uri="{FF2B5EF4-FFF2-40B4-BE49-F238E27FC236}">
                <a16:creationId xmlns:a16="http://schemas.microsoft.com/office/drawing/2014/main" id="{5B35949C-53D9-49DE-AD31-59D8C5F718FC}"/>
              </a:ext>
            </a:extLst>
          </p:cNvPr>
          <p:cNvGraphicFramePr>
            <a:graphicFrameLocks noGrp="1"/>
          </p:cNvGraphicFramePr>
          <p:nvPr>
            <p:extLst>
              <p:ext uri="{D42A27DB-BD31-4B8C-83A1-F6EECF244321}">
                <p14:modId xmlns:p14="http://schemas.microsoft.com/office/powerpoint/2010/main" val="1610176687"/>
              </p:ext>
            </p:extLst>
          </p:nvPr>
        </p:nvGraphicFramePr>
        <p:xfrm>
          <a:off x="7540626" y="2166938"/>
          <a:ext cx="2582864" cy="1733584"/>
        </p:xfrm>
        <a:graphic>
          <a:graphicData uri="http://schemas.openxmlformats.org/drawingml/2006/table">
            <a:tbl>
              <a:tblPr firstRow="1" bandRow="1">
                <a:tableStyleId>{5C22544A-7EE6-4342-B048-85BDC9FD1C3A}</a:tableStyleId>
              </a:tblPr>
              <a:tblGrid>
                <a:gridCol w="1291432">
                  <a:extLst>
                    <a:ext uri="{9D8B030D-6E8A-4147-A177-3AD203B41FA5}">
                      <a16:colId xmlns:a16="http://schemas.microsoft.com/office/drawing/2014/main" val="20000"/>
                    </a:ext>
                  </a:extLst>
                </a:gridCol>
                <a:gridCol w="1291432">
                  <a:extLst>
                    <a:ext uri="{9D8B030D-6E8A-4147-A177-3AD203B41FA5}">
                      <a16:colId xmlns:a16="http://schemas.microsoft.com/office/drawing/2014/main" val="20001"/>
                    </a:ext>
                  </a:extLst>
                </a:gridCol>
              </a:tblGrid>
              <a:tr h="39249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En    A</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L="91416" marR="91416" marT="45716" marB="45716"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bg1"/>
                          </a:solidFill>
                          <a:effectLst/>
                          <a:latin typeface="Arial" pitchFamily="34" charset="0"/>
                          <a:cs typeface="Arial" pitchFamily="34" charset="0"/>
                        </a:rPr>
                        <a:t>   Y</a:t>
                      </a:r>
                      <a:endParaRPr kumimoji="0" lang="ru-RU" sz="1600" b="0" i="0" u="none" strike="noStrike" cap="none" normalizeH="0" baseline="0" dirty="0">
                        <a:ln>
                          <a:noFill/>
                        </a:ln>
                        <a:solidFill>
                          <a:schemeClr val="bg1"/>
                        </a:solidFill>
                        <a:effectLst/>
                        <a:latin typeface="Arial" pitchFamily="34" charset="0"/>
                        <a:cs typeface="Arial" pitchFamily="34" charset="0"/>
                      </a:endParaRPr>
                    </a:p>
                  </a:txBody>
                  <a:tcPr marL="91416" marR="91416" marT="45716" marB="45716" horzOverflow="overflow"/>
                </a:tc>
                <a:extLst>
                  <a:ext uri="{0D108BD9-81ED-4DB2-BD59-A6C34878D82A}">
                    <a16:rowId xmlns:a16="http://schemas.microsoft.com/office/drawing/2014/main" val="10000"/>
                  </a:ext>
                </a:extLst>
              </a:tr>
              <a:tr h="3352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16" marR="91416" marT="45716" marB="45716"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   Hi-Z</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16" marR="91416" marT="45716" marB="45716" horzOverflow="overflow"/>
                </a:tc>
                <a:extLst>
                  <a:ext uri="{0D108BD9-81ED-4DB2-BD59-A6C34878D82A}">
                    <a16:rowId xmlns:a16="http://schemas.microsoft.com/office/drawing/2014/main" val="10001"/>
                  </a:ext>
                </a:extLst>
              </a:tr>
              <a:tr h="3352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0      1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16" marR="91416" marT="45716" marB="45716"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   Hi-Z</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16" marR="91416" marT="45716" marB="45716" horzOverflow="overflow"/>
                </a:tc>
                <a:extLst>
                  <a:ext uri="{0D108BD9-81ED-4DB2-BD59-A6C34878D82A}">
                    <a16:rowId xmlns:a16="http://schemas.microsoft.com/office/drawing/2014/main" val="10002"/>
                  </a:ext>
                </a:extLst>
              </a:tr>
              <a:tr h="3352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1      0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16" marR="91416" marT="45716" marB="45716"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0</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16" marR="91416" marT="45716" marB="45716" horzOverflow="overflow"/>
                </a:tc>
                <a:extLst>
                  <a:ext uri="{0D108BD9-81ED-4DB2-BD59-A6C34878D82A}">
                    <a16:rowId xmlns:a16="http://schemas.microsoft.com/office/drawing/2014/main" val="10003"/>
                  </a:ext>
                </a:extLst>
              </a:tr>
              <a:tr h="3352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pitchFamily="34" charset="0"/>
                          <a:cs typeface="Arial" pitchFamily="34" charset="0"/>
                        </a:rPr>
                        <a:t>1      1</a:t>
                      </a:r>
                      <a:endParaRPr kumimoji="0" lang="ru-RU" sz="1600" b="0" i="0" u="none" strike="noStrike" cap="none" normalizeH="0" baseline="0">
                        <a:ln>
                          <a:noFill/>
                        </a:ln>
                        <a:solidFill>
                          <a:schemeClr val="tx1"/>
                        </a:solidFill>
                        <a:effectLst/>
                        <a:latin typeface="Arial" pitchFamily="34" charset="0"/>
                        <a:cs typeface="Arial" pitchFamily="34" charset="0"/>
                      </a:endParaRPr>
                    </a:p>
                  </a:txBody>
                  <a:tcPr marL="91416" marR="91416" marT="45716" marB="45716"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L="91416" marR="91416" marT="45716" marB="45716" horzOverflow="overflow"/>
                </a:tc>
                <a:extLst>
                  <a:ext uri="{0D108BD9-81ED-4DB2-BD59-A6C34878D82A}">
                    <a16:rowId xmlns:a16="http://schemas.microsoft.com/office/drawing/2014/main" val="10004"/>
                  </a:ext>
                </a:extLst>
              </a:tr>
            </a:tbl>
          </a:graphicData>
        </a:graphic>
      </p:graphicFrame>
      <p:sp>
        <p:nvSpPr>
          <p:cNvPr id="110619" name="Title 74">
            <a:extLst>
              <a:ext uri="{FF2B5EF4-FFF2-40B4-BE49-F238E27FC236}">
                <a16:creationId xmlns:a16="http://schemas.microsoft.com/office/drawing/2014/main" id="{6DE3A8FE-21E2-21ED-994F-B4B520104349}"/>
              </a:ext>
            </a:extLst>
          </p:cNvPr>
          <p:cNvSpPr>
            <a:spLocks noGrp="1" noChangeArrowheads="1"/>
          </p:cNvSpPr>
          <p:nvPr>
            <p:ph type="title"/>
          </p:nvPr>
        </p:nvSpPr>
        <p:spPr>
          <a:xfrm>
            <a:off x="-1" y="183402"/>
            <a:ext cx="11612880" cy="704088"/>
          </a:xfrm>
        </p:spPr>
        <p:txBody>
          <a:bodyPr>
            <a:normAutofit/>
          </a:bodyPr>
          <a:lstStyle/>
          <a:p>
            <a:r>
              <a:rPr lang="en-US" altLang="en-US" dirty="0"/>
              <a:t>Tri-State Buffers  </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4" name="Title 124">
            <a:extLst>
              <a:ext uri="{FF2B5EF4-FFF2-40B4-BE49-F238E27FC236}">
                <a16:creationId xmlns:a16="http://schemas.microsoft.com/office/drawing/2014/main" id="{9EFA3A24-3281-7670-2135-7D9A109ABF51}"/>
              </a:ext>
            </a:extLst>
          </p:cNvPr>
          <p:cNvSpPr>
            <a:spLocks noGrp="1" noChangeArrowheads="1"/>
          </p:cNvSpPr>
          <p:nvPr>
            <p:ph type="title"/>
          </p:nvPr>
        </p:nvSpPr>
        <p:spPr>
          <a:xfrm>
            <a:off x="-1" y="183402"/>
            <a:ext cx="11612880" cy="704088"/>
          </a:xfrm>
        </p:spPr>
        <p:txBody>
          <a:bodyPr>
            <a:normAutofit/>
          </a:bodyPr>
          <a:lstStyle/>
          <a:p>
            <a:r>
              <a:rPr lang="en-US" altLang="en-US" dirty="0"/>
              <a:t>Tri-State Buffers (2) </a:t>
            </a:r>
          </a:p>
        </p:txBody>
      </p:sp>
      <p:sp>
        <p:nvSpPr>
          <p:cNvPr id="112642" name="Content Placeholder 126">
            <a:extLst>
              <a:ext uri="{FF2B5EF4-FFF2-40B4-BE49-F238E27FC236}">
                <a16:creationId xmlns:a16="http://schemas.microsoft.com/office/drawing/2014/main" id="{10C765F7-BA94-C4CF-C114-B560BD2CB3AB}"/>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dirty="0"/>
              <a:t>To avoid fighting control logic must guarantee a dead time on the line in which no one drives.</a:t>
            </a:r>
          </a:p>
          <a:p>
            <a:endParaRPr lang="ru-RU" altLang="en-US" dirty="0"/>
          </a:p>
          <a:p>
            <a:endParaRPr lang="en-US" altLang="en-US" dirty="0"/>
          </a:p>
        </p:txBody>
      </p:sp>
      <p:sp>
        <p:nvSpPr>
          <p:cNvPr id="54275" name="Rectangle 136">
            <a:extLst>
              <a:ext uri="{FF2B5EF4-FFF2-40B4-BE49-F238E27FC236}">
                <a16:creationId xmlns:a16="http://schemas.microsoft.com/office/drawing/2014/main" id="{1548298C-08FF-4D62-A030-A1018281FB3D}"/>
              </a:ext>
            </a:extLst>
          </p:cNvPr>
          <p:cNvSpPr>
            <a:spLocks noChangeArrowheads="1"/>
          </p:cNvSpPr>
          <p:nvPr/>
        </p:nvSpPr>
        <p:spPr bwMode="auto">
          <a:xfrm>
            <a:off x="6276976" y="1595438"/>
            <a:ext cx="3927475" cy="2874962"/>
          </a:xfrm>
          <a:prstGeom prst="rect">
            <a:avLst/>
          </a:prstGeom>
          <a:solidFill>
            <a:schemeClr val="accent1">
              <a:lumMod val="20000"/>
              <a:lumOff val="80000"/>
            </a:schemeClr>
          </a:solidFill>
          <a:ln w="9525" algn="ctr">
            <a:solidFill>
              <a:schemeClr val="tx1"/>
            </a:solidFill>
            <a:round/>
            <a:headEnd/>
            <a:tailEnd/>
          </a:ln>
        </p:spPr>
        <p:txBody>
          <a:bodyPr anchor="ctr"/>
          <a:lstStyle/>
          <a:p>
            <a:pPr eaLnBrk="1" hangingPunct="1">
              <a:defRPr/>
            </a:pPr>
            <a:endParaRPr lang="ru-RU"/>
          </a:p>
        </p:txBody>
      </p:sp>
      <p:sp>
        <p:nvSpPr>
          <p:cNvPr id="112644" name="Text Box 128">
            <a:extLst>
              <a:ext uri="{FF2B5EF4-FFF2-40B4-BE49-F238E27FC236}">
                <a16:creationId xmlns:a16="http://schemas.microsoft.com/office/drawing/2014/main" id="{8C4BEA90-D620-A75C-ACE4-22E2B6FFD77D}"/>
              </a:ext>
            </a:extLst>
          </p:cNvPr>
          <p:cNvSpPr txBox="1">
            <a:spLocks noChangeArrowheads="1"/>
          </p:cNvSpPr>
          <p:nvPr/>
        </p:nvSpPr>
        <p:spPr bwMode="auto">
          <a:xfrm>
            <a:off x="6227764" y="2041526"/>
            <a:ext cx="828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solidFill>
                  <a:srgbClr val="0000FF"/>
                </a:solidFill>
              </a:rPr>
              <a:t>S1S0</a:t>
            </a:r>
            <a:endParaRPr lang="ru-RU" altLang="en-US" sz="1800" b="0">
              <a:solidFill>
                <a:srgbClr val="0000FF"/>
              </a:solidFill>
            </a:endParaRPr>
          </a:p>
        </p:txBody>
      </p:sp>
      <p:sp>
        <p:nvSpPr>
          <p:cNvPr id="112645" name="Line 66">
            <a:extLst>
              <a:ext uri="{FF2B5EF4-FFF2-40B4-BE49-F238E27FC236}">
                <a16:creationId xmlns:a16="http://schemas.microsoft.com/office/drawing/2014/main" id="{689D9C87-67C7-D664-0A8F-965945294013}"/>
              </a:ext>
            </a:extLst>
          </p:cNvPr>
          <p:cNvSpPr>
            <a:spLocks noChangeShapeType="1"/>
          </p:cNvSpPr>
          <p:nvPr/>
        </p:nvSpPr>
        <p:spPr bwMode="auto">
          <a:xfrm>
            <a:off x="6642101" y="1978025"/>
            <a:ext cx="3376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46" name="Line 67">
            <a:extLst>
              <a:ext uri="{FF2B5EF4-FFF2-40B4-BE49-F238E27FC236}">
                <a16:creationId xmlns:a16="http://schemas.microsoft.com/office/drawing/2014/main" id="{F673C263-72DA-1283-2686-9708ACD0A7CE}"/>
              </a:ext>
            </a:extLst>
          </p:cNvPr>
          <p:cNvSpPr>
            <a:spLocks noChangeShapeType="1"/>
          </p:cNvSpPr>
          <p:nvPr/>
        </p:nvSpPr>
        <p:spPr bwMode="auto">
          <a:xfrm flipV="1">
            <a:off x="6669088" y="2425700"/>
            <a:ext cx="31877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47" name="Line 68">
            <a:extLst>
              <a:ext uri="{FF2B5EF4-FFF2-40B4-BE49-F238E27FC236}">
                <a16:creationId xmlns:a16="http://schemas.microsoft.com/office/drawing/2014/main" id="{30C40AF5-7769-BD01-F2E2-FD6A6AB9BB3A}"/>
              </a:ext>
            </a:extLst>
          </p:cNvPr>
          <p:cNvSpPr>
            <a:spLocks noChangeShapeType="1"/>
          </p:cNvSpPr>
          <p:nvPr/>
        </p:nvSpPr>
        <p:spPr bwMode="auto">
          <a:xfrm>
            <a:off x="7243763" y="1978026"/>
            <a:ext cx="127000"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48" name="Line 69">
            <a:extLst>
              <a:ext uri="{FF2B5EF4-FFF2-40B4-BE49-F238E27FC236}">
                <a16:creationId xmlns:a16="http://schemas.microsoft.com/office/drawing/2014/main" id="{64AA9C98-5506-03FB-659B-F325DBD447EC}"/>
              </a:ext>
            </a:extLst>
          </p:cNvPr>
          <p:cNvSpPr>
            <a:spLocks noChangeShapeType="1"/>
          </p:cNvSpPr>
          <p:nvPr/>
        </p:nvSpPr>
        <p:spPr bwMode="auto">
          <a:xfrm flipV="1">
            <a:off x="7243763" y="1978026"/>
            <a:ext cx="127000"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49" name="Line 70">
            <a:extLst>
              <a:ext uri="{FF2B5EF4-FFF2-40B4-BE49-F238E27FC236}">
                <a16:creationId xmlns:a16="http://schemas.microsoft.com/office/drawing/2014/main" id="{043CA91A-B410-C1D7-697F-07EB99D36864}"/>
              </a:ext>
            </a:extLst>
          </p:cNvPr>
          <p:cNvSpPr>
            <a:spLocks noChangeShapeType="1"/>
          </p:cNvSpPr>
          <p:nvPr/>
        </p:nvSpPr>
        <p:spPr bwMode="auto">
          <a:xfrm flipV="1">
            <a:off x="7383464" y="1978026"/>
            <a:ext cx="128587"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0" name="Line 71">
            <a:extLst>
              <a:ext uri="{FF2B5EF4-FFF2-40B4-BE49-F238E27FC236}">
                <a16:creationId xmlns:a16="http://schemas.microsoft.com/office/drawing/2014/main" id="{7B10FB54-6BF1-98BF-7C1D-CE6F791DA0AD}"/>
              </a:ext>
            </a:extLst>
          </p:cNvPr>
          <p:cNvSpPr>
            <a:spLocks noChangeShapeType="1"/>
          </p:cNvSpPr>
          <p:nvPr/>
        </p:nvSpPr>
        <p:spPr bwMode="auto">
          <a:xfrm>
            <a:off x="7383464" y="1978026"/>
            <a:ext cx="128587"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1" name="Line 74">
            <a:extLst>
              <a:ext uri="{FF2B5EF4-FFF2-40B4-BE49-F238E27FC236}">
                <a16:creationId xmlns:a16="http://schemas.microsoft.com/office/drawing/2014/main" id="{DD327834-23F5-D358-61B8-11DD5130B70C}"/>
              </a:ext>
            </a:extLst>
          </p:cNvPr>
          <p:cNvSpPr>
            <a:spLocks noChangeShapeType="1"/>
          </p:cNvSpPr>
          <p:nvPr/>
        </p:nvSpPr>
        <p:spPr bwMode="auto">
          <a:xfrm>
            <a:off x="6732589" y="3127375"/>
            <a:ext cx="3190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2" name="Line 77">
            <a:extLst>
              <a:ext uri="{FF2B5EF4-FFF2-40B4-BE49-F238E27FC236}">
                <a16:creationId xmlns:a16="http://schemas.microsoft.com/office/drawing/2014/main" id="{805EC654-A322-8DDB-B85C-38397F862C5F}"/>
              </a:ext>
            </a:extLst>
          </p:cNvPr>
          <p:cNvSpPr>
            <a:spLocks noChangeShapeType="1"/>
          </p:cNvSpPr>
          <p:nvPr/>
        </p:nvSpPr>
        <p:spPr bwMode="auto">
          <a:xfrm flipV="1">
            <a:off x="7051675" y="2681289"/>
            <a:ext cx="128588" cy="446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3" name="Line 78">
            <a:extLst>
              <a:ext uri="{FF2B5EF4-FFF2-40B4-BE49-F238E27FC236}">
                <a16:creationId xmlns:a16="http://schemas.microsoft.com/office/drawing/2014/main" id="{06023A5D-14DD-F94B-93E8-7DDFE5AE4282}"/>
              </a:ext>
            </a:extLst>
          </p:cNvPr>
          <p:cNvSpPr>
            <a:spLocks noChangeShapeType="1"/>
          </p:cNvSpPr>
          <p:nvPr/>
        </p:nvSpPr>
        <p:spPr bwMode="auto">
          <a:xfrm>
            <a:off x="7178675" y="2681288"/>
            <a:ext cx="414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4" name="Line 79">
            <a:extLst>
              <a:ext uri="{FF2B5EF4-FFF2-40B4-BE49-F238E27FC236}">
                <a16:creationId xmlns:a16="http://schemas.microsoft.com/office/drawing/2014/main" id="{C43168AD-15E3-FD8F-D86F-52C90BF5A141}"/>
              </a:ext>
            </a:extLst>
          </p:cNvPr>
          <p:cNvSpPr>
            <a:spLocks noChangeShapeType="1"/>
          </p:cNvSpPr>
          <p:nvPr/>
        </p:nvSpPr>
        <p:spPr bwMode="auto">
          <a:xfrm>
            <a:off x="6732589" y="3448050"/>
            <a:ext cx="511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5" name="Line 80">
            <a:extLst>
              <a:ext uri="{FF2B5EF4-FFF2-40B4-BE49-F238E27FC236}">
                <a16:creationId xmlns:a16="http://schemas.microsoft.com/office/drawing/2014/main" id="{B3343AAC-2197-9631-8823-44C8A64BC477}"/>
              </a:ext>
            </a:extLst>
          </p:cNvPr>
          <p:cNvSpPr>
            <a:spLocks noChangeShapeType="1"/>
          </p:cNvSpPr>
          <p:nvPr/>
        </p:nvSpPr>
        <p:spPr bwMode="auto">
          <a:xfrm>
            <a:off x="6732589" y="3870325"/>
            <a:ext cx="511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6" name="Line 81">
            <a:extLst>
              <a:ext uri="{FF2B5EF4-FFF2-40B4-BE49-F238E27FC236}">
                <a16:creationId xmlns:a16="http://schemas.microsoft.com/office/drawing/2014/main" id="{D3C01F20-991E-9414-BC49-97F0D3C66E23}"/>
              </a:ext>
            </a:extLst>
          </p:cNvPr>
          <p:cNvSpPr>
            <a:spLocks noChangeShapeType="1"/>
          </p:cNvSpPr>
          <p:nvPr/>
        </p:nvSpPr>
        <p:spPr bwMode="auto">
          <a:xfrm>
            <a:off x="7127876" y="3448051"/>
            <a:ext cx="73025" cy="201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7" name="Line 82">
            <a:extLst>
              <a:ext uri="{FF2B5EF4-FFF2-40B4-BE49-F238E27FC236}">
                <a16:creationId xmlns:a16="http://schemas.microsoft.com/office/drawing/2014/main" id="{B9203C3B-000C-BF4A-38B8-1DD22A79BBC1}"/>
              </a:ext>
            </a:extLst>
          </p:cNvPr>
          <p:cNvSpPr>
            <a:spLocks noChangeShapeType="1"/>
          </p:cNvSpPr>
          <p:nvPr/>
        </p:nvSpPr>
        <p:spPr bwMode="auto">
          <a:xfrm flipV="1">
            <a:off x="7140575" y="3625850"/>
            <a:ext cx="65088"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8" name="Line 83">
            <a:extLst>
              <a:ext uri="{FF2B5EF4-FFF2-40B4-BE49-F238E27FC236}">
                <a16:creationId xmlns:a16="http://schemas.microsoft.com/office/drawing/2014/main" id="{72D9B3DB-CA14-D8D8-160B-EBBDE65E5E3E}"/>
              </a:ext>
            </a:extLst>
          </p:cNvPr>
          <p:cNvSpPr>
            <a:spLocks noChangeShapeType="1"/>
          </p:cNvSpPr>
          <p:nvPr/>
        </p:nvSpPr>
        <p:spPr bwMode="auto">
          <a:xfrm>
            <a:off x="7191375" y="3663950"/>
            <a:ext cx="7191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59" name="Line 84">
            <a:extLst>
              <a:ext uri="{FF2B5EF4-FFF2-40B4-BE49-F238E27FC236}">
                <a16:creationId xmlns:a16="http://schemas.microsoft.com/office/drawing/2014/main" id="{15123FFA-E314-E491-EFCA-638A180D1629}"/>
              </a:ext>
            </a:extLst>
          </p:cNvPr>
          <p:cNvSpPr>
            <a:spLocks noChangeShapeType="1"/>
          </p:cNvSpPr>
          <p:nvPr/>
        </p:nvSpPr>
        <p:spPr bwMode="auto">
          <a:xfrm>
            <a:off x="7243764" y="3448051"/>
            <a:ext cx="73025" cy="201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0" name="Line 85">
            <a:extLst>
              <a:ext uri="{FF2B5EF4-FFF2-40B4-BE49-F238E27FC236}">
                <a16:creationId xmlns:a16="http://schemas.microsoft.com/office/drawing/2014/main" id="{92317704-9010-F63D-6A40-48F0FFED0342}"/>
              </a:ext>
            </a:extLst>
          </p:cNvPr>
          <p:cNvSpPr>
            <a:spLocks noChangeShapeType="1"/>
          </p:cNvSpPr>
          <p:nvPr/>
        </p:nvSpPr>
        <p:spPr bwMode="auto">
          <a:xfrm flipV="1">
            <a:off x="7253289" y="3638550"/>
            <a:ext cx="66675" cy="217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1" name="Line 86">
            <a:extLst>
              <a:ext uri="{FF2B5EF4-FFF2-40B4-BE49-F238E27FC236}">
                <a16:creationId xmlns:a16="http://schemas.microsoft.com/office/drawing/2014/main" id="{F331238D-7CAD-54F6-82D0-6D644DED4954}"/>
              </a:ext>
            </a:extLst>
          </p:cNvPr>
          <p:cNvSpPr>
            <a:spLocks noChangeShapeType="1"/>
          </p:cNvSpPr>
          <p:nvPr/>
        </p:nvSpPr>
        <p:spPr bwMode="auto">
          <a:xfrm>
            <a:off x="7791451" y="3663950"/>
            <a:ext cx="61913" cy="1920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2" name="Line 87">
            <a:extLst>
              <a:ext uri="{FF2B5EF4-FFF2-40B4-BE49-F238E27FC236}">
                <a16:creationId xmlns:a16="http://schemas.microsoft.com/office/drawing/2014/main" id="{C523B7F7-5AE2-8DE0-585D-A1080010D9CC}"/>
              </a:ext>
            </a:extLst>
          </p:cNvPr>
          <p:cNvSpPr>
            <a:spLocks noChangeShapeType="1"/>
          </p:cNvSpPr>
          <p:nvPr/>
        </p:nvSpPr>
        <p:spPr bwMode="auto">
          <a:xfrm>
            <a:off x="7904164" y="3665538"/>
            <a:ext cx="73025"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3" name="Line 88">
            <a:extLst>
              <a:ext uri="{FF2B5EF4-FFF2-40B4-BE49-F238E27FC236}">
                <a16:creationId xmlns:a16="http://schemas.microsoft.com/office/drawing/2014/main" id="{8F24A69D-563B-E2C3-D91E-E3B1C1329FAF}"/>
              </a:ext>
            </a:extLst>
          </p:cNvPr>
          <p:cNvSpPr>
            <a:spLocks noChangeShapeType="1"/>
          </p:cNvSpPr>
          <p:nvPr/>
        </p:nvSpPr>
        <p:spPr bwMode="auto">
          <a:xfrm>
            <a:off x="7866064" y="3868738"/>
            <a:ext cx="669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4" name="Text Box 90">
            <a:extLst>
              <a:ext uri="{FF2B5EF4-FFF2-40B4-BE49-F238E27FC236}">
                <a16:creationId xmlns:a16="http://schemas.microsoft.com/office/drawing/2014/main" id="{841CD36F-CC33-38B0-9DA6-65FC7326030F}"/>
              </a:ext>
            </a:extLst>
          </p:cNvPr>
          <p:cNvSpPr txBox="1">
            <a:spLocks noChangeArrowheads="1"/>
          </p:cNvSpPr>
          <p:nvPr/>
        </p:nvSpPr>
        <p:spPr bwMode="auto">
          <a:xfrm>
            <a:off x="6834189" y="2017714"/>
            <a:ext cx="382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3</a:t>
            </a:r>
            <a:endParaRPr lang="ru-RU" altLang="en-US" sz="2000" b="0"/>
          </a:p>
        </p:txBody>
      </p:sp>
      <p:sp>
        <p:nvSpPr>
          <p:cNvPr id="112665" name="Line 91">
            <a:extLst>
              <a:ext uri="{FF2B5EF4-FFF2-40B4-BE49-F238E27FC236}">
                <a16:creationId xmlns:a16="http://schemas.microsoft.com/office/drawing/2014/main" id="{62304CE0-7C37-C2D8-D29A-4AED763C6F2C}"/>
              </a:ext>
            </a:extLst>
          </p:cNvPr>
          <p:cNvSpPr>
            <a:spLocks noChangeShapeType="1"/>
          </p:cNvSpPr>
          <p:nvPr/>
        </p:nvSpPr>
        <p:spPr bwMode="auto">
          <a:xfrm>
            <a:off x="7599364" y="2681289"/>
            <a:ext cx="128587" cy="446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6" name="Line 92">
            <a:extLst>
              <a:ext uri="{FF2B5EF4-FFF2-40B4-BE49-F238E27FC236}">
                <a16:creationId xmlns:a16="http://schemas.microsoft.com/office/drawing/2014/main" id="{97E7344C-7377-1D39-AD4D-026ECA5C5D70}"/>
              </a:ext>
            </a:extLst>
          </p:cNvPr>
          <p:cNvSpPr>
            <a:spLocks noChangeShapeType="1"/>
          </p:cNvSpPr>
          <p:nvPr/>
        </p:nvSpPr>
        <p:spPr bwMode="auto">
          <a:xfrm>
            <a:off x="7727951" y="3127375"/>
            <a:ext cx="7016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7" name="Line 93">
            <a:extLst>
              <a:ext uri="{FF2B5EF4-FFF2-40B4-BE49-F238E27FC236}">
                <a16:creationId xmlns:a16="http://schemas.microsoft.com/office/drawing/2014/main" id="{F23FD727-3891-327C-60F6-216D527E9B88}"/>
              </a:ext>
            </a:extLst>
          </p:cNvPr>
          <p:cNvSpPr>
            <a:spLocks noChangeShapeType="1"/>
          </p:cNvSpPr>
          <p:nvPr/>
        </p:nvSpPr>
        <p:spPr bwMode="auto">
          <a:xfrm flipV="1">
            <a:off x="8415338" y="2681289"/>
            <a:ext cx="127000" cy="446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8" name="Line 94">
            <a:extLst>
              <a:ext uri="{FF2B5EF4-FFF2-40B4-BE49-F238E27FC236}">
                <a16:creationId xmlns:a16="http://schemas.microsoft.com/office/drawing/2014/main" id="{214FE350-5480-7EC2-FE8B-4E7A6A5CC057}"/>
              </a:ext>
            </a:extLst>
          </p:cNvPr>
          <p:cNvSpPr>
            <a:spLocks noChangeShapeType="1"/>
          </p:cNvSpPr>
          <p:nvPr/>
        </p:nvSpPr>
        <p:spPr bwMode="auto">
          <a:xfrm>
            <a:off x="8542339" y="2681288"/>
            <a:ext cx="4143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9" name="Line 95">
            <a:extLst>
              <a:ext uri="{FF2B5EF4-FFF2-40B4-BE49-F238E27FC236}">
                <a16:creationId xmlns:a16="http://schemas.microsoft.com/office/drawing/2014/main" id="{046304BC-A8DC-547F-2E7F-A280652BA0F8}"/>
              </a:ext>
            </a:extLst>
          </p:cNvPr>
          <p:cNvSpPr>
            <a:spLocks noChangeShapeType="1"/>
          </p:cNvSpPr>
          <p:nvPr/>
        </p:nvSpPr>
        <p:spPr bwMode="auto">
          <a:xfrm>
            <a:off x="8964613" y="2681289"/>
            <a:ext cx="127000" cy="446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0" name="Line 97">
            <a:extLst>
              <a:ext uri="{FF2B5EF4-FFF2-40B4-BE49-F238E27FC236}">
                <a16:creationId xmlns:a16="http://schemas.microsoft.com/office/drawing/2014/main" id="{A633A6AD-F7AD-3B00-2CB9-FC977BE04BE4}"/>
              </a:ext>
            </a:extLst>
          </p:cNvPr>
          <p:cNvSpPr>
            <a:spLocks noChangeShapeType="1"/>
          </p:cNvSpPr>
          <p:nvPr/>
        </p:nvSpPr>
        <p:spPr bwMode="auto">
          <a:xfrm flipV="1">
            <a:off x="7780339" y="3446463"/>
            <a:ext cx="66675" cy="215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1" name="Line 98">
            <a:extLst>
              <a:ext uri="{FF2B5EF4-FFF2-40B4-BE49-F238E27FC236}">
                <a16:creationId xmlns:a16="http://schemas.microsoft.com/office/drawing/2014/main" id="{4B684723-4C5F-E0ED-EC52-50459730D5B2}"/>
              </a:ext>
            </a:extLst>
          </p:cNvPr>
          <p:cNvSpPr>
            <a:spLocks noChangeShapeType="1"/>
          </p:cNvSpPr>
          <p:nvPr/>
        </p:nvSpPr>
        <p:spPr bwMode="auto">
          <a:xfrm flipV="1">
            <a:off x="7907338" y="3446463"/>
            <a:ext cx="68262" cy="215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2" name="Line 99">
            <a:extLst>
              <a:ext uri="{FF2B5EF4-FFF2-40B4-BE49-F238E27FC236}">
                <a16:creationId xmlns:a16="http://schemas.microsoft.com/office/drawing/2014/main" id="{7F0914C7-0242-2D7C-6E24-C2AB873B7C64}"/>
              </a:ext>
            </a:extLst>
          </p:cNvPr>
          <p:cNvSpPr>
            <a:spLocks noChangeShapeType="1"/>
          </p:cNvSpPr>
          <p:nvPr/>
        </p:nvSpPr>
        <p:spPr bwMode="auto">
          <a:xfrm>
            <a:off x="7851775" y="3448050"/>
            <a:ext cx="668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3" name="Line 100">
            <a:extLst>
              <a:ext uri="{FF2B5EF4-FFF2-40B4-BE49-F238E27FC236}">
                <a16:creationId xmlns:a16="http://schemas.microsoft.com/office/drawing/2014/main" id="{DD85AB4A-7B7A-E3E4-B295-08D3993151BB}"/>
              </a:ext>
            </a:extLst>
          </p:cNvPr>
          <p:cNvSpPr>
            <a:spLocks noChangeShapeType="1"/>
          </p:cNvSpPr>
          <p:nvPr/>
        </p:nvSpPr>
        <p:spPr bwMode="auto">
          <a:xfrm flipV="1">
            <a:off x="9028114" y="3460750"/>
            <a:ext cx="66675" cy="215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4" name="Line 101">
            <a:extLst>
              <a:ext uri="{FF2B5EF4-FFF2-40B4-BE49-F238E27FC236}">
                <a16:creationId xmlns:a16="http://schemas.microsoft.com/office/drawing/2014/main" id="{55856226-298C-0BBC-636E-5D7C54C21FF4}"/>
              </a:ext>
            </a:extLst>
          </p:cNvPr>
          <p:cNvSpPr>
            <a:spLocks noChangeShapeType="1"/>
          </p:cNvSpPr>
          <p:nvPr/>
        </p:nvSpPr>
        <p:spPr bwMode="auto">
          <a:xfrm flipV="1">
            <a:off x="9155113" y="3448050"/>
            <a:ext cx="68262" cy="2159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5" name="Line 102">
            <a:extLst>
              <a:ext uri="{FF2B5EF4-FFF2-40B4-BE49-F238E27FC236}">
                <a16:creationId xmlns:a16="http://schemas.microsoft.com/office/drawing/2014/main" id="{9C3D2EA2-6D4A-BE1B-B20A-ECC62440D12F}"/>
              </a:ext>
            </a:extLst>
          </p:cNvPr>
          <p:cNvSpPr>
            <a:spLocks noChangeShapeType="1"/>
          </p:cNvSpPr>
          <p:nvPr/>
        </p:nvSpPr>
        <p:spPr bwMode="auto">
          <a:xfrm>
            <a:off x="8402639" y="3460751"/>
            <a:ext cx="73025" cy="201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6" name="Line 103">
            <a:extLst>
              <a:ext uri="{FF2B5EF4-FFF2-40B4-BE49-F238E27FC236}">
                <a16:creationId xmlns:a16="http://schemas.microsoft.com/office/drawing/2014/main" id="{A53FF763-E702-E357-35FE-03CEDD3DA1DD}"/>
              </a:ext>
            </a:extLst>
          </p:cNvPr>
          <p:cNvSpPr>
            <a:spLocks noChangeShapeType="1"/>
          </p:cNvSpPr>
          <p:nvPr/>
        </p:nvSpPr>
        <p:spPr bwMode="auto">
          <a:xfrm>
            <a:off x="8516939" y="3460751"/>
            <a:ext cx="73025" cy="201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7" name="Line 104">
            <a:extLst>
              <a:ext uri="{FF2B5EF4-FFF2-40B4-BE49-F238E27FC236}">
                <a16:creationId xmlns:a16="http://schemas.microsoft.com/office/drawing/2014/main" id="{D2AA55D9-8923-C2D5-A780-628E06F0D876}"/>
              </a:ext>
            </a:extLst>
          </p:cNvPr>
          <p:cNvSpPr>
            <a:spLocks noChangeShapeType="1"/>
          </p:cNvSpPr>
          <p:nvPr/>
        </p:nvSpPr>
        <p:spPr bwMode="auto">
          <a:xfrm>
            <a:off x="8466139" y="3663950"/>
            <a:ext cx="720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8" name="Line 105">
            <a:extLst>
              <a:ext uri="{FF2B5EF4-FFF2-40B4-BE49-F238E27FC236}">
                <a16:creationId xmlns:a16="http://schemas.microsoft.com/office/drawing/2014/main" id="{14FD6184-F189-FCF4-30D5-EED68565810E}"/>
              </a:ext>
            </a:extLst>
          </p:cNvPr>
          <p:cNvSpPr>
            <a:spLocks noChangeShapeType="1"/>
          </p:cNvSpPr>
          <p:nvPr/>
        </p:nvSpPr>
        <p:spPr bwMode="auto">
          <a:xfrm flipV="1">
            <a:off x="8516938" y="3651250"/>
            <a:ext cx="68262" cy="217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9" name="Line 106">
            <a:extLst>
              <a:ext uri="{FF2B5EF4-FFF2-40B4-BE49-F238E27FC236}">
                <a16:creationId xmlns:a16="http://schemas.microsoft.com/office/drawing/2014/main" id="{43D0CB4A-B523-58BF-53CE-856C30CEA281}"/>
              </a:ext>
            </a:extLst>
          </p:cNvPr>
          <p:cNvSpPr>
            <a:spLocks noChangeShapeType="1"/>
          </p:cNvSpPr>
          <p:nvPr/>
        </p:nvSpPr>
        <p:spPr bwMode="auto">
          <a:xfrm flipV="1">
            <a:off x="8389939" y="3638550"/>
            <a:ext cx="66675" cy="2174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0" name="Line 107">
            <a:extLst>
              <a:ext uri="{FF2B5EF4-FFF2-40B4-BE49-F238E27FC236}">
                <a16:creationId xmlns:a16="http://schemas.microsoft.com/office/drawing/2014/main" id="{DDFB8E96-C5F9-1C31-2761-FB8721B5F802}"/>
              </a:ext>
            </a:extLst>
          </p:cNvPr>
          <p:cNvSpPr>
            <a:spLocks noChangeShapeType="1"/>
          </p:cNvSpPr>
          <p:nvPr/>
        </p:nvSpPr>
        <p:spPr bwMode="auto">
          <a:xfrm>
            <a:off x="9028113" y="3649664"/>
            <a:ext cx="61912" cy="1920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1" name="Line 108">
            <a:extLst>
              <a:ext uri="{FF2B5EF4-FFF2-40B4-BE49-F238E27FC236}">
                <a16:creationId xmlns:a16="http://schemas.microsoft.com/office/drawing/2014/main" id="{A98868FF-DEE1-67A8-2F14-E5626115CF1D}"/>
              </a:ext>
            </a:extLst>
          </p:cNvPr>
          <p:cNvSpPr>
            <a:spLocks noChangeShapeType="1"/>
          </p:cNvSpPr>
          <p:nvPr/>
        </p:nvSpPr>
        <p:spPr bwMode="auto">
          <a:xfrm>
            <a:off x="9142414" y="3651250"/>
            <a:ext cx="73025" cy="203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2" name="Line 109">
            <a:extLst>
              <a:ext uri="{FF2B5EF4-FFF2-40B4-BE49-F238E27FC236}">
                <a16:creationId xmlns:a16="http://schemas.microsoft.com/office/drawing/2014/main" id="{6574C43B-D2BA-CA6E-73F5-803D23DB6348}"/>
              </a:ext>
            </a:extLst>
          </p:cNvPr>
          <p:cNvSpPr>
            <a:spLocks noChangeShapeType="1"/>
          </p:cNvSpPr>
          <p:nvPr/>
        </p:nvSpPr>
        <p:spPr bwMode="auto">
          <a:xfrm>
            <a:off x="9090026" y="3448050"/>
            <a:ext cx="669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3" name="Line 110">
            <a:extLst>
              <a:ext uri="{FF2B5EF4-FFF2-40B4-BE49-F238E27FC236}">
                <a16:creationId xmlns:a16="http://schemas.microsoft.com/office/drawing/2014/main" id="{B5EAA147-407F-E04F-6EDF-1193C1941054}"/>
              </a:ext>
            </a:extLst>
          </p:cNvPr>
          <p:cNvSpPr>
            <a:spLocks noChangeShapeType="1"/>
          </p:cNvSpPr>
          <p:nvPr/>
        </p:nvSpPr>
        <p:spPr bwMode="auto">
          <a:xfrm>
            <a:off x="9102726" y="3856038"/>
            <a:ext cx="669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4" name="Line 111">
            <a:extLst>
              <a:ext uri="{FF2B5EF4-FFF2-40B4-BE49-F238E27FC236}">
                <a16:creationId xmlns:a16="http://schemas.microsoft.com/office/drawing/2014/main" id="{A0F6A147-713C-7110-5E86-43A8F91DA91C}"/>
              </a:ext>
            </a:extLst>
          </p:cNvPr>
          <p:cNvSpPr>
            <a:spLocks noChangeShapeType="1"/>
          </p:cNvSpPr>
          <p:nvPr/>
        </p:nvSpPr>
        <p:spPr bwMode="auto">
          <a:xfrm>
            <a:off x="9090026" y="3127375"/>
            <a:ext cx="7016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5" name="Line 112">
            <a:extLst>
              <a:ext uri="{FF2B5EF4-FFF2-40B4-BE49-F238E27FC236}">
                <a16:creationId xmlns:a16="http://schemas.microsoft.com/office/drawing/2014/main" id="{2905B16F-9680-8C5B-C045-FA579607265F}"/>
              </a:ext>
            </a:extLst>
          </p:cNvPr>
          <p:cNvSpPr>
            <a:spLocks noChangeShapeType="1"/>
          </p:cNvSpPr>
          <p:nvPr/>
        </p:nvSpPr>
        <p:spPr bwMode="auto">
          <a:xfrm flipV="1">
            <a:off x="9779000" y="2667000"/>
            <a:ext cx="128588" cy="4460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6" name="Line 114">
            <a:extLst>
              <a:ext uri="{FF2B5EF4-FFF2-40B4-BE49-F238E27FC236}">
                <a16:creationId xmlns:a16="http://schemas.microsoft.com/office/drawing/2014/main" id="{57030D6E-4B5A-0DD7-FE2E-B2976B0CEF87}"/>
              </a:ext>
            </a:extLst>
          </p:cNvPr>
          <p:cNvSpPr>
            <a:spLocks noChangeShapeType="1"/>
          </p:cNvSpPr>
          <p:nvPr/>
        </p:nvSpPr>
        <p:spPr bwMode="auto">
          <a:xfrm>
            <a:off x="8631238" y="1965326"/>
            <a:ext cx="127000"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7" name="Line 115">
            <a:extLst>
              <a:ext uri="{FF2B5EF4-FFF2-40B4-BE49-F238E27FC236}">
                <a16:creationId xmlns:a16="http://schemas.microsoft.com/office/drawing/2014/main" id="{AF3BA4C0-32A9-294B-3ADA-26FFD9774C8A}"/>
              </a:ext>
            </a:extLst>
          </p:cNvPr>
          <p:cNvSpPr>
            <a:spLocks noChangeShapeType="1"/>
          </p:cNvSpPr>
          <p:nvPr/>
        </p:nvSpPr>
        <p:spPr bwMode="auto">
          <a:xfrm flipV="1">
            <a:off x="8631238" y="1965326"/>
            <a:ext cx="127000"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8" name="Line 116">
            <a:extLst>
              <a:ext uri="{FF2B5EF4-FFF2-40B4-BE49-F238E27FC236}">
                <a16:creationId xmlns:a16="http://schemas.microsoft.com/office/drawing/2014/main" id="{1CCB3656-D40B-67F6-C260-E9E198C1CC14}"/>
              </a:ext>
            </a:extLst>
          </p:cNvPr>
          <p:cNvSpPr>
            <a:spLocks noChangeShapeType="1"/>
          </p:cNvSpPr>
          <p:nvPr/>
        </p:nvSpPr>
        <p:spPr bwMode="auto">
          <a:xfrm flipV="1">
            <a:off x="8770939" y="1965326"/>
            <a:ext cx="128587"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9" name="Line 117">
            <a:extLst>
              <a:ext uri="{FF2B5EF4-FFF2-40B4-BE49-F238E27FC236}">
                <a16:creationId xmlns:a16="http://schemas.microsoft.com/office/drawing/2014/main" id="{A5F21388-5AB6-C97E-A148-48F0420A3EEE}"/>
              </a:ext>
            </a:extLst>
          </p:cNvPr>
          <p:cNvSpPr>
            <a:spLocks noChangeShapeType="1"/>
          </p:cNvSpPr>
          <p:nvPr/>
        </p:nvSpPr>
        <p:spPr bwMode="auto">
          <a:xfrm>
            <a:off x="8770939" y="1965326"/>
            <a:ext cx="128587"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0" name="Line 118">
            <a:extLst>
              <a:ext uri="{FF2B5EF4-FFF2-40B4-BE49-F238E27FC236}">
                <a16:creationId xmlns:a16="http://schemas.microsoft.com/office/drawing/2014/main" id="{BB3FA515-B577-CA15-0D37-3657CE9C2075}"/>
              </a:ext>
            </a:extLst>
          </p:cNvPr>
          <p:cNvSpPr>
            <a:spLocks noChangeShapeType="1"/>
          </p:cNvSpPr>
          <p:nvPr/>
        </p:nvSpPr>
        <p:spPr bwMode="auto">
          <a:xfrm>
            <a:off x="9882188" y="2681288"/>
            <a:ext cx="158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1" name="Text Box 119">
            <a:extLst>
              <a:ext uri="{FF2B5EF4-FFF2-40B4-BE49-F238E27FC236}">
                <a16:creationId xmlns:a16="http://schemas.microsoft.com/office/drawing/2014/main" id="{F7644FD4-D223-E125-0752-FD4C9F7367CB}"/>
              </a:ext>
            </a:extLst>
          </p:cNvPr>
          <p:cNvSpPr txBox="1">
            <a:spLocks noChangeArrowheads="1"/>
          </p:cNvSpPr>
          <p:nvPr/>
        </p:nvSpPr>
        <p:spPr bwMode="auto">
          <a:xfrm>
            <a:off x="6796089" y="3448051"/>
            <a:ext cx="382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olidFill>
                  <a:srgbClr val="0000FF"/>
                </a:solidFill>
              </a:rPr>
              <a:t>D</a:t>
            </a:r>
            <a:endParaRPr lang="ru-RU" altLang="en-US" sz="2000" b="0">
              <a:solidFill>
                <a:srgbClr val="0000FF"/>
              </a:solidFill>
            </a:endParaRPr>
          </a:p>
        </p:txBody>
      </p:sp>
      <p:sp>
        <p:nvSpPr>
          <p:cNvPr id="112692" name="Text Box 120">
            <a:extLst>
              <a:ext uri="{FF2B5EF4-FFF2-40B4-BE49-F238E27FC236}">
                <a16:creationId xmlns:a16="http://schemas.microsoft.com/office/drawing/2014/main" id="{303C79BE-9725-F294-4388-1ECB0F5E87BA}"/>
              </a:ext>
            </a:extLst>
          </p:cNvPr>
          <p:cNvSpPr txBox="1">
            <a:spLocks noChangeArrowheads="1"/>
          </p:cNvSpPr>
          <p:nvPr/>
        </p:nvSpPr>
        <p:spPr bwMode="auto">
          <a:xfrm>
            <a:off x="8007350" y="3448051"/>
            <a:ext cx="382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olidFill>
                  <a:srgbClr val="0000FF"/>
                </a:solidFill>
              </a:rPr>
              <a:t>A</a:t>
            </a:r>
            <a:endParaRPr lang="ru-RU" altLang="en-US" sz="2000" b="0">
              <a:solidFill>
                <a:srgbClr val="0000FF"/>
              </a:solidFill>
            </a:endParaRPr>
          </a:p>
        </p:txBody>
      </p:sp>
      <p:sp>
        <p:nvSpPr>
          <p:cNvPr id="112693" name="Text Box 121">
            <a:extLst>
              <a:ext uri="{FF2B5EF4-FFF2-40B4-BE49-F238E27FC236}">
                <a16:creationId xmlns:a16="http://schemas.microsoft.com/office/drawing/2014/main" id="{98B16D01-B0F1-9896-83EF-A942C27A1D69}"/>
              </a:ext>
            </a:extLst>
          </p:cNvPr>
          <p:cNvSpPr txBox="1">
            <a:spLocks noChangeArrowheads="1"/>
          </p:cNvSpPr>
          <p:nvPr/>
        </p:nvSpPr>
        <p:spPr bwMode="auto">
          <a:xfrm>
            <a:off x="7816850" y="2041526"/>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0</a:t>
            </a:r>
            <a:endParaRPr lang="ru-RU" altLang="en-US" sz="2000" b="0"/>
          </a:p>
        </p:txBody>
      </p:sp>
      <p:sp>
        <p:nvSpPr>
          <p:cNvPr id="112694" name="Text Box 122">
            <a:extLst>
              <a:ext uri="{FF2B5EF4-FFF2-40B4-BE49-F238E27FC236}">
                <a16:creationId xmlns:a16="http://schemas.microsoft.com/office/drawing/2014/main" id="{C27625EF-8BEF-5700-6F1F-797DB23E828F}"/>
              </a:ext>
            </a:extLst>
          </p:cNvPr>
          <p:cNvSpPr txBox="1">
            <a:spLocks noChangeArrowheads="1"/>
          </p:cNvSpPr>
          <p:nvPr/>
        </p:nvSpPr>
        <p:spPr bwMode="auto">
          <a:xfrm>
            <a:off x="9028113" y="2041526"/>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1</a:t>
            </a:r>
            <a:endParaRPr lang="ru-RU" altLang="en-US" sz="2000" b="0"/>
          </a:p>
        </p:txBody>
      </p:sp>
      <p:sp>
        <p:nvSpPr>
          <p:cNvPr id="112695" name="Text Box 123">
            <a:extLst>
              <a:ext uri="{FF2B5EF4-FFF2-40B4-BE49-F238E27FC236}">
                <a16:creationId xmlns:a16="http://schemas.microsoft.com/office/drawing/2014/main" id="{230CEC6F-44E6-E3FD-B50C-7862DAF74B16}"/>
              </a:ext>
            </a:extLst>
          </p:cNvPr>
          <p:cNvSpPr txBox="1">
            <a:spLocks noChangeArrowheads="1"/>
          </p:cNvSpPr>
          <p:nvPr/>
        </p:nvSpPr>
        <p:spPr bwMode="auto">
          <a:xfrm>
            <a:off x="9282113" y="3448051"/>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olidFill>
                  <a:srgbClr val="0000FF"/>
                </a:solidFill>
              </a:rPr>
              <a:t>B</a:t>
            </a:r>
            <a:endParaRPr lang="ru-RU" altLang="en-US" sz="2000" b="0">
              <a:solidFill>
                <a:srgbClr val="0000FF"/>
              </a:solidFill>
            </a:endParaRPr>
          </a:p>
        </p:txBody>
      </p:sp>
      <p:sp>
        <p:nvSpPr>
          <p:cNvPr id="112696" name="Line 124">
            <a:extLst>
              <a:ext uri="{FF2B5EF4-FFF2-40B4-BE49-F238E27FC236}">
                <a16:creationId xmlns:a16="http://schemas.microsoft.com/office/drawing/2014/main" id="{254F532A-BFC7-D756-EADE-50336F72A3CD}"/>
              </a:ext>
            </a:extLst>
          </p:cNvPr>
          <p:cNvSpPr>
            <a:spLocks noChangeShapeType="1"/>
          </p:cNvSpPr>
          <p:nvPr/>
        </p:nvSpPr>
        <p:spPr bwMode="auto">
          <a:xfrm>
            <a:off x="9809164" y="1978026"/>
            <a:ext cx="128587"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7" name="Line 125">
            <a:extLst>
              <a:ext uri="{FF2B5EF4-FFF2-40B4-BE49-F238E27FC236}">
                <a16:creationId xmlns:a16="http://schemas.microsoft.com/office/drawing/2014/main" id="{51A13678-B1F5-C28E-33CC-230884E55056}"/>
              </a:ext>
            </a:extLst>
          </p:cNvPr>
          <p:cNvSpPr>
            <a:spLocks noChangeShapeType="1"/>
          </p:cNvSpPr>
          <p:nvPr/>
        </p:nvSpPr>
        <p:spPr bwMode="auto">
          <a:xfrm flipV="1">
            <a:off x="9809164" y="1978026"/>
            <a:ext cx="128587"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8" name="Line 126">
            <a:extLst>
              <a:ext uri="{FF2B5EF4-FFF2-40B4-BE49-F238E27FC236}">
                <a16:creationId xmlns:a16="http://schemas.microsoft.com/office/drawing/2014/main" id="{0D11E5AD-6084-A2CE-4EF6-2DF094B699D0}"/>
              </a:ext>
            </a:extLst>
          </p:cNvPr>
          <p:cNvSpPr>
            <a:spLocks noChangeShapeType="1"/>
          </p:cNvSpPr>
          <p:nvPr/>
        </p:nvSpPr>
        <p:spPr bwMode="auto">
          <a:xfrm flipV="1">
            <a:off x="9950450" y="1978026"/>
            <a:ext cx="128588"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9" name="Line 127">
            <a:extLst>
              <a:ext uri="{FF2B5EF4-FFF2-40B4-BE49-F238E27FC236}">
                <a16:creationId xmlns:a16="http://schemas.microsoft.com/office/drawing/2014/main" id="{E6BEFC8C-B4D8-637B-1157-DF6FAAA9D67F}"/>
              </a:ext>
            </a:extLst>
          </p:cNvPr>
          <p:cNvSpPr>
            <a:spLocks noChangeShapeType="1"/>
          </p:cNvSpPr>
          <p:nvPr/>
        </p:nvSpPr>
        <p:spPr bwMode="auto">
          <a:xfrm>
            <a:off x="9950450" y="1978026"/>
            <a:ext cx="128588" cy="447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00" name="Text Box 129">
            <a:extLst>
              <a:ext uri="{FF2B5EF4-FFF2-40B4-BE49-F238E27FC236}">
                <a16:creationId xmlns:a16="http://schemas.microsoft.com/office/drawing/2014/main" id="{EC9AF928-8B42-9ADA-6646-262D960A0625}"/>
              </a:ext>
            </a:extLst>
          </p:cNvPr>
          <p:cNvSpPr txBox="1">
            <a:spLocks noChangeArrowheads="1"/>
          </p:cNvSpPr>
          <p:nvPr/>
        </p:nvSpPr>
        <p:spPr bwMode="auto">
          <a:xfrm>
            <a:off x="6604000" y="2681289"/>
            <a:ext cx="382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olidFill>
                  <a:srgbClr val="0000FF"/>
                </a:solidFill>
              </a:rPr>
              <a:t>E</a:t>
            </a:r>
            <a:endParaRPr lang="ru-RU" altLang="en-US" sz="2000" b="0">
              <a:solidFill>
                <a:srgbClr val="0000FF"/>
              </a:solidFill>
            </a:endParaRPr>
          </a:p>
        </p:txBody>
      </p:sp>
      <p:sp>
        <p:nvSpPr>
          <p:cNvPr id="112701" name="Text Box 130">
            <a:extLst>
              <a:ext uri="{FF2B5EF4-FFF2-40B4-BE49-F238E27FC236}">
                <a16:creationId xmlns:a16="http://schemas.microsoft.com/office/drawing/2014/main" id="{673666CA-9ECF-D23D-E1D6-923FACA69097}"/>
              </a:ext>
            </a:extLst>
          </p:cNvPr>
          <p:cNvSpPr txBox="1">
            <a:spLocks noChangeArrowheads="1"/>
          </p:cNvSpPr>
          <p:nvPr/>
        </p:nvSpPr>
        <p:spPr bwMode="auto">
          <a:xfrm>
            <a:off x="7548564" y="4144963"/>
            <a:ext cx="1500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Dead time</a:t>
            </a:r>
            <a:endParaRPr lang="ru-RU" altLang="en-US" sz="1800" b="0"/>
          </a:p>
        </p:txBody>
      </p:sp>
      <p:sp>
        <p:nvSpPr>
          <p:cNvPr id="112702" name="Line 131">
            <a:extLst>
              <a:ext uri="{FF2B5EF4-FFF2-40B4-BE49-F238E27FC236}">
                <a16:creationId xmlns:a16="http://schemas.microsoft.com/office/drawing/2014/main" id="{B35CA428-9CEB-232C-13FF-BAD5A0B92578}"/>
              </a:ext>
            </a:extLst>
          </p:cNvPr>
          <p:cNvSpPr>
            <a:spLocks noChangeShapeType="1"/>
          </p:cNvSpPr>
          <p:nvPr/>
        </p:nvSpPr>
        <p:spPr bwMode="auto">
          <a:xfrm flipH="1" flipV="1">
            <a:off x="7561263" y="3638551"/>
            <a:ext cx="190500" cy="574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03" name="Line 132">
            <a:extLst>
              <a:ext uri="{FF2B5EF4-FFF2-40B4-BE49-F238E27FC236}">
                <a16:creationId xmlns:a16="http://schemas.microsoft.com/office/drawing/2014/main" id="{546AEF1B-D5F9-9172-4AB6-BE1F5576431A}"/>
              </a:ext>
            </a:extLst>
          </p:cNvPr>
          <p:cNvSpPr>
            <a:spLocks noChangeShapeType="1"/>
          </p:cNvSpPr>
          <p:nvPr/>
        </p:nvSpPr>
        <p:spPr bwMode="auto">
          <a:xfrm flipV="1">
            <a:off x="8578850" y="3638551"/>
            <a:ext cx="255588" cy="574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05" name="TextBox 117">
            <a:extLst>
              <a:ext uri="{FF2B5EF4-FFF2-40B4-BE49-F238E27FC236}">
                <a16:creationId xmlns:a16="http://schemas.microsoft.com/office/drawing/2014/main" id="{7EC2202B-1765-5C4A-228D-D2D03622667C}"/>
              </a:ext>
            </a:extLst>
          </p:cNvPr>
          <p:cNvSpPr txBox="1">
            <a:spLocks noChangeArrowheads="1"/>
          </p:cNvSpPr>
          <p:nvPr/>
        </p:nvSpPr>
        <p:spPr bwMode="auto">
          <a:xfrm>
            <a:off x="7415214" y="1041400"/>
            <a:ext cx="434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800" b="0"/>
              <a:t>0</a:t>
            </a:r>
            <a:endParaRPr lang="en-GB" altLang="en-US" sz="1800" b="0"/>
          </a:p>
        </p:txBody>
      </p:sp>
      <p:grpSp>
        <p:nvGrpSpPr>
          <p:cNvPr id="112706" name="Group 122">
            <a:extLst>
              <a:ext uri="{FF2B5EF4-FFF2-40B4-BE49-F238E27FC236}">
                <a16:creationId xmlns:a16="http://schemas.microsoft.com/office/drawing/2014/main" id="{54A76528-4BEE-BE5A-6EDA-813D482EA79D}"/>
              </a:ext>
            </a:extLst>
          </p:cNvPr>
          <p:cNvGrpSpPr>
            <a:grpSpLocks/>
          </p:cNvGrpSpPr>
          <p:nvPr/>
        </p:nvGrpSpPr>
        <p:grpSpPr bwMode="auto">
          <a:xfrm>
            <a:off x="2001839" y="1782763"/>
            <a:ext cx="4321175" cy="3270250"/>
            <a:chOff x="477905" y="1782663"/>
            <a:chExt cx="4321108" cy="3270322"/>
          </a:xfrm>
        </p:grpSpPr>
        <p:grpSp>
          <p:nvGrpSpPr>
            <p:cNvPr id="112707" name="Group 117">
              <a:extLst>
                <a:ext uri="{FF2B5EF4-FFF2-40B4-BE49-F238E27FC236}">
                  <a16:creationId xmlns:a16="http://schemas.microsoft.com/office/drawing/2014/main" id="{6C404490-5D27-C9C1-3CFF-C577A07B40B3}"/>
                </a:ext>
              </a:extLst>
            </p:cNvPr>
            <p:cNvGrpSpPr>
              <a:grpSpLocks/>
            </p:cNvGrpSpPr>
            <p:nvPr/>
          </p:nvGrpSpPr>
          <p:grpSpPr bwMode="auto">
            <a:xfrm>
              <a:off x="477905" y="1782663"/>
              <a:ext cx="4321108" cy="3270322"/>
              <a:chOff x="193571" y="1619250"/>
              <a:chExt cx="4616554" cy="3384550"/>
            </a:xfrm>
          </p:grpSpPr>
          <p:sp>
            <p:nvSpPr>
              <p:cNvPr id="112712" name="Text Box 55">
                <a:extLst>
                  <a:ext uri="{FF2B5EF4-FFF2-40B4-BE49-F238E27FC236}">
                    <a16:creationId xmlns:a16="http://schemas.microsoft.com/office/drawing/2014/main" id="{6249AB00-8507-F651-A924-C8EFBC24ABD2}"/>
                  </a:ext>
                </a:extLst>
              </p:cNvPr>
              <p:cNvSpPr txBox="1">
                <a:spLocks noChangeArrowheads="1"/>
              </p:cNvSpPr>
              <p:nvPr/>
            </p:nvSpPr>
            <p:spPr bwMode="auto">
              <a:xfrm>
                <a:off x="3870326" y="2955925"/>
                <a:ext cx="939799"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olidFill>
                      <a:srgbClr val="0000FF"/>
                    </a:solidFill>
                  </a:rPr>
                  <a:t>Sdata</a:t>
                </a:r>
                <a:endParaRPr lang="ru-RU" altLang="en-US" sz="2000" b="0">
                  <a:solidFill>
                    <a:srgbClr val="0000FF"/>
                  </a:solidFill>
                </a:endParaRPr>
              </a:p>
            </p:txBody>
          </p:sp>
          <p:sp>
            <p:nvSpPr>
              <p:cNvPr id="112713" name="Text Box 62">
                <a:extLst>
                  <a:ext uri="{FF2B5EF4-FFF2-40B4-BE49-F238E27FC236}">
                    <a16:creationId xmlns:a16="http://schemas.microsoft.com/office/drawing/2014/main" id="{C60B8B52-3ABF-0974-600E-6A786DDF455A}"/>
                  </a:ext>
                </a:extLst>
              </p:cNvPr>
              <p:cNvSpPr txBox="1">
                <a:spLocks noChangeArrowheads="1"/>
              </p:cNvSpPr>
              <p:nvPr/>
            </p:nvSpPr>
            <p:spPr bwMode="auto">
              <a:xfrm>
                <a:off x="193571" y="2386013"/>
                <a:ext cx="631964"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S0</a:t>
                </a:r>
                <a:endParaRPr lang="ru-RU" altLang="en-US" sz="2000" b="0"/>
              </a:p>
            </p:txBody>
          </p:sp>
          <p:sp>
            <p:nvSpPr>
              <p:cNvPr id="112714" name="Text Box 63">
                <a:extLst>
                  <a:ext uri="{FF2B5EF4-FFF2-40B4-BE49-F238E27FC236}">
                    <a16:creationId xmlns:a16="http://schemas.microsoft.com/office/drawing/2014/main" id="{83F1789E-82D9-1C69-DB69-8EED47471E97}"/>
                  </a:ext>
                </a:extLst>
              </p:cNvPr>
              <p:cNvSpPr txBox="1">
                <a:spLocks noChangeArrowheads="1"/>
              </p:cNvSpPr>
              <p:nvPr/>
            </p:nvSpPr>
            <p:spPr bwMode="auto">
              <a:xfrm>
                <a:off x="224579" y="2610985"/>
                <a:ext cx="662972"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S1</a:t>
                </a:r>
                <a:endParaRPr lang="ru-RU" altLang="en-US" sz="2000" b="0"/>
              </a:p>
            </p:txBody>
          </p:sp>
          <p:sp>
            <p:nvSpPr>
              <p:cNvPr id="112715" name="Rectangle 5">
                <a:extLst>
                  <a:ext uri="{FF2B5EF4-FFF2-40B4-BE49-F238E27FC236}">
                    <a16:creationId xmlns:a16="http://schemas.microsoft.com/office/drawing/2014/main" id="{626D4D79-48A6-FBC1-684D-560988BCECD9}"/>
                  </a:ext>
                </a:extLst>
              </p:cNvPr>
              <p:cNvSpPr>
                <a:spLocks noChangeArrowheads="1"/>
              </p:cNvSpPr>
              <p:nvPr/>
            </p:nvSpPr>
            <p:spPr bwMode="auto">
              <a:xfrm>
                <a:off x="989013" y="2374900"/>
                <a:ext cx="828675" cy="1416050"/>
              </a:xfrm>
              <a:prstGeom prst="rect">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16" name="Oval 7">
                <a:extLst>
                  <a:ext uri="{FF2B5EF4-FFF2-40B4-BE49-F238E27FC236}">
                    <a16:creationId xmlns:a16="http://schemas.microsoft.com/office/drawing/2014/main" id="{0F326C0E-96F5-C452-C941-1D2D3EB81DAB}"/>
                  </a:ext>
                </a:extLst>
              </p:cNvPr>
              <p:cNvSpPr>
                <a:spLocks noChangeArrowheads="1"/>
              </p:cNvSpPr>
              <p:nvPr/>
            </p:nvSpPr>
            <p:spPr bwMode="auto">
              <a:xfrm>
                <a:off x="1817688" y="2538413"/>
                <a:ext cx="111125" cy="112712"/>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17" name="Oval 10">
                <a:extLst>
                  <a:ext uri="{FF2B5EF4-FFF2-40B4-BE49-F238E27FC236}">
                    <a16:creationId xmlns:a16="http://schemas.microsoft.com/office/drawing/2014/main" id="{A5C777E6-7565-FE6B-B2C0-37428C21AD77}"/>
                  </a:ext>
                </a:extLst>
              </p:cNvPr>
              <p:cNvSpPr>
                <a:spLocks noChangeArrowheads="1"/>
              </p:cNvSpPr>
              <p:nvPr/>
            </p:nvSpPr>
            <p:spPr bwMode="auto">
              <a:xfrm>
                <a:off x="1819275" y="2859088"/>
                <a:ext cx="111125" cy="111125"/>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18" name="Oval 11">
                <a:extLst>
                  <a:ext uri="{FF2B5EF4-FFF2-40B4-BE49-F238E27FC236}">
                    <a16:creationId xmlns:a16="http://schemas.microsoft.com/office/drawing/2014/main" id="{BF38C467-4C8F-E21E-6CB9-C009726407F4}"/>
                  </a:ext>
                </a:extLst>
              </p:cNvPr>
              <p:cNvSpPr>
                <a:spLocks noChangeArrowheads="1"/>
              </p:cNvSpPr>
              <p:nvPr/>
            </p:nvSpPr>
            <p:spPr bwMode="auto">
              <a:xfrm>
                <a:off x="1819275" y="3216275"/>
                <a:ext cx="111125" cy="111125"/>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19" name="Oval 12">
                <a:extLst>
                  <a:ext uri="{FF2B5EF4-FFF2-40B4-BE49-F238E27FC236}">
                    <a16:creationId xmlns:a16="http://schemas.microsoft.com/office/drawing/2014/main" id="{BFA908F4-86CA-07F6-C629-63D9073716AD}"/>
                  </a:ext>
                </a:extLst>
              </p:cNvPr>
              <p:cNvSpPr>
                <a:spLocks noChangeArrowheads="1"/>
              </p:cNvSpPr>
              <p:nvPr/>
            </p:nvSpPr>
            <p:spPr bwMode="auto">
              <a:xfrm>
                <a:off x="1819275" y="3524250"/>
                <a:ext cx="111125" cy="111125"/>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20" name="AutoShape 15">
                <a:extLst>
                  <a:ext uri="{FF2B5EF4-FFF2-40B4-BE49-F238E27FC236}">
                    <a16:creationId xmlns:a16="http://schemas.microsoft.com/office/drawing/2014/main" id="{97219738-5C2D-97EC-D7DA-18CE76C47131}"/>
                  </a:ext>
                </a:extLst>
              </p:cNvPr>
              <p:cNvSpPr>
                <a:spLocks noChangeArrowheads="1"/>
              </p:cNvSpPr>
              <p:nvPr/>
            </p:nvSpPr>
            <p:spPr bwMode="auto">
              <a:xfrm rot="5400000">
                <a:off x="3019425" y="1906588"/>
                <a:ext cx="446087" cy="382588"/>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21" name="Line 16">
                <a:extLst>
                  <a:ext uri="{FF2B5EF4-FFF2-40B4-BE49-F238E27FC236}">
                    <a16:creationId xmlns:a16="http://schemas.microsoft.com/office/drawing/2014/main" id="{04143317-C75F-3246-15E3-5E75A37389CA}"/>
                  </a:ext>
                </a:extLst>
              </p:cNvPr>
              <p:cNvSpPr>
                <a:spLocks noChangeShapeType="1"/>
              </p:cNvSpPr>
              <p:nvPr/>
            </p:nvSpPr>
            <p:spPr bwMode="auto">
              <a:xfrm>
                <a:off x="2693988" y="2090738"/>
                <a:ext cx="3508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22" name="Line 17">
                <a:extLst>
                  <a:ext uri="{FF2B5EF4-FFF2-40B4-BE49-F238E27FC236}">
                    <a16:creationId xmlns:a16="http://schemas.microsoft.com/office/drawing/2014/main" id="{C5CF5E28-3C1F-9204-AA65-B4A3E6A1227A}"/>
                  </a:ext>
                </a:extLst>
              </p:cNvPr>
              <p:cNvSpPr>
                <a:spLocks noChangeShapeType="1"/>
              </p:cNvSpPr>
              <p:nvPr/>
            </p:nvSpPr>
            <p:spPr bwMode="auto">
              <a:xfrm>
                <a:off x="3255963" y="1619250"/>
                <a:ext cx="0" cy="255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23" name="Line 18">
                <a:extLst>
                  <a:ext uri="{FF2B5EF4-FFF2-40B4-BE49-F238E27FC236}">
                    <a16:creationId xmlns:a16="http://schemas.microsoft.com/office/drawing/2014/main" id="{A9FB1ED5-FD55-813C-4685-BAA641F465A7}"/>
                  </a:ext>
                </a:extLst>
              </p:cNvPr>
              <p:cNvSpPr>
                <a:spLocks noChangeShapeType="1"/>
              </p:cNvSpPr>
              <p:nvPr/>
            </p:nvSpPr>
            <p:spPr bwMode="auto">
              <a:xfrm>
                <a:off x="2146300" y="1619250"/>
                <a:ext cx="1122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24" name="Line 19">
                <a:extLst>
                  <a:ext uri="{FF2B5EF4-FFF2-40B4-BE49-F238E27FC236}">
                    <a16:creationId xmlns:a16="http://schemas.microsoft.com/office/drawing/2014/main" id="{BFBD2F90-1061-8F62-FDF0-30B0E3122F83}"/>
                  </a:ext>
                </a:extLst>
              </p:cNvPr>
              <p:cNvSpPr>
                <a:spLocks noChangeShapeType="1"/>
              </p:cNvSpPr>
              <p:nvPr/>
            </p:nvSpPr>
            <p:spPr bwMode="auto">
              <a:xfrm>
                <a:off x="3440113" y="2103438"/>
                <a:ext cx="319087"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2725" name="Text Box 20">
                <a:extLst>
                  <a:ext uri="{FF2B5EF4-FFF2-40B4-BE49-F238E27FC236}">
                    <a16:creationId xmlns:a16="http://schemas.microsoft.com/office/drawing/2014/main" id="{7093CFFA-88A7-AFA0-A594-CD84BD1E394F}"/>
                  </a:ext>
                </a:extLst>
              </p:cNvPr>
              <p:cNvSpPr txBox="1">
                <a:spLocks noChangeArrowheads="1"/>
              </p:cNvSpPr>
              <p:nvPr/>
            </p:nvSpPr>
            <p:spPr bwMode="auto">
              <a:xfrm>
                <a:off x="2400300" y="1912938"/>
                <a:ext cx="539750"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A</a:t>
                </a:r>
                <a:endParaRPr lang="ru-RU" altLang="en-US" sz="2000" b="0"/>
              </a:p>
            </p:txBody>
          </p:sp>
          <p:sp>
            <p:nvSpPr>
              <p:cNvPr id="112726" name="Oval 22">
                <a:extLst>
                  <a:ext uri="{FF2B5EF4-FFF2-40B4-BE49-F238E27FC236}">
                    <a16:creationId xmlns:a16="http://schemas.microsoft.com/office/drawing/2014/main" id="{8545EE1D-B4C4-114D-03FB-EB62DB686011}"/>
                  </a:ext>
                </a:extLst>
              </p:cNvPr>
              <p:cNvSpPr>
                <a:spLocks noChangeArrowheads="1"/>
              </p:cNvSpPr>
              <p:nvPr/>
            </p:nvSpPr>
            <p:spPr bwMode="auto">
              <a:xfrm>
                <a:off x="3201988" y="1879600"/>
                <a:ext cx="111125" cy="111125"/>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27" name="AutoShape 24">
                <a:extLst>
                  <a:ext uri="{FF2B5EF4-FFF2-40B4-BE49-F238E27FC236}">
                    <a16:creationId xmlns:a16="http://schemas.microsoft.com/office/drawing/2014/main" id="{37907E33-FB34-DB03-6F1D-79401AD2C6FE}"/>
                  </a:ext>
                </a:extLst>
              </p:cNvPr>
              <p:cNvSpPr>
                <a:spLocks noChangeArrowheads="1"/>
              </p:cNvSpPr>
              <p:nvPr/>
            </p:nvSpPr>
            <p:spPr bwMode="auto">
              <a:xfrm rot="5400000">
                <a:off x="3043238" y="2736850"/>
                <a:ext cx="446088" cy="382587"/>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28" name="Line 25">
                <a:extLst>
                  <a:ext uri="{FF2B5EF4-FFF2-40B4-BE49-F238E27FC236}">
                    <a16:creationId xmlns:a16="http://schemas.microsoft.com/office/drawing/2014/main" id="{9737332D-B7C0-7943-2995-9437783C3232}"/>
                  </a:ext>
                </a:extLst>
              </p:cNvPr>
              <p:cNvSpPr>
                <a:spLocks noChangeShapeType="1"/>
              </p:cNvSpPr>
              <p:nvPr/>
            </p:nvSpPr>
            <p:spPr bwMode="auto">
              <a:xfrm>
                <a:off x="2717800" y="2922588"/>
                <a:ext cx="3508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29" name="Line 26">
                <a:extLst>
                  <a:ext uri="{FF2B5EF4-FFF2-40B4-BE49-F238E27FC236}">
                    <a16:creationId xmlns:a16="http://schemas.microsoft.com/office/drawing/2014/main" id="{C66D06EA-9405-9175-D7A0-01B50017B443}"/>
                  </a:ext>
                </a:extLst>
              </p:cNvPr>
              <p:cNvSpPr>
                <a:spLocks noChangeShapeType="1"/>
              </p:cNvSpPr>
              <p:nvPr/>
            </p:nvSpPr>
            <p:spPr bwMode="auto">
              <a:xfrm>
                <a:off x="3279775" y="2451100"/>
                <a:ext cx="0" cy="254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0" name="Line 27">
                <a:extLst>
                  <a:ext uri="{FF2B5EF4-FFF2-40B4-BE49-F238E27FC236}">
                    <a16:creationId xmlns:a16="http://schemas.microsoft.com/office/drawing/2014/main" id="{9000D450-1F29-7953-CC91-807E26D26C01}"/>
                  </a:ext>
                </a:extLst>
              </p:cNvPr>
              <p:cNvSpPr>
                <a:spLocks noChangeShapeType="1"/>
              </p:cNvSpPr>
              <p:nvPr/>
            </p:nvSpPr>
            <p:spPr bwMode="auto">
              <a:xfrm>
                <a:off x="2312988" y="2449513"/>
                <a:ext cx="9540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1" name="Line 28">
                <a:extLst>
                  <a:ext uri="{FF2B5EF4-FFF2-40B4-BE49-F238E27FC236}">
                    <a16:creationId xmlns:a16="http://schemas.microsoft.com/office/drawing/2014/main" id="{9614B56E-4D69-1033-681B-6E616F69FBA0}"/>
                  </a:ext>
                </a:extLst>
              </p:cNvPr>
              <p:cNvSpPr>
                <a:spLocks noChangeShapeType="1"/>
              </p:cNvSpPr>
              <p:nvPr/>
            </p:nvSpPr>
            <p:spPr bwMode="auto">
              <a:xfrm>
                <a:off x="3463925" y="2935288"/>
                <a:ext cx="30321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2732" name="Text Box 29">
                <a:extLst>
                  <a:ext uri="{FF2B5EF4-FFF2-40B4-BE49-F238E27FC236}">
                    <a16:creationId xmlns:a16="http://schemas.microsoft.com/office/drawing/2014/main" id="{20DAEAE8-D4DB-2C6F-D65F-8209DE78FCCF}"/>
                  </a:ext>
                </a:extLst>
              </p:cNvPr>
              <p:cNvSpPr txBox="1">
                <a:spLocks noChangeArrowheads="1"/>
              </p:cNvSpPr>
              <p:nvPr/>
            </p:nvSpPr>
            <p:spPr bwMode="auto">
              <a:xfrm>
                <a:off x="2424113" y="2768600"/>
                <a:ext cx="539750"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B</a:t>
                </a:r>
                <a:endParaRPr lang="ru-RU" altLang="en-US" sz="2000" b="0"/>
              </a:p>
            </p:txBody>
          </p:sp>
          <p:sp>
            <p:nvSpPr>
              <p:cNvPr id="112733" name="Oval 30">
                <a:extLst>
                  <a:ext uri="{FF2B5EF4-FFF2-40B4-BE49-F238E27FC236}">
                    <a16:creationId xmlns:a16="http://schemas.microsoft.com/office/drawing/2014/main" id="{F868A6CE-6981-F16B-4CAB-B5A743076A4B}"/>
                  </a:ext>
                </a:extLst>
              </p:cNvPr>
              <p:cNvSpPr>
                <a:spLocks noChangeArrowheads="1"/>
              </p:cNvSpPr>
              <p:nvPr/>
            </p:nvSpPr>
            <p:spPr bwMode="auto">
              <a:xfrm>
                <a:off x="3225800" y="2711450"/>
                <a:ext cx="111125" cy="111125"/>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34" name="AutoShape 31">
                <a:extLst>
                  <a:ext uri="{FF2B5EF4-FFF2-40B4-BE49-F238E27FC236}">
                    <a16:creationId xmlns:a16="http://schemas.microsoft.com/office/drawing/2014/main" id="{CD9058DF-457E-E419-B448-3121861708FF}"/>
                  </a:ext>
                </a:extLst>
              </p:cNvPr>
              <p:cNvSpPr>
                <a:spLocks noChangeArrowheads="1"/>
              </p:cNvSpPr>
              <p:nvPr/>
            </p:nvSpPr>
            <p:spPr bwMode="auto">
              <a:xfrm rot="5400000">
                <a:off x="3043238" y="3594100"/>
                <a:ext cx="446088" cy="382587"/>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35" name="Line 32">
                <a:extLst>
                  <a:ext uri="{FF2B5EF4-FFF2-40B4-BE49-F238E27FC236}">
                    <a16:creationId xmlns:a16="http://schemas.microsoft.com/office/drawing/2014/main" id="{9D0FEB9D-7F98-49F0-1728-CFFE97145256}"/>
                  </a:ext>
                </a:extLst>
              </p:cNvPr>
              <p:cNvSpPr>
                <a:spLocks noChangeShapeType="1"/>
              </p:cNvSpPr>
              <p:nvPr/>
            </p:nvSpPr>
            <p:spPr bwMode="auto">
              <a:xfrm>
                <a:off x="2717800" y="3778250"/>
                <a:ext cx="3508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6" name="Line 33">
                <a:extLst>
                  <a:ext uri="{FF2B5EF4-FFF2-40B4-BE49-F238E27FC236}">
                    <a16:creationId xmlns:a16="http://schemas.microsoft.com/office/drawing/2014/main" id="{FB912642-935F-31DB-9DC3-5635D7F2E03B}"/>
                  </a:ext>
                </a:extLst>
              </p:cNvPr>
              <p:cNvSpPr>
                <a:spLocks noChangeShapeType="1"/>
              </p:cNvSpPr>
              <p:nvPr/>
            </p:nvSpPr>
            <p:spPr bwMode="auto">
              <a:xfrm>
                <a:off x="3279775" y="3281363"/>
                <a:ext cx="0" cy="287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7" name="Line 34">
                <a:extLst>
                  <a:ext uri="{FF2B5EF4-FFF2-40B4-BE49-F238E27FC236}">
                    <a16:creationId xmlns:a16="http://schemas.microsoft.com/office/drawing/2014/main" id="{BF32AAF3-9636-3258-F355-0428B03D587F}"/>
                  </a:ext>
                </a:extLst>
              </p:cNvPr>
              <p:cNvSpPr>
                <a:spLocks noChangeShapeType="1"/>
              </p:cNvSpPr>
              <p:nvPr/>
            </p:nvSpPr>
            <p:spPr bwMode="auto">
              <a:xfrm>
                <a:off x="1930400" y="3279775"/>
                <a:ext cx="1349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8" name="Line 35">
                <a:extLst>
                  <a:ext uri="{FF2B5EF4-FFF2-40B4-BE49-F238E27FC236}">
                    <a16:creationId xmlns:a16="http://schemas.microsoft.com/office/drawing/2014/main" id="{1B6E0776-7E06-7823-3E40-24721180695C}"/>
                  </a:ext>
                </a:extLst>
              </p:cNvPr>
              <p:cNvSpPr>
                <a:spLocks noChangeShapeType="1"/>
              </p:cNvSpPr>
              <p:nvPr/>
            </p:nvSpPr>
            <p:spPr bwMode="auto">
              <a:xfrm>
                <a:off x="3463925" y="3790950"/>
                <a:ext cx="30321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2739" name="Text Box 36">
                <a:extLst>
                  <a:ext uri="{FF2B5EF4-FFF2-40B4-BE49-F238E27FC236}">
                    <a16:creationId xmlns:a16="http://schemas.microsoft.com/office/drawing/2014/main" id="{6494D4BD-B7B6-4EC3-E5D6-677F8D6B03EC}"/>
                  </a:ext>
                </a:extLst>
              </p:cNvPr>
              <p:cNvSpPr txBox="1">
                <a:spLocks noChangeArrowheads="1"/>
              </p:cNvSpPr>
              <p:nvPr/>
            </p:nvSpPr>
            <p:spPr bwMode="auto">
              <a:xfrm>
                <a:off x="2436813" y="3586163"/>
                <a:ext cx="539750"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C</a:t>
                </a:r>
                <a:endParaRPr lang="ru-RU" altLang="en-US" sz="2000" b="0"/>
              </a:p>
            </p:txBody>
          </p:sp>
          <p:sp>
            <p:nvSpPr>
              <p:cNvPr id="112740" name="Oval 37">
                <a:extLst>
                  <a:ext uri="{FF2B5EF4-FFF2-40B4-BE49-F238E27FC236}">
                    <a16:creationId xmlns:a16="http://schemas.microsoft.com/office/drawing/2014/main" id="{9EF2C71B-66AC-4BE0-B198-A5C25A376B75}"/>
                  </a:ext>
                </a:extLst>
              </p:cNvPr>
              <p:cNvSpPr>
                <a:spLocks noChangeArrowheads="1"/>
              </p:cNvSpPr>
              <p:nvPr/>
            </p:nvSpPr>
            <p:spPr bwMode="auto">
              <a:xfrm>
                <a:off x="3225800" y="3567113"/>
                <a:ext cx="111125" cy="111125"/>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41" name="AutoShape 38">
                <a:extLst>
                  <a:ext uri="{FF2B5EF4-FFF2-40B4-BE49-F238E27FC236}">
                    <a16:creationId xmlns:a16="http://schemas.microsoft.com/office/drawing/2014/main" id="{534EE40A-FE56-D648-3EE1-45A2C5633CAA}"/>
                  </a:ext>
                </a:extLst>
              </p:cNvPr>
              <p:cNvSpPr>
                <a:spLocks noChangeArrowheads="1"/>
              </p:cNvSpPr>
              <p:nvPr/>
            </p:nvSpPr>
            <p:spPr bwMode="auto">
              <a:xfrm rot="5400000">
                <a:off x="3043238" y="4462463"/>
                <a:ext cx="446087" cy="382587"/>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42" name="Line 39">
                <a:extLst>
                  <a:ext uri="{FF2B5EF4-FFF2-40B4-BE49-F238E27FC236}">
                    <a16:creationId xmlns:a16="http://schemas.microsoft.com/office/drawing/2014/main" id="{63F6CC45-F5A9-A1AC-3A67-5C31115F10F3}"/>
                  </a:ext>
                </a:extLst>
              </p:cNvPr>
              <p:cNvSpPr>
                <a:spLocks noChangeShapeType="1"/>
              </p:cNvSpPr>
              <p:nvPr/>
            </p:nvSpPr>
            <p:spPr bwMode="auto">
              <a:xfrm>
                <a:off x="2717800" y="4648200"/>
                <a:ext cx="3508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3" name="Line 40">
                <a:extLst>
                  <a:ext uri="{FF2B5EF4-FFF2-40B4-BE49-F238E27FC236}">
                    <a16:creationId xmlns:a16="http://schemas.microsoft.com/office/drawing/2014/main" id="{291EA18A-3E3C-54F6-DA87-930F8FA27215}"/>
                  </a:ext>
                </a:extLst>
              </p:cNvPr>
              <p:cNvSpPr>
                <a:spLocks noChangeShapeType="1"/>
              </p:cNvSpPr>
              <p:nvPr/>
            </p:nvSpPr>
            <p:spPr bwMode="auto">
              <a:xfrm>
                <a:off x="3279775" y="4175125"/>
                <a:ext cx="0" cy="255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4" name="Line 41">
                <a:extLst>
                  <a:ext uri="{FF2B5EF4-FFF2-40B4-BE49-F238E27FC236}">
                    <a16:creationId xmlns:a16="http://schemas.microsoft.com/office/drawing/2014/main" id="{E8273C6F-BBE7-FD7F-4C29-920223DF7825}"/>
                  </a:ext>
                </a:extLst>
              </p:cNvPr>
              <p:cNvSpPr>
                <a:spLocks noChangeShapeType="1"/>
              </p:cNvSpPr>
              <p:nvPr/>
            </p:nvSpPr>
            <p:spPr bwMode="auto">
              <a:xfrm>
                <a:off x="2120900" y="4173538"/>
                <a:ext cx="1146175"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5" name="Line 42">
                <a:extLst>
                  <a:ext uri="{FF2B5EF4-FFF2-40B4-BE49-F238E27FC236}">
                    <a16:creationId xmlns:a16="http://schemas.microsoft.com/office/drawing/2014/main" id="{218708BF-AC16-93B1-61F2-4A0697F50A40}"/>
                  </a:ext>
                </a:extLst>
              </p:cNvPr>
              <p:cNvSpPr>
                <a:spLocks noChangeShapeType="1"/>
              </p:cNvSpPr>
              <p:nvPr/>
            </p:nvSpPr>
            <p:spPr bwMode="auto">
              <a:xfrm>
                <a:off x="3463925" y="4660900"/>
                <a:ext cx="30321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2746" name="Text Box 43">
                <a:extLst>
                  <a:ext uri="{FF2B5EF4-FFF2-40B4-BE49-F238E27FC236}">
                    <a16:creationId xmlns:a16="http://schemas.microsoft.com/office/drawing/2014/main" id="{8BC2B164-F91D-C053-F911-948C3EB9880D}"/>
                  </a:ext>
                </a:extLst>
              </p:cNvPr>
              <p:cNvSpPr txBox="1">
                <a:spLocks noChangeArrowheads="1"/>
              </p:cNvSpPr>
              <p:nvPr/>
            </p:nvSpPr>
            <p:spPr bwMode="auto">
              <a:xfrm>
                <a:off x="2401888" y="4430713"/>
                <a:ext cx="541337"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D</a:t>
                </a:r>
                <a:endParaRPr lang="ru-RU" altLang="en-US" sz="2000" b="0"/>
              </a:p>
            </p:txBody>
          </p:sp>
          <p:sp>
            <p:nvSpPr>
              <p:cNvPr id="112747" name="Oval 44">
                <a:extLst>
                  <a:ext uri="{FF2B5EF4-FFF2-40B4-BE49-F238E27FC236}">
                    <a16:creationId xmlns:a16="http://schemas.microsoft.com/office/drawing/2014/main" id="{15280940-EF60-C71F-1F8B-67E3DD497B0C}"/>
                  </a:ext>
                </a:extLst>
              </p:cNvPr>
              <p:cNvSpPr>
                <a:spLocks noChangeArrowheads="1"/>
              </p:cNvSpPr>
              <p:nvPr/>
            </p:nvSpPr>
            <p:spPr bwMode="auto">
              <a:xfrm>
                <a:off x="3225800" y="4435475"/>
                <a:ext cx="111125" cy="112713"/>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48" name="Line 45">
                <a:extLst>
                  <a:ext uri="{FF2B5EF4-FFF2-40B4-BE49-F238E27FC236}">
                    <a16:creationId xmlns:a16="http://schemas.microsoft.com/office/drawing/2014/main" id="{4FEB58B6-572B-40FC-9893-3C3268503E31}"/>
                  </a:ext>
                </a:extLst>
              </p:cNvPr>
              <p:cNvSpPr>
                <a:spLocks noChangeShapeType="1"/>
              </p:cNvSpPr>
              <p:nvPr/>
            </p:nvSpPr>
            <p:spPr bwMode="auto">
              <a:xfrm>
                <a:off x="1930400" y="2601913"/>
                <a:ext cx="2238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9" name="Line 46">
                <a:extLst>
                  <a:ext uri="{FF2B5EF4-FFF2-40B4-BE49-F238E27FC236}">
                    <a16:creationId xmlns:a16="http://schemas.microsoft.com/office/drawing/2014/main" id="{1B318CAD-9A01-728C-DC56-71776541D72F}"/>
                  </a:ext>
                </a:extLst>
              </p:cNvPr>
              <p:cNvSpPr>
                <a:spLocks noChangeShapeType="1"/>
              </p:cNvSpPr>
              <p:nvPr/>
            </p:nvSpPr>
            <p:spPr bwMode="auto">
              <a:xfrm>
                <a:off x="1930400" y="2922588"/>
                <a:ext cx="3825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0" name="Line 47">
                <a:extLst>
                  <a:ext uri="{FF2B5EF4-FFF2-40B4-BE49-F238E27FC236}">
                    <a16:creationId xmlns:a16="http://schemas.microsoft.com/office/drawing/2014/main" id="{1C7CE0CA-9E38-E2D8-EC68-EB0DEB4EFF9C}"/>
                  </a:ext>
                </a:extLst>
              </p:cNvPr>
              <p:cNvSpPr>
                <a:spLocks noChangeShapeType="1"/>
              </p:cNvSpPr>
              <p:nvPr/>
            </p:nvSpPr>
            <p:spPr bwMode="auto">
              <a:xfrm flipV="1">
                <a:off x="2159000" y="1619250"/>
                <a:ext cx="0" cy="990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1" name="Line 48">
                <a:extLst>
                  <a:ext uri="{FF2B5EF4-FFF2-40B4-BE49-F238E27FC236}">
                    <a16:creationId xmlns:a16="http://schemas.microsoft.com/office/drawing/2014/main" id="{1F9C9351-B60B-3726-29A7-F21684DC0B4C}"/>
                  </a:ext>
                </a:extLst>
              </p:cNvPr>
              <p:cNvSpPr>
                <a:spLocks noChangeShapeType="1"/>
              </p:cNvSpPr>
              <p:nvPr/>
            </p:nvSpPr>
            <p:spPr bwMode="auto">
              <a:xfrm flipV="1">
                <a:off x="2312988" y="2449513"/>
                <a:ext cx="0" cy="4778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2" name="Line 49">
                <a:extLst>
                  <a:ext uri="{FF2B5EF4-FFF2-40B4-BE49-F238E27FC236}">
                    <a16:creationId xmlns:a16="http://schemas.microsoft.com/office/drawing/2014/main" id="{7CD73D68-8D0C-039B-A79C-9D69AA750314}"/>
                  </a:ext>
                </a:extLst>
              </p:cNvPr>
              <p:cNvSpPr>
                <a:spLocks noChangeShapeType="1"/>
              </p:cNvSpPr>
              <p:nvPr/>
            </p:nvSpPr>
            <p:spPr bwMode="auto">
              <a:xfrm flipV="1">
                <a:off x="2120900" y="3575050"/>
                <a:ext cx="0" cy="606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3" name="Line 50">
                <a:extLst>
                  <a:ext uri="{FF2B5EF4-FFF2-40B4-BE49-F238E27FC236}">
                    <a16:creationId xmlns:a16="http://schemas.microsoft.com/office/drawing/2014/main" id="{D1035CF1-62B8-6635-467F-C9F40122991D}"/>
                  </a:ext>
                </a:extLst>
              </p:cNvPr>
              <p:cNvSpPr>
                <a:spLocks noChangeShapeType="1"/>
              </p:cNvSpPr>
              <p:nvPr/>
            </p:nvSpPr>
            <p:spPr bwMode="auto">
              <a:xfrm>
                <a:off x="1930400" y="3586163"/>
                <a:ext cx="190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4" name="Line 51">
                <a:extLst>
                  <a:ext uri="{FF2B5EF4-FFF2-40B4-BE49-F238E27FC236}">
                    <a16:creationId xmlns:a16="http://schemas.microsoft.com/office/drawing/2014/main" id="{31F33775-1C32-66FA-F7F3-DC34FD448458}"/>
                  </a:ext>
                </a:extLst>
              </p:cNvPr>
              <p:cNvSpPr>
                <a:spLocks noChangeShapeType="1"/>
              </p:cNvSpPr>
              <p:nvPr/>
            </p:nvSpPr>
            <p:spPr bwMode="auto">
              <a:xfrm flipH="1" flipV="1">
                <a:off x="3765550" y="1809750"/>
                <a:ext cx="0" cy="31940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5" name="Line 52">
                <a:extLst>
                  <a:ext uri="{FF2B5EF4-FFF2-40B4-BE49-F238E27FC236}">
                    <a16:creationId xmlns:a16="http://schemas.microsoft.com/office/drawing/2014/main" id="{388BD440-934B-A9BF-0553-02F2A499AF28}"/>
                  </a:ext>
                </a:extLst>
              </p:cNvPr>
              <p:cNvSpPr>
                <a:spLocks noChangeShapeType="1"/>
              </p:cNvSpPr>
              <p:nvPr/>
            </p:nvSpPr>
            <p:spPr bwMode="auto">
              <a:xfrm>
                <a:off x="628650" y="2576513"/>
                <a:ext cx="3508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6" name="Line 53">
                <a:extLst>
                  <a:ext uri="{FF2B5EF4-FFF2-40B4-BE49-F238E27FC236}">
                    <a16:creationId xmlns:a16="http://schemas.microsoft.com/office/drawing/2014/main" id="{9B4FA443-2ABE-8C8D-A2E1-43FD2ABC8E91}"/>
                  </a:ext>
                </a:extLst>
              </p:cNvPr>
              <p:cNvSpPr>
                <a:spLocks noChangeShapeType="1"/>
              </p:cNvSpPr>
              <p:nvPr/>
            </p:nvSpPr>
            <p:spPr bwMode="auto">
              <a:xfrm>
                <a:off x="642938" y="2833688"/>
                <a:ext cx="3508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7" name="Line 54">
                <a:extLst>
                  <a:ext uri="{FF2B5EF4-FFF2-40B4-BE49-F238E27FC236}">
                    <a16:creationId xmlns:a16="http://schemas.microsoft.com/office/drawing/2014/main" id="{17E4488D-C839-4B7D-13E5-D135124E59BB}"/>
                  </a:ext>
                </a:extLst>
              </p:cNvPr>
              <p:cNvSpPr>
                <a:spLocks noChangeShapeType="1"/>
              </p:cNvSpPr>
              <p:nvPr/>
            </p:nvSpPr>
            <p:spPr bwMode="auto">
              <a:xfrm>
                <a:off x="3759187" y="3343275"/>
                <a:ext cx="350838"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12758" name="Text Box 56">
                <a:extLst>
                  <a:ext uri="{FF2B5EF4-FFF2-40B4-BE49-F238E27FC236}">
                    <a16:creationId xmlns:a16="http://schemas.microsoft.com/office/drawing/2014/main" id="{C413FA42-2B4C-86EC-047E-9B42C7DF0359}"/>
                  </a:ext>
                </a:extLst>
              </p:cNvPr>
              <p:cNvSpPr txBox="1">
                <a:spLocks noChangeArrowheads="1"/>
              </p:cNvSpPr>
              <p:nvPr/>
            </p:nvSpPr>
            <p:spPr bwMode="auto">
              <a:xfrm>
                <a:off x="1038225" y="2386013"/>
                <a:ext cx="509588"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olidFill>
                      <a:schemeClr val="bg1"/>
                    </a:solidFill>
                  </a:rPr>
                  <a:t>A</a:t>
                </a:r>
                <a:endParaRPr lang="ru-RU" altLang="en-US" sz="2000" b="0">
                  <a:solidFill>
                    <a:schemeClr val="bg1"/>
                  </a:solidFill>
                </a:endParaRPr>
              </a:p>
            </p:txBody>
          </p:sp>
          <p:sp>
            <p:nvSpPr>
              <p:cNvPr id="112759" name="Text Box 57">
                <a:extLst>
                  <a:ext uri="{FF2B5EF4-FFF2-40B4-BE49-F238E27FC236}">
                    <a16:creationId xmlns:a16="http://schemas.microsoft.com/office/drawing/2014/main" id="{D9704C8A-D2EB-8245-E251-1053151536B5}"/>
                  </a:ext>
                </a:extLst>
              </p:cNvPr>
              <p:cNvSpPr txBox="1">
                <a:spLocks noChangeArrowheads="1"/>
              </p:cNvSpPr>
              <p:nvPr/>
            </p:nvSpPr>
            <p:spPr bwMode="auto">
              <a:xfrm>
                <a:off x="1038225" y="2652713"/>
                <a:ext cx="509588"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solidFill>
                      <a:schemeClr val="bg1"/>
                    </a:solidFill>
                  </a:rPr>
                  <a:t>B</a:t>
                </a:r>
                <a:endParaRPr lang="ru-RU" altLang="en-US" sz="2000" b="0">
                  <a:solidFill>
                    <a:schemeClr val="bg1"/>
                  </a:solidFill>
                </a:endParaRPr>
              </a:p>
            </p:txBody>
          </p:sp>
          <p:sp>
            <p:nvSpPr>
              <p:cNvPr id="112760" name="Oval 58">
                <a:extLst>
                  <a:ext uri="{FF2B5EF4-FFF2-40B4-BE49-F238E27FC236}">
                    <a16:creationId xmlns:a16="http://schemas.microsoft.com/office/drawing/2014/main" id="{73514F29-AE1F-0C5A-203F-F7C7A4CFC1A9}"/>
                  </a:ext>
                </a:extLst>
              </p:cNvPr>
              <p:cNvSpPr>
                <a:spLocks noChangeArrowheads="1"/>
              </p:cNvSpPr>
              <p:nvPr/>
            </p:nvSpPr>
            <p:spPr bwMode="auto">
              <a:xfrm>
                <a:off x="873125" y="3432175"/>
                <a:ext cx="109538" cy="111125"/>
              </a:xfrm>
              <a:prstGeom prst="ellipse">
                <a:avLst/>
              </a:prstGeom>
              <a:solidFill>
                <a:schemeClr val="accent1"/>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2761" name="Line 60">
                <a:extLst>
                  <a:ext uri="{FF2B5EF4-FFF2-40B4-BE49-F238E27FC236}">
                    <a16:creationId xmlns:a16="http://schemas.microsoft.com/office/drawing/2014/main" id="{7098680F-A472-7F0E-B682-48D29686D916}"/>
                  </a:ext>
                </a:extLst>
              </p:cNvPr>
              <p:cNvSpPr>
                <a:spLocks noChangeShapeType="1"/>
              </p:cNvSpPr>
              <p:nvPr/>
            </p:nvSpPr>
            <p:spPr bwMode="auto">
              <a:xfrm>
                <a:off x="693738" y="3484563"/>
                <a:ext cx="1587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2" name="Text Box 64">
                <a:extLst>
                  <a:ext uri="{FF2B5EF4-FFF2-40B4-BE49-F238E27FC236}">
                    <a16:creationId xmlns:a16="http://schemas.microsoft.com/office/drawing/2014/main" id="{061F6E59-1879-FB28-680C-242BF7C36344}"/>
                  </a:ext>
                </a:extLst>
              </p:cNvPr>
              <p:cNvSpPr txBox="1">
                <a:spLocks noChangeArrowheads="1"/>
              </p:cNvSpPr>
              <p:nvPr/>
            </p:nvSpPr>
            <p:spPr bwMode="auto">
              <a:xfrm>
                <a:off x="344488" y="3305175"/>
                <a:ext cx="414337" cy="4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E</a:t>
                </a:r>
                <a:endParaRPr lang="ru-RU" altLang="en-US" sz="2000" b="0"/>
              </a:p>
            </p:txBody>
          </p:sp>
        </p:grpSp>
        <p:sp>
          <p:nvSpPr>
            <p:cNvPr id="112708" name="TextBox 118">
              <a:extLst>
                <a:ext uri="{FF2B5EF4-FFF2-40B4-BE49-F238E27FC236}">
                  <a16:creationId xmlns:a16="http://schemas.microsoft.com/office/drawing/2014/main" id="{E4FFBF91-3183-3921-DAEC-D3D928D03B61}"/>
                </a:ext>
              </a:extLst>
            </p:cNvPr>
            <p:cNvSpPr txBox="1">
              <a:spLocks noChangeArrowheads="1"/>
            </p:cNvSpPr>
            <p:nvPr/>
          </p:nvSpPr>
          <p:spPr bwMode="auto">
            <a:xfrm>
              <a:off x="1745080" y="2530549"/>
              <a:ext cx="4359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dirty="0">
                  <a:solidFill>
                    <a:schemeClr val="bg1"/>
                  </a:solidFill>
                </a:rPr>
                <a:t>0</a:t>
              </a:r>
              <a:endParaRPr lang="en-GB" altLang="en-US" sz="1600" b="0" dirty="0">
                <a:solidFill>
                  <a:schemeClr val="bg1"/>
                </a:solidFill>
              </a:endParaRPr>
            </a:p>
          </p:txBody>
        </p:sp>
        <p:sp>
          <p:nvSpPr>
            <p:cNvPr id="112709" name="TextBox 119">
              <a:extLst>
                <a:ext uri="{FF2B5EF4-FFF2-40B4-BE49-F238E27FC236}">
                  <a16:creationId xmlns:a16="http://schemas.microsoft.com/office/drawing/2014/main" id="{5E04E2BE-5248-6EF1-F727-C597C215E635}"/>
                </a:ext>
              </a:extLst>
            </p:cNvPr>
            <p:cNvSpPr txBox="1">
              <a:spLocks noChangeArrowheads="1"/>
            </p:cNvSpPr>
            <p:nvPr/>
          </p:nvSpPr>
          <p:spPr bwMode="auto">
            <a:xfrm>
              <a:off x="1690579" y="2838893"/>
              <a:ext cx="4359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dirty="0">
                  <a:solidFill>
                    <a:schemeClr val="bg1"/>
                  </a:solidFill>
                </a:rPr>
                <a:t>1</a:t>
              </a:r>
              <a:endParaRPr lang="en-GB" altLang="en-US" sz="1600" b="0" dirty="0">
                <a:solidFill>
                  <a:schemeClr val="bg1"/>
                </a:solidFill>
              </a:endParaRPr>
            </a:p>
          </p:txBody>
        </p:sp>
        <p:sp>
          <p:nvSpPr>
            <p:cNvPr id="112710" name="TextBox 120">
              <a:extLst>
                <a:ext uri="{FF2B5EF4-FFF2-40B4-BE49-F238E27FC236}">
                  <a16:creationId xmlns:a16="http://schemas.microsoft.com/office/drawing/2014/main" id="{19CC770F-39DF-A820-2654-1ACD89AE586B}"/>
                </a:ext>
              </a:extLst>
            </p:cNvPr>
            <p:cNvSpPr txBox="1">
              <a:spLocks noChangeArrowheads="1"/>
            </p:cNvSpPr>
            <p:nvPr/>
          </p:nvSpPr>
          <p:spPr bwMode="auto">
            <a:xfrm>
              <a:off x="1745083" y="3179135"/>
              <a:ext cx="4359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solidFill>
                    <a:schemeClr val="bg1"/>
                  </a:solidFill>
                </a:rPr>
                <a:t>2</a:t>
              </a:r>
              <a:endParaRPr lang="en-GB" altLang="en-US" sz="1600" b="0">
                <a:solidFill>
                  <a:schemeClr val="bg1"/>
                </a:solidFill>
              </a:endParaRPr>
            </a:p>
          </p:txBody>
        </p:sp>
        <p:sp>
          <p:nvSpPr>
            <p:cNvPr id="112711" name="TextBox 121">
              <a:extLst>
                <a:ext uri="{FF2B5EF4-FFF2-40B4-BE49-F238E27FC236}">
                  <a16:creationId xmlns:a16="http://schemas.microsoft.com/office/drawing/2014/main" id="{C1D7DCEF-9405-0892-28B4-0E7AF9BA73F0}"/>
                </a:ext>
              </a:extLst>
            </p:cNvPr>
            <p:cNvSpPr txBox="1">
              <a:spLocks noChangeArrowheads="1"/>
            </p:cNvSpPr>
            <p:nvPr/>
          </p:nvSpPr>
          <p:spPr bwMode="auto">
            <a:xfrm>
              <a:off x="1734453" y="3498112"/>
              <a:ext cx="4359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ru-RU" altLang="en-US" sz="1600" b="0">
                  <a:solidFill>
                    <a:schemeClr val="bg1"/>
                  </a:solidFill>
                </a:rPr>
                <a:t>3</a:t>
              </a:r>
              <a:endParaRPr lang="en-GB" altLang="en-US" sz="1600" b="0">
                <a:solidFill>
                  <a:schemeClr val="bg1"/>
                </a:solidFill>
              </a:endParaRP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7">
            <a:extLst>
              <a:ext uri="{FF2B5EF4-FFF2-40B4-BE49-F238E27FC236}">
                <a16:creationId xmlns:a16="http://schemas.microsoft.com/office/drawing/2014/main" id="{9567288B-49A3-BF54-6E85-1AB3F6F16407}"/>
              </a:ext>
            </a:extLst>
          </p:cNvPr>
          <p:cNvSpPr>
            <a:spLocks noGrp="1" noChangeArrowheads="1"/>
          </p:cNvSpPr>
          <p:nvPr>
            <p:ph type="title"/>
          </p:nvPr>
        </p:nvSpPr>
        <p:spPr/>
        <p:txBody>
          <a:bodyPr>
            <a:normAutofit/>
          </a:bodyPr>
          <a:lstStyle/>
          <a:p>
            <a:r>
              <a:rPr lang="en-US" altLang="en-US" dirty="0"/>
              <a:t>Tri-State Buffers (3) </a:t>
            </a:r>
            <a:endParaRPr lang="ru-RU" altLang="en-US" dirty="0"/>
          </a:p>
        </p:txBody>
      </p:sp>
      <p:sp>
        <p:nvSpPr>
          <p:cNvPr id="114691" name="Content Placeholder 8">
            <a:extLst>
              <a:ext uri="{FF2B5EF4-FFF2-40B4-BE49-F238E27FC236}">
                <a16:creationId xmlns:a16="http://schemas.microsoft.com/office/drawing/2014/main" id="{F6CFBFB3-B756-51C2-3D62-59502D0D47A4}"/>
              </a:ext>
            </a:extLst>
          </p:cNvPr>
          <p:cNvSpPr>
            <a:spLocks noGrp="1" noChangeArrowheads="1"/>
          </p:cNvSpPr>
          <p:nvPr>
            <p:ph type="body" sz="quarter" idx="13"/>
          </p:nvPr>
        </p:nvSpPr>
        <p:spPr/>
        <p:txBody>
          <a:bodyPr/>
          <a:lstStyle/>
          <a:p>
            <a:r>
              <a:rPr lang="en-US" altLang="en-US"/>
              <a:t>module tristate (en, a, y);</a:t>
            </a:r>
          </a:p>
          <a:p>
            <a:r>
              <a:rPr lang="en-US" altLang="en-US"/>
              <a:t>	input  a, en;</a:t>
            </a:r>
          </a:p>
          <a:p>
            <a:r>
              <a:rPr lang="en-US" altLang="en-US"/>
              <a:t>	output y;</a:t>
            </a:r>
          </a:p>
          <a:p>
            <a:r>
              <a:rPr lang="en-US" altLang="en-US"/>
              <a:t>	reg  y;</a:t>
            </a:r>
          </a:p>
          <a:p>
            <a:r>
              <a:rPr lang="en-US" altLang="en-US"/>
              <a:t>	always  @ (a or en)</a:t>
            </a:r>
          </a:p>
          <a:p>
            <a:r>
              <a:rPr lang="en-US" altLang="en-US"/>
              <a:t>begin   if (en)</a:t>
            </a:r>
          </a:p>
          <a:p>
            <a:r>
              <a:rPr lang="en-US" altLang="en-US"/>
              <a:t>y = a;</a:t>
            </a:r>
          </a:p>
          <a:p>
            <a:r>
              <a:rPr lang="en-US" altLang="en-US"/>
              <a:t>else  y = 1’bz;</a:t>
            </a:r>
          </a:p>
          <a:p>
            <a:r>
              <a:rPr lang="en-US" altLang="en-US"/>
              <a:t>end</a:t>
            </a:r>
          </a:p>
          <a:p>
            <a:r>
              <a:rPr lang="en-US" altLang="en-US"/>
              <a:t>endmodule</a:t>
            </a:r>
          </a:p>
          <a:p>
            <a:endParaRPr lang="ru-RU" altLang="en-US"/>
          </a:p>
        </p:txBody>
      </p:sp>
      <p:sp>
        <p:nvSpPr>
          <p:cNvPr id="114692" name="Content Placeholder 9">
            <a:extLst>
              <a:ext uri="{FF2B5EF4-FFF2-40B4-BE49-F238E27FC236}">
                <a16:creationId xmlns:a16="http://schemas.microsoft.com/office/drawing/2014/main" id="{32EFEC53-B711-E60F-DD8D-1E7978B4953E}"/>
              </a:ext>
            </a:extLst>
          </p:cNvPr>
          <p:cNvSpPr>
            <a:spLocks noGrp="1" noChangeArrowheads="1"/>
          </p:cNvSpPr>
          <p:nvPr>
            <p:ph type="body" sz="quarter" idx="14"/>
          </p:nvPr>
        </p:nvSpPr>
        <p:spPr/>
        <p:txBody>
          <a:bodyPr/>
          <a:lstStyle/>
          <a:p>
            <a:pPr>
              <a:buFont typeface="Wingdings" panose="05000000000000000000" pitchFamily="2" charset="2"/>
              <a:buNone/>
            </a:pPr>
            <a:r>
              <a:rPr lang="en-US" altLang="en-US" sz="2000" dirty="0"/>
              <a:t>Using continuous assignment and ternary conditional operator </a:t>
            </a:r>
          </a:p>
          <a:p>
            <a:endParaRPr lang="en-US" altLang="en-US" sz="2000" dirty="0"/>
          </a:p>
          <a:p>
            <a:pPr>
              <a:buFont typeface="Wingdings" panose="05000000000000000000" pitchFamily="2" charset="2"/>
              <a:buNone/>
            </a:pPr>
            <a:r>
              <a:rPr lang="en-US" altLang="en-US" sz="2000" dirty="0">
                <a:solidFill>
                  <a:srgbClr val="0000FF"/>
                </a:solidFill>
              </a:rPr>
              <a:t>module</a:t>
            </a:r>
            <a:r>
              <a:rPr lang="en-US" altLang="en-US" sz="2000" dirty="0"/>
              <a:t> tristate (</a:t>
            </a:r>
            <a:r>
              <a:rPr lang="en-US" altLang="en-US" sz="2000" dirty="0" err="1"/>
              <a:t>en</a:t>
            </a:r>
            <a:r>
              <a:rPr lang="en-US" altLang="en-US" sz="2000" dirty="0"/>
              <a:t>, a, y);</a:t>
            </a:r>
          </a:p>
          <a:p>
            <a:pPr>
              <a:buFont typeface="Wingdings" panose="05000000000000000000" pitchFamily="2" charset="2"/>
              <a:buNone/>
            </a:pPr>
            <a:r>
              <a:rPr lang="en-US" altLang="en-US" sz="2000" dirty="0">
                <a:solidFill>
                  <a:srgbClr val="0066FF"/>
                </a:solidFill>
              </a:rPr>
              <a:t>	</a:t>
            </a:r>
            <a:r>
              <a:rPr lang="en-US" altLang="en-US" sz="2000" dirty="0">
                <a:solidFill>
                  <a:srgbClr val="0000FF"/>
                </a:solidFill>
              </a:rPr>
              <a:t>input</a:t>
            </a:r>
            <a:r>
              <a:rPr lang="en-US" altLang="en-US" sz="2000" dirty="0"/>
              <a:t>  a, </a:t>
            </a:r>
            <a:r>
              <a:rPr lang="en-US" altLang="en-US" sz="2000" dirty="0" err="1"/>
              <a:t>en</a:t>
            </a:r>
            <a:r>
              <a:rPr lang="en-US" altLang="en-US" sz="2000" dirty="0"/>
              <a:t>;</a:t>
            </a:r>
          </a:p>
          <a:p>
            <a:pPr>
              <a:buFont typeface="Wingdings" panose="05000000000000000000" pitchFamily="2" charset="2"/>
              <a:buNone/>
            </a:pPr>
            <a:r>
              <a:rPr lang="en-US" altLang="en-US" sz="2000" dirty="0">
                <a:solidFill>
                  <a:srgbClr val="0066FF"/>
                </a:solidFill>
              </a:rPr>
              <a:t>	</a:t>
            </a:r>
            <a:r>
              <a:rPr lang="en-US" altLang="en-US" sz="2000" dirty="0">
                <a:solidFill>
                  <a:srgbClr val="0000FF"/>
                </a:solidFill>
              </a:rPr>
              <a:t>output</a:t>
            </a:r>
            <a:r>
              <a:rPr lang="en-US" altLang="en-US" sz="2000" dirty="0"/>
              <a:t> y;</a:t>
            </a:r>
          </a:p>
          <a:p>
            <a:pPr>
              <a:buFont typeface="Wingdings" panose="05000000000000000000" pitchFamily="2" charset="2"/>
              <a:buNone/>
            </a:pPr>
            <a:r>
              <a:rPr lang="en-US" altLang="en-US" sz="2000" dirty="0">
                <a:solidFill>
                  <a:srgbClr val="0000FF"/>
                </a:solidFill>
              </a:rPr>
              <a:t>assign</a:t>
            </a:r>
            <a:r>
              <a:rPr lang="en-US" altLang="en-US" sz="2000" dirty="0"/>
              <a:t> y = en?a:1’bz;</a:t>
            </a:r>
          </a:p>
          <a:p>
            <a:pPr>
              <a:buFont typeface="Wingdings" panose="05000000000000000000" pitchFamily="2" charset="2"/>
              <a:buNone/>
            </a:pPr>
            <a:r>
              <a:rPr lang="en-US" altLang="en-US" sz="2000" dirty="0" err="1">
                <a:solidFill>
                  <a:srgbClr val="0000FF"/>
                </a:solidFill>
              </a:rPr>
              <a:t>endmodule</a:t>
            </a:r>
            <a:endParaRPr lang="en-US" altLang="en-US" sz="2000" dirty="0">
              <a:solidFill>
                <a:srgbClr val="0000FF"/>
              </a:solidFill>
            </a:endParaRPr>
          </a:p>
          <a:p>
            <a:endParaRPr lang="en-US" altLang="en-US" sz="2000" dirty="0"/>
          </a:p>
          <a:p>
            <a:endParaRPr lang="ru-RU" altLang="en-US" sz="2000" dirty="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a:extLst>
              <a:ext uri="{FF2B5EF4-FFF2-40B4-BE49-F238E27FC236}">
                <a16:creationId xmlns:a16="http://schemas.microsoft.com/office/drawing/2014/main" id="{79574312-2A9D-6E0D-C3F7-743336F87B29}"/>
              </a:ext>
            </a:extLst>
          </p:cNvPr>
          <p:cNvSpPr>
            <a:spLocks noGrp="1" noChangeArrowheads="1"/>
          </p:cNvSpPr>
          <p:nvPr>
            <p:ph type="title"/>
          </p:nvPr>
        </p:nvSpPr>
        <p:spPr>
          <a:xfrm>
            <a:off x="-1" y="183402"/>
            <a:ext cx="11612880" cy="704088"/>
          </a:xfrm>
        </p:spPr>
        <p:txBody>
          <a:bodyPr/>
          <a:lstStyle/>
          <a:p>
            <a:r>
              <a:rPr lang="en-US" altLang="en-US"/>
              <a:t>SystemVerilog</a:t>
            </a:r>
            <a:endParaRPr lang="en-GB" altLang="en-US"/>
          </a:p>
        </p:txBody>
      </p:sp>
      <p:sp>
        <p:nvSpPr>
          <p:cNvPr id="4" name="Text Placeholder 3">
            <a:extLst>
              <a:ext uri="{FF2B5EF4-FFF2-40B4-BE49-F238E27FC236}">
                <a16:creationId xmlns:a16="http://schemas.microsoft.com/office/drawing/2014/main" id="{C2C97670-9EB1-05A4-738E-7075EDCA41B1}"/>
              </a:ext>
            </a:extLst>
          </p:cNvPr>
          <p:cNvSpPr>
            <a:spLocks noGrp="1"/>
          </p:cNvSpPr>
          <p:nvPr>
            <p:ph type="body" sz="quarter" idx="10"/>
          </p:nvPr>
        </p:nvSpPr>
        <p:spPr/>
        <p:txBody>
          <a:bodyPr/>
          <a:lstStyle/>
          <a:p>
            <a:r>
              <a:rPr lang="en-US" dirty="0"/>
              <a:t>module  tristate(input logic [3:0] a,</a:t>
            </a:r>
          </a:p>
          <a:p>
            <a:r>
              <a:rPr lang="en-US" dirty="0"/>
              <a:t>	input logic </a:t>
            </a:r>
            <a:r>
              <a:rPr lang="en-US" dirty="0" err="1"/>
              <a:t>en</a:t>
            </a:r>
            <a:r>
              <a:rPr lang="en-US" dirty="0"/>
              <a:t>,</a:t>
            </a:r>
          </a:p>
          <a:p>
            <a:r>
              <a:rPr lang="en-US" dirty="0"/>
              <a:t>	output  tri  [3:0] y);</a:t>
            </a:r>
          </a:p>
          <a:p>
            <a:r>
              <a:rPr lang="en-US" dirty="0"/>
              <a:t>	assign  y = </a:t>
            </a:r>
            <a:r>
              <a:rPr lang="en-US" dirty="0" err="1"/>
              <a:t>en</a:t>
            </a:r>
            <a:r>
              <a:rPr lang="en-US" dirty="0"/>
              <a:t> ? a : 4'bz;</a:t>
            </a:r>
          </a:p>
          <a:p>
            <a:r>
              <a:rPr lang="en-US" dirty="0" err="1"/>
              <a:t>еndmodule</a:t>
            </a:r>
            <a:endParaRPr lang="en-US" dirty="0"/>
          </a:p>
          <a:p>
            <a:endParaRPr lang="en-US" dirty="0"/>
          </a:p>
          <a:p>
            <a:r>
              <a:rPr lang="en-US" dirty="0"/>
              <a:t>y is declared as tri rather than logic.</a:t>
            </a:r>
          </a:p>
          <a:p>
            <a:r>
              <a:rPr lang="en-US" dirty="0"/>
              <a:t>tri output from a module  can be used as a logic input to another module.</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a:extLst>
              <a:ext uri="{FF2B5EF4-FFF2-40B4-BE49-F238E27FC236}">
                <a16:creationId xmlns:a16="http://schemas.microsoft.com/office/drawing/2014/main" id="{B308C1B2-D9AF-5735-43E2-7684757D7EE4}"/>
              </a:ext>
            </a:extLst>
          </p:cNvPr>
          <p:cNvSpPr>
            <a:spLocks noGrp="1" noChangeArrowheads="1"/>
          </p:cNvSpPr>
          <p:nvPr>
            <p:ph type="title"/>
          </p:nvPr>
        </p:nvSpPr>
        <p:spPr>
          <a:xfrm>
            <a:off x="-1" y="183402"/>
            <a:ext cx="11612880" cy="704088"/>
          </a:xfrm>
        </p:spPr>
        <p:txBody>
          <a:bodyPr/>
          <a:lstStyle/>
          <a:p>
            <a:r>
              <a:rPr lang="en-US" altLang="en-US"/>
              <a:t>MUX 2:1 Based on Tri-State Buffers</a:t>
            </a:r>
            <a:endParaRPr lang="en-GB" altLang="en-US"/>
          </a:p>
        </p:txBody>
      </p:sp>
      <p:sp>
        <p:nvSpPr>
          <p:cNvPr id="117763" name="TextBox 29">
            <a:extLst>
              <a:ext uri="{FF2B5EF4-FFF2-40B4-BE49-F238E27FC236}">
                <a16:creationId xmlns:a16="http://schemas.microsoft.com/office/drawing/2014/main" id="{EA0B75C4-DA78-3185-F5E5-F14E270F64B2}"/>
              </a:ext>
            </a:extLst>
          </p:cNvPr>
          <p:cNvSpPr txBox="1">
            <a:spLocks noChangeArrowheads="1"/>
          </p:cNvSpPr>
          <p:nvPr/>
        </p:nvSpPr>
        <p:spPr bwMode="auto">
          <a:xfrm>
            <a:off x="2366963" y="4940300"/>
            <a:ext cx="2540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Y=d0·</a:t>
            </a:r>
            <a:r>
              <a:rPr lang="en-US" altLang="en-US" sz="2000" b="0">
                <a:sym typeface="Symbol" panose="05050102010706020507" pitchFamily="18" charset="2"/>
              </a:rPr>
              <a:t>S + d1·S</a:t>
            </a:r>
            <a:endParaRPr lang="en-GB" altLang="en-US" sz="2000" b="0" baseline="-25000"/>
          </a:p>
        </p:txBody>
      </p:sp>
      <p:grpSp>
        <p:nvGrpSpPr>
          <p:cNvPr id="117764" name="Group 31">
            <a:extLst>
              <a:ext uri="{FF2B5EF4-FFF2-40B4-BE49-F238E27FC236}">
                <a16:creationId xmlns:a16="http://schemas.microsoft.com/office/drawing/2014/main" id="{97E37A9B-50D4-C8B5-6208-BDB4A45DC0D7}"/>
              </a:ext>
            </a:extLst>
          </p:cNvPr>
          <p:cNvGrpSpPr>
            <a:grpSpLocks/>
          </p:cNvGrpSpPr>
          <p:nvPr/>
        </p:nvGrpSpPr>
        <p:grpSpPr bwMode="auto">
          <a:xfrm>
            <a:off x="1993900" y="1797050"/>
            <a:ext cx="3136900" cy="2921000"/>
            <a:chOff x="927100" y="1562101"/>
            <a:chExt cx="3136900" cy="2920999"/>
          </a:xfrm>
        </p:grpSpPr>
        <p:sp>
          <p:nvSpPr>
            <p:cNvPr id="117767" name="Isosceles Triangle 3">
              <a:extLst>
                <a:ext uri="{FF2B5EF4-FFF2-40B4-BE49-F238E27FC236}">
                  <a16:creationId xmlns:a16="http://schemas.microsoft.com/office/drawing/2014/main" id="{F9132DF8-255F-ECAD-1DC6-FE12CF5701B1}"/>
                </a:ext>
              </a:extLst>
            </p:cNvPr>
            <p:cNvSpPr>
              <a:spLocks noChangeArrowheads="1"/>
            </p:cNvSpPr>
            <p:nvPr/>
          </p:nvSpPr>
          <p:spPr bwMode="auto">
            <a:xfrm rot="5400000">
              <a:off x="1790700" y="2679700"/>
              <a:ext cx="647700" cy="495300"/>
            </a:xfrm>
            <a:prstGeom prst="triangle">
              <a:avLst>
                <a:gd name="adj"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sp>
          <p:nvSpPr>
            <p:cNvPr id="117768" name="Oval 4">
              <a:extLst>
                <a:ext uri="{FF2B5EF4-FFF2-40B4-BE49-F238E27FC236}">
                  <a16:creationId xmlns:a16="http://schemas.microsoft.com/office/drawing/2014/main" id="{16FBB433-B2F5-A4C0-9F22-C70D6D349397}"/>
                </a:ext>
              </a:extLst>
            </p:cNvPr>
            <p:cNvSpPr>
              <a:spLocks noChangeArrowheads="1"/>
            </p:cNvSpPr>
            <p:nvPr/>
          </p:nvSpPr>
          <p:spPr bwMode="auto">
            <a:xfrm>
              <a:off x="2057400" y="2628900"/>
              <a:ext cx="137160" cy="13716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cxnSp>
          <p:nvCxnSpPr>
            <p:cNvPr id="117769" name="Straight Connector 6">
              <a:extLst>
                <a:ext uri="{FF2B5EF4-FFF2-40B4-BE49-F238E27FC236}">
                  <a16:creationId xmlns:a16="http://schemas.microsoft.com/office/drawing/2014/main" id="{D343D8EF-7C14-8419-067F-3B4CCF639968}"/>
                </a:ext>
              </a:extLst>
            </p:cNvPr>
            <p:cNvCxnSpPr>
              <a:cxnSpLocks noChangeShapeType="1"/>
            </p:cNvCxnSpPr>
            <p:nvPr/>
          </p:nvCxnSpPr>
          <p:spPr bwMode="auto">
            <a:xfrm rot="5400000" flipH="1" flipV="1">
              <a:off x="1813559" y="2288540"/>
              <a:ext cx="6400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70" name="Straight Connector 8">
              <a:extLst>
                <a:ext uri="{FF2B5EF4-FFF2-40B4-BE49-F238E27FC236}">
                  <a16:creationId xmlns:a16="http://schemas.microsoft.com/office/drawing/2014/main" id="{69007F5C-8FF8-86C7-2BA2-064C7BFC9D25}"/>
                </a:ext>
              </a:extLst>
            </p:cNvPr>
            <p:cNvCxnSpPr>
              <a:cxnSpLocks noChangeShapeType="1"/>
              <a:stCxn id="117767" idx="3"/>
            </p:cNvCxnSpPr>
            <p:nvPr/>
          </p:nvCxnSpPr>
          <p:spPr bwMode="auto">
            <a:xfrm rot="10800000" flipV="1">
              <a:off x="1397000" y="2933700"/>
              <a:ext cx="469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71" name="Straight Connector 9">
              <a:extLst>
                <a:ext uri="{FF2B5EF4-FFF2-40B4-BE49-F238E27FC236}">
                  <a16:creationId xmlns:a16="http://schemas.microsoft.com/office/drawing/2014/main" id="{8DA61840-C7A5-BB65-27EA-6B516764A82E}"/>
                </a:ext>
              </a:extLst>
            </p:cNvPr>
            <p:cNvCxnSpPr>
              <a:cxnSpLocks noChangeShapeType="1"/>
            </p:cNvCxnSpPr>
            <p:nvPr/>
          </p:nvCxnSpPr>
          <p:spPr bwMode="auto">
            <a:xfrm rot="10800000" flipV="1">
              <a:off x="2362200" y="2933700"/>
              <a:ext cx="469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72" name="Straight Connector 11">
              <a:extLst>
                <a:ext uri="{FF2B5EF4-FFF2-40B4-BE49-F238E27FC236}">
                  <a16:creationId xmlns:a16="http://schemas.microsoft.com/office/drawing/2014/main" id="{83C9E1FD-E2F4-5092-5B49-898940C41E17}"/>
                </a:ext>
              </a:extLst>
            </p:cNvPr>
            <p:cNvCxnSpPr>
              <a:cxnSpLocks noChangeShapeType="1"/>
            </p:cNvCxnSpPr>
            <p:nvPr/>
          </p:nvCxnSpPr>
          <p:spPr bwMode="auto">
            <a:xfrm rot="5400000">
              <a:off x="2227580" y="3538220"/>
              <a:ext cx="123444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17773" name="Isosceles Triangle 12">
              <a:extLst>
                <a:ext uri="{FF2B5EF4-FFF2-40B4-BE49-F238E27FC236}">
                  <a16:creationId xmlns:a16="http://schemas.microsoft.com/office/drawing/2014/main" id="{9D7D3CE7-B2D0-A15F-B2B8-72807A1D7A7B}"/>
                </a:ext>
              </a:extLst>
            </p:cNvPr>
            <p:cNvSpPr>
              <a:spLocks noChangeArrowheads="1"/>
            </p:cNvSpPr>
            <p:nvPr/>
          </p:nvSpPr>
          <p:spPr bwMode="auto">
            <a:xfrm rot="5400000">
              <a:off x="1854200" y="3911600"/>
              <a:ext cx="647700" cy="495300"/>
            </a:xfrm>
            <a:prstGeom prst="triangle">
              <a:avLst>
                <a:gd name="adj"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cxnSp>
          <p:nvCxnSpPr>
            <p:cNvPr id="117774" name="Straight Connector 14">
              <a:extLst>
                <a:ext uri="{FF2B5EF4-FFF2-40B4-BE49-F238E27FC236}">
                  <a16:creationId xmlns:a16="http://schemas.microsoft.com/office/drawing/2014/main" id="{E1FFBAFF-221D-B742-D3AF-5DD1CBB70E9A}"/>
                </a:ext>
              </a:extLst>
            </p:cNvPr>
            <p:cNvCxnSpPr>
              <a:cxnSpLocks noChangeShapeType="1"/>
            </p:cNvCxnSpPr>
            <p:nvPr/>
          </p:nvCxnSpPr>
          <p:spPr bwMode="auto">
            <a:xfrm rot="5400000" flipH="1" flipV="1">
              <a:off x="2021956" y="3807344"/>
              <a:ext cx="350287"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75" name="Straight Connector 15">
              <a:extLst>
                <a:ext uri="{FF2B5EF4-FFF2-40B4-BE49-F238E27FC236}">
                  <a16:creationId xmlns:a16="http://schemas.microsoft.com/office/drawing/2014/main" id="{3CA7A2A4-97BA-F6B5-46C8-55081B65DAA5}"/>
                </a:ext>
              </a:extLst>
            </p:cNvPr>
            <p:cNvCxnSpPr>
              <a:cxnSpLocks noChangeShapeType="1"/>
              <a:stCxn id="117773" idx="3"/>
            </p:cNvCxnSpPr>
            <p:nvPr/>
          </p:nvCxnSpPr>
          <p:spPr bwMode="auto">
            <a:xfrm rot="10800000" flipV="1">
              <a:off x="1460500" y="4165600"/>
              <a:ext cx="469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76" name="Straight Connector 17">
              <a:extLst>
                <a:ext uri="{FF2B5EF4-FFF2-40B4-BE49-F238E27FC236}">
                  <a16:creationId xmlns:a16="http://schemas.microsoft.com/office/drawing/2014/main" id="{FFBC283B-E17E-4CEE-7AF3-594CE99364AC}"/>
                </a:ext>
              </a:extLst>
            </p:cNvPr>
            <p:cNvCxnSpPr>
              <a:cxnSpLocks noChangeShapeType="1"/>
            </p:cNvCxnSpPr>
            <p:nvPr/>
          </p:nvCxnSpPr>
          <p:spPr bwMode="auto">
            <a:xfrm>
              <a:off x="2133600" y="2374900"/>
              <a:ext cx="406400" cy="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17777" name="Straight Connector 19">
              <a:extLst>
                <a:ext uri="{FF2B5EF4-FFF2-40B4-BE49-F238E27FC236}">
                  <a16:creationId xmlns:a16="http://schemas.microsoft.com/office/drawing/2014/main" id="{1307ABB3-FD8E-4F91-BD48-06B191D8A5B6}"/>
                </a:ext>
              </a:extLst>
            </p:cNvPr>
            <p:cNvCxnSpPr>
              <a:cxnSpLocks noChangeShapeType="1"/>
            </p:cNvCxnSpPr>
            <p:nvPr/>
          </p:nvCxnSpPr>
          <p:spPr bwMode="auto">
            <a:xfrm rot="16200000" flipH="1">
              <a:off x="1913636" y="3005836"/>
              <a:ext cx="125272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78" name="Straight Connector 21">
              <a:extLst>
                <a:ext uri="{FF2B5EF4-FFF2-40B4-BE49-F238E27FC236}">
                  <a16:creationId xmlns:a16="http://schemas.microsoft.com/office/drawing/2014/main" id="{9E75E23E-A588-0735-7FE4-36BE02CCC16D}"/>
                </a:ext>
              </a:extLst>
            </p:cNvPr>
            <p:cNvCxnSpPr>
              <a:cxnSpLocks noChangeShapeType="1"/>
            </p:cNvCxnSpPr>
            <p:nvPr/>
          </p:nvCxnSpPr>
          <p:spPr bwMode="auto">
            <a:xfrm>
              <a:off x="2209800" y="3632200"/>
              <a:ext cx="32004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79" name="Straight Connector 22">
              <a:extLst>
                <a:ext uri="{FF2B5EF4-FFF2-40B4-BE49-F238E27FC236}">
                  <a16:creationId xmlns:a16="http://schemas.microsoft.com/office/drawing/2014/main" id="{43EAF210-D19F-86D5-4AE5-BEA91CAC82C5}"/>
                </a:ext>
              </a:extLst>
            </p:cNvPr>
            <p:cNvCxnSpPr>
              <a:cxnSpLocks noChangeShapeType="1"/>
            </p:cNvCxnSpPr>
            <p:nvPr/>
          </p:nvCxnSpPr>
          <p:spPr bwMode="auto">
            <a:xfrm rot="10800000" flipV="1">
              <a:off x="2427732" y="4152900"/>
              <a:ext cx="42976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7780" name="Straight Connector 24">
              <a:extLst>
                <a:ext uri="{FF2B5EF4-FFF2-40B4-BE49-F238E27FC236}">
                  <a16:creationId xmlns:a16="http://schemas.microsoft.com/office/drawing/2014/main" id="{FA691B52-F3AF-3EE1-ED45-F11F37A777BF}"/>
                </a:ext>
              </a:extLst>
            </p:cNvPr>
            <p:cNvCxnSpPr>
              <a:cxnSpLocks noChangeShapeType="1"/>
            </p:cNvCxnSpPr>
            <p:nvPr/>
          </p:nvCxnSpPr>
          <p:spPr bwMode="auto">
            <a:xfrm flipV="1">
              <a:off x="2844800" y="3492500"/>
              <a:ext cx="548640" cy="0"/>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117781" name="TextBox 26">
              <a:extLst>
                <a:ext uri="{FF2B5EF4-FFF2-40B4-BE49-F238E27FC236}">
                  <a16:creationId xmlns:a16="http://schemas.microsoft.com/office/drawing/2014/main" id="{146236D1-E259-38BB-263F-994CFC3AAE6D}"/>
                </a:ext>
              </a:extLst>
            </p:cNvPr>
            <p:cNvSpPr txBox="1">
              <a:spLocks noChangeArrowheads="1"/>
            </p:cNvSpPr>
            <p:nvPr/>
          </p:nvSpPr>
          <p:spPr bwMode="auto">
            <a:xfrm>
              <a:off x="927100" y="2705101"/>
              <a:ext cx="63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d0</a:t>
              </a:r>
              <a:endParaRPr lang="en-GB" altLang="en-US" sz="2000" b="0"/>
            </a:p>
          </p:txBody>
        </p:sp>
        <p:sp>
          <p:nvSpPr>
            <p:cNvPr id="117782" name="TextBox 27">
              <a:extLst>
                <a:ext uri="{FF2B5EF4-FFF2-40B4-BE49-F238E27FC236}">
                  <a16:creationId xmlns:a16="http://schemas.microsoft.com/office/drawing/2014/main" id="{7B32C2F4-D014-AF3D-96A0-51841EA26197}"/>
                </a:ext>
              </a:extLst>
            </p:cNvPr>
            <p:cNvSpPr txBox="1">
              <a:spLocks noChangeArrowheads="1"/>
            </p:cNvSpPr>
            <p:nvPr/>
          </p:nvSpPr>
          <p:spPr bwMode="auto">
            <a:xfrm>
              <a:off x="965200" y="3975101"/>
              <a:ext cx="63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d1</a:t>
              </a:r>
              <a:endParaRPr lang="en-GB" altLang="en-US" sz="2000" b="0"/>
            </a:p>
          </p:txBody>
        </p:sp>
        <p:sp>
          <p:nvSpPr>
            <p:cNvPr id="117783" name="TextBox 28">
              <a:extLst>
                <a:ext uri="{FF2B5EF4-FFF2-40B4-BE49-F238E27FC236}">
                  <a16:creationId xmlns:a16="http://schemas.microsoft.com/office/drawing/2014/main" id="{CAB08984-A9DF-487A-27B4-14A85AB526DC}"/>
                </a:ext>
              </a:extLst>
            </p:cNvPr>
            <p:cNvSpPr txBox="1">
              <a:spLocks noChangeArrowheads="1"/>
            </p:cNvSpPr>
            <p:nvPr/>
          </p:nvSpPr>
          <p:spPr bwMode="auto">
            <a:xfrm>
              <a:off x="3429000" y="3314701"/>
              <a:ext cx="63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Y</a:t>
              </a:r>
              <a:endParaRPr lang="en-GB" altLang="en-US" sz="2000" b="0" baseline="-25000"/>
            </a:p>
          </p:txBody>
        </p:sp>
        <p:sp>
          <p:nvSpPr>
            <p:cNvPr id="117784" name="TextBox 30">
              <a:extLst>
                <a:ext uri="{FF2B5EF4-FFF2-40B4-BE49-F238E27FC236}">
                  <a16:creationId xmlns:a16="http://schemas.microsoft.com/office/drawing/2014/main" id="{6384AE29-77A3-81CF-B12C-6BEDCEAE9569}"/>
                </a:ext>
              </a:extLst>
            </p:cNvPr>
            <p:cNvSpPr txBox="1">
              <a:spLocks noChangeArrowheads="1"/>
            </p:cNvSpPr>
            <p:nvPr/>
          </p:nvSpPr>
          <p:spPr bwMode="auto">
            <a:xfrm>
              <a:off x="1968500" y="1562101"/>
              <a:ext cx="63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S</a:t>
              </a:r>
              <a:endParaRPr lang="en-GB" altLang="en-US" sz="2000" b="0" baseline="-25000"/>
            </a:p>
          </p:txBody>
        </p:sp>
      </p:grpSp>
      <p:sp>
        <p:nvSpPr>
          <p:cNvPr id="117765" name="TextBox 23">
            <a:extLst>
              <a:ext uri="{FF2B5EF4-FFF2-40B4-BE49-F238E27FC236}">
                <a16:creationId xmlns:a16="http://schemas.microsoft.com/office/drawing/2014/main" id="{DC818D32-2E5D-B15B-02EB-FAE22D5736CF}"/>
              </a:ext>
            </a:extLst>
          </p:cNvPr>
          <p:cNvSpPr txBox="1">
            <a:spLocks noChangeArrowheads="1"/>
          </p:cNvSpPr>
          <p:nvPr/>
        </p:nvSpPr>
        <p:spPr bwMode="auto">
          <a:xfrm>
            <a:off x="5287964" y="1839914"/>
            <a:ext cx="491172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spcAft>
                <a:spcPts val="600"/>
              </a:spcAft>
            </a:pPr>
            <a:r>
              <a:rPr lang="en-GB" altLang="en-US" sz="2000" b="0"/>
              <a:t>SystemVerilog</a:t>
            </a:r>
          </a:p>
          <a:p>
            <a:pPr eaLnBrk="1" hangingPunct="1"/>
            <a:r>
              <a:rPr lang="fr-FR" altLang="en-US" sz="2000" b="0">
                <a:solidFill>
                  <a:srgbClr val="0000FF"/>
                </a:solidFill>
              </a:rPr>
              <a:t>module</a:t>
            </a:r>
            <a:r>
              <a:rPr lang="fr-FR" altLang="en-US" sz="2000" b="0"/>
              <a:t> mux2(</a:t>
            </a:r>
            <a:r>
              <a:rPr lang="fr-FR" altLang="en-US" sz="2000" b="0">
                <a:solidFill>
                  <a:srgbClr val="0000FF"/>
                </a:solidFill>
              </a:rPr>
              <a:t>input logic </a:t>
            </a:r>
            <a:r>
              <a:rPr lang="fr-FR" altLang="en-US" sz="2000" b="0"/>
              <a:t>[3:0] d0, d1,</a:t>
            </a:r>
          </a:p>
          <a:p>
            <a:pPr eaLnBrk="1" hangingPunct="1"/>
            <a:r>
              <a:rPr lang="en-GB" altLang="en-US" sz="2000" b="0">
                <a:solidFill>
                  <a:srgbClr val="0000FF"/>
                </a:solidFill>
              </a:rPr>
              <a:t>input logic </a:t>
            </a:r>
            <a:r>
              <a:rPr lang="en-GB" altLang="en-US" sz="2000" b="0"/>
              <a:t>s,  </a:t>
            </a:r>
            <a:r>
              <a:rPr lang="en-GB" altLang="en-US" sz="2000" b="0">
                <a:solidFill>
                  <a:srgbClr val="0000FF"/>
                </a:solidFill>
              </a:rPr>
              <a:t>output tri </a:t>
            </a:r>
            <a:r>
              <a:rPr lang="en-GB" altLang="en-US" sz="2000" b="0"/>
              <a:t>[3:0] y);</a:t>
            </a:r>
          </a:p>
          <a:p>
            <a:pPr eaLnBrk="1" hangingPunct="1"/>
            <a:r>
              <a:rPr lang="en-GB" altLang="en-US" sz="2000" b="0"/>
              <a:t>tristate  t0(d0, ~s, y);</a:t>
            </a:r>
          </a:p>
          <a:p>
            <a:pPr eaLnBrk="1" hangingPunct="1"/>
            <a:r>
              <a:rPr lang="en-GB" altLang="en-US" sz="2000" b="0"/>
              <a:t>tristate  t1(d1, s, y);</a:t>
            </a:r>
          </a:p>
          <a:p>
            <a:pPr eaLnBrk="1" hangingPunct="1"/>
            <a:r>
              <a:rPr lang="en-GB" altLang="en-US" sz="2000" b="0">
                <a:solidFill>
                  <a:srgbClr val="0000FF"/>
                </a:solidFill>
              </a:rPr>
              <a:t>endmodule</a:t>
            </a:r>
          </a:p>
        </p:txBody>
      </p:sp>
      <p:sp>
        <p:nvSpPr>
          <p:cNvPr id="117766" name="TextBox 25">
            <a:extLst>
              <a:ext uri="{FF2B5EF4-FFF2-40B4-BE49-F238E27FC236}">
                <a16:creationId xmlns:a16="http://schemas.microsoft.com/office/drawing/2014/main" id="{9D3B1728-0706-F79F-2AEB-4B78840C4018}"/>
              </a:ext>
            </a:extLst>
          </p:cNvPr>
          <p:cNvSpPr txBox="1">
            <a:spLocks noChangeArrowheads="1"/>
          </p:cNvSpPr>
          <p:nvPr/>
        </p:nvSpPr>
        <p:spPr bwMode="auto">
          <a:xfrm>
            <a:off x="5129213" y="4105276"/>
            <a:ext cx="5294312"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2000" b="0"/>
              <a:t>In SystemVerilog, expressions such as ~s are permitted in the port list for an instance.   Arbitrarily complicated expressions are legal but discouraged because they make the code difficult to read.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a:extLst>
              <a:ext uri="{FF2B5EF4-FFF2-40B4-BE49-F238E27FC236}">
                <a16:creationId xmlns:a16="http://schemas.microsoft.com/office/drawing/2014/main" id="{68858327-7313-D2FC-3539-5A356481D0ED}"/>
              </a:ext>
            </a:extLst>
          </p:cNvPr>
          <p:cNvSpPr>
            <a:spLocks noGrp="1" noChangeArrowheads="1"/>
          </p:cNvSpPr>
          <p:nvPr>
            <p:ph type="title"/>
          </p:nvPr>
        </p:nvSpPr>
        <p:spPr>
          <a:xfrm>
            <a:off x="-1" y="183402"/>
            <a:ext cx="11612880" cy="704088"/>
          </a:xfrm>
        </p:spPr>
        <p:txBody>
          <a:bodyPr/>
          <a:lstStyle/>
          <a:p>
            <a:r>
              <a:rPr lang="en-GB" altLang="en-US"/>
              <a:t>Verilog   and SystemVerilog</a:t>
            </a:r>
          </a:p>
        </p:txBody>
      </p:sp>
      <p:graphicFrame>
        <p:nvGraphicFramePr>
          <p:cNvPr id="4" name="Table 3">
            <a:extLst>
              <a:ext uri="{FF2B5EF4-FFF2-40B4-BE49-F238E27FC236}">
                <a16:creationId xmlns:a16="http://schemas.microsoft.com/office/drawing/2014/main" id="{5266A002-095D-4EE4-8691-71C1445F1E97}"/>
              </a:ext>
            </a:extLst>
          </p:cNvPr>
          <p:cNvGraphicFramePr>
            <a:graphicFrameLocks noGrp="1"/>
          </p:cNvGraphicFramePr>
          <p:nvPr>
            <p:extLst>
              <p:ext uri="{D42A27DB-BD31-4B8C-83A1-F6EECF244321}">
                <p14:modId xmlns:p14="http://schemas.microsoft.com/office/powerpoint/2010/main" val="708052059"/>
              </p:ext>
            </p:extLst>
          </p:nvPr>
        </p:nvGraphicFramePr>
        <p:xfrm>
          <a:off x="1920875" y="1342571"/>
          <a:ext cx="7964488" cy="3208676"/>
        </p:xfrm>
        <a:graphic>
          <a:graphicData uri="http://schemas.openxmlformats.org/drawingml/2006/table">
            <a:tbl>
              <a:tblPr firstRow="1" bandRow="1">
                <a:tableStyleId>{5C22544A-7EE6-4342-B048-85BDC9FD1C3A}</a:tableStyleId>
              </a:tblPr>
              <a:tblGrid>
                <a:gridCol w="1159051">
                  <a:extLst>
                    <a:ext uri="{9D8B030D-6E8A-4147-A177-3AD203B41FA5}">
                      <a16:colId xmlns:a16="http://schemas.microsoft.com/office/drawing/2014/main" val="20000"/>
                    </a:ext>
                  </a:extLst>
                </a:gridCol>
                <a:gridCol w="2530772">
                  <a:extLst>
                    <a:ext uri="{9D8B030D-6E8A-4147-A177-3AD203B41FA5}">
                      <a16:colId xmlns:a16="http://schemas.microsoft.com/office/drawing/2014/main" val="20001"/>
                    </a:ext>
                  </a:extLst>
                </a:gridCol>
                <a:gridCol w="1339820">
                  <a:extLst>
                    <a:ext uri="{9D8B030D-6E8A-4147-A177-3AD203B41FA5}">
                      <a16:colId xmlns:a16="http://schemas.microsoft.com/office/drawing/2014/main" val="20002"/>
                    </a:ext>
                  </a:extLst>
                </a:gridCol>
                <a:gridCol w="2934845">
                  <a:extLst>
                    <a:ext uri="{9D8B030D-6E8A-4147-A177-3AD203B41FA5}">
                      <a16:colId xmlns:a16="http://schemas.microsoft.com/office/drawing/2014/main" val="20003"/>
                    </a:ext>
                  </a:extLst>
                </a:gridCol>
              </a:tblGrid>
              <a:tr h="639977">
                <a:tc>
                  <a:txBody>
                    <a:bodyPr/>
                    <a:lstStyle/>
                    <a:p>
                      <a:r>
                        <a:rPr lang="en-GB" sz="1800" dirty="0"/>
                        <a:t>Type of signal</a:t>
                      </a:r>
                    </a:p>
                  </a:txBody>
                  <a:tcPr marL="91448" marR="91448" marT="45706" marB="45706"/>
                </a:tc>
                <a:tc>
                  <a:txBody>
                    <a:bodyPr/>
                    <a:lstStyle/>
                    <a:p>
                      <a:r>
                        <a:rPr lang="en-GB" sz="1800" dirty="0"/>
                        <a:t> </a:t>
                      </a:r>
                      <a:r>
                        <a:rPr lang="en-GB" sz="1800" dirty="0" err="1"/>
                        <a:t>Verilog</a:t>
                      </a:r>
                      <a:endParaRPr lang="en-GB" sz="1800" dirty="0"/>
                    </a:p>
                  </a:txBody>
                  <a:tcPr marL="91448" marR="91448" marT="45706" marB="45706"/>
                </a:tc>
                <a:tc>
                  <a:txBody>
                    <a:bodyPr/>
                    <a:lstStyle/>
                    <a:p>
                      <a:r>
                        <a:rPr lang="en-GB" sz="1800" dirty="0"/>
                        <a:t>Type  of signal</a:t>
                      </a:r>
                    </a:p>
                  </a:txBody>
                  <a:tcPr marL="91448" marR="91448" marT="45706" marB="45706"/>
                </a:tc>
                <a:tc>
                  <a:txBody>
                    <a:bodyPr/>
                    <a:lstStyle/>
                    <a:p>
                      <a:r>
                        <a:rPr lang="en-GB" sz="1800" dirty="0" err="1"/>
                        <a:t>SystemVerilog</a:t>
                      </a:r>
                      <a:endParaRPr lang="en-GB" sz="1800" dirty="0"/>
                    </a:p>
                  </a:txBody>
                  <a:tcPr marL="91448" marR="91448" marT="45706" marB="45706"/>
                </a:tc>
                <a:extLst>
                  <a:ext uri="{0D108BD9-81ED-4DB2-BD59-A6C34878D82A}">
                    <a16:rowId xmlns:a16="http://schemas.microsoft.com/office/drawing/2014/main" val="10000"/>
                  </a:ext>
                </a:extLst>
              </a:tr>
              <a:tr h="914259">
                <a:tc>
                  <a:txBody>
                    <a:bodyPr/>
                    <a:lstStyle/>
                    <a:p>
                      <a:r>
                        <a:rPr lang="en-GB" sz="1800" dirty="0"/>
                        <a:t>wire</a:t>
                      </a:r>
                    </a:p>
                    <a:p>
                      <a:r>
                        <a:rPr lang="en-GB" sz="1800" dirty="0"/>
                        <a:t>{0,1,x,z}</a:t>
                      </a:r>
                    </a:p>
                  </a:txBody>
                  <a:tcPr marL="91448" marR="91448" marT="45706" marB="45706"/>
                </a:tc>
                <a:tc>
                  <a:txBody>
                    <a:bodyPr/>
                    <a:lstStyle/>
                    <a:p>
                      <a:r>
                        <a:rPr lang="en-GB" sz="1800" kern="1200" baseline="0" dirty="0">
                          <a:solidFill>
                            <a:schemeClr val="dk1"/>
                          </a:solidFill>
                          <a:latin typeface="+mn-lt"/>
                          <a:ea typeface="+mn-ea"/>
                          <a:cs typeface="+mn-cs"/>
                        </a:rPr>
                        <a:t>left hand of =</a:t>
                      </a:r>
                    </a:p>
                    <a:p>
                      <a:r>
                        <a:rPr lang="en-GB" sz="1800" kern="1200" baseline="0" dirty="0">
                          <a:solidFill>
                            <a:schemeClr val="dk1"/>
                          </a:solidFill>
                          <a:latin typeface="+mn-lt"/>
                          <a:ea typeface="+mn-ea"/>
                          <a:cs typeface="+mn-cs"/>
                        </a:rPr>
                        <a:t> in assign  statement.</a:t>
                      </a:r>
                    </a:p>
                    <a:p>
                      <a:r>
                        <a:rPr lang="en-GB" sz="1800" kern="1200" baseline="0" dirty="0">
                          <a:solidFill>
                            <a:schemeClr val="dk1"/>
                          </a:solidFill>
                          <a:latin typeface="+mn-lt"/>
                          <a:ea typeface="+mn-ea"/>
                          <a:cs typeface="+mn-cs"/>
                        </a:rPr>
                        <a:t>One  driver</a:t>
                      </a:r>
                      <a:endParaRPr lang="en-GB" sz="1800" dirty="0"/>
                    </a:p>
                  </a:txBody>
                  <a:tcPr marL="91448" marR="91448" marT="45706" marB="45706"/>
                </a:tc>
                <a:tc>
                  <a:txBody>
                    <a:bodyPr/>
                    <a:lstStyle/>
                    <a:p>
                      <a:r>
                        <a:rPr lang="en-GB" sz="1800" kern="1200" baseline="0" dirty="0">
                          <a:solidFill>
                            <a:schemeClr val="dk1"/>
                          </a:solidFill>
                          <a:latin typeface="+mn-lt"/>
                          <a:ea typeface="+mn-ea"/>
                          <a:cs typeface="+mn-cs"/>
                        </a:rPr>
                        <a:t>logic,</a:t>
                      </a:r>
                      <a:br>
                        <a:rPr lang="en-GB" sz="1800" kern="1200" baseline="0" dirty="0">
                          <a:solidFill>
                            <a:schemeClr val="dk1"/>
                          </a:solidFill>
                          <a:latin typeface="+mn-lt"/>
                          <a:ea typeface="+mn-ea"/>
                          <a:cs typeface="+mn-cs"/>
                        </a:rPr>
                      </a:br>
                      <a:r>
                        <a:rPr lang="en-GB" sz="1800" kern="1200" baseline="0" dirty="0">
                          <a:solidFill>
                            <a:schemeClr val="dk1"/>
                          </a:solidFill>
                          <a:latin typeface="+mn-lt"/>
                          <a:ea typeface="+mn-ea"/>
                          <a:cs typeface="+mn-cs"/>
                        </a:rPr>
                        <a:t>one driver</a:t>
                      </a:r>
                      <a:endParaRPr lang="en-GB" sz="1800" dirty="0"/>
                    </a:p>
                  </a:txBody>
                  <a:tcPr marL="91448" marR="91448" marT="45706" marB="45706"/>
                </a:tc>
                <a:tc>
                  <a:txBody>
                    <a:bodyPr/>
                    <a:lstStyle/>
                    <a:p>
                      <a:r>
                        <a:rPr lang="en-GB" sz="1800" b="0" dirty="0"/>
                        <a:t>nearly all </a:t>
                      </a:r>
                      <a:r>
                        <a:rPr lang="en-GB" sz="1800" b="0" dirty="0" err="1"/>
                        <a:t>SystemVerilog</a:t>
                      </a:r>
                      <a:r>
                        <a:rPr lang="en-GB" sz="1800" b="0" dirty="0"/>
                        <a:t>   signals</a:t>
                      </a:r>
                      <a:endParaRPr lang="en-GB" sz="1800" dirty="0"/>
                    </a:p>
                  </a:txBody>
                  <a:tcPr marL="91448" marR="91448" marT="45706" marB="45706"/>
                </a:tc>
                <a:extLst>
                  <a:ext uri="{0D108BD9-81ED-4DB2-BD59-A6C34878D82A}">
                    <a16:rowId xmlns:a16="http://schemas.microsoft.com/office/drawing/2014/main" val="10001"/>
                  </a:ext>
                </a:extLst>
              </a:tr>
              <a:tr h="639977">
                <a:tc>
                  <a:txBody>
                    <a:bodyPr/>
                    <a:lstStyle/>
                    <a:p>
                      <a:r>
                        <a:rPr lang="en-GB" sz="1800" dirty="0" err="1"/>
                        <a:t>reg</a:t>
                      </a:r>
                      <a:endParaRPr lang="en-GB" sz="1800" dirty="0"/>
                    </a:p>
                  </a:txBody>
                  <a:tcPr marL="91448" marR="91448" marT="45706" marB="45706"/>
                </a:tc>
                <a:tc>
                  <a:txBody>
                    <a:bodyPr/>
                    <a:lstStyle/>
                    <a:p>
                      <a:r>
                        <a:rPr lang="en-GB" sz="1800" kern="1200" baseline="0" dirty="0">
                          <a:solidFill>
                            <a:schemeClr val="dk1"/>
                          </a:solidFill>
                          <a:latin typeface="+mn-lt"/>
                          <a:ea typeface="+mn-ea"/>
                          <a:cs typeface="+mn-cs"/>
                        </a:rPr>
                        <a:t>left hand side of &lt;= or = in an always block</a:t>
                      </a:r>
                      <a:endParaRPr lang="en-GB" sz="1800" dirty="0"/>
                    </a:p>
                  </a:txBody>
                  <a:tcPr marL="91448" marR="91448" marT="45706" marB="45706"/>
                </a:tc>
                <a:tc>
                  <a:txBody>
                    <a:bodyPr/>
                    <a:lstStyle/>
                    <a:p>
                      <a:r>
                        <a:rPr lang="en-GB" sz="1800" dirty="0"/>
                        <a:t>Logic,</a:t>
                      </a:r>
                      <a:br>
                        <a:rPr lang="en-GB" sz="1800" dirty="0"/>
                      </a:br>
                      <a:r>
                        <a:rPr lang="en-GB" sz="1800" dirty="0"/>
                        <a:t>one driver</a:t>
                      </a:r>
                    </a:p>
                  </a:txBody>
                  <a:tcPr marL="91448" marR="91448" marT="45706" marB="4570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a:t>Synonym  a   </a:t>
                      </a:r>
                      <a:r>
                        <a:rPr lang="en-GB" sz="1800" dirty="0" err="1"/>
                        <a:t>reg</a:t>
                      </a:r>
                      <a:endParaRPr lang="en-GB" sz="1800" dirty="0"/>
                    </a:p>
                    <a:p>
                      <a:endParaRPr lang="en-GB" sz="1800" dirty="0"/>
                    </a:p>
                  </a:txBody>
                  <a:tcPr marL="91448" marR="91448" marT="45706" marB="45706"/>
                </a:tc>
                <a:extLst>
                  <a:ext uri="{0D108BD9-81ED-4DB2-BD59-A6C34878D82A}">
                    <a16:rowId xmlns:a16="http://schemas.microsoft.com/office/drawing/2014/main" val="10002"/>
                  </a:ext>
                </a:extLst>
              </a:tr>
              <a:tr h="374148">
                <a:tc>
                  <a:txBody>
                    <a:bodyPr/>
                    <a:lstStyle/>
                    <a:p>
                      <a:r>
                        <a:rPr lang="en-GB" sz="1800" dirty="0"/>
                        <a:t>tri</a:t>
                      </a:r>
                    </a:p>
                  </a:txBody>
                  <a:tcPr marL="91448" marR="91448" marT="45706" marB="45706"/>
                </a:tc>
                <a:tc>
                  <a:txBody>
                    <a:bodyPr/>
                    <a:lstStyle/>
                    <a:p>
                      <a:r>
                        <a:rPr lang="en-GB" sz="1800" dirty="0"/>
                        <a:t> wire</a:t>
                      </a:r>
                    </a:p>
                  </a:txBody>
                  <a:tcPr marL="91448" marR="91448" marT="45706" marB="45706"/>
                </a:tc>
                <a:tc>
                  <a:txBody>
                    <a:bodyPr/>
                    <a:lstStyle/>
                    <a:p>
                      <a:r>
                        <a:rPr lang="en-GB" sz="1800" dirty="0"/>
                        <a:t>tri  </a:t>
                      </a:r>
                    </a:p>
                  </a:txBody>
                  <a:tcPr marL="91448" marR="91448" marT="45706" marB="45706"/>
                </a:tc>
                <a:tc>
                  <a:txBody>
                    <a:bodyPr/>
                    <a:lstStyle/>
                    <a:p>
                      <a:r>
                        <a:rPr lang="en-GB" sz="1800" dirty="0"/>
                        <a:t>Multiple drivers </a:t>
                      </a:r>
                    </a:p>
                  </a:txBody>
                  <a:tcPr marL="91448" marR="91448" marT="45706" marB="45706"/>
                </a:tc>
                <a:extLst>
                  <a:ext uri="{0D108BD9-81ED-4DB2-BD59-A6C34878D82A}">
                    <a16:rowId xmlns:a16="http://schemas.microsoft.com/office/drawing/2014/main" val="10003"/>
                  </a:ext>
                </a:extLst>
              </a:tr>
              <a:tr h="639977">
                <a:tc>
                  <a:txBody>
                    <a:bodyPr/>
                    <a:lstStyle/>
                    <a:p>
                      <a:r>
                        <a:rPr lang="en-GB" sz="1800" dirty="0"/>
                        <a:t>bit </a:t>
                      </a:r>
                      <a:br>
                        <a:rPr lang="en-GB" sz="1800" dirty="0"/>
                      </a:br>
                      <a:r>
                        <a:rPr lang="en-GB" sz="1800" dirty="0"/>
                        <a:t>{0,1}</a:t>
                      </a:r>
                    </a:p>
                  </a:txBody>
                  <a:tcPr marL="91448" marR="91448" marT="45706" marB="45706"/>
                </a:tc>
                <a:tc>
                  <a:txBody>
                    <a:bodyPr/>
                    <a:lstStyle/>
                    <a:p>
                      <a:r>
                        <a:rPr lang="en-GB" sz="1800" dirty="0"/>
                        <a:t>byte</a:t>
                      </a:r>
                    </a:p>
                  </a:txBody>
                  <a:tcPr marL="91448" marR="91448" marT="45706" marB="45706"/>
                </a:tc>
                <a:tc>
                  <a:txBody>
                    <a:bodyPr/>
                    <a:lstStyle/>
                    <a:p>
                      <a:endParaRPr lang="en-GB" sz="1800" dirty="0"/>
                    </a:p>
                  </a:txBody>
                  <a:tcPr marL="91448" marR="91448" marT="45706" marB="45706"/>
                </a:tc>
                <a:tc>
                  <a:txBody>
                    <a:bodyPr/>
                    <a:lstStyle/>
                    <a:p>
                      <a:endParaRPr lang="en-GB" sz="1800" dirty="0"/>
                    </a:p>
                  </a:txBody>
                  <a:tcPr marL="91448" marR="91448" marT="45706" marB="45706"/>
                </a:tc>
                <a:extLst>
                  <a:ext uri="{0D108BD9-81ED-4DB2-BD59-A6C34878D82A}">
                    <a16:rowId xmlns:a16="http://schemas.microsoft.com/office/drawing/2014/main" val="10004"/>
                  </a:ext>
                </a:extLst>
              </a:tr>
            </a:tbl>
          </a:graphicData>
        </a:graphic>
      </p:graphicFrame>
      <p:sp>
        <p:nvSpPr>
          <p:cNvPr id="118819" name="TextBox 4">
            <a:extLst>
              <a:ext uri="{FF2B5EF4-FFF2-40B4-BE49-F238E27FC236}">
                <a16:creationId xmlns:a16="http://schemas.microsoft.com/office/drawing/2014/main" id="{E2F35907-29EE-BA9C-761A-A38FE840BEFA}"/>
              </a:ext>
            </a:extLst>
          </p:cNvPr>
          <p:cNvSpPr txBox="1">
            <a:spLocks noChangeArrowheads="1"/>
          </p:cNvSpPr>
          <p:nvPr/>
        </p:nvSpPr>
        <p:spPr bwMode="auto">
          <a:xfrm>
            <a:off x="1920875" y="4654777"/>
            <a:ext cx="8313738"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dirty="0" err="1"/>
              <a:t>SystemVerilog</a:t>
            </a:r>
            <a:r>
              <a:rPr lang="en-GB" altLang="en-US" sz="1800" b="0" dirty="0"/>
              <a:t> relaxes the rules on assign statements and hierarchical  port instantiations so logic can be used outside always   blocks where a   wire traditionally  would  have  been required.  </a:t>
            </a:r>
          </a:p>
          <a:p>
            <a:pPr eaLnBrk="1" hangingPunct="1"/>
            <a:r>
              <a:rPr lang="en-GB" altLang="en-US" sz="1800" b="0" dirty="0"/>
              <a:t>The exception is that signals with multiple drivers (</a:t>
            </a:r>
            <a:r>
              <a:rPr lang="en-GB" altLang="en-US" sz="1800" b="0" dirty="0" err="1"/>
              <a:t>e.g.,a</a:t>
            </a:r>
            <a:r>
              <a:rPr lang="en-GB" altLang="en-US" sz="1800" b="0" dirty="0"/>
              <a:t> tristate bus) must be declared as a net.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a:extLst>
              <a:ext uri="{FF2B5EF4-FFF2-40B4-BE49-F238E27FC236}">
                <a16:creationId xmlns:a16="http://schemas.microsoft.com/office/drawing/2014/main" id="{CFBB8203-9B99-C611-14FD-F3118C393657}"/>
              </a:ext>
            </a:extLst>
          </p:cNvPr>
          <p:cNvSpPr>
            <a:spLocks noGrp="1" noChangeArrowheads="1"/>
          </p:cNvSpPr>
          <p:nvPr>
            <p:ph type="title"/>
          </p:nvPr>
        </p:nvSpPr>
        <p:spPr>
          <a:xfrm>
            <a:off x="-1" y="183402"/>
            <a:ext cx="11612880" cy="704088"/>
          </a:xfrm>
        </p:spPr>
        <p:txBody>
          <a:bodyPr/>
          <a:lstStyle/>
          <a:p>
            <a:r>
              <a:rPr lang="en-US" altLang="en-US"/>
              <a:t>Example</a:t>
            </a:r>
            <a:endParaRPr lang="ru-RU" altLang="en-US"/>
          </a:p>
        </p:txBody>
      </p:sp>
      <p:grpSp>
        <p:nvGrpSpPr>
          <p:cNvPr id="119811" name="Group 147">
            <a:extLst>
              <a:ext uri="{FF2B5EF4-FFF2-40B4-BE49-F238E27FC236}">
                <a16:creationId xmlns:a16="http://schemas.microsoft.com/office/drawing/2014/main" id="{D4F808BB-B1D2-3356-F822-DC0AB6255FF1}"/>
              </a:ext>
            </a:extLst>
          </p:cNvPr>
          <p:cNvGrpSpPr>
            <a:grpSpLocks/>
          </p:cNvGrpSpPr>
          <p:nvPr/>
        </p:nvGrpSpPr>
        <p:grpSpPr bwMode="auto">
          <a:xfrm>
            <a:off x="2230438" y="1731964"/>
            <a:ext cx="7816850" cy="3952875"/>
            <a:chOff x="477838" y="1608138"/>
            <a:chExt cx="7816850" cy="3952875"/>
          </a:xfrm>
        </p:grpSpPr>
        <p:sp>
          <p:nvSpPr>
            <p:cNvPr id="56326" name="Text Box 6">
              <a:extLst>
                <a:ext uri="{FF2B5EF4-FFF2-40B4-BE49-F238E27FC236}">
                  <a16:creationId xmlns:a16="http://schemas.microsoft.com/office/drawing/2014/main" id="{0EE60790-C146-499C-814F-1069FCE43BBA}"/>
                </a:ext>
              </a:extLst>
            </p:cNvPr>
            <p:cNvSpPr txBox="1">
              <a:spLocks noChangeArrowheads="1"/>
            </p:cNvSpPr>
            <p:nvPr/>
          </p:nvSpPr>
          <p:spPr bwMode="auto">
            <a:xfrm>
              <a:off x="1084263" y="2051050"/>
              <a:ext cx="1317625" cy="295910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ru-RU" sz="1600"/>
            </a:p>
            <a:p>
              <a:pPr eaLnBrk="1" hangingPunct="1">
                <a:defRPr/>
              </a:pPr>
              <a:endParaRPr lang="ru-RU" sz="1600"/>
            </a:p>
            <a:p>
              <a:pPr eaLnBrk="1" hangingPunct="1">
                <a:defRPr/>
              </a:pPr>
              <a:endParaRPr lang="ru-RU" sz="1600"/>
            </a:p>
          </p:txBody>
        </p:sp>
        <p:sp>
          <p:nvSpPr>
            <p:cNvPr id="119813" name="Line 7">
              <a:extLst>
                <a:ext uri="{FF2B5EF4-FFF2-40B4-BE49-F238E27FC236}">
                  <a16:creationId xmlns:a16="http://schemas.microsoft.com/office/drawing/2014/main" id="{66F913E6-7EB0-FC09-0FD1-A87FBF99E534}"/>
                </a:ext>
              </a:extLst>
            </p:cNvPr>
            <p:cNvSpPr>
              <a:spLocks noChangeShapeType="1"/>
            </p:cNvSpPr>
            <p:nvPr/>
          </p:nvSpPr>
          <p:spPr bwMode="auto">
            <a:xfrm>
              <a:off x="552450" y="2578100"/>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14" name="Line 8">
              <a:extLst>
                <a:ext uri="{FF2B5EF4-FFF2-40B4-BE49-F238E27FC236}">
                  <a16:creationId xmlns:a16="http://schemas.microsoft.com/office/drawing/2014/main" id="{9A33F279-501F-E31F-D8FA-7E84323F88AE}"/>
                </a:ext>
              </a:extLst>
            </p:cNvPr>
            <p:cNvSpPr>
              <a:spLocks noChangeShapeType="1"/>
            </p:cNvSpPr>
            <p:nvPr/>
          </p:nvSpPr>
          <p:spPr bwMode="auto">
            <a:xfrm>
              <a:off x="527050" y="2814638"/>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15" name="Line 9">
              <a:extLst>
                <a:ext uri="{FF2B5EF4-FFF2-40B4-BE49-F238E27FC236}">
                  <a16:creationId xmlns:a16="http://schemas.microsoft.com/office/drawing/2014/main" id="{5971CA74-E38C-5487-3CC8-C7370F242C11}"/>
                </a:ext>
              </a:extLst>
            </p:cNvPr>
            <p:cNvSpPr>
              <a:spLocks noChangeShapeType="1"/>
            </p:cNvSpPr>
            <p:nvPr/>
          </p:nvSpPr>
          <p:spPr bwMode="auto">
            <a:xfrm>
              <a:off x="527050" y="3051175"/>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16" name="Line 10">
              <a:extLst>
                <a:ext uri="{FF2B5EF4-FFF2-40B4-BE49-F238E27FC236}">
                  <a16:creationId xmlns:a16="http://schemas.microsoft.com/office/drawing/2014/main" id="{0A1264D0-70C7-7B24-C9E3-FEAD8FAEDE72}"/>
                </a:ext>
              </a:extLst>
            </p:cNvPr>
            <p:cNvSpPr>
              <a:spLocks noChangeShapeType="1"/>
            </p:cNvSpPr>
            <p:nvPr/>
          </p:nvSpPr>
          <p:spPr bwMode="auto">
            <a:xfrm>
              <a:off x="527050" y="3286125"/>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17" name="Line 11">
              <a:extLst>
                <a:ext uri="{FF2B5EF4-FFF2-40B4-BE49-F238E27FC236}">
                  <a16:creationId xmlns:a16="http://schemas.microsoft.com/office/drawing/2014/main" id="{C62D1AE3-84B6-22A2-52C4-5109F142B751}"/>
                </a:ext>
              </a:extLst>
            </p:cNvPr>
            <p:cNvSpPr>
              <a:spLocks noChangeShapeType="1"/>
            </p:cNvSpPr>
            <p:nvPr/>
          </p:nvSpPr>
          <p:spPr bwMode="auto">
            <a:xfrm>
              <a:off x="552450" y="3508375"/>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18" name="Line 12">
              <a:extLst>
                <a:ext uri="{FF2B5EF4-FFF2-40B4-BE49-F238E27FC236}">
                  <a16:creationId xmlns:a16="http://schemas.microsoft.com/office/drawing/2014/main" id="{63818F88-D786-F884-5585-D2AD3F6121EC}"/>
                </a:ext>
              </a:extLst>
            </p:cNvPr>
            <p:cNvSpPr>
              <a:spLocks noChangeShapeType="1"/>
            </p:cNvSpPr>
            <p:nvPr/>
          </p:nvSpPr>
          <p:spPr bwMode="auto">
            <a:xfrm>
              <a:off x="552450" y="3729038"/>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19" name="Line 13">
              <a:extLst>
                <a:ext uri="{FF2B5EF4-FFF2-40B4-BE49-F238E27FC236}">
                  <a16:creationId xmlns:a16="http://schemas.microsoft.com/office/drawing/2014/main" id="{CB58A210-3B62-D8F7-1E96-CF6973117EBE}"/>
                </a:ext>
              </a:extLst>
            </p:cNvPr>
            <p:cNvSpPr>
              <a:spLocks noChangeShapeType="1"/>
            </p:cNvSpPr>
            <p:nvPr/>
          </p:nvSpPr>
          <p:spPr bwMode="auto">
            <a:xfrm>
              <a:off x="552450" y="3951288"/>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0" name="Line 14">
              <a:extLst>
                <a:ext uri="{FF2B5EF4-FFF2-40B4-BE49-F238E27FC236}">
                  <a16:creationId xmlns:a16="http://schemas.microsoft.com/office/drawing/2014/main" id="{879D3AEB-E450-83F8-43F4-372757898E70}"/>
                </a:ext>
              </a:extLst>
            </p:cNvPr>
            <p:cNvSpPr>
              <a:spLocks noChangeShapeType="1"/>
            </p:cNvSpPr>
            <p:nvPr/>
          </p:nvSpPr>
          <p:spPr bwMode="auto">
            <a:xfrm>
              <a:off x="539750" y="4173538"/>
              <a:ext cx="533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1" name="Line 15">
              <a:extLst>
                <a:ext uri="{FF2B5EF4-FFF2-40B4-BE49-F238E27FC236}">
                  <a16:creationId xmlns:a16="http://schemas.microsoft.com/office/drawing/2014/main" id="{7B6794CF-2B81-36E1-FCC3-380F2D1FECE6}"/>
                </a:ext>
              </a:extLst>
            </p:cNvPr>
            <p:cNvSpPr>
              <a:spLocks noChangeShapeType="1"/>
            </p:cNvSpPr>
            <p:nvPr/>
          </p:nvSpPr>
          <p:spPr bwMode="auto">
            <a:xfrm>
              <a:off x="2409825" y="2301875"/>
              <a:ext cx="1435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2" name="Line 16">
              <a:extLst>
                <a:ext uri="{FF2B5EF4-FFF2-40B4-BE49-F238E27FC236}">
                  <a16:creationId xmlns:a16="http://schemas.microsoft.com/office/drawing/2014/main" id="{501914F0-E684-466E-2611-D5A8F6D7EDE3}"/>
                </a:ext>
              </a:extLst>
            </p:cNvPr>
            <p:cNvSpPr>
              <a:spLocks noChangeShapeType="1"/>
            </p:cNvSpPr>
            <p:nvPr/>
          </p:nvSpPr>
          <p:spPr bwMode="auto">
            <a:xfrm flipV="1">
              <a:off x="2509838" y="2613025"/>
              <a:ext cx="13303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3" name="Text Box 17">
              <a:extLst>
                <a:ext uri="{FF2B5EF4-FFF2-40B4-BE49-F238E27FC236}">
                  <a16:creationId xmlns:a16="http://schemas.microsoft.com/office/drawing/2014/main" id="{705D3B16-F1B1-394C-35B0-67189FB91F8A}"/>
                </a:ext>
              </a:extLst>
            </p:cNvPr>
            <p:cNvSpPr txBox="1">
              <a:spLocks noChangeArrowheads="1"/>
            </p:cNvSpPr>
            <p:nvPr/>
          </p:nvSpPr>
          <p:spPr bwMode="auto">
            <a:xfrm>
              <a:off x="1084263" y="2352675"/>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D0</a:t>
              </a:r>
              <a:endParaRPr lang="ru-RU" altLang="en-US" sz="1600" b="0"/>
            </a:p>
          </p:txBody>
        </p:sp>
        <p:sp>
          <p:nvSpPr>
            <p:cNvPr id="119824" name="Text Box 18">
              <a:extLst>
                <a:ext uri="{FF2B5EF4-FFF2-40B4-BE49-F238E27FC236}">
                  <a16:creationId xmlns:a16="http://schemas.microsoft.com/office/drawing/2014/main" id="{F707937A-C160-3C54-5FF4-809DF35717BB}"/>
                </a:ext>
              </a:extLst>
            </p:cNvPr>
            <p:cNvSpPr txBox="1">
              <a:spLocks noChangeArrowheads="1"/>
            </p:cNvSpPr>
            <p:nvPr/>
          </p:nvSpPr>
          <p:spPr bwMode="auto">
            <a:xfrm>
              <a:off x="1073150" y="2593975"/>
              <a:ext cx="59213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D1</a:t>
              </a:r>
              <a:endParaRPr lang="ru-RU" altLang="en-US" sz="1600" b="0"/>
            </a:p>
          </p:txBody>
        </p:sp>
        <p:sp>
          <p:nvSpPr>
            <p:cNvPr id="119825" name="Text Box 19">
              <a:extLst>
                <a:ext uri="{FF2B5EF4-FFF2-40B4-BE49-F238E27FC236}">
                  <a16:creationId xmlns:a16="http://schemas.microsoft.com/office/drawing/2014/main" id="{E5F59DC0-D0DD-11FA-FE1C-F2B79367C385}"/>
                </a:ext>
              </a:extLst>
            </p:cNvPr>
            <p:cNvSpPr txBox="1">
              <a:spLocks noChangeArrowheads="1"/>
            </p:cNvSpPr>
            <p:nvPr/>
          </p:nvSpPr>
          <p:spPr bwMode="auto">
            <a:xfrm>
              <a:off x="1073150" y="2822575"/>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D2</a:t>
              </a:r>
              <a:endParaRPr lang="ru-RU" altLang="en-US" sz="1600" b="0"/>
            </a:p>
          </p:txBody>
        </p:sp>
        <p:sp>
          <p:nvSpPr>
            <p:cNvPr id="119826" name="Text Box 20">
              <a:extLst>
                <a:ext uri="{FF2B5EF4-FFF2-40B4-BE49-F238E27FC236}">
                  <a16:creationId xmlns:a16="http://schemas.microsoft.com/office/drawing/2014/main" id="{E813B759-D407-FDE0-5AF1-BACEA9801C97}"/>
                </a:ext>
              </a:extLst>
            </p:cNvPr>
            <p:cNvSpPr txBox="1">
              <a:spLocks noChangeArrowheads="1"/>
            </p:cNvSpPr>
            <p:nvPr/>
          </p:nvSpPr>
          <p:spPr bwMode="auto">
            <a:xfrm>
              <a:off x="1084263" y="3067050"/>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D3</a:t>
              </a:r>
              <a:endParaRPr lang="ru-RU" altLang="en-US" sz="1600" b="0"/>
            </a:p>
          </p:txBody>
        </p:sp>
        <p:sp>
          <p:nvSpPr>
            <p:cNvPr id="119827" name="Text Box 21">
              <a:extLst>
                <a:ext uri="{FF2B5EF4-FFF2-40B4-BE49-F238E27FC236}">
                  <a16:creationId xmlns:a16="http://schemas.microsoft.com/office/drawing/2014/main" id="{C8DEF282-E5FB-9F3E-2579-1B2DC8323E42}"/>
                </a:ext>
              </a:extLst>
            </p:cNvPr>
            <p:cNvSpPr txBox="1">
              <a:spLocks noChangeArrowheads="1"/>
            </p:cNvSpPr>
            <p:nvPr/>
          </p:nvSpPr>
          <p:spPr bwMode="auto">
            <a:xfrm>
              <a:off x="1073150" y="3309938"/>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D4</a:t>
              </a:r>
              <a:endParaRPr lang="ru-RU" altLang="en-US" sz="1600" b="0"/>
            </a:p>
          </p:txBody>
        </p:sp>
        <p:sp>
          <p:nvSpPr>
            <p:cNvPr id="119828" name="Text Box 22">
              <a:extLst>
                <a:ext uri="{FF2B5EF4-FFF2-40B4-BE49-F238E27FC236}">
                  <a16:creationId xmlns:a16="http://schemas.microsoft.com/office/drawing/2014/main" id="{C53AF2A9-648F-7B40-F6E2-BE9A014EFDE4}"/>
                </a:ext>
              </a:extLst>
            </p:cNvPr>
            <p:cNvSpPr txBox="1">
              <a:spLocks noChangeArrowheads="1"/>
            </p:cNvSpPr>
            <p:nvPr/>
          </p:nvSpPr>
          <p:spPr bwMode="auto">
            <a:xfrm>
              <a:off x="1073150" y="3536950"/>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D5</a:t>
              </a:r>
              <a:endParaRPr lang="ru-RU" altLang="en-US" sz="1600" b="0"/>
            </a:p>
          </p:txBody>
        </p:sp>
        <p:sp>
          <p:nvSpPr>
            <p:cNvPr id="119829" name="Text Box 23">
              <a:extLst>
                <a:ext uri="{FF2B5EF4-FFF2-40B4-BE49-F238E27FC236}">
                  <a16:creationId xmlns:a16="http://schemas.microsoft.com/office/drawing/2014/main" id="{7F5049BE-FCAE-E417-AF22-396CB0913BDE}"/>
                </a:ext>
              </a:extLst>
            </p:cNvPr>
            <p:cNvSpPr txBox="1">
              <a:spLocks noChangeArrowheads="1"/>
            </p:cNvSpPr>
            <p:nvPr/>
          </p:nvSpPr>
          <p:spPr bwMode="auto">
            <a:xfrm>
              <a:off x="1073150" y="376396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D6</a:t>
              </a:r>
              <a:endParaRPr lang="ru-RU" altLang="en-US" sz="1600" b="0"/>
            </a:p>
          </p:txBody>
        </p:sp>
        <p:sp>
          <p:nvSpPr>
            <p:cNvPr id="119830" name="Text Box 24">
              <a:extLst>
                <a:ext uri="{FF2B5EF4-FFF2-40B4-BE49-F238E27FC236}">
                  <a16:creationId xmlns:a16="http://schemas.microsoft.com/office/drawing/2014/main" id="{1C64D6DF-EDB7-D7DC-1642-FF49B3ACF59C}"/>
                </a:ext>
              </a:extLst>
            </p:cNvPr>
            <p:cNvSpPr txBox="1">
              <a:spLocks noChangeArrowheads="1"/>
            </p:cNvSpPr>
            <p:nvPr/>
          </p:nvSpPr>
          <p:spPr bwMode="auto">
            <a:xfrm>
              <a:off x="1060450" y="398621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D7</a:t>
              </a:r>
              <a:endParaRPr lang="ru-RU" altLang="en-US" sz="1600" b="0"/>
            </a:p>
          </p:txBody>
        </p:sp>
        <p:sp>
          <p:nvSpPr>
            <p:cNvPr id="56345" name="Text Box 25">
              <a:extLst>
                <a:ext uri="{FF2B5EF4-FFF2-40B4-BE49-F238E27FC236}">
                  <a16:creationId xmlns:a16="http://schemas.microsoft.com/office/drawing/2014/main" id="{E336719F-8579-47DC-B6BC-D8B840187203}"/>
                </a:ext>
              </a:extLst>
            </p:cNvPr>
            <p:cNvSpPr txBox="1">
              <a:spLocks noChangeArrowheads="1"/>
            </p:cNvSpPr>
            <p:nvPr/>
          </p:nvSpPr>
          <p:spPr bwMode="auto">
            <a:xfrm>
              <a:off x="3959225" y="2036763"/>
              <a:ext cx="1106488" cy="295910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ru-RU" sz="1600"/>
            </a:p>
            <a:p>
              <a:pPr eaLnBrk="1" hangingPunct="1">
                <a:defRPr/>
              </a:pPr>
              <a:endParaRPr lang="ru-RU" sz="1600"/>
            </a:p>
            <a:p>
              <a:pPr eaLnBrk="1" hangingPunct="1">
                <a:defRPr/>
              </a:pPr>
              <a:endParaRPr lang="ru-RU" sz="1600"/>
            </a:p>
          </p:txBody>
        </p:sp>
        <p:sp>
          <p:nvSpPr>
            <p:cNvPr id="119832" name="Line 26">
              <a:extLst>
                <a:ext uri="{FF2B5EF4-FFF2-40B4-BE49-F238E27FC236}">
                  <a16:creationId xmlns:a16="http://schemas.microsoft.com/office/drawing/2014/main" id="{A8C9A7DE-BB3D-868C-8594-D8751565F9E9}"/>
                </a:ext>
              </a:extLst>
            </p:cNvPr>
            <p:cNvSpPr>
              <a:spLocks noChangeShapeType="1"/>
            </p:cNvSpPr>
            <p:nvPr/>
          </p:nvSpPr>
          <p:spPr bwMode="auto">
            <a:xfrm>
              <a:off x="3587750" y="3051175"/>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3" name="Line 27">
              <a:extLst>
                <a:ext uri="{FF2B5EF4-FFF2-40B4-BE49-F238E27FC236}">
                  <a16:creationId xmlns:a16="http://schemas.microsoft.com/office/drawing/2014/main" id="{7510F254-626A-8CFC-6DF5-2A49108BB560}"/>
                </a:ext>
              </a:extLst>
            </p:cNvPr>
            <p:cNvSpPr>
              <a:spLocks noChangeShapeType="1"/>
            </p:cNvSpPr>
            <p:nvPr/>
          </p:nvSpPr>
          <p:spPr bwMode="auto">
            <a:xfrm>
              <a:off x="3575050" y="3286125"/>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4" name="Line 28">
              <a:extLst>
                <a:ext uri="{FF2B5EF4-FFF2-40B4-BE49-F238E27FC236}">
                  <a16:creationId xmlns:a16="http://schemas.microsoft.com/office/drawing/2014/main" id="{CCD10339-1DBA-320C-B143-1E54B8F7B67D}"/>
                </a:ext>
              </a:extLst>
            </p:cNvPr>
            <p:cNvSpPr>
              <a:spLocks noChangeShapeType="1"/>
            </p:cNvSpPr>
            <p:nvPr/>
          </p:nvSpPr>
          <p:spPr bwMode="auto">
            <a:xfrm>
              <a:off x="3575050" y="3522663"/>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5" name="Line 29">
              <a:extLst>
                <a:ext uri="{FF2B5EF4-FFF2-40B4-BE49-F238E27FC236}">
                  <a16:creationId xmlns:a16="http://schemas.microsoft.com/office/drawing/2014/main" id="{A1FB0B57-B1A5-E6C0-6F48-E3C431F3FBB5}"/>
                </a:ext>
              </a:extLst>
            </p:cNvPr>
            <p:cNvSpPr>
              <a:spLocks noChangeShapeType="1"/>
            </p:cNvSpPr>
            <p:nvPr/>
          </p:nvSpPr>
          <p:spPr bwMode="auto">
            <a:xfrm>
              <a:off x="3575050" y="3759200"/>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6" name="Line 30">
              <a:extLst>
                <a:ext uri="{FF2B5EF4-FFF2-40B4-BE49-F238E27FC236}">
                  <a16:creationId xmlns:a16="http://schemas.microsoft.com/office/drawing/2014/main" id="{7C38D5D2-A53B-3293-DEB9-F9005E20BCC5}"/>
                </a:ext>
              </a:extLst>
            </p:cNvPr>
            <p:cNvSpPr>
              <a:spLocks noChangeShapeType="1"/>
            </p:cNvSpPr>
            <p:nvPr/>
          </p:nvSpPr>
          <p:spPr bwMode="auto">
            <a:xfrm>
              <a:off x="3575050" y="3981450"/>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7" name="Line 31">
              <a:extLst>
                <a:ext uri="{FF2B5EF4-FFF2-40B4-BE49-F238E27FC236}">
                  <a16:creationId xmlns:a16="http://schemas.microsoft.com/office/drawing/2014/main" id="{F359A69A-C1CA-CC6C-6662-3343670FA809}"/>
                </a:ext>
              </a:extLst>
            </p:cNvPr>
            <p:cNvSpPr>
              <a:spLocks noChangeShapeType="1"/>
            </p:cNvSpPr>
            <p:nvPr/>
          </p:nvSpPr>
          <p:spPr bwMode="auto">
            <a:xfrm>
              <a:off x="3575050" y="4202113"/>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8" name="Line 32">
              <a:extLst>
                <a:ext uri="{FF2B5EF4-FFF2-40B4-BE49-F238E27FC236}">
                  <a16:creationId xmlns:a16="http://schemas.microsoft.com/office/drawing/2014/main" id="{464D77F8-46D3-A427-6AE1-8B4AEE0B7EF3}"/>
                </a:ext>
              </a:extLst>
            </p:cNvPr>
            <p:cNvSpPr>
              <a:spLocks noChangeShapeType="1"/>
            </p:cNvSpPr>
            <p:nvPr/>
          </p:nvSpPr>
          <p:spPr bwMode="auto">
            <a:xfrm>
              <a:off x="3575050" y="4424363"/>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9" name="Line 33">
              <a:extLst>
                <a:ext uri="{FF2B5EF4-FFF2-40B4-BE49-F238E27FC236}">
                  <a16:creationId xmlns:a16="http://schemas.microsoft.com/office/drawing/2014/main" id="{C9EB419E-CD7D-8534-5CCB-FD004CE4A214}"/>
                </a:ext>
              </a:extLst>
            </p:cNvPr>
            <p:cNvSpPr>
              <a:spLocks noChangeShapeType="1"/>
            </p:cNvSpPr>
            <p:nvPr/>
          </p:nvSpPr>
          <p:spPr bwMode="auto">
            <a:xfrm>
              <a:off x="3562350" y="4645025"/>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0" name="Oval 34">
              <a:extLst>
                <a:ext uri="{FF2B5EF4-FFF2-40B4-BE49-F238E27FC236}">
                  <a16:creationId xmlns:a16="http://schemas.microsoft.com/office/drawing/2014/main" id="{153DC559-D71C-4BA1-B427-D473A96FB3DF}"/>
                </a:ext>
              </a:extLst>
            </p:cNvPr>
            <p:cNvSpPr>
              <a:spLocks noChangeArrowheads="1"/>
            </p:cNvSpPr>
            <p:nvPr/>
          </p:nvSpPr>
          <p:spPr bwMode="auto">
            <a:xfrm>
              <a:off x="3848100" y="2227263"/>
              <a:ext cx="125413" cy="125412"/>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841" name="Line 35">
              <a:extLst>
                <a:ext uri="{FF2B5EF4-FFF2-40B4-BE49-F238E27FC236}">
                  <a16:creationId xmlns:a16="http://schemas.microsoft.com/office/drawing/2014/main" id="{3D1C4D67-DA53-D5E8-1630-FBE7623B2BC5}"/>
                </a:ext>
              </a:extLst>
            </p:cNvPr>
            <p:cNvSpPr>
              <a:spLocks noChangeShapeType="1"/>
            </p:cNvSpPr>
            <p:nvPr/>
          </p:nvSpPr>
          <p:spPr bwMode="auto">
            <a:xfrm>
              <a:off x="5073650" y="3070225"/>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2" name="Line 36">
              <a:extLst>
                <a:ext uri="{FF2B5EF4-FFF2-40B4-BE49-F238E27FC236}">
                  <a16:creationId xmlns:a16="http://schemas.microsoft.com/office/drawing/2014/main" id="{06C28711-22E9-F1B0-FC5D-EAA532E091B3}"/>
                </a:ext>
              </a:extLst>
            </p:cNvPr>
            <p:cNvSpPr>
              <a:spLocks noChangeShapeType="1"/>
            </p:cNvSpPr>
            <p:nvPr/>
          </p:nvSpPr>
          <p:spPr bwMode="auto">
            <a:xfrm>
              <a:off x="5062538" y="3306763"/>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3" name="Line 37">
              <a:extLst>
                <a:ext uri="{FF2B5EF4-FFF2-40B4-BE49-F238E27FC236}">
                  <a16:creationId xmlns:a16="http://schemas.microsoft.com/office/drawing/2014/main" id="{7326194A-CCF1-B35F-DE97-D3EDD1E451FF}"/>
                </a:ext>
              </a:extLst>
            </p:cNvPr>
            <p:cNvSpPr>
              <a:spLocks noChangeShapeType="1"/>
            </p:cNvSpPr>
            <p:nvPr/>
          </p:nvSpPr>
          <p:spPr bwMode="auto">
            <a:xfrm>
              <a:off x="5062538" y="3543300"/>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4" name="Line 38">
              <a:extLst>
                <a:ext uri="{FF2B5EF4-FFF2-40B4-BE49-F238E27FC236}">
                  <a16:creationId xmlns:a16="http://schemas.microsoft.com/office/drawing/2014/main" id="{BF09D836-32CF-6109-EB8F-8AEF61969A60}"/>
                </a:ext>
              </a:extLst>
            </p:cNvPr>
            <p:cNvSpPr>
              <a:spLocks noChangeShapeType="1"/>
            </p:cNvSpPr>
            <p:nvPr/>
          </p:nvSpPr>
          <p:spPr bwMode="auto">
            <a:xfrm>
              <a:off x="5062538" y="3763963"/>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5" name="Line 39">
              <a:extLst>
                <a:ext uri="{FF2B5EF4-FFF2-40B4-BE49-F238E27FC236}">
                  <a16:creationId xmlns:a16="http://schemas.microsoft.com/office/drawing/2014/main" id="{053F7FAE-068F-CBA8-295F-513006679F87}"/>
                </a:ext>
              </a:extLst>
            </p:cNvPr>
            <p:cNvSpPr>
              <a:spLocks noChangeShapeType="1"/>
            </p:cNvSpPr>
            <p:nvPr/>
          </p:nvSpPr>
          <p:spPr bwMode="auto">
            <a:xfrm>
              <a:off x="5062538" y="3986213"/>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6" name="Line 40">
              <a:extLst>
                <a:ext uri="{FF2B5EF4-FFF2-40B4-BE49-F238E27FC236}">
                  <a16:creationId xmlns:a16="http://schemas.microsoft.com/office/drawing/2014/main" id="{D10F029F-65BE-722C-3F3E-85D788B2260C}"/>
                </a:ext>
              </a:extLst>
            </p:cNvPr>
            <p:cNvSpPr>
              <a:spLocks noChangeShapeType="1"/>
            </p:cNvSpPr>
            <p:nvPr/>
          </p:nvSpPr>
          <p:spPr bwMode="auto">
            <a:xfrm>
              <a:off x="5062538" y="4206875"/>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7" name="Line 41">
              <a:extLst>
                <a:ext uri="{FF2B5EF4-FFF2-40B4-BE49-F238E27FC236}">
                  <a16:creationId xmlns:a16="http://schemas.microsoft.com/office/drawing/2014/main" id="{1BB23DF9-0E21-C31E-38B0-2CC9F061695B}"/>
                </a:ext>
              </a:extLst>
            </p:cNvPr>
            <p:cNvSpPr>
              <a:spLocks noChangeShapeType="1"/>
            </p:cNvSpPr>
            <p:nvPr/>
          </p:nvSpPr>
          <p:spPr bwMode="auto">
            <a:xfrm>
              <a:off x="5062538" y="4413250"/>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8" name="Line 42">
              <a:extLst>
                <a:ext uri="{FF2B5EF4-FFF2-40B4-BE49-F238E27FC236}">
                  <a16:creationId xmlns:a16="http://schemas.microsoft.com/office/drawing/2014/main" id="{4BE3C552-0457-19B8-169F-16B07565655D}"/>
                </a:ext>
              </a:extLst>
            </p:cNvPr>
            <p:cNvSpPr>
              <a:spLocks noChangeShapeType="1"/>
            </p:cNvSpPr>
            <p:nvPr/>
          </p:nvSpPr>
          <p:spPr bwMode="auto">
            <a:xfrm>
              <a:off x="5062538" y="4635500"/>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9" name="Oval 43">
              <a:extLst>
                <a:ext uri="{FF2B5EF4-FFF2-40B4-BE49-F238E27FC236}">
                  <a16:creationId xmlns:a16="http://schemas.microsoft.com/office/drawing/2014/main" id="{AD0019B2-0D67-86A5-FEC1-5BE54E7A483D}"/>
                </a:ext>
              </a:extLst>
            </p:cNvPr>
            <p:cNvSpPr>
              <a:spLocks noChangeArrowheads="1"/>
            </p:cNvSpPr>
            <p:nvPr/>
          </p:nvSpPr>
          <p:spPr bwMode="auto">
            <a:xfrm>
              <a:off x="3848100" y="2544763"/>
              <a:ext cx="125413" cy="125412"/>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850" name="Text Box 44">
              <a:extLst>
                <a:ext uri="{FF2B5EF4-FFF2-40B4-BE49-F238E27FC236}">
                  <a16:creationId xmlns:a16="http://schemas.microsoft.com/office/drawing/2014/main" id="{A7B6AAFE-71E6-0015-903E-53413E561CF1}"/>
                </a:ext>
              </a:extLst>
            </p:cNvPr>
            <p:cNvSpPr txBox="1">
              <a:spLocks noChangeArrowheads="1"/>
            </p:cNvSpPr>
            <p:nvPr/>
          </p:nvSpPr>
          <p:spPr bwMode="auto">
            <a:xfrm>
              <a:off x="4016375" y="2109788"/>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E1</a:t>
              </a:r>
              <a:endParaRPr lang="ru-RU" altLang="en-US" sz="1600" b="0"/>
            </a:p>
          </p:txBody>
        </p:sp>
        <p:sp>
          <p:nvSpPr>
            <p:cNvPr id="119851" name="Text Box 45">
              <a:extLst>
                <a:ext uri="{FF2B5EF4-FFF2-40B4-BE49-F238E27FC236}">
                  <a16:creationId xmlns:a16="http://schemas.microsoft.com/office/drawing/2014/main" id="{581E100E-A3B6-0E8B-959D-BA61B840C4A0}"/>
                </a:ext>
              </a:extLst>
            </p:cNvPr>
            <p:cNvSpPr txBox="1">
              <a:spLocks noChangeArrowheads="1"/>
            </p:cNvSpPr>
            <p:nvPr/>
          </p:nvSpPr>
          <p:spPr bwMode="auto">
            <a:xfrm>
              <a:off x="4016375" y="2438400"/>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E2</a:t>
              </a:r>
              <a:endParaRPr lang="ru-RU" altLang="en-US" sz="1600" b="0"/>
            </a:p>
          </p:txBody>
        </p:sp>
        <p:sp>
          <p:nvSpPr>
            <p:cNvPr id="119852" name="Text Box 46">
              <a:extLst>
                <a:ext uri="{FF2B5EF4-FFF2-40B4-BE49-F238E27FC236}">
                  <a16:creationId xmlns:a16="http://schemas.microsoft.com/office/drawing/2014/main" id="{979DE1E7-E2F1-9587-6FD5-8F147CC76C51}"/>
                </a:ext>
              </a:extLst>
            </p:cNvPr>
            <p:cNvSpPr txBox="1">
              <a:spLocks noChangeArrowheads="1"/>
            </p:cNvSpPr>
            <p:nvPr/>
          </p:nvSpPr>
          <p:spPr bwMode="auto">
            <a:xfrm>
              <a:off x="3946525" y="2825750"/>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A1</a:t>
              </a:r>
              <a:endParaRPr lang="ru-RU" altLang="en-US" sz="1600" b="0"/>
            </a:p>
          </p:txBody>
        </p:sp>
        <p:sp>
          <p:nvSpPr>
            <p:cNvPr id="119853" name="Text Box 47">
              <a:extLst>
                <a:ext uri="{FF2B5EF4-FFF2-40B4-BE49-F238E27FC236}">
                  <a16:creationId xmlns:a16="http://schemas.microsoft.com/office/drawing/2014/main" id="{487BCFC0-FDF3-884A-812C-463CA9C78960}"/>
                </a:ext>
              </a:extLst>
            </p:cNvPr>
            <p:cNvSpPr txBox="1">
              <a:spLocks noChangeArrowheads="1"/>
            </p:cNvSpPr>
            <p:nvPr/>
          </p:nvSpPr>
          <p:spPr bwMode="auto">
            <a:xfrm>
              <a:off x="3933825" y="3067050"/>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A2</a:t>
              </a:r>
              <a:endParaRPr lang="ru-RU" altLang="en-US" sz="1600" b="0"/>
            </a:p>
          </p:txBody>
        </p:sp>
        <p:sp>
          <p:nvSpPr>
            <p:cNvPr id="119854" name="Text Box 48">
              <a:extLst>
                <a:ext uri="{FF2B5EF4-FFF2-40B4-BE49-F238E27FC236}">
                  <a16:creationId xmlns:a16="http://schemas.microsoft.com/office/drawing/2014/main" id="{0494A98D-5FE3-CF8B-13A9-2A77FDD811AF}"/>
                </a:ext>
              </a:extLst>
            </p:cNvPr>
            <p:cNvSpPr txBox="1">
              <a:spLocks noChangeArrowheads="1"/>
            </p:cNvSpPr>
            <p:nvPr/>
          </p:nvSpPr>
          <p:spPr bwMode="auto">
            <a:xfrm>
              <a:off x="3933825" y="3294063"/>
              <a:ext cx="59213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A3</a:t>
              </a:r>
              <a:endParaRPr lang="ru-RU" altLang="en-US" sz="1600" b="0"/>
            </a:p>
          </p:txBody>
        </p:sp>
        <p:sp>
          <p:nvSpPr>
            <p:cNvPr id="119855" name="Text Box 49">
              <a:extLst>
                <a:ext uri="{FF2B5EF4-FFF2-40B4-BE49-F238E27FC236}">
                  <a16:creationId xmlns:a16="http://schemas.microsoft.com/office/drawing/2014/main" id="{0BFD7868-5A31-42C7-D8D2-62F12DA907FF}"/>
                </a:ext>
              </a:extLst>
            </p:cNvPr>
            <p:cNvSpPr txBox="1">
              <a:spLocks noChangeArrowheads="1"/>
            </p:cNvSpPr>
            <p:nvPr/>
          </p:nvSpPr>
          <p:spPr bwMode="auto">
            <a:xfrm>
              <a:off x="3946525" y="3540125"/>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A4</a:t>
              </a:r>
              <a:endParaRPr lang="ru-RU" altLang="en-US" sz="1600" b="0"/>
            </a:p>
          </p:txBody>
        </p:sp>
        <p:sp>
          <p:nvSpPr>
            <p:cNvPr id="119856" name="Text Box 50">
              <a:extLst>
                <a:ext uri="{FF2B5EF4-FFF2-40B4-BE49-F238E27FC236}">
                  <a16:creationId xmlns:a16="http://schemas.microsoft.com/office/drawing/2014/main" id="{C632529E-4BE3-CD01-3802-1613F36CF884}"/>
                </a:ext>
              </a:extLst>
            </p:cNvPr>
            <p:cNvSpPr txBox="1">
              <a:spLocks noChangeArrowheads="1"/>
            </p:cNvSpPr>
            <p:nvPr/>
          </p:nvSpPr>
          <p:spPr bwMode="auto">
            <a:xfrm>
              <a:off x="3933825" y="3781425"/>
              <a:ext cx="59213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A5</a:t>
              </a:r>
              <a:endParaRPr lang="ru-RU" altLang="en-US" sz="1600" b="0"/>
            </a:p>
          </p:txBody>
        </p:sp>
        <p:sp>
          <p:nvSpPr>
            <p:cNvPr id="119857" name="Text Box 51">
              <a:extLst>
                <a:ext uri="{FF2B5EF4-FFF2-40B4-BE49-F238E27FC236}">
                  <a16:creationId xmlns:a16="http://schemas.microsoft.com/office/drawing/2014/main" id="{AEFAA07A-523E-023A-82A2-0D0380496C76}"/>
                </a:ext>
              </a:extLst>
            </p:cNvPr>
            <p:cNvSpPr txBox="1">
              <a:spLocks noChangeArrowheads="1"/>
            </p:cNvSpPr>
            <p:nvPr/>
          </p:nvSpPr>
          <p:spPr bwMode="auto">
            <a:xfrm>
              <a:off x="3933825" y="4010025"/>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A6</a:t>
              </a:r>
              <a:endParaRPr lang="ru-RU" altLang="en-US" sz="1600" b="0"/>
            </a:p>
          </p:txBody>
        </p:sp>
        <p:sp>
          <p:nvSpPr>
            <p:cNvPr id="119858" name="Text Box 52">
              <a:extLst>
                <a:ext uri="{FF2B5EF4-FFF2-40B4-BE49-F238E27FC236}">
                  <a16:creationId xmlns:a16="http://schemas.microsoft.com/office/drawing/2014/main" id="{436925FF-E72A-79D0-9435-B52EF2410ED6}"/>
                </a:ext>
              </a:extLst>
            </p:cNvPr>
            <p:cNvSpPr txBox="1">
              <a:spLocks noChangeArrowheads="1"/>
            </p:cNvSpPr>
            <p:nvPr/>
          </p:nvSpPr>
          <p:spPr bwMode="auto">
            <a:xfrm>
              <a:off x="3933825" y="4237038"/>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A7</a:t>
              </a:r>
              <a:endParaRPr lang="ru-RU" altLang="en-US" sz="1600" b="0"/>
            </a:p>
          </p:txBody>
        </p:sp>
        <p:sp>
          <p:nvSpPr>
            <p:cNvPr id="119859" name="Text Box 53">
              <a:extLst>
                <a:ext uri="{FF2B5EF4-FFF2-40B4-BE49-F238E27FC236}">
                  <a16:creationId xmlns:a16="http://schemas.microsoft.com/office/drawing/2014/main" id="{BD0A7A56-D5BE-7FC4-B991-64C1081F7C3C}"/>
                </a:ext>
              </a:extLst>
            </p:cNvPr>
            <p:cNvSpPr txBox="1">
              <a:spLocks noChangeArrowheads="1"/>
            </p:cNvSpPr>
            <p:nvPr/>
          </p:nvSpPr>
          <p:spPr bwMode="auto">
            <a:xfrm>
              <a:off x="3933825" y="444341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A8</a:t>
              </a:r>
              <a:endParaRPr lang="ru-RU" altLang="en-US" sz="1600" b="0"/>
            </a:p>
          </p:txBody>
        </p:sp>
        <p:sp>
          <p:nvSpPr>
            <p:cNvPr id="119860" name="Text Box 54">
              <a:extLst>
                <a:ext uri="{FF2B5EF4-FFF2-40B4-BE49-F238E27FC236}">
                  <a16:creationId xmlns:a16="http://schemas.microsoft.com/office/drawing/2014/main" id="{63421851-D851-8BB5-0E42-1A8ABDC13DF8}"/>
                </a:ext>
              </a:extLst>
            </p:cNvPr>
            <p:cNvSpPr txBox="1">
              <a:spLocks noChangeArrowheads="1"/>
            </p:cNvSpPr>
            <p:nvPr/>
          </p:nvSpPr>
          <p:spPr bwMode="auto">
            <a:xfrm>
              <a:off x="4616450" y="2830513"/>
              <a:ext cx="59213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Y1</a:t>
              </a:r>
              <a:endParaRPr lang="ru-RU" altLang="en-US" sz="1600" b="0"/>
            </a:p>
          </p:txBody>
        </p:sp>
        <p:sp>
          <p:nvSpPr>
            <p:cNvPr id="119861" name="Text Box 55">
              <a:extLst>
                <a:ext uri="{FF2B5EF4-FFF2-40B4-BE49-F238E27FC236}">
                  <a16:creationId xmlns:a16="http://schemas.microsoft.com/office/drawing/2014/main" id="{C9A60A7C-1BAC-3C42-3E05-AF2EFA2CEB50}"/>
                </a:ext>
              </a:extLst>
            </p:cNvPr>
            <p:cNvSpPr txBox="1">
              <a:spLocks noChangeArrowheads="1"/>
            </p:cNvSpPr>
            <p:nvPr/>
          </p:nvSpPr>
          <p:spPr bwMode="auto">
            <a:xfrm>
              <a:off x="4603750" y="3073400"/>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Y2</a:t>
              </a:r>
              <a:endParaRPr lang="ru-RU" altLang="en-US" sz="1600" b="0"/>
            </a:p>
          </p:txBody>
        </p:sp>
        <p:sp>
          <p:nvSpPr>
            <p:cNvPr id="119862" name="Text Box 56">
              <a:extLst>
                <a:ext uri="{FF2B5EF4-FFF2-40B4-BE49-F238E27FC236}">
                  <a16:creationId xmlns:a16="http://schemas.microsoft.com/office/drawing/2014/main" id="{99DD1AFE-2728-38DA-E9E2-A252B34A35A8}"/>
                </a:ext>
              </a:extLst>
            </p:cNvPr>
            <p:cNvSpPr txBox="1">
              <a:spLocks noChangeArrowheads="1"/>
            </p:cNvSpPr>
            <p:nvPr/>
          </p:nvSpPr>
          <p:spPr bwMode="auto">
            <a:xfrm>
              <a:off x="4603750" y="330041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Y3</a:t>
              </a:r>
              <a:endParaRPr lang="ru-RU" altLang="en-US" sz="1600" b="0"/>
            </a:p>
          </p:txBody>
        </p:sp>
        <p:sp>
          <p:nvSpPr>
            <p:cNvPr id="119863" name="Text Box 57">
              <a:extLst>
                <a:ext uri="{FF2B5EF4-FFF2-40B4-BE49-F238E27FC236}">
                  <a16:creationId xmlns:a16="http://schemas.microsoft.com/office/drawing/2014/main" id="{67005F4C-B25A-81B8-2D8A-0F3928CA9A26}"/>
                </a:ext>
              </a:extLst>
            </p:cNvPr>
            <p:cNvSpPr txBox="1">
              <a:spLocks noChangeArrowheads="1"/>
            </p:cNvSpPr>
            <p:nvPr/>
          </p:nvSpPr>
          <p:spPr bwMode="auto">
            <a:xfrm>
              <a:off x="4616450" y="3544888"/>
              <a:ext cx="59213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Y4</a:t>
              </a:r>
              <a:endParaRPr lang="ru-RU" altLang="en-US" sz="1600" b="0"/>
            </a:p>
          </p:txBody>
        </p:sp>
        <p:sp>
          <p:nvSpPr>
            <p:cNvPr id="119864" name="Text Box 58">
              <a:extLst>
                <a:ext uri="{FF2B5EF4-FFF2-40B4-BE49-F238E27FC236}">
                  <a16:creationId xmlns:a16="http://schemas.microsoft.com/office/drawing/2014/main" id="{7B0CA183-DDF0-327A-1E81-A1B7AAABAD28}"/>
                </a:ext>
              </a:extLst>
            </p:cNvPr>
            <p:cNvSpPr txBox="1">
              <a:spLocks noChangeArrowheads="1"/>
            </p:cNvSpPr>
            <p:nvPr/>
          </p:nvSpPr>
          <p:spPr bwMode="auto">
            <a:xfrm>
              <a:off x="4603750" y="3787775"/>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Y5</a:t>
              </a:r>
              <a:endParaRPr lang="ru-RU" altLang="en-US" sz="1600" b="0"/>
            </a:p>
          </p:txBody>
        </p:sp>
        <p:sp>
          <p:nvSpPr>
            <p:cNvPr id="119865" name="Text Box 59">
              <a:extLst>
                <a:ext uri="{FF2B5EF4-FFF2-40B4-BE49-F238E27FC236}">
                  <a16:creationId xmlns:a16="http://schemas.microsoft.com/office/drawing/2014/main" id="{533F28F8-8A7D-A127-13D2-63F57C1EA016}"/>
                </a:ext>
              </a:extLst>
            </p:cNvPr>
            <p:cNvSpPr txBox="1">
              <a:spLocks noChangeArrowheads="1"/>
            </p:cNvSpPr>
            <p:nvPr/>
          </p:nvSpPr>
          <p:spPr bwMode="auto">
            <a:xfrm>
              <a:off x="4603750" y="4014788"/>
              <a:ext cx="59213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Y6</a:t>
              </a:r>
              <a:endParaRPr lang="ru-RU" altLang="en-US" sz="1600" b="0"/>
            </a:p>
          </p:txBody>
        </p:sp>
        <p:sp>
          <p:nvSpPr>
            <p:cNvPr id="119866" name="Text Box 60">
              <a:extLst>
                <a:ext uri="{FF2B5EF4-FFF2-40B4-BE49-F238E27FC236}">
                  <a16:creationId xmlns:a16="http://schemas.microsoft.com/office/drawing/2014/main" id="{3AFCAEE3-C3CF-9907-69CB-074279D4FA54}"/>
                </a:ext>
              </a:extLst>
            </p:cNvPr>
            <p:cNvSpPr txBox="1">
              <a:spLocks noChangeArrowheads="1"/>
            </p:cNvSpPr>
            <p:nvPr/>
          </p:nvSpPr>
          <p:spPr bwMode="auto">
            <a:xfrm>
              <a:off x="4616450" y="4243388"/>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Y7</a:t>
              </a:r>
              <a:endParaRPr lang="ru-RU" altLang="en-US" sz="1600" b="0"/>
            </a:p>
          </p:txBody>
        </p:sp>
        <p:sp>
          <p:nvSpPr>
            <p:cNvPr id="119867" name="Text Box 61">
              <a:extLst>
                <a:ext uri="{FF2B5EF4-FFF2-40B4-BE49-F238E27FC236}">
                  <a16:creationId xmlns:a16="http://schemas.microsoft.com/office/drawing/2014/main" id="{027B3443-0675-9849-FBA0-513F3FD3989E}"/>
                </a:ext>
              </a:extLst>
            </p:cNvPr>
            <p:cNvSpPr txBox="1">
              <a:spLocks noChangeArrowheads="1"/>
            </p:cNvSpPr>
            <p:nvPr/>
          </p:nvSpPr>
          <p:spPr bwMode="auto">
            <a:xfrm>
              <a:off x="4627563" y="4473575"/>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Y8</a:t>
              </a:r>
              <a:endParaRPr lang="ru-RU" altLang="en-US" sz="1600" b="0"/>
            </a:p>
          </p:txBody>
        </p:sp>
        <p:sp>
          <p:nvSpPr>
            <p:cNvPr id="56382" name="Text Box 62">
              <a:extLst>
                <a:ext uri="{FF2B5EF4-FFF2-40B4-BE49-F238E27FC236}">
                  <a16:creationId xmlns:a16="http://schemas.microsoft.com/office/drawing/2014/main" id="{CCD9FD9A-18BD-4823-B7B3-221CF96079F2}"/>
                </a:ext>
              </a:extLst>
            </p:cNvPr>
            <p:cNvSpPr txBox="1">
              <a:spLocks noChangeArrowheads="1"/>
            </p:cNvSpPr>
            <p:nvPr/>
          </p:nvSpPr>
          <p:spPr bwMode="auto">
            <a:xfrm>
              <a:off x="6350000" y="2006600"/>
              <a:ext cx="1106488" cy="295910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ru-RU" sz="1600"/>
            </a:p>
            <a:p>
              <a:pPr eaLnBrk="1" hangingPunct="1">
                <a:defRPr/>
              </a:pPr>
              <a:endParaRPr lang="ru-RU" sz="1600"/>
            </a:p>
            <a:p>
              <a:pPr eaLnBrk="1" hangingPunct="1">
                <a:defRPr/>
              </a:pPr>
              <a:endParaRPr lang="ru-RU" sz="1600"/>
            </a:p>
          </p:txBody>
        </p:sp>
        <p:sp>
          <p:nvSpPr>
            <p:cNvPr id="119869" name="Line 63">
              <a:extLst>
                <a:ext uri="{FF2B5EF4-FFF2-40B4-BE49-F238E27FC236}">
                  <a16:creationId xmlns:a16="http://schemas.microsoft.com/office/drawing/2014/main" id="{4FCAB146-8382-7A87-8678-BE8308633BA3}"/>
                </a:ext>
              </a:extLst>
            </p:cNvPr>
            <p:cNvSpPr>
              <a:spLocks noChangeShapeType="1"/>
            </p:cNvSpPr>
            <p:nvPr/>
          </p:nvSpPr>
          <p:spPr bwMode="auto">
            <a:xfrm>
              <a:off x="6003925" y="2270125"/>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0" name="Line 64">
              <a:extLst>
                <a:ext uri="{FF2B5EF4-FFF2-40B4-BE49-F238E27FC236}">
                  <a16:creationId xmlns:a16="http://schemas.microsoft.com/office/drawing/2014/main" id="{8B5BDC73-C2DD-7FA1-5367-39BB13D7D05C}"/>
                </a:ext>
              </a:extLst>
            </p:cNvPr>
            <p:cNvSpPr>
              <a:spLocks noChangeShapeType="1"/>
            </p:cNvSpPr>
            <p:nvPr/>
          </p:nvSpPr>
          <p:spPr bwMode="auto">
            <a:xfrm>
              <a:off x="5842000" y="2563813"/>
              <a:ext cx="393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1" name="Line 65">
              <a:extLst>
                <a:ext uri="{FF2B5EF4-FFF2-40B4-BE49-F238E27FC236}">
                  <a16:creationId xmlns:a16="http://schemas.microsoft.com/office/drawing/2014/main" id="{65DAA0AF-D324-0099-970B-282E9BB8C37C}"/>
                </a:ext>
              </a:extLst>
            </p:cNvPr>
            <p:cNvSpPr>
              <a:spLocks noChangeShapeType="1"/>
            </p:cNvSpPr>
            <p:nvPr/>
          </p:nvSpPr>
          <p:spPr bwMode="auto">
            <a:xfrm>
              <a:off x="6100763" y="3021013"/>
              <a:ext cx="2524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2" name="Line 66">
              <a:extLst>
                <a:ext uri="{FF2B5EF4-FFF2-40B4-BE49-F238E27FC236}">
                  <a16:creationId xmlns:a16="http://schemas.microsoft.com/office/drawing/2014/main" id="{5B4586CD-8595-6407-CD6E-DF03F9FF9AB7}"/>
                </a:ext>
              </a:extLst>
            </p:cNvPr>
            <p:cNvSpPr>
              <a:spLocks noChangeShapeType="1"/>
            </p:cNvSpPr>
            <p:nvPr/>
          </p:nvSpPr>
          <p:spPr bwMode="auto">
            <a:xfrm>
              <a:off x="6089650" y="3257550"/>
              <a:ext cx="2540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3" name="Line 67">
              <a:extLst>
                <a:ext uri="{FF2B5EF4-FFF2-40B4-BE49-F238E27FC236}">
                  <a16:creationId xmlns:a16="http://schemas.microsoft.com/office/drawing/2014/main" id="{5F7708C4-7FB7-1E11-0CDA-F6176CC3C691}"/>
                </a:ext>
              </a:extLst>
            </p:cNvPr>
            <p:cNvSpPr>
              <a:spLocks noChangeShapeType="1"/>
            </p:cNvSpPr>
            <p:nvPr/>
          </p:nvSpPr>
          <p:spPr bwMode="auto">
            <a:xfrm>
              <a:off x="6102350" y="3490913"/>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4" name="Line 68">
              <a:extLst>
                <a:ext uri="{FF2B5EF4-FFF2-40B4-BE49-F238E27FC236}">
                  <a16:creationId xmlns:a16="http://schemas.microsoft.com/office/drawing/2014/main" id="{FA792DC6-53E5-9B6D-9FBA-501CB6D64963}"/>
                </a:ext>
              </a:extLst>
            </p:cNvPr>
            <p:cNvSpPr>
              <a:spLocks noChangeShapeType="1"/>
            </p:cNvSpPr>
            <p:nvPr/>
          </p:nvSpPr>
          <p:spPr bwMode="auto">
            <a:xfrm>
              <a:off x="6102350" y="3714750"/>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5" name="Line 69">
              <a:extLst>
                <a:ext uri="{FF2B5EF4-FFF2-40B4-BE49-F238E27FC236}">
                  <a16:creationId xmlns:a16="http://schemas.microsoft.com/office/drawing/2014/main" id="{93E431D8-38AB-44D4-36F5-E4A3CA6F94D9}"/>
                </a:ext>
              </a:extLst>
            </p:cNvPr>
            <p:cNvSpPr>
              <a:spLocks noChangeShapeType="1"/>
            </p:cNvSpPr>
            <p:nvPr/>
          </p:nvSpPr>
          <p:spPr bwMode="auto">
            <a:xfrm>
              <a:off x="6102350" y="3933825"/>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6" name="Line 70">
              <a:extLst>
                <a:ext uri="{FF2B5EF4-FFF2-40B4-BE49-F238E27FC236}">
                  <a16:creationId xmlns:a16="http://schemas.microsoft.com/office/drawing/2014/main" id="{914BF54A-8EF4-FF2E-A46B-6707ACEF947D}"/>
                </a:ext>
              </a:extLst>
            </p:cNvPr>
            <p:cNvSpPr>
              <a:spLocks noChangeShapeType="1"/>
            </p:cNvSpPr>
            <p:nvPr/>
          </p:nvSpPr>
          <p:spPr bwMode="auto">
            <a:xfrm>
              <a:off x="6102350" y="4173538"/>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7" name="Line 71">
              <a:extLst>
                <a:ext uri="{FF2B5EF4-FFF2-40B4-BE49-F238E27FC236}">
                  <a16:creationId xmlns:a16="http://schemas.microsoft.com/office/drawing/2014/main" id="{32FA5AF7-71FD-3565-CC62-7568BF83469B}"/>
                </a:ext>
              </a:extLst>
            </p:cNvPr>
            <p:cNvSpPr>
              <a:spLocks noChangeShapeType="1"/>
            </p:cNvSpPr>
            <p:nvPr/>
          </p:nvSpPr>
          <p:spPr bwMode="auto">
            <a:xfrm>
              <a:off x="6115050" y="4394200"/>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8" name="Line 72">
              <a:extLst>
                <a:ext uri="{FF2B5EF4-FFF2-40B4-BE49-F238E27FC236}">
                  <a16:creationId xmlns:a16="http://schemas.microsoft.com/office/drawing/2014/main" id="{2907A154-0D69-8571-16EE-53D1E70F0A8D}"/>
                </a:ext>
              </a:extLst>
            </p:cNvPr>
            <p:cNvSpPr>
              <a:spLocks noChangeShapeType="1"/>
            </p:cNvSpPr>
            <p:nvPr/>
          </p:nvSpPr>
          <p:spPr bwMode="auto">
            <a:xfrm>
              <a:off x="6102350" y="4618038"/>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79" name="Oval 73">
              <a:extLst>
                <a:ext uri="{FF2B5EF4-FFF2-40B4-BE49-F238E27FC236}">
                  <a16:creationId xmlns:a16="http://schemas.microsoft.com/office/drawing/2014/main" id="{B8233718-223B-11C9-44EC-408133E02963}"/>
                </a:ext>
              </a:extLst>
            </p:cNvPr>
            <p:cNvSpPr>
              <a:spLocks noChangeArrowheads="1"/>
            </p:cNvSpPr>
            <p:nvPr/>
          </p:nvSpPr>
          <p:spPr bwMode="auto">
            <a:xfrm>
              <a:off x="6238875" y="2198688"/>
              <a:ext cx="125413" cy="125412"/>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880" name="Line 74">
              <a:extLst>
                <a:ext uri="{FF2B5EF4-FFF2-40B4-BE49-F238E27FC236}">
                  <a16:creationId xmlns:a16="http://schemas.microsoft.com/office/drawing/2014/main" id="{F0840CE2-8858-2DAB-E8C5-9BA3D8F7C596}"/>
                </a:ext>
              </a:extLst>
            </p:cNvPr>
            <p:cNvSpPr>
              <a:spLocks noChangeShapeType="1"/>
            </p:cNvSpPr>
            <p:nvPr/>
          </p:nvSpPr>
          <p:spPr bwMode="auto">
            <a:xfrm>
              <a:off x="7466013" y="3040063"/>
              <a:ext cx="579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1" name="Line 75">
              <a:extLst>
                <a:ext uri="{FF2B5EF4-FFF2-40B4-BE49-F238E27FC236}">
                  <a16:creationId xmlns:a16="http://schemas.microsoft.com/office/drawing/2014/main" id="{93AB577A-FD03-FA9B-B434-529902B5749E}"/>
                </a:ext>
              </a:extLst>
            </p:cNvPr>
            <p:cNvSpPr>
              <a:spLocks noChangeShapeType="1"/>
            </p:cNvSpPr>
            <p:nvPr/>
          </p:nvSpPr>
          <p:spPr bwMode="auto">
            <a:xfrm>
              <a:off x="7453313" y="3276600"/>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2" name="Line 76">
              <a:extLst>
                <a:ext uri="{FF2B5EF4-FFF2-40B4-BE49-F238E27FC236}">
                  <a16:creationId xmlns:a16="http://schemas.microsoft.com/office/drawing/2014/main" id="{6BF59E98-53F2-5925-EEEF-F0B6F9E91107}"/>
                </a:ext>
              </a:extLst>
            </p:cNvPr>
            <p:cNvSpPr>
              <a:spLocks noChangeShapeType="1"/>
            </p:cNvSpPr>
            <p:nvPr/>
          </p:nvSpPr>
          <p:spPr bwMode="auto">
            <a:xfrm>
              <a:off x="7453313" y="3513138"/>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3" name="Line 77">
              <a:extLst>
                <a:ext uri="{FF2B5EF4-FFF2-40B4-BE49-F238E27FC236}">
                  <a16:creationId xmlns:a16="http://schemas.microsoft.com/office/drawing/2014/main" id="{FFF540D9-34E8-4068-4E9F-2E214F7027C6}"/>
                </a:ext>
              </a:extLst>
            </p:cNvPr>
            <p:cNvSpPr>
              <a:spLocks noChangeShapeType="1"/>
            </p:cNvSpPr>
            <p:nvPr/>
          </p:nvSpPr>
          <p:spPr bwMode="auto">
            <a:xfrm>
              <a:off x="7453313" y="3735388"/>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4" name="Line 78">
              <a:extLst>
                <a:ext uri="{FF2B5EF4-FFF2-40B4-BE49-F238E27FC236}">
                  <a16:creationId xmlns:a16="http://schemas.microsoft.com/office/drawing/2014/main" id="{40DBFBD6-7BC0-C5D1-A93F-D16AFB1A24E4}"/>
                </a:ext>
              </a:extLst>
            </p:cNvPr>
            <p:cNvSpPr>
              <a:spLocks noChangeShapeType="1"/>
            </p:cNvSpPr>
            <p:nvPr/>
          </p:nvSpPr>
          <p:spPr bwMode="auto">
            <a:xfrm>
              <a:off x="7453313" y="3956050"/>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5" name="Line 79">
              <a:extLst>
                <a:ext uri="{FF2B5EF4-FFF2-40B4-BE49-F238E27FC236}">
                  <a16:creationId xmlns:a16="http://schemas.microsoft.com/office/drawing/2014/main" id="{9B85ED5E-236E-FEE6-FA58-395E1DC41E89}"/>
                </a:ext>
              </a:extLst>
            </p:cNvPr>
            <p:cNvSpPr>
              <a:spLocks noChangeShapeType="1"/>
            </p:cNvSpPr>
            <p:nvPr/>
          </p:nvSpPr>
          <p:spPr bwMode="auto">
            <a:xfrm>
              <a:off x="7453313" y="4178300"/>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6" name="Line 80">
              <a:extLst>
                <a:ext uri="{FF2B5EF4-FFF2-40B4-BE49-F238E27FC236}">
                  <a16:creationId xmlns:a16="http://schemas.microsoft.com/office/drawing/2014/main" id="{2FEDB4C3-1834-4B05-CEFB-95103A22635F}"/>
                </a:ext>
              </a:extLst>
            </p:cNvPr>
            <p:cNvSpPr>
              <a:spLocks noChangeShapeType="1"/>
            </p:cNvSpPr>
            <p:nvPr/>
          </p:nvSpPr>
          <p:spPr bwMode="auto">
            <a:xfrm>
              <a:off x="7453313" y="4384675"/>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7" name="Line 81">
              <a:extLst>
                <a:ext uri="{FF2B5EF4-FFF2-40B4-BE49-F238E27FC236}">
                  <a16:creationId xmlns:a16="http://schemas.microsoft.com/office/drawing/2014/main" id="{95FC71A1-47FB-13DB-0D05-48BE2FAC3C8C}"/>
                </a:ext>
              </a:extLst>
            </p:cNvPr>
            <p:cNvSpPr>
              <a:spLocks noChangeShapeType="1"/>
            </p:cNvSpPr>
            <p:nvPr/>
          </p:nvSpPr>
          <p:spPr bwMode="auto">
            <a:xfrm>
              <a:off x="7453313" y="4605338"/>
              <a:ext cx="581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88" name="Oval 82">
              <a:extLst>
                <a:ext uri="{FF2B5EF4-FFF2-40B4-BE49-F238E27FC236}">
                  <a16:creationId xmlns:a16="http://schemas.microsoft.com/office/drawing/2014/main" id="{69508B60-E981-9177-A979-6BF222B9E336}"/>
                </a:ext>
              </a:extLst>
            </p:cNvPr>
            <p:cNvSpPr>
              <a:spLocks noChangeArrowheads="1"/>
            </p:cNvSpPr>
            <p:nvPr/>
          </p:nvSpPr>
          <p:spPr bwMode="auto">
            <a:xfrm>
              <a:off x="6238875" y="2500313"/>
              <a:ext cx="125413" cy="125412"/>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889" name="Text Box 83">
              <a:extLst>
                <a:ext uri="{FF2B5EF4-FFF2-40B4-BE49-F238E27FC236}">
                  <a16:creationId xmlns:a16="http://schemas.microsoft.com/office/drawing/2014/main" id="{240D9C69-111E-5CAF-F6D8-ABC5B344046D}"/>
                </a:ext>
              </a:extLst>
            </p:cNvPr>
            <p:cNvSpPr txBox="1">
              <a:spLocks noChangeArrowheads="1"/>
            </p:cNvSpPr>
            <p:nvPr/>
          </p:nvSpPr>
          <p:spPr bwMode="auto">
            <a:xfrm>
              <a:off x="6421438" y="2051050"/>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E1</a:t>
              </a:r>
              <a:endParaRPr lang="ru-RU" altLang="en-US" sz="1600" b="0"/>
            </a:p>
          </p:txBody>
        </p:sp>
        <p:sp>
          <p:nvSpPr>
            <p:cNvPr id="119890" name="Text Box 84">
              <a:extLst>
                <a:ext uri="{FF2B5EF4-FFF2-40B4-BE49-F238E27FC236}">
                  <a16:creationId xmlns:a16="http://schemas.microsoft.com/office/drawing/2014/main" id="{A47AF604-6592-6FF0-499F-5DAC7CBA6B82}"/>
                </a:ext>
              </a:extLst>
            </p:cNvPr>
            <p:cNvSpPr txBox="1">
              <a:spLocks noChangeArrowheads="1"/>
            </p:cNvSpPr>
            <p:nvPr/>
          </p:nvSpPr>
          <p:spPr bwMode="auto">
            <a:xfrm>
              <a:off x="6421438" y="2338388"/>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E2</a:t>
              </a:r>
              <a:endParaRPr lang="ru-RU" altLang="en-US" sz="1600" b="0"/>
            </a:p>
          </p:txBody>
        </p:sp>
        <p:sp>
          <p:nvSpPr>
            <p:cNvPr id="119891" name="Text Box 85">
              <a:extLst>
                <a:ext uri="{FF2B5EF4-FFF2-40B4-BE49-F238E27FC236}">
                  <a16:creationId xmlns:a16="http://schemas.microsoft.com/office/drawing/2014/main" id="{C0018018-417E-8A09-88DE-60EFF9ADA710}"/>
                </a:ext>
              </a:extLst>
            </p:cNvPr>
            <p:cNvSpPr txBox="1">
              <a:spLocks noChangeArrowheads="1"/>
            </p:cNvSpPr>
            <p:nvPr/>
          </p:nvSpPr>
          <p:spPr bwMode="auto">
            <a:xfrm>
              <a:off x="6337300" y="2795588"/>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A1</a:t>
              </a:r>
              <a:endParaRPr lang="ru-RU" altLang="en-US" sz="1600" b="0"/>
            </a:p>
          </p:txBody>
        </p:sp>
        <p:sp>
          <p:nvSpPr>
            <p:cNvPr id="119892" name="Text Box 86">
              <a:extLst>
                <a:ext uri="{FF2B5EF4-FFF2-40B4-BE49-F238E27FC236}">
                  <a16:creationId xmlns:a16="http://schemas.microsoft.com/office/drawing/2014/main" id="{6F545D8E-1498-7078-AB11-E193454A84F8}"/>
                </a:ext>
              </a:extLst>
            </p:cNvPr>
            <p:cNvSpPr txBox="1">
              <a:spLocks noChangeArrowheads="1"/>
            </p:cNvSpPr>
            <p:nvPr/>
          </p:nvSpPr>
          <p:spPr bwMode="auto">
            <a:xfrm>
              <a:off x="6326188" y="3036888"/>
              <a:ext cx="59213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A2</a:t>
              </a:r>
              <a:endParaRPr lang="ru-RU" altLang="en-US" sz="1600" b="0"/>
            </a:p>
          </p:txBody>
        </p:sp>
        <p:sp>
          <p:nvSpPr>
            <p:cNvPr id="119893" name="Text Box 87">
              <a:extLst>
                <a:ext uri="{FF2B5EF4-FFF2-40B4-BE49-F238E27FC236}">
                  <a16:creationId xmlns:a16="http://schemas.microsoft.com/office/drawing/2014/main" id="{6985AE51-EC58-955F-A37F-93A1663AC9C2}"/>
                </a:ext>
              </a:extLst>
            </p:cNvPr>
            <p:cNvSpPr txBox="1">
              <a:spLocks noChangeArrowheads="1"/>
            </p:cNvSpPr>
            <p:nvPr/>
          </p:nvSpPr>
          <p:spPr bwMode="auto">
            <a:xfrm>
              <a:off x="6326188" y="3265488"/>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A3</a:t>
              </a:r>
              <a:endParaRPr lang="ru-RU" altLang="en-US" sz="1600" b="0"/>
            </a:p>
          </p:txBody>
        </p:sp>
        <p:sp>
          <p:nvSpPr>
            <p:cNvPr id="119894" name="Text Box 88">
              <a:extLst>
                <a:ext uri="{FF2B5EF4-FFF2-40B4-BE49-F238E27FC236}">
                  <a16:creationId xmlns:a16="http://schemas.microsoft.com/office/drawing/2014/main" id="{9E987CF3-7218-DCA2-5439-00EE600F42F9}"/>
                </a:ext>
              </a:extLst>
            </p:cNvPr>
            <p:cNvSpPr txBox="1">
              <a:spLocks noChangeArrowheads="1"/>
            </p:cNvSpPr>
            <p:nvPr/>
          </p:nvSpPr>
          <p:spPr bwMode="auto">
            <a:xfrm>
              <a:off x="6337300" y="350996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A4</a:t>
              </a:r>
              <a:endParaRPr lang="ru-RU" altLang="en-US" sz="1600" b="0"/>
            </a:p>
          </p:txBody>
        </p:sp>
        <p:sp>
          <p:nvSpPr>
            <p:cNvPr id="119895" name="Text Box 89">
              <a:extLst>
                <a:ext uri="{FF2B5EF4-FFF2-40B4-BE49-F238E27FC236}">
                  <a16:creationId xmlns:a16="http://schemas.microsoft.com/office/drawing/2014/main" id="{45BAD984-51FA-06E3-5A71-AD3AF6BCDEF7}"/>
                </a:ext>
              </a:extLst>
            </p:cNvPr>
            <p:cNvSpPr txBox="1">
              <a:spLocks noChangeArrowheads="1"/>
            </p:cNvSpPr>
            <p:nvPr/>
          </p:nvSpPr>
          <p:spPr bwMode="auto">
            <a:xfrm>
              <a:off x="6326188" y="3752850"/>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A5</a:t>
              </a:r>
              <a:endParaRPr lang="ru-RU" altLang="en-US" sz="1600" b="0"/>
            </a:p>
          </p:txBody>
        </p:sp>
        <p:sp>
          <p:nvSpPr>
            <p:cNvPr id="119896" name="Text Box 90">
              <a:extLst>
                <a:ext uri="{FF2B5EF4-FFF2-40B4-BE49-F238E27FC236}">
                  <a16:creationId xmlns:a16="http://schemas.microsoft.com/office/drawing/2014/main" id="{E13D847C-50BA-2A3B-3B86-A44CB5398DAF}"/>
                </a:ext>
              </a:extLst>
            </p:cNvPr>
            <p:cNvSpPr txBox="1">
              <a:spLocks noChangeArrowheads="1"/>
            </p:cNvSpPr>
            <p:nvPr/>
          </p:nvSpPr>
          <p:spPr bwMode="auto">
            <a:xfrm>
              <a:off x="6326188" y="3979863"/>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A6</a:t>
              </a:r>
              <a:endParaRPr lang="ru-RU" altLang="en-US" sz="1600" b="0"/>
            </a:p>
          </p:txBody>
        </p:sp>
        <p:sp>
          <p:nvSpPr>
            <p:cNvPr id="119897" name="Text Box 91">
              <a:extLst>
                <a:ext uri="{FF2B5EF4-FFF2-40B4-BE49-F238E27FC236}">
                  <a16:creationId xmlns:a16="http://schemas.microsoft.com/office/drawing/2014/main" id="{36CADB02-ED41-A53F-740B-53BFD3153E1D}"/>
                </a:ext>
              </a:extLst>
            </p:cNvPr>
            <p:cNvSpPr txBox="1">
              <a:spLocks noChangeArrowheads="1"/>
            </p:cNvSpPr>
            <p:nvPr/>
          </p:nvSpPr>
          <p:spPr bwMode="auto">
            <a:xfrm>
              <a:off x="6326188" y="4206875"/>
              <a:ext cx="59213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A7</a:t>
              </a:r>
              <a:endParaRPr lang="ru-RU" altLang="en-US" sz="1600" b="0"/>
            </a:p>
          </p:txBody>
        </p:sp>
        <p:sp>
          <p:nvSpPr>
            <p:cNvPr id="119898" name="Text Box 92">
              <a:extLst>
                <a:ext uri="{FF2B5EF4-FFF2-40B4-BE49-F238E27FC236}">
                  <a16:creationId xmlns:a16="http://schemas.microsoft.com/office/drawing/2014/main" id="{30D18862-05B8-D492-4151-6F0395D8CAF3}"/>
                </a:ext>
              </a:extLst>
            </p:cNvPr>
            <p:cNvSpPr txBox="1">
              <a:spLocks noChangeArrowheads="1"/>
            </p:cNvSpPr>
            <p:nvPr/>
          </p:nvSpPr>
          <p:spPr bwMode="auto">
            <a:xfrm>
              <a:off x="6326188" y="4413250"/>
              <a:ext cx="59213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A8</a:t>
              </a:r>
              <a:endParaRPr lang="ru-RU" altLang="en-US" sz="1600" b="0"/>
            </a:p>
          </p:txBody>
        </p:sp>
        <p:sp>
          <p:nvSpPr>
            <p:cNvPr id="119899" name="Text Box 93">
              <a:extLst>
                <a:ext uri="{FF2B5EF4-FFF2-40B4-BE49-F238E27FC236}">
                  <a16:creationId xmlns:a16="http://schemas.microsoft.com/office/drawing/2014/main" id="{440D7B9C-D023-E5EC-D5A6-D2BF5E6EDF62}"/>
                </a:ext>
              </a:extLst>
            </p:cNvPr>
            <p:cNvSpPr txBox="1">
              <a:spLocks noChangeArrowheads="1"/>
            </p:cNvSpPr>
            <p:nvPr/>
          </p:nvSpPr>
          <p:spPr bwMode="auto">
            <a:xfrm>
              <a:off x="7007225" y="2801938"/>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Y1</a:t>
              </a:r>
              <a:endParaRPr lang="ru-RU" altLang="en-US" sz="1600" b="0"/>
            </a:p>
          </p:txBody>
        </p:sp>
        <p:sp>
          <p:nvSpPr>
            <p:cNvPr id="119900" name="Text Box 94">
              <a:extLst>
                <a:ext uri="{FF2B5EF4-FFF2-40B4-BE49-F238E27FC236}">
                  <a16:creationId xmlns:a16="http://schemas.microsoft.com/office/drawing/2014/main" id="{2EE82F41-AD48-C137-26EE-D993D25C0485}"/>
                </a:ext>
              </a:extLst>
            </p:cNvPr>
            <p:cNvSpPr txBox="1">
              <a:spLocks noChangeArrowheads="1"/>
            </p:cNvSpPr>
            <p:nvPr/>
          </p:nvSpPr>
          <p:spPr bwMode="auto">
            <a:xfrm>
              <a:off x="6994525" y="3043238"/>
              <a:ext cx="59213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Y2</a:t>
              </a:r>
              <a:endParaRPr lang="ru-RU" altLang="en-US" sz="1600" b="0"/>
            </a:p>
          </p:txBody>
        </p:sp>
        <p:sp>
          <p:nvSpPr>
            <p:cNvPr id="119901" name="Text Box 95">
              <a:extLst>
                <a:ext uri="{FF2B5EF4-FFF2-40B4-BE49-F238E27FC236}">
                  <a16:creationId xmlns:a16="http://schemas.microsoft.com/office/drawing/2014/main" id="{AD9289D5-ACF4-A260-8394-40DC155443A7}"/>
                </a:ext>
              </a:extLst>
            </p:cNvPr>
            <p:cNvSpPr txBox="1">
              <a:spLocks noChangeArrowheads="1"/>
            </p:cNvSpPr>
            <p:nvPr/>
          </p:nvSpPr>
          <p:spPr bwMode="auto">
            <a:xfrm>
              <a:off x="6994525" y="3270250"/>
              <a:ext cx="59213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Y3</a:t>
              </a:r>
              <a:endParaRPr lang="ru-RU" altLang="en-US" sz="1600" b="0"/>
            </a:p>
          </p:txBody>
        </p:sp>
        <p:sp>
          <p:nvSpPr>
            <p:cNvPr id="119902" name="Text Box 96">
              <a:extLst>
                <a:ext uri="{FF2B5EF4-FFF2-40B4-BE49-F238E27FC236}">
                  <a16:creationId xmlns:a16="http://schemas.microsoft.com/office/drawing/2014/main" id="{8B8A16EA-51B9-3AA8-2CEE-F87170916B6D}"/>
                </a:ext>
              </a:extLst>
            </p:cNvPr>
            <p:cNvSpPr txBox="1">
              <a:spLocks noChangeArrowheads="1"/>
            </p:cNvSpPr>
            <p:nvPr/>
          </p:nvSpPr>
          <p:spPr bwMode="auto">
            <a:xfrm>
              <a:off x="7007225" y="351631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Y4</a:t>
              </a:r>
              <a:endParaRPr lang="ru-RU" altLang="en-US" sz="1600" b="0"/>
            </a:p>
          </p:txBody>
        </p:sp>
        <p:sp>
          <p:nvSpPr>
            <p:cNvPr id="119903" name="Text Box 97">
              <a:extLst>
                <a:ext uri="{FF2B5EF4-FFF2-40B4-BE49-F238E27FC236}">
                  <a16:creationId xmlns:a16="http://schemas.microsoft.com/office/drawing/2014/main" id="{AB3B8090-C0E2-7512-8A31-5CA4141AD0FF}"/>
                </a:ext>
              </a:extLst>
            </p:cNvPr>
            <p:cNvSpPr txBox="1">
              <a:spLocks noChangeArrowheads="1"/>
            </p:cNvSpPr>
            <p:nvPr/>
          </p:nvSpPr>
          <p:spPr bwMode="auto">
            <a:xfrm>
              <a:off x="6994525" y="3757613"/>
              <a:ext cx="59213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Y5</a:t>
              </a:r>
              <a:endParaRPr lang="ru-RU" altLang="en-US" sz="1600" b="0"/>
            </a:p>
          </p:txBody>
        </p:sp>
        <p:sp>
          <p:nvSpPr>
            <p:cNvPr id="119904" name="Text Box 98">
              <a:extLst>
                <a:ext uri="{FF2B5EF4-FFF2-40B4-BE49-F238E27FC236}">
                  <a16:creationId xmlns:a16="http://schemas.microsoft.com/office/drawing/2014/main" id="{ADAE3C59-ECDE-F0B7-E820-B07DC63C5EA8}"/>
                </a:ext>
              </a:extLst>
            </p:cNvPr>
            <p:cNvSpPr txBox="1">
              <a:spLocks noChangeArrowheads="1"/>
            </p:cNvSpPr>
            <p:nvPr/>
          </p:nvSpPr>
          <p:spPr bwMode="auto">
            <a:xfrm>
              <a:off x="6994525" y="398621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Y6</a:t>
              </a:r>
              <a:endParaRPr lang="ru-RU" altLang="en-US" sz="1600" b="0"/>
            </a:p>
          </p:txBody>
        </p:sp>
        <p:sp>
          <p:nvSpPr>
            <p:cNvPr id="119905" name="Text Box 99">
              <a:extLst>
                <a:ext uri="{FF2B5EF4-FFF2-40B4-BE49-F238E27FC236}">
                  <a16:creationId xmlns:a16="http://schemas.microsoft.com/office/drawing/2014/main" id="{CEC17599-DC5E-9594-7B1A-83BA8DFC9515}"/>
                </a:ext>
              </a:extLst>
            </p:cNvPr>
            <p:cNvSpPr txBox="1">
              <a:spLocks noChangeArrowheads="1"/>
            </p:cNvSpPr>
            <p:nvPr/>
          </p:nvSpPr>
          <p:spPr bwMode="auto">
            <a:xfrm>
              <a:off x="7007225" y="4213225"/>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Y7</a:t>
              </a:r>
              <a:endParaRPr lang="ru-RU" altLang="en-US" sz="1600" b="0"/>
            </a:p>
          </p:txBody>
        </p:sp>
        <p:sp>
          <p:nvSpPr>
            <p:cNvPr id="119906" name="Text Box 100">
              <a:extLst>
                <a:ext uri="{FF2B5EF4-FFF2-40B4-BE49-F238E27FC236}">
                  <a16:creationId xmlns:a16="http://schemas.microsoft.com/office/drawing/2014/main" id="{935B2BCC-45C4-BE4C-9BDC-1C285D749D2F}"/>
                </a:ext>
              </a:extLst>
            </p:cNvPr>
            <p:cNvSpPr txBox="1">
              <a:spLocks noChangeArrowheads="1"/>
            </p:cNvSpPr>
            <p:nvPr/>
          </p:nvSpPr>
          <p:spPr bwMode="auto">
            <a:xfrm>
              <a:off x="7019925" y="4443413"/>
              <a:ext cx="5921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Y8</a:t>
              </a:r>
              <a:endParaRPr lang="ru-RU" altLang="en-US" sz="1600" b="0"/>
            </a:p>
          </p:txBody>
        </p:sp>
        <p:sp>
          <p:nvSpPr>
            <p:cNvPr id="119907" name="Oval 101">
              <a:extLst>
                <a:ext uri="{FF2B5EF4-FFF2-40B4-BE49-F238E27FC236}">
                  <a16:creationId xmlns:a16="http://schemas.microsoft.com/office/drawing/2014/main" id="{A38C13F4-6C64-CEF9-62B7-149492B44EDC}"/>
                </a:ext>
              </a:extLst>
            </p:cNvPr>
            <p:cNvSpPr>
              <a:spLocks noChangeArrowheads="1"/>
            </p:cNvSpPr>
            <p:nvPr/>
          </p:nvSpPr>
          <p:spPr bwMode="auto">
            <a:xfrm>
              <a:off x="2398713" y="2233613"/>
              <a:ext cx="125412" cy="125412"/>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908" name="Oval 102">
              <a:extLst>
                <a:ext uri="{FF2B5EF4-FFF2-40B4-BE49-F238E27FC236}">
                  <a16:creationId xmlns:a16="http://schemas.microsoft.com/office/drawing/2014/main" id="{36679D4B-D28F-82D6-2330-91DDC837F2C7}"/>
                </a:ext>
              </a:extLst>
            </p:cNvPr>
            <p:cNvSpPr>
              <a:spLocks noChangeArrowheads="1"/>
            </p:cNvSpPr>
            <p:nvPr/>
          </p:nvSpPr>
          <p:spPr bwMode="auto">
            <a:xfrm>
              <a:off x="2398713" y="2551113"/>
              <a:ext cx="125412" cy="125412"/>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909" name="Oval 103">
              <a:extLst>
                <a:ext uri="{FF2B5EF4-FFF2-40B4-BE49-F238E27FC236}">
                  <a16:creationId xmlns:a16="http://schemas.microsoft.com/office/drawing/2014/main" id="{9AE1F1F4-BE70-2D6E-A381-5FBDB8CAD429}"/>
                </a:ext>
              </a:extLst>
            </p:cNvPr>
            <p:cNvSpPr>
              <a:spLocks noChangeArrowheads="1"/>
            </p:cNvSpPr>
            <p:nvPr/>
          </p:nvSpPr>
          <p:spPr bwMode="auto">
            <a:xfrm>
              <a:off x="2409825" y="2806700"/>
              <a:ext cx="125413" cy="125413"/>
            </a:xfrm>
            <a:prstGeom prst="ellipse">
              <a:avLst/>
            </a:prstGeom>
            <a:solidFill>
              <a:schemeClr val="accent1"/>
            </a:solidFill>
            <a:ln w="25400">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910" name="Line 104">
              <a:extLst>
                <a:ext uri="{FF2B5EF4-FFF2-40B4-BE49-F238E27FC236}">
                  <a16:creationId xmlns:a16="http://schemas.microsoft.com/office/drawing/2014/main" id="{903F0CBC-96B5-70B8-6EE0-34817F410091}"/>
                </a:ext>
              </a:extLst>
            </p:cNvPr>
            <p:cNvSpPr>
              <a:spLocks noChangeShapeType="1"/>
            </p:cNvSpPr>
            <p:nvPr/>
          </p:nvSpPr>
          <p:spPr bwMode="auto">
            <a:xfrm flipV="1">
              <a:off x="2533650" y="2874963"/>
              <a:ext cx="4984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11" name="Line 105">
              <a:extLst>
                <a:ext uri="{FF2B5EF4-FFF2-40B4-BE49-F238E27FC236}">
                  <a16:creationId xmlns:a16="http://schemas.microsoft.com/office/drawing/2014/main" id="{06A2EDD7-C049-C0ED-2131-9DD7B72237D0}"/>
                </a:ext>
              </a:extLst>
            </p:cNvPr>
            <p:cNvSpPr>
              <a:spLocks noChangeShapeType="1"/>
            </p:cNvSpPr>
            <p:nvPr/>
          </p:nvSpPr>
          <p:spPr bwMode="auto">
            <a:xfrm>
              <a:off x="8047038" y="2981325"/>
              <a:ext cx="0" cy="23383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12" name="Line 106">
              <a:extLst>
                <a:ext uri="{FF2B5EF4-FFF2-40B4-BE49-F238E27FC236}">
                  <a16:creationId xmlns:a16="http://schemas.microsoft.com/office/drawing/2014/main" id="{8F366BBE-5278-AB13-FF58-6EBC5BC2A551}"/>
                </a:ext>
              </a:extLst>
            </p:cNvPr>
            <p:cNvSpPr>
              <a:spLocks noChangeShapeType="1"/>
            </p:cNvSpPr>
            <p:nvPr/>
          </p:nvSpPr>
          <p:spPr bwMode="auto">
            <a:xfrm>
              <a:off x="5643563" y="2984500"/>
              <a:ext cx="0" cy="23495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13" name="Line 107">
              <a:extLst>
                <a:ext uri="{FF2B5EF4-FFF2-40B4-BE49-F238E27FC236}">
                  <a16:creationId xmlns:a16="http://schemas.microsoft.com/office/drawing/2014/main" id="{0510DA33-93AB-2F7C-6F6C-0A13CFEB9F75}"/>
                </a:ext>
              </a:extLst>
            </p:cNvPr>
            <p:cNvSpPr>
              <a:spLocks noChangeShapeType="1"/>
            </p:cNvSpPr>
            <p:nvPr/>
          </p:nvSpPr>
          <p:spPr bwMode="auto">
            <a:xfrm>
              <a:off x="525463" y="2506663"/>
              <a:ext cx="0" cy="28067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14" name="Text Box 108">
              <a:extLst>
                <a:ext uri="{FF2B5EF4-FFF2-40B4-BE49-F238E27FC236}">
                  <a16:creationId xmlns:a16="http://schemas.microsoft.com/office/drawing/2014/main" id="{686A6B47-12B1-F57E-7B81-4C745E912983}"/>
                </a:ext>
              </a:extLst>
            </p:cNvPr>
            <p:cNvSpPr txBox="1">
              <a:spLocks noChangeArrowheads="1"/>
            </p:cNvSpPr>
            <p:nvPr/>
          </p:nvSpPr>
          <p:spPr bwMode="auto">
            <a:xfrm>
              <a:off x="800100" y="1641475"/>
              <a:ext cx="196850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Microprocessor</a:t>
              </a:r>
              <a:endParaRPr lang="ru-RU" altLang="en-US" sz="2000" b="0"/>
            </a:p>
          </p:txBody>
        </p:sp>
        <p:sp>
          <p:nvSpPr>
            <p:cNvPr id="119915" name="Line 109">
              <a:extLst>
                <a:ext uri="{FF2B5EF4-FFF2-40B4-BE49-F238E27FC236}">
                  <a16:creationId xmlns:a16="http://schemas.microsoft.com/office/drawing/2014/main" id="{6D45E09F-359E-C955-9263-57808B4BFDC2}"/>
                </a:ext>
              </a:extLst>
            </p:cNvPr>
            <p:cNvSpPr>
              <a:spLocks noChangeShapeType="1"/>
            </p:cNvSpPr>
            <p:nvPr/>
          </p:nvSpPr>
          <p:spPr bwMode="auto">
            <a:xfrm>
              <a:off x="514350" y="5329238"/>
              <a:ext cx="754856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16" name="Text Box 111">
              <a:extLst>
                <a:ext uri="{FF2B5EF4-FFF2-40B4-BE49-F238E27FC236}">
                  <a16:creationId xmlns:a16="http://schemas.microsoft.com/office/drawing/2014/main" id="{9514130A-FAD6-2EFE-BF51-DC1E95E81921}"/>
                </a:ext>
              </a:extLst>
            </p:cNvPr>
            <p:cNvSpPr txBox="1">
              <a:spLocks noChangeArrowheads="1"/>
            </p:cNvSpPr>
            <p:nvPr/>
          </p:nvSpPr>
          <p:spPr bwMode="auto">
            <a:xfrm>
              <a:off x="1639888" y="2101850"/>
              <a:ext cx="6905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Read</a:t>
              </a:r>
              <a:endParaRPr lang="ru-RU" altLang="en-US" sz="1600" b="0"/>
            </a:p>
          </p:txBody>
        </p:sp>
        <p:sp>
          <p:nvSpPr>
            <p:cNvPr id="119917" name="Text Box 112">
              <a:extLst>
                <a:ext uri="{FF2B5EF4-FFF2-40B4-BE49-F238E27FC236}">
                  <a16:creationId xmlns:a16="http://schemas.microsoft.com/office/drawing/2014/main" id="{621938BD-0223-3965-42A2-48646ECAB5BF}"/>
                </a:ext>
              </a:extLst>
            </p:cNvPr>
            <p:cNvSpPr txBox="1">
              <a:spLocks noChangeArrowheads="1"/>
            </p:cNvSpPr>
            <p:nvPr/>
          </p:nvSpPr>
          <p:spPr bwMode="auto">
            <a:xfrm>
              <a:off x="1582738" y="2432050"/>
              <a:ext cx="10287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InSEL1</a:t>
              </a:r>
              <a:endParaRPr lang="ru-RU" altLang="en-US" sz="1600" b="0"/>
            </a:p>
          </p:txBody>
        </p:sp>
        <p:sp>
          <p:nvSpPr>
            <p:cNvPr id="119918" name="Text Box 113">
              <a:extLst>
                <a:ext uri="{FF2B5EF4-FFF2-40B4-BE49-F238E27FC236}">
                  <a16:creationId xmlns:a16="http://schemas.microsoft.com/office/drawing/2014/main" id="{CDDD8645-AD70-A362-8D6A-14AE28551733}"/>
                </a:ext>
              </a:extLst>
            </p:cNvPr>
            <p:cNvSpPr txBox="1">
              <a:spLocks noChangeArrowheads="1"/>
            </p:cNvSpPr>
            <p:nvPr/>
          </p:nvSpPr>
          <p:spPr bwMode="auto">
            <a:xfrm>
              <a:off x="1609725" y="2703513"/>
              <a:ext cx="10287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InSEL2</a:t>
              </a:r>
              <a:endParaRPr lang="ru-RU" altLang="en-US" sz="1600" b="0"/>
            </a:p>
          </p:txBody>
        </p:sp>
        <p:sp>
          <p:nvSpPr>
            <p:cNvPr id="119919" name="Line 114">
              <a:extLst>
                <a:ext uri="{FF2B5EF4-FFF2-40B4-BE49-F238E27FC236}">
                  <a16:creationId xmlns:a16="http://schemas.microsoft.com/office/drawing/2014/main" id="{D020DA45-130A-8F95-042B-539B3FBCD033}"/>
                </a:ext>
              </a:extLst>
            </p:cNvPr>
            <p:cNvSpPr>
              <a:spLocks noChangeShapeType="1"/>
            </p:cNvSpPr>
            <p:nvPr/>
          </p:nvSpPr>
          <p:spPr bwMode="auto">
            <a:xfrm flipV="1">
              <a:off x="6015800" y="1847850"/>
              <a:ext cx="0" cy="417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20" name="Line 115">
              <a:extLst>
                <a:ext uri="{FF2B5EF4-FFF2-40B4-BE49-F238E27FC236}">
                  <a16:creationId xmlns:a16="http://schemas.microsoft.com/office/drawing/2014/main" id="{C704BFF9-93F5-08ED-A834-54297E99E5B2}"/>
                </a:ext>
              </a:extLst>
            </p:cNvPr>
            <p:cNvSpPr>
              <a:spLocks noChangeShapeType="1"/>
            </p:cNvSpPr>
            <p:nvPr/>
          </p:nvSpPr>
          <p:spPr bwMode="auto">
            <a:xfrm flipH="1">
              <a:off x="3376613" y="1847850"/>
              <a:ext cx="26517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21" name="Line 116">
              <a:extLst>
                <a:ext uri="{FF2B5EF4-FFF2-40B4-BE49-F238E27FC236}">
                  <a16:creationId xmlns:a16="http://schemas.microsoft.com/office/drawing/2014/main" id="{6F6D29D9-9619-1746-FF1B-658E21BBA30C}"/>
                </a:ext>
              </a:extLst>
            </p:cNvPr>
            <p:cNvSpPr>
              <a:spLocks noChangeShapeType="1"/>
            </p:cNvSpPr>
            <p:nvPr/>
          </p:nvSpPr>
          <p:spPr bwMode="auto">
            <a:xfrm>
              <a:off x="3376613" y="1835975"/>
              <a:ext cx="0" cy="45720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9922" name="Line 117">
              <a:extLst>
                <a:ext uri="{FF2B5EF4-FFF2-40B4-BE49-F238E27FC236}">
                  <a16:creationId xmlns:a16="http://schemas.microsoft.com/office/drawing/2014/main" id="{67C17B66-82FE-41C5-A91D-C0CE4064AD8F}"/>
                </a:ext>
              </a:extLst>
            </p:cNvPr>
            <p:cNvSpPr>
              <a:spLocks noChangeShapeType="1"/>
            </p:cNvSpPr>
            <p:nvPr/>
          </p:nvSpPr>
          <p:spPr bwMode="auto">
            <a:xfrm flipV="1">
              <a:off x="3030538" y="1622425"/>
              <a:ext cx="0" cy="1241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23" name="Line 118">
              <a:extLst>
                <a:ext uri="{FF2B5EF4-FFF2-40B4-BE49-F238E27FC236}">
                  <a16:creationId xmlns:a16="http://schemas.microsoft.com/office/drawing/2014/main" id="{3726B7E8-6220-D9E9-CE24-84E4545FF890}"/>
                </a:ext>
              </a:extLst>
            </p:cNvPr>
            <p:cNvSpPr>
              <a:spLocks noChangeShapeType="1"/>
            </p:cNvSpPr>
            <p:nvPr/>
          </p:nvSpPr>
          <p:spPr bwMode="auto">
            <a:xfrm>
              <a:off x="3016250" y="1608138"/>
              <a:ext cx="28098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24" name="Line 119">
              <a:extLst>
                <a:ext uri="{FF2B5EF4-FFF2-40B4-BE49-F238E27FC236}">
                  <a16:creationId xmlns:a16="http://schemas.microsoft.com/office/drawing/2014/main" id="{2D47E3E9-AFA8-EAED-062A-F8BD6A5A8A74}"/>
                </a:ext>
              </a:extLst>
            </p:cNvPr>
            <p:cNvSpPr>
              <a:spLocks noChangeShapeType="1"/>
            </p:cNvSpPr>
            <p:nvPr/>
          </p:nvSpPr>
          <p:spPr bwMode="auto">
            <a:xfrm>
              <a:off x="5829300" y="1608138"/>
              <a:ext cx="0" cy="9747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925" name="Text Box 120">
              <a:extLst>
                <a:ext uri="{FF2B5EF4-FFF2-40B4-BE49-F238E27FC236}">
                  <a16:creationId xmlns:a16="http://schemas.microsoft.com/office/drawing/2014/main" id="{58091F32-5784-46F5-192E-CD70ABD5FD6E}"/>
                </a:ext>
              </a:extLst>
            </p:cNvPr>
            <p:cNvSpPr txBox="1">
              <a:spLocks noChangeArrowheads="1"/>
            </p:cNvSpPr>
            <p:nvPr/>
          </p:nvSpPr>
          <p:spPr bwMode="auto">
            <a:xfrm>
              <a:off x="490538" y="2284413"/>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DB0</a:t>
              </a:r>
              <a:endParaRPr lang="ru-RU" altLang="en-US" sz="1600" b="0"/>
            </a:p>
          </p:txBody>
        </p:sp>
        <p:sp>
          <p:nvSpPr>
            <p:cNvPr id="119926" name="Text Box 121">
              <a:extLst>
                <a:ext uri="{FF2B5EF4-FFF2-40B4-BE49-F238E27FC236}">
                  <a16:creationId xmlns:a16="http://schemas.microsoft.com/office/drawing/2014/main" id="{83598015-1DF2-8398-7F70-9F7D6A4C7FA7}"/>
                </a:ext>
              </a:extLst>
            </p:cNvPr>
            <p:cNvSpPr txBox="1">
              <a:spLocks noChangeArrowheads="1"/>
            </p:cNvSpPr>
            <p:nvPr/>
          </p:nvSpPr>
          <p:spPr bwMode="auto">
            <a:xfrm>
              <a:off x="477838" y="2511425"/>
              <a:ext cx="59213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DB1</a:t>
              </a:r>
              <a:endParaRPr lang="ru-RU" altLang="en-US" sz="1600" b="0"/>
            </a:p>
          </p:txBody>
        </p:sp>
        <p:sp>
          <p:nvSpPr>
            <p:cNvPr id="119927" name="Text Box 122">
              <a:extLst>
                <a:ext uri="{FF2B5EF4-FFF2-40B4-BE49-F238E27FC236}">
                  <a16:creationId xmlns:a16="http://schemas.microsoft.com/office/drawing/2014/main" id="{D614C550-F6A6-7A3C-0637-22D559A9DE3D}"/>
                </a:ext>
              </a:extLst>
            </p:cNvPr>
            <p:cNvSpPr txBox="1">
              <a:spLocks noChangeArrowheads="1"/>
            </p:cNvSpPr>
            <p:nvPr/>
          </p:nvSpPr>
          <p:spPr bwMode="auto">
            <a:xfrm>
              <a:off x="477838" y="2754313"/>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DB2</a:t>
              </a:r>
              <a:endParaRPr lang="ru-RU" altLang="en-US" sz="1600" b="0"/>
            </a:p>
          </p:txBody>
        </p:sp>
        <p:sp>
          <p:nvSpPr>
            <p:cNvPr id="119928" name="Text Box 123">
              <a:extLst>
                <a:ext uri="{FF2B5EF4-FFF2-40B4-BE49-F238E27FC236}">
                  <a16:creationId xmlns:a16="http://schemas.microsoft.com/office/drawing/2014/main" id="{8C09F0FF-A5F3-0294-15FA-52799FC14F24}"/>
                </a:ext>
              </a:extLst>
            </p:cNvPr>
            <p:cNvSpPr txBox="1">
              <a:spLocks noChangeArrowheads="1"/>
            </p:cNvSpPr>
            <p:nvPr/>
          </p:nvSpPr>
          <p:spPr bwMode="auto">
            <a:xfrm>
              <a:off x="477838" y="2984500"/>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DB3</a:t>
              </a:r>
              <a:endParaRPr lang="ru-RU" altLang="en-US" sz="1600" b="0"/>
            </a:p>
          </p:txBody>
        </p:sp>
        <p:sp>
          <p:nvSpPr>
            <p:cNvPr id="119929" name="Text Box 124">
              <a:extLst>
                <a:ext uri="{FF2B5EF4-FFF2-40B4-BE49-F238E27FC236}">
                  <a16:creationId xmlns:a16="http://schemas.microsoft.com/office/drawing/2014/main" id="{638278EB-19FD-B791-F5C0-2F1BCBAD6F10}"/>
                </a:ext>
              </a:extLst>
            </p:cNvPr>
            <p:cNvSpPr txBox="1">
              <a:spLocks noChangeArrowheads="1"/>
            </p:cNvSpPr>
            <p:nvPr/>
          </p:nvSpPr>
          <p:spPr bwMode="auto">
            <a:xfrm>
              <a:off x="477838" y="3211513"/>
              <a:ext cx="59213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DB4</a:t>
              </a:r>
              <a:endParaRPr lang="ru-RU" altLang="en-US" sz="1600" b="0"/>
            </a:p>
          </p:txBody>
        </p:sp>
        <p:sp>
          <p:nvSpPr>
            <p:cNvPr id="119930" name="Text Box 125">
              <a:extLst>
                <a:ext uri="{FF2B5EF4-FFF2-40B4-BE49-F238E27FC236}">
                  <a16:creationId xmlns:a16="http://schemas.microsoft.com/office/drawing/2014/main" id="{123EAF85-E7EF-8C28-C55B-110E999162E4}"/>
                </a:ext>
              </a:extLst>
            </p:cNvPr>
            <p:cNvSpPr txBox="1">
              <a:spLocks noChangeArrowheads="1"/>
            </p:cNvSpPr>
            <p:nvPr/>
          </p:nvSpPr>
          <p:spPr bwMode="auto">
            <a:xfrm>
              <a:off x="477838" y="3454400"/>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DB5</a:t>
              </a:r>
              <a:endParaRPr lang="ru-RU" altLang="en-US" sz="1600" b="0"/>
            </a:p>
          </p:txBody>
        </p:sp>
        <p:sp>
          <p:nvSpPr>
            <p:cNvPr id="119931" name="Text Box 126">
              <a:extLst>
                <a:ext uri="{FF2B5EF4-FFF2-40B4-BE49-F238E27FC236}">
                  <a16:creationId xmlns:a16="http://schemas.microsoft.com/office/drawing/2014/main" id="{907212EC-00E5-12B0-00A6-6ECEA8625380}"/>
                </a:ext>
              </a:extLst>
            </p:cNvPr>
            <p:cNvSpPr txBox="1">
              <a:spLocks noChangeArrowheads="1"/>
            </p:cNvSpPr>
            <p:nvPr/>
          </p:nvSpPr>
          <p:spPr bwMode="auto">
            <a:xfrm>
              <a:off x="477838" y="3667125"/>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DB6</a:t>
              </a:r>
              <a:endParaRPr lang="ru-RU" altLang="en-US" sz="1600" b="0"/>
            </a:p>
          </p:txBody>
        </p:sp>
        <p:sp>
          <p:nvSpPr>
            <p:cNvPr id="119932" name="Text Box 127">
              <a:extLst>
                <a:ext uri="{FF2B5EF4-FFF2-40B4-BE49-F238E27FC236}">
                  <a16:creationId xmlns:a16="http://schemas.microsoft.com/office/drawing/2014/main" id="{7BD4002C-7872-1329-479E-DC1CAF8A3798}"/>
                </a:ext>
              </a:extLst>
            </p:cNvPr>
            <p:cNvSpPr txBox="1">
              <a:spLocks noChangeArrowheads="1"/>
            </p:cNvSpPr>
            <p:nvPr/>
          </p:nvSpPr>
          <p:spPr bwMode="auto">
            <a:xfrm>
              <a:off x="477838" y="3887788"/>
              <a:ext cx="59213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DB7</a:t>
              </a:r>
              <a:endParaRPr lang="ru-RU" altLang="en-US" sz="1600" b="0"/>
            </a:p>
          </p:txBody>
        </p:sp>
        <p:sp>
          <p:nvSpPr>
            <p:cNvPr id="119933" name="Text Box 128">
              <a:extLst>
                <a:ext uri="{FF2B5EF4-FFF2-40B4-BE49-F238E27FC236}">
                  <a16:creationId xmlns:a16="http://schemas.microsoft.com/office/drawing/2014/main" id="{FA89E1FF-F0C2-3A9C-6FE5-8075C23B63C2}"/>
                </a:ext>
              </a:extLst>
            </p:cNvPr>
            <p:cNvSpPr txBox="1">
              <a:spLocks noChangeArrowheads="1"/>
            </p:cNvSpPr>
            <p:nvPr/>
          </p:nvSpPr>
          <p:spPr bwMode="auto">
            <a:xfrm>
              <a:off x="5049838" y="2762250"/>
              <a:ext cx="59213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DB0</a:t>
              </a:r>
              <a:endParaRPr lang="ru-RU" altLang="en-US" sz="1600" b="0"/>
            </a:p>
          </p:txBody>
        </p:sp>
        <p:sp>
          <p:nvSpPr>
            <p:cNvPr id="119934" name="Text Box 129">
              <a:extLst>
                <a:ext uri="{FF2B5EF4-FFF2-40B4-BE49-F238E27FC236}">
                  <a16:creationId xmlns:a16="http://schemas.microsoft.com/office/drawing/2014/main" id="{8DDF7CBB-8606-4E6D-E6C7-4A022D10C502}"/>
                </a:ext>
              </a:extLst>
            </p:cNvPr>
            <p:cNvSpPr txBox="1">
              <a:spLocks noChangeArrowheads="1"/>
            </p:cNvSpPr>
            <p:nvPr/>
          </p:nvSpPr>
          <p:spPr bwMode="auto">
            <a:xfrm>
              <a:off x="5049838" y="3005138"/>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DB1</a:t>
              </a:r>
              <a:endParaRPr lang="ru-RU" altLang="en-US" sz="1600" b="0"/>
            </a:p>
          </p:txBody>
        </p:sp>
        <p:sp>
          <p:nvSpPr>
            <p:cNvPr id="119935" name="Text Box 130">
              <a:extLst>
                <a:ext uri="{FF2B5EF4-FFF2-40B4-BE49-F238E27FC236}">
                  <a16:creationId xmlns:a16="http://schemas.microsoft.com/office/drawing/2014/main" id="{86BD5ED1-1647-79B9-860A-2A0C2D06BE41}"/>
                </a:ext>
              </a:extLst>
            </p:cNvPr>
            <p:cNvSpPr txBox="1">
              <a:spLocks noChangeArrowheads="1"/>
            </p:cNvSpPr>
            <p:nvPr/>
          </p:nvSpPr>
          <p:spPr bwMode="auto">
            <a:xfrm>
              <a:off x="5062538" y="3248025"/>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DB2</a:t>
              </a:r>
              <a:endParaRPr lang="ru-RU" altLang="en-US" sz="1600" b="0"/>
            </a:p>
          </p:txBody>
        </p:sp>
        <p:sp>
          <p:nvSpPr>
            <p:cNvPr id="119936" name="Text Box 131">
              <a:extLst>
                <a:ext uri="{FF2B5EF4-FFF2-40B4-BE49-F238E27FC236}">
                  <a16:creationId xmlns:a16="http://schemas.microsoft.com/office/drawing/2014/main" id="{C10323F8-3491-C7F7-A1BE-52ED60518CAD}"/>
                </a:ext>
              </a:extLst>
            </p:cNvPr>
            <p:cNvSpPr txBox="1">
              <a:spLocks noChangeArrowheads="1"/>
            </p:cNvSpPr>
            <p:nvPr/>
          </p:nvSpPr>
          <p:spPr bwMode="auto">
            <a:xfrm>
              <a:off x="5062538" y="3460750"/>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DB3</a:t>
              </a:r>
              <a:endParaRPr lang="ru-RU" altLang="en-US" sz="1600" b="0"/>
            </a:p>
          </p:txBody>
        </p:sp>
        <p:sp>
          <p:nvSpPr>
            <p:cNvPr id="119937" name="Text Box 132">
              <a:extLst>
                <a:ext uri="{FF2B5EF4-FFF2-40B4-BE49-F238E27FC236}">
                  <a16:creationId xmlns:a16="http://schemas.microsoft.com/office/drawing/2014/main" id="{84699B80-ABFA-F5B7-89B0-9F91DF5CF667}"/>
                </a:ext>
              </a:extLst>
            </p:cNvPr>
            <p:cNvSpPr txBox="1">
              <a:spLocks noChangeArrowheads="1"/>
            </p:cNvSpPr>
            <p:nvPr/>
          </p:nvSpPr>
          <p:spPr bwMode="auto">
            <a:xfrm>
              <a:off x="5062538" y="3687763"/>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DB4</a:t>
              </a:r>
              <a:endParaRPr lang="ru-RU" altLang="en-US" sz="1600" b="0"/>
            </a:p>
          </p:txBody>
        </p:sp>
        <p:sp>
          <p:nvSpPr>
            <p:cNvPr id="119938" name="Text Box 133">
              <a:extLst>
                <a:ext uri="{FF2B5EF4-FFF2-40B4-BE49-F238E27FC236}">
                  <a16:creationId xmlns:a16="http://schemas.microsoft.com/office/drawing/2014/main" id="{1DF11DD2-77D3-B0E8-6946-7E1414F35299}"/>
                </a:ext>
              </a:extLst>
            </p:cNvPr>
            <p:cNvSpPr txBox="1">
              <a:spLocks noChangeArrowheads="1"/>
            </p:cNvSpPr>
            <p:nvPr/>
          </p:nvSpPr>
          <p:spPr bwMode="auto">
            <a:xfrm>
              <a:off x="5062538" y="3900488"/>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DB5</a:t>
              </a:r>
              <a:endParaRPr lang="ru-RU" altLang="en-US" sz="1600" b="0"/>
            </a:p>
          </p:txBody>
        </p:sp>
        <p:sp>
          <p:nvSpPr>
            <p:cNvPr id="119939" name="Text Box 134">
              <a:extLst>
                <a:ext uri="{FF2B5EF4-FFF2-40B4-BE49-F238E27FC236}">
                  <a16:creationId xmlns:a16="http://schemas.microsoft.com/office/drawing/2014/main" id="{AB6CD8F3-27C5-6EF6-EBB5-ED41E0180468}"/>
                </a:ext>
              </a:extLst>
            </p:cNvPr>
            <p:cNvSpPr txBox="1">
              <a:spLocks noChangeArrowheads="1"/>
            </p:cNvSpPr>
            <p:nvPr/>
          </p:nvSpPr>
          <p:spPr bwMode="auto">
            <a:xfrm>
              <a:off x="5062538" y="4113213"/>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DB6</a:t>
              </a:r>
              <a:endParaRPr lang="ru-RU" altLang="en-US" sz="1600" b="0"/>
            </a:p>
          </p:txBody>
        </p:sp>
        <p:sp>
          <p:nvSpPr>
            <p:cNvPr id="119940" name="Text Box 135">
              <a:extLst>
                <a:ext uri="{FF2B5EF4-FFF2-40B4-BE49-F238E27FC236}">
                  <a16:creationId xmlns:a16="http://schemas.microsoft.com/office/drawing/2014/main" id="{78EE6E18-0A50-5D3E-C7AA-C26AE3A98578}"/>
                </a:ext>
              </a:extLst>
            </p:cNvPr>
            <p:cNvSpPr txBox="1">
              <a:spLocks noChangeArrowheads="1"/>
            </p:cNvSpPr>
            <p:nvPr/>
          </p:nvSpPr>
          <p:spPr bwMode="auto">
            <a:xfrm>
              <a:off x="5062538" y="4340225"/>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DB7</a:t>
              </a:r>
              <a:endParaRPr lang="ru-RU" altLang="en-US" sz="1600" b="0"/>
            </a:p>
          </p:txBody>
        </p:sp>
        <p:sp>
          <p:nvSpPr>
            <p:cNvPr id="119941" name="Text Box 136">
              <a:extLst>
                <a:ext uri="{FF2B5EF4-FFF2-40B4-BE49-F238E27FC236}">
                  <a16:creationId xmlns:a16="http://schemas.microsoft.com/office/drawing/2014/main" id="{A32A7C6A-9153-61D8-C58A-B01C71E96848}"/>
                </a:ext>
              </a:extLst>
            </p:cNvPr>
            <p:cNvSpPr txBox="1">
              <a:spLocks noChangeArrowheads="1"/>
            </p:cNvSpPr>
            <p:nvPr/>
          </p:nvSpPr>
          <p:spPr bwMode="auto">
            <a:xfrm>
              <a:off x="7440613" y="4302125"/>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DB7</a:t>
              </a:r>
              <a:endParaRPr lang="ru-RU" altLang="en-US" sz="1600" b="0"/>
            </a:p>
          </p:txBody>
        </p:sp>
        <p:sp>
          <p:nvSpPr>
            <p:cNvPr id="119942" name="Text Box 137">
              <a:extLst>
                <a:ext uri="{FF2B5EF4-FFF2-40B4-BE49-F238E27FC236}">
                  <a16:creationId xmlns:a16="http://schemas.microsoft.com/office/drawing/2014/main" id="{84E38A4E-7463-945B-EFB1-AF7D038FA202}"/>
                </a:ext>
              </a:extLst>
            </p:cNvPr>
            <p:cNvSpPr txBox="1">
              <a:spLocks noChangeArrowheads="1"/>
            </p:cNvSpPr>
            <p:nvPr/>
          </p:nvSpPr>
          <p:spPr bwMode="auto">
            <a:xfrm>
              <a:off x="7440613" y="4103688"/>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DB6</a:t>
              </a:r>
              <a:endParaRPr lang="ru-RU" altLang="en-US" sz="1600" b="0"/>
            </a:p>
          </p:txBody>
        </p:sp>
        <p:sp>
          <p:nvSpPr>
            <p:cNvPr id="119943" name="Text Box 138">
              <a:extLst>
                <a:ext uri="{FF2B5EF4-FFF2-40B4-BE49-F238E27FC236}">
                  <a16:creationId xmlns:a16="http://schemas.microsoft.com/office/drawing/2014/main" id="{3CD6253F-B0DE-16B7-60E7-2DFBEA549F35}"/>
                </a:ext>
              </a:extLst>
            </p:cNvPr>
            <p:cNvSpPr txBox="1">
              <a:spLocks noChangeArrowheads="1"/>
            </p:cNvSpPr>
            <p:nvPr/>
          </p:nvSpPr>
          <p:spPr bwMode="auto">
            <a:xfrm>
              <a:off x="7440613" y="3883025"/>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DB5</a:t>
              </a:r>
              <a:endParaRPr lang="ru-RU" altLang="en-US" sz="1600" b="0"/>
            </a:p>
          </p:txBody>
        </p:sp>
        <p:sp>
          <p:nvSpPr>
            <p:cNvPr id="119944" name="Text Box 139">
              <a:extLst>
                <a:ext uri="{FF2B5EF4-FFF2-40B4-BE49-F238E27FC236}">
                  <a16:creationId xmlns:a16="http://schemas.microsoft.com/office/drawing/2014/main" id="{DECB7E4B-CBB9-2856-A7F7-D8DF9F52D106}"/>
                </a:ext>
              </a:extLst>
            </p:cNvPr>
            <p:cNvSpPr txBox="1">
              <a:spLocks noChangeArrowheads="1"/>
            </p:cNvSpPr>
            <p:nvPr/>
          </p:nvSpPr>
          <p:spPr bwMode="auto">
            <a:xfrm>
              <a:off x="7440613" y="3649663"/>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DB4</a:t>
              </a:r>
              <a:endParaRPr lang="ru-RU" altLang="en-US" sz="1600" b="0"/>
            </a:p>
          </p:txBody>
        </p:sp>
        <p:sp>
          <p:nvSpPr>
            <p:cNvPr id="119945" name="Text Box 140">
              <a:extLst>
                <a:ext uri="{FF2B5EF4-FFF2-40B4-BE49-F238E27FC236}">
                  <a16:creationId xmlns:a16="http://schemas.microsoft.com/office/drawing/2014/main" id="{DA628762-2C86-6EE2-65EA-397702931859}"/>
                </a:ext>
              </a:extLst>
            </p:cNvPr>
            <p:cNvSpPr txBox="1">
              <a:spLocks noChangeArrowheads="1"/>
            </p:cNvSpPr>
            <p:nvPr/>
          </p:nvSpPr>
          <p:spPr bwMode="auto">
            <a:xfrm>
              <a:off x="7440613" y="3436938"/>
              <a:ext cx="5921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DB3</a:t>
              </a:r>
              <a:endParaRPr lang="ru-RU" altLang="en-US" sz="1600" b="0"/>
            </a:p>
          </p:txBody>
        </p:sp>
        <p:sp>
          <p:nvSpPr>
            <p:cNvPr id="119946" name="Text Box 141">
              <a:extLst>
                <a:ext uri="{FF2B5EF4-FFF2-40B4-BE49-F238E27FC236}">
                  <a16:creationId xmlns:a16="http://schemas.microsoft.com/office/drawing/2014/main" id="{E376EFD3-090C-D0F8-5129-238BD265F4B7}"/>
                </a:ext>
              </a:extLst>
            </p:cNvPr>
            <p:cNvSpPr txBox="1">
              <a:spLocks noChangeArrowheads="1"/>
            </p:cNvSpPr>
            <p:nvPr/>
          </p:nvSpPr>
          <p:spPr bwMode="auto">
            <a:xfrm>
              <a:off x="7427913" y="3208338"/>
              <a:ext cx="59213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DB2</a:t>
              </a:r>
              <a:endParaRPr lang="ru-RU" altLang="en-US" sz="1600" b="0"/>
            </a:p>
          </p:txBody>
        </p:sp>
        <p:sp>
          <p:nvSpPr>
            <p:cNvPr id="119947" name="Text Box 142">
              <a:extLst>
                <a:ext uri="{FF2B5EF4-FFF2-40B4-BE49-F238E27FC236}">
                  <a16:creationId xmlns:a16="http://schemas.microsoft.com/office/drawing/2014/main" id="{BECA28EC-BCE2-BBA1-65CA-5EF5F8C8FC46}"/>
                </a:ext>
              </a:extLst>
            </p:cNvPr>
            <p:cNvSpPr txBox="1">
              <a:spLocks noChangeArrowheads="1"/>
            </p:cNvSpPr>
            <p:nvPr/>
          </p:nvSpPr>
          <p:spPr bwMode="auto">
            <a:xfrm>
              <a:off x="7427913" y="2995613"/>
              <a:ext cx="592137"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DB1</a:t>
              </a:r>
              <a:endParaRPr lang="ru-RU" altLang="en-US" sz="1600" b="0"/>
            </a:p>
          </p:txBody>
        </p:sp>
        <p:sp>
          <p:nvSpPr>
            <p:cNvPr id="119948" name="Text Box 143">
              <a:extLst>
                <a:ext uri="{FF2B5EF4-FFF2-40B4-BE49-F238E27FC236}">
                  <a16:creationId xmlns:a16="http://schemas.microsoft.com/office/drawing/2014/main" id="{C9973C0D-1399-6761-F3EE-D17FEC25C4A7}"/>
                </a:ext>
              </a:extLst>
            </p:cNvPr>
            <p:cNvSpPr txBox="1">
              <a:spLocks noChangeArrowheads="1"/>
            </p:cNvSpPr>
            <p:nvPr/>
          </p:nvSpPr>
          <p:spPr bwMode="auto">
            <a:xfrm>
              <a:off x="7427913" y="2724150"/>
              <a:ext cx="59213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DB0</a:t>
              </a:r>
              <a:endParaRPr lang="ru-RU" altLang="en-US" sz="1600" b="0"/>
            </a:p>
          </p:txBody>
        </p:sp>
        <p:sp>
          <p:nvSpPr>
            <p:cNvPr id="119949" name="Text Box 144">
              <a:extLst>
                <a:ext uri="{FF2B5EF4-FFF2-40B4-BE49-F238E27FC236}">
                  <a16:creationId xmlns:a16="http://schemas.microsoft.com/office/drawing/2014/main" id="{260B143B-8790-ECD9-CECB-3F3FC78389A6}"/>
                </a:ext>
              </a:extLst>
            </p:cNvPr>
            <p:cNvSpPr txBox="1">
              <a:spLocks noChangeArrowheads="1"/>
            </p:cNvSpPr>
            <p:nvPr/>
          </p:nvSpPr>
          <p:spPr bwMode="auto">
            <a:xfrm>
              <a:off x="2632075" y="4989513"/>
              <a:ext cx="16859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Data Bus[0:7]</a:t>
              </a:r>
              <a:endParaRPr lang="ru-RU" altLang="en-US" sz="1600" b="0"/>
            </a:p>
          </p:txBody>
        </p:sp>
        <p:sp>
          <p:nvSpPr>
            <p:cNvPr id="119950" name="Text Box 145">
              <a:extLst>
                <a:ext uri="{FF2B5EF4-FFF2-40B4-BE49-F238E27FC236}">
                  <a16:creationId xmlns:a16="http://schemas.microsoft.com/office/drawing/2014/main" id="{A6812782-FA41-FB5E-781C-BE7E70AB5605}"/>
                </a:ext>
              </a:extLst>
            </p:cNvPr>
            <p:cNvSpPr txBox="1">
              <a:spLocks noChangeArrowheads="1"/>
            </p:cNvSpPr>
            <p:nvPr/>
          </p:nvSpPr>
          <p:spPr bwMode="auto">
            <a:xfrm>
              <a:off x="2001838" y="3351213"/>
              <a:ext cx="33496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a:t>.</a:t>
              </a:r>
            </a:p>
            <a:p>
              <a:pPr eaLnBrk="1" hangingPunct="1"/>
              <a:r>
                <a:rPr lang="en-US" altLang="en-US" sz="1600"/>
                <a:t>.</a:t>
              </a:r>
            </a:p>
            <a:p>
              <a:pPr eaLnBrk="1" hangingPunct="1"/>
              <a:r>
                <a:rPr lang="en-US" altLang="en-US" sz="1600"/>
                <a:t>.</a:t>
              </a:r>
              <a:endParaRPr lang="ru-RU" altLang="en-US" sz="1600"/>
            </a:p>
          </p:txBody>
        </p:sp>
        <p:sp>
          <p:nvSpPr>
            <p:cNvPr id="119951" name="Text Box 146">
              <a:extLst>
                <a:ext uri="{FF2B5EF4-FFF2-40B4-BE49-F238E27FC236}">
                  <a16:creationId xmlns:a16="http://schemas.microsoft.com/office/drawing/2014/main" id="{30A0D810-502E-7A21-F434-B49A9097F51C}"/>
                </a:ext>
              </a:extLst>
            </p:cNvPr>
            <p:cNvSpPr txBox="1">
              <a:spLocks noChangeArrowheads="1"/>
            </p:cNvSpPr>
            <p:nvPr/>
          </p:nvSpPr>
          <p:spPr bwMode="auto">
            <a:xfrm>
              <a:off x="2566988" y="3444875"/>
              <a:ext cx="9588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User</a:t>
              </a:r>
            </a:p>
            <a:p>
              <a:pPr eaLnBrk="1" hangingPunct="1"/>
              <a:r>
                <a:rPr lang="en-US" altLang="en-US" sz="1600" b="0"/>
                <a:t>Inputs</a:t>
              </a:r>
              <a:endParaRPr lang="ru-RU" altLang="en-US" sz="1600" b="0"/>
            </a:p>
          </p:txBody>
        </p:sp>
        <p:sp>
          <p:nvSpPr>
            <p:cNvPr id="119952" name="AutoShape 147">
              <a:extLst>
                <a:ext uri="{FF2B5EF4-FFF2-40B4-BE49-F238E27FC236}">
                  <a16:creationId xmlns:a16="http://schemas.microsoft.com/office/drawing/2014/main" id="{B74A2C5F-3B17-4238-2927-A6153C943F66}"/>
                </a:ext>
              </a:extLst>
            </p:cNvPr>
            <p:cNvSpPr>
              <a:spLocks/>
            </p:cNvSpPr>
            <p:nvPr/>
          </p:nvSpPr>
          <p:spPr bwMode="auto">
            <a:xfrm>
              <a:off x="3376613" y="3040063"/>
              <a:ext cx="149225" cy="1641475"/>
            </a:xfrm>
            <a:prstGeom prst="leftBrace">
              <a:avLst>
                <a:gd name="adj1" fmla="val 91667"/>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953" name="AutoShape 148">
              <a:extLst>
                <a:ext uri="{FF2B5EF4-FFF2-40B4-BE49-F238E27FC236}">
                  <a16:creationId xmlns:a16="http://schemas.microsoft.com/office/drawing/2014/main" id="{2558349C-D114-EB40-5BB2-B84730C70FF1}"/>
                </a:ext>
              </a:extLst>
            </p:cNvPr>
            <p:cNvSpPr>
              <a:spLocks/>
            </p:cNvSpPr>
            <p:nvPr/>
          </p:nvSpPr>
          <p:spPr bwMode="auto">
            <a:xfrm>
              <a:off x="5916613" y="3032125"/>
              <a:ext cx="149225" cy="1641475"/>
            </a:xfrm>
            <a:prstGeom prst="leftBrace">
              <a:avLst>
                <a:gd name="adj1" fmla="val 91667"/>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19954" name="Text Box 149">
              <a:extLst>
                <a:ext uri="{FF2B5EF4-FFF2-40B4-BE49-F238E27FC236}">
                  <a16:creationId xmlns:a16="http://schemas.microsoft.com/office/drawing/2014/main" id="{E83F9C40-B8BB-68ED-F303-27C0A6F6D875}"/>
                </a:ext>
              </a:extLst>
            </p:cNvPr>
            <p:cNvSpPr txBox="1">
              <a:spLocks noChangeArrowheads="1"/>
            </p:cNvSpPr>
            <p:nvPr/>
          </p:nvSpPr>
          <p:spPr bwMode="auto">
            <a:xfrm>
              <a:off x="2398713" y="3359150"/>
              <a:ext cx="3333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a:t>.</a:t>
              </a:r>
            </a:p>
            <a:p>
              <a:pPr eaLnBrk="1" hangingPunct="1"/>
              <a:r>
                <a:rPr lang="en-US" altLang="en-US" sz="1600"/>
                <a:t>.</a:t>
              </a:r>
            </a:p>
            <a:p>
              <a:pPr eaLnBrk="1" hangingPunct="1"/>
              <a:r>
                <a:rPr lang="en-US" altLang="en-US" sz="1600"/>
                <a:t>.</a:t>
              </a:r>
              <a:endParaRPr lang="ru-RU" altLang="en-US" sz="1600"/>
            </a:p>
          </p:txBody>
        </p:sp>
        <p:sp>
          <p:nvSpPr>
            <p:cNvPr id="119955" name="Text Box 150">
              <a:extLst>
                <a:ext uri="{FF2B5EF4-FFF2-40B4-BE49-F238E27FC236}">
                  <a16:creationId xmlns:a16="http://schemas.microsoft.com/office/drawing/2014/main" id="{766319EB-5DB2-D74F-38BA-2D4174647FF2}"/>
                </a:ext>
              </a:extLst>
            </p:cNvPr>
            <p:cNvSpPr txBox="1">
              <a:spLocks noChangeArrowheads="1"/>
            </p:cNvSpPr>
            <p:nvPr/>
          </p:nvSpPr>
          <p:spPr bwMode="auto">
            <a:xfrm>
              <a:off x="7362825" y="2009775"/>
              <a:ext cx="9318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a:t>Input</a:t>
              </a:r>
            </a:p>
            <a:p>
              <a:pPr algn="ctr" eaLnBrk="1" hangingPunct="1"/>
              <a:r>
                <a:rPr lang="en-US" altLang="en-US" sz="1600" b="0"/>
                <a:t> Port 2</a:t>
              </a:r>
              <a:endParaRPr lang="ru-RU" altLang="en-US" sz="1600" b="0"/>
            </a:p>
          </p:txBody>
        </p:sp>
        <p:sp>
          <p:nvSpPr>
            <p:cNvPr id="119956" name="Text Box 151">
              <a:extLst>
                <a:ext uri="{FF2B5EF4-FFF2-40B4-BE49-F238E27FC236}">
                  <a16:creationId xmlns:a16="http://schemas.microsoft.com/office/drawing/2014/main" id="{ED999410-AE9C-2ACE-815E-C3E6B64A51D5}"/>
                </a:ext>
              </a:extLst>
            </p:cNvPr>
            <p:cNvSpPr txBox="1">
              <a:spLocks noChangeArrowheads="1"/>
            </p:cNvSpPr>
            <p:nvPr/>
          </p:nvSpPr>
          <p:spPr bwMode="auto">
            <a:xfrm>
              <a:off x="4983163" y="2028825"/>
              <a:ext cx="93345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a:t>Input</a:t>
              </a:r>
            </a:p>
            <a:p>
              <a:pPr algn="ctr" eaLnBrk="1" hangingPunct="1"/>
              <a:r>
                <a:rPr lang="en-US" altLang="en-US" sz="1600" b="0"/>
                <a:t> Port 1</a:t>
              </a:r>
              <a:endParaRPr lang="ru-RU" altLang="en-US" sz="1600" b="0"/>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3EDDBD0D-4589-43B3-ABB5-18ADD9785723}"/>
              </a:ext>
            </a:extLst>
          </p:cNvPr>
          <p:cNvSpPr>
            <a:spLocks noGrp="1" noChangeArrowheads="1"/>
          </p:cNvSpPr>
          <p:nvPr>
            <p:ph type="title"/>
          </p:nvPr>
        </p:nvSpPr>
        <p:spPr>
          <a:xfrm>
            <a:off x="-1" y="183402"/>
            <a:ext cx="11612880" cy="704088"/>
          </a:xfrm>
        </p:spPr>
        <p:txBody>
          <a:bodyPr/>
          <a:lstStyle/>
          <a:p>
            <a:r>
              <a:rPr lang="ru-RU" altLang="en-US"/>
              <a:t>Tr</a:t>
            </a:r>
            <a:r>
              <a:rPr lang="en-US" altLang="en-US"/>
              <a:t>i</a:t>
            </a:r>
            <a:r>
              <a:rPr lang="ru-RU" altLang="en-US"/>
              <a:t>-states for </a:t>
            </a:r>
            <a:r>
              <a:rPr lang="en-US" altLang="en-US"/>
              <a:t>G</a:t>
            </a:r>
            <a:r>
              <a:rPr lang="ru-RU" altLang="en-US"/>
              <a:t>etting on a </a:t>
            </a:r>
            <a:r>
              <a:rPr lang="en-US" altLang="en-US"/>
              <a:t>B</a:t>
            </a:r>
            <a:r>
              <a:rPr lang="ru-RU" altLang="en-US"/>
              <a:t>us</a:t>
            </a:r>
          </a:p>
        </p:txBody>
      </p:sp>
      <p:grpSp>
        <p:nvGrpSpPr>
          <p:cNvPr id="120835" name="Group 112">
            <a:extLst>
              <a:ext uri="{FF2B5EF4-FFF2-40B4-BE49-F238E27FC236}">
                <a16:creationId xmlns:a16="http://schemas.microsoft.com/office/drawing/2014/main" id="{30E9566A-A7B3-7877-B63A-031107F63214}"/>
              </a:ext>
            </a:extLst>
          </p:cNvPr>
          <p:cNvGrpSpPr>
            <a:grpSpLocks/>
          </p:cNvGrpSpPr>
          <p:nvPr/>
        </p:nvGrpSpPr>
        <p:grpSpPr bwMode="auto">
          <a:xfrm>
            <a:off x="2279651" y="1692275"/>
            <a:ext cx="7700963" cy="4065588"/>
            <a:chOff x="454082" y="1399667"/>
            <a:chExt cx="7701096" cy="4065465"/>
          </a:xfrm>
        </p:grpSpPr>
        <p:sp>
          <p:nvSpPr>
            <p:cNvPr id="120836" name="Rectangle 4">
              <a:extLst>
                <a:ext uri="{FF2B5EF4-FFF2-40B4-BE49-F238E27FC236}">
                  <a16:creationId xmlns:a16="http://schemas.microsoft.com/office/drawing/2014/main" id="{99BDBFB2-6D22-37BB-F8E8-A454A398D436}"/>
                </a:ext>
              </a:extLst>
            </p:cNvPr>
            <p:cNvSpPr>
              <a:spLocks noChangeArrowheads="1"/>
            </p:cNvSpPr>
            <p:nvPr/>
          </p:nvSpPr>
          <p:spPr bwMode="auto">
            <a:xfrm>
              <a:off x="769137" y="1521999"/>
              <a:ext cx="365760" cy="640080"/>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37" name="Rectangle 5">
              <a:extLst>
                <a:ext uri="{FF2B5EF4-FFF2-40B4-BE49-F238E27FC236}">
                  <a16:creationId xmlns:a16="http://schemas.microsoft.com/office/drawing/2014/main" id="{BBCFB0A5-B0FD-41AB-3D73-6ECC1BA92BC6}"/>
                </a:ext>
              </a:extLst>
            </p:cNvPr>
            <p:cNvSpPr>
              <a:spLocks noChangeArrowheads="1"/>
            </p:cNvSpPr>
            <p:nvPr/>
          </p:nvSpPr>
          <p:spPr bwMode="auto">
            <a:xfrm>
              <a:off x="779770" y="2325227"/>
              <a:ext cx="365760" cy="640080"/>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38" name="Rectangle 6">
              <a:extLst>
                <a:ext uri="{FF2B5EF4-FFF2-40B4-BE49-F238E27FC236}">
                  <a16:creationId xmlns:a16="http://schemas.microsoft.com/office/drawing/2014/main" id="{AA00D68E-4CFD-25FA-500A-CF6A7B32C091}"/>
                </a:ext>
              </a:extLst>
            </p:cNvPr>
            <p:cNvSpPr>
              <a:spLocks noChangeArrowheads="1"/>
            </p:cNvSpPr>
            <p:nvPr/>
          </p:nvSpPr>
          <p:spPr bwMode="auto">
            <a:xfrm>
              <a:off x="779225" y="3133327"/>
              <a:ext cx="365760" cy="640080"/>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39" name="Rectangle 7">
              <a:extLst>
                <a:ext uri="{FF2B5EF4-FFF2-40B4-BE49-F238E27FC236}">
                  <a16:creationId xmlns:a16="http://schemas.microsoft.com/office/drawing/2014/main" id="{F53154D0-06E5-AC76-0C18-8BA49C6C4E97}"/>
                </a:ext>
              </a:extLst>
            </p:cNvPr>
            <p:cNvSpPr>
              <a:spLocks noChangeArrowheads="1"/>
            </p:cNvSpPr>
            <p:nvPr/>
          </p:nvSpPr>
          <p:spPr bwMode="auto">
            <a:xfrm>
              <a:off x="780278" y="3970810"/>
              <a:ext cx="365760" cy="640080"/>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40" name="Line 8">
              <a:extLst>
                <a:ext uri="{FF2B5EF4-FFF2-40B4-BE49-F238E27FC236}">
                  <a16:creationId xmlns:a16="http://schemas.microsoft.com/office/drawing/2014/main" id="{17DD749F-29AA-5AAD-CFEB-ACDE2FEBD34B}"/>
                </a:ext>
              </a:extLst>
            </p:cNvPr>
            <p:cNvSpPr>
              <a:spLocks noChangeShapeType="1"/>
            </p:cNvSpPr>
            <p:nvPr/>
          </p:nvSpPr>
          <p:spPr bwMode="auto">
            <a:xfrm>
              <a:off x="454082" y="1734676"/>
              <a:ext cx="29219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1" name="Line 9">
              <a:extLst>
                <a:ext uri="{FF2B5EF4-FFF2-40B4-BE49-F238E27FC236}">
                  <a16:creationId xmlns:a16="http://schemas.microsoft.com/office/drawing/2014/main" id="{0C37BF56-E19D-BB27-7211-554A7DE4CDEA}"/>
                </a:ext>
              </a:extLst>
            </p:cNvPr>
            <p:cNvSpPr>
              <a:spLocks noChangeShapeType="1"/>
            </p:cNvSpPr>
            <p:nvPr/>
          </p:nvSpPr>
          <p:spPr bwMode="auto">
            <a:xfrm>
              <a:off x="465260" y="2474265"/>
              <a:ext cx="29219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2" name="Line 10">
              <a:extLst>
                <a:ext uri="{FF2B5EF4-FFF2-40B4-BE49-F238E27FC236}">
                  <a16:creationId xmlns:a16="http://schemas.microsoft.com/office/drawing/2014/main" id="{846E7BA6-58C3-9B82-6E72-B2FC151D865B}"/>
                </a:ext>
              </a:extLst>
            </p:cNvPr>
            <p:cNvSpPr>
              <a:spLocks noChangeShapeType="1"/>
            </p:cNvSpPr>
            <p:nvPr/>
          </p:nvSpPr>
          <p:spPr bwMode="auto">
            <a:xfrm>
              <a:off x="485436" y="3318967"/>
              <a:ext cx="29219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3" name="Line 11">
              <a:extLst>
                <a:ext uri="{FF2B5EF4-FFF2-40B4-BE49-F238E27FC236}">
                  <a16:creationId xmlns:a16="http://schemas.microsoft.com/office/drawing/2014/main" id="{40A27DEC-E408-B448-3758-2B42D33BA776}"/>
                </a:ext>
              </a:extLst>
            </p:cNvPr>
            <p:cNvSpPr>
              <a:spLocks noChangeShapeType="1"/>
            </p:cNvSpPr>
            <p:nvPr/>
          </p:nvSpPr>
          <p:spPr bwMode="auto">
            <a:xfrm>
              <a:off x="484891" y="4150855"/>
              <a:ext cx="29219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44" name="Line 12">
              <a:extLst>
                <a:ext uri="{FF2B5EF4-FFF2-40B4-BE49-F238E27FC236}">
                  <a16:creationId xmlns:a16="http://schemas.microsoft.com/office/drawing/2014/main" id="{A08C78F0-77C3-2499-216F-E88F9E81D837}"/>
                </a:ext>
              </a:extLst>
            </p:cNvPr>
            <p:cNvSpPr>
              <a:spLocks noChangeShapeType="1"/>
            </p:cNvSpPr>
            <p:nvPr/>
          </p:nvSpPr>
          <p:spPr bwMode="auto">
            <a:xfrm>
              <a:off x="1133376" y="1745306"/>
              <a:ext cx="1133856"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45" name="Line 13">
              <a:extLst>
                <a:ext uri="{FF2B5EF4-FFF2-40B4-BE49-F238E27FC236}">
                  <a16:creationId xmlns:a16="http://schemas.microsoft.com/office/drawing/2014/main" id="{8E1D4750-A1FB-31D5-8A1B-248B7C3AE12C}"/>
                </a:ext>
              </a:extLst>
            </p:cNvPr>
            <p:cNvSpPr>
              <a:spLocks noChangeShapeType="1"/>
            </p:cNvSpPr>
            <p:nvPr/>
          </p:nvSpPr>
          <p:spPr bwMode="auto">
            <a:xfrm>
              <a:off x="1142999" y="2481704"/>
              <a:ext cx="1188720"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46" name="Line 14">
              <a:extLst>
                <a:ext uri="{FF2B5EF4-FFF2-40B4-BE49-F238E27FC236}">
                  <a16:creationId xmlns:a16="http://schemas.microsoft.com/office/drawing/2014/main" id="{3DC46158-768B-F1D1-60CD-82690F11F00D}"/>
                </a:ext>
              </a:extLst>
            </p:cNvPr>
            <p:cNvSpPr>
              <a:spLocks noChangeShapeType="1"/>
            </p:cNvSpPr>
            <p:nvPr/>
          </p:nvSpPr>
          <p:spPr bwMode="auto">
            <a:xfrm>
              <a:off x="1142916" y="3318961"/>
              <a:ext cx="1188720"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47" name="Line 15">
              <a:extLst>
                <a:ext uri="{FF2B5EF4-FFF2-40B4-BE49-F238E27FC236}">
                  <a16:creationId xmlns:a16="http://schemas.microsoft.com/office/drawing/2014/main" id="{C6D9F9CC-56A8-5461-187C-B9F8B7D807E4}"/>
                </a:ext>
              </a:extLst>
            </p:cNvPr>
            <p:cNvSpPr>
              <a:spLocks noChangeShapeType="1"/>
            </p:cNvSpPr>
            <p:nvPr/>
          </p:nvSpPr>
          <p:spPr bwMode="auto">
            <a:xfrm>
              <a:off x="1142918" y="4140207"/>
              <a:ext cx="1188720"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48" name="AutoShape 16">
              <a:extLst>
                <a:ext uri="{FF2B5EF4-FFF2-40B4-BE49-F238E27FC236}">
                  <a16:creationId xmlns:a16="http://schemas.microsoft.com/office/drawing/2014/main" id="{9A72B432-D131-84D1-5D94-01878863C245}"/>
                </a:ext>
              </a:extLst>
            </p:cNvPr>
            <p:cNvSpPr>
              <a:spLocks noChangeArrowheads="1"/>
            </p:cNvSpPr>
            <p:nvPr/>
          </p:nvSpPr>
          <p:spPr bwMode="auto">
            <a:xfrm rot="5435204">
              <a:off x="2325718" y="2344343"/>
              <a:ext cx="306836" cy="276227"/>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49" name="Line 17">
              <a:extLst>
                <a:ext uri="{FF2B5EF4-FFF2-40B4-BE49-F238E27FC236}">
                  <a16:creationId xmlns:a16="http://schemas.microsoft.com/office/drawing/2014/main" id="{450E30E5-E897-15EF-F0F8-B23CC51BF68A}"/>
                </a:ext>
              </a:extLst>
            </p:cNvPr>
            <p:cNvSpPr>
              <a:spLocks noChangeShapeType="1"/>
            </p:cNvSpPr>
            <p:nvPr/>
          </p:nvSpPr>
          <p:spPr bwMode="auto">
            <a:xfrm>
              <a:off x="2614056" y="2484891"/>
              <a:ext cx="411480"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20850" name="AutoShape 18">
              <a:extLst>
                <a:ext uri="{FF2B5EF4-FFF2-40B4-BE49-F238E27FC236}">
                  <a16:creationId xmlns:a16="http://schemas.microsoft.com/office/drawing/2014/main" id="{9671B4BC-0E42-9869-2EF5-F6AF1E35872F}"/>
                </a:ext>
              </a:extLst>
            </p:cNvPr>
            <p:cNvSpPr>
              <a:spLocks noChangeArrowheads="1"/>
            </p:cNvSpPr>
            <p:nvPr/>
          </p:nvSpPr>
          <p:spPr bwMode="auto">
            <a:xfrm rot="5435204">
              <a:off x="2260832" y="1622789"/>
              <a:ext cx="306836" cy="277823"/>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51" name="Line 19">
              <a:extLst>
                <a:ext uri="{FF2B5EF4-FFF2-40B4-BE49-F238E27FC236}">
                  <a16:creationId xmlns:a16="http://schemas.microsoft.com/office/drawing/2014/main" id="{9FAD431D-7228-CE0A-AE5D-F4C7C4DE947A}"/>
                </a:ext>
              </a:extLst>
            </p:cNvPr>
            <p:cNvSpPr>
              <a:spLocks noChangeShapeType="1"/>
            </p:cNvSpPr>
            <p:nvPr/>
          </p:nvSpPr>
          <p:spPr bwMode="auto">
            <a:xfrm>
              <a:off x="2549170" y="1758454"/>
              <a:ext cx="502920" cy="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20852" name="AutoShape 20">
              <a:extLst>
                <a:ext uri="{FF2B5EF4-FFF2-40B4-BE49-F238E27FC236}">
                  <a16:creationId xmlns:a16="http://schemas.microsoft.com/office/drawing/2014/main" id="{4799714B-9C5C-6EBA-4162-86163FC09791}"/>
                </a:ext>
              </a:extLst>
            </p:cNvPr>
            <p:cNvSpPr>
              <a:spLocks noChangeArrowheads="1"/>
            </p:cNvSpPr>
            <p:nvPr/>
          </p:nvSpPr>
          <p:spPr bwMode="auto">
            <a:xfrm rot="5435204">
              <a:off x="2303364" y="3185811"/>
              <a:ext cx="306836" cy="277823"/>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53" name="Line 21">
              <a:extLst>
                <a:ext uri="{FF2B5EF4-FFF2-40B4-BE49-F238E27FC236}">
                  <a16:creationId xmlns:a16="http://schemas.microsoft.com/office/drawing/2014/main" id="{211F81D3-6BF5-FC29-BADD-3CF096DDE1C1}"/>
                </a:ext>
              </a:extLst>
            </p:cNvPr>
            <p:cNvSpPr>
              <a:spLocks noChangeShapeType="1"/>
            </p:cNvSpPr>
            <p:nvPr/>
          </p:nvSpPr>
          <p:spPr bwMode="auto">
            <a:xfrm>
              <a:off x="2591702" y="3326347"/>
              <a:ext cx="438912"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20854" name="AutoShape 22">
              <a:extLst>
                <a:ext uri="{FF2B5EF4-FFF2-40B4-BE49-F238E27FC236}">
                  <a16:creationId xmlns:a16="http://schemas.microsoft.com/office/drawing/2014/main" id="{D80322F9-C94E-EE45-105C-4C0C48A134B4}"/>
                </a:ext>
              </a:extLst>
            </p:cNvPr>
            <p:cNvSpPr>
              <a:spLocks noChangeArrowheads="1"/>
            </p:cNvSpPr>
            <p:nvPr/>
          </p:nvSpPr>
          <p:spPr bwMode="auto">
            <a:xfrm rot="5435204">
              <a:off x="2303364" y="4004699"/>
              <a:ext cx="306836" cy="277823"/>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55" name="Line 23">
              <a:extLst>
                <a:ext uri="{FF2B5EF4-FFF2-40B4-BE49-F238E27FC236}">
                  <a16:creationId xmlns:a16="http://schemas.microsoft.com/office/drawing/2014/main" id="{461D2682-97A9-26B8-33EC-86DF19A66BC6}"/>
                </a:ext>
              </a:extLst>
            </p:cNvPr>
            <p:cNvSpPr>
              <a:spLocks noChangeShapeType="1"/>
            </p:cNvSpPr>
            <p:nvPr/>
          </p:nvSpPr>
          <p:spPr bwMode="auto">
            <a:xfrm>
              <a:off x="2591702" y="4135493"/>
              <a:ext cx="457200" cy="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20856" name="Line 24">
              <a:extLst>
                <a:ext uri="{FF2B5EF4-FFF2-40B4-BE49-F238E27FC236}">
                  <a16:creationId xmlns:a16="http://schemas.microsoft.com/office/drawing/2014/main" id="{62284D84-428A-808F-59B7-849414A8BD80}"/>
                </a:ext>
              </a:extLst>
            </p:cNvPr>
            <p:cNvSpPr>
              <a:spLocks noChangeShapeType="1"/>
            </p:cNvSpPr>
            <p:nvPr/>
          </p:nvSpPr>
          <p:spPr bwMode="auto">
            <a:xfrm>
              <a:off x="3037617" y="1758454"/>
              <a:ext cx="0" cy="237744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7" name="Line 25">
              <a:extLst>
                <a:ext uri="{FF2B5EF4-FFF2-40B4-BE49-F238E27FC236}">
                  <a16:creationId xmlns:a16="http://schemas.microsoft.com/office/drawing/2014/main" id="{B00B78F4-1467-9BBE-1C0C-7C150CE2C42C}"/>
                </a:ext>
              </a:extLst>
            </p:cNvPr>
            <p:cNvSpPr>
              <a:spLocks noChangeShapeType="1"/>
            </p:cNvSpPr>
            <p:nvPr/>
          </p:nvSpPr>
          <p:spPr bwMode="auto">
            <a:xfrm>
              <a:off x="2407065" y="1838004"/>
              <a:ext cx="0" cy="1720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8" name="Line 26">
              <a:extLst>
                <a:ext uri="{FF2B5EF4-FFF2-40B4-BE49-F238E27FC236}">
                  <a16:creationId xmlns:a16="http://schemas.microsoft.com/office/drawing/2014/main" id="{A8C6BE62-5807-5415-AFC3-EFDA75360256}"/>
                </a:ext>
              </a:extLst>
            </p:cNvPr>
            <p:cNvSpPr>
              <a:spLocks noChangeShapeType="1"/>
            </p:cNvSpPr>
            <p:nvPr/>
          </p:nvSpPr>
          <p:spPr bwMode="auto">
            <a:xfrm>
              <a:off x="2471951" y="2564442"/>
              <a:ext cx="0" cy="19202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9" name="Line 27">
              <a:extLst>
                <a:ext uri="{FF2B5EF4-FFF2-40B4-BE49-F238E27FC236}">
                  <a16:creationId xmlns:a16="http://schemas.microsoft.com/office/drawing/2014/main" id="{7073AC5B-5C98-9786-1F76-BDE375FFD8FF}"/>
                </a:ext>
              </a:extLst>
            </p:cNvPr>
            <p:cNvSpPr>
              <a:spLocks noChangeShapeType="1"/>
            </p:cNvSpPr>
            <p:nvPr/>
          </p:nvSpPr>
          <p:spPr bwMode="auto">
            <a:xfrm>
              <a:off x="2449597" y="3401026"/>
              <a:ext cx="0" cy="20116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0" name="Line 28">
              <a:extLst>
                <a:ext uri="{FF2B5EF4-FFF2-40B4-BE49-F238E27FC236}">
                  <a16:creationId xmlns:a16="http://schemas.microsoft.com/office/drawing/2014/main" id="{E42205CA-B788-6787-7D04-634D320E0351}"/>
                </a:ext>
              </a:extLst>
            </p:cNvPr>
            <p:cNvSpPr>
              <a:spLocks noChangeShapeType="1"/>
            </p:cNvSpPr>
            <p:nvPr/>
          </p:nvSpPr>
          <p:spPr bwMode="auto">
            <a:xfrm>
              <a:off x="2449597" y="4213420"/>
              <a:ext cx="0" cy="8686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1" name="Line 29">
              <a:extLst>
                <a:ext uri="{FF2B5EF4-FFF2-40B4-BE49-F238E27FC236}">
                  <a16:creationId xmlns:a16="http://schemas.microsoft.com/office/drawing/2014/main" id="{4692744F-05AE-1CDF-86BD-0D8A0FC951B3}"/>
                </a:ext>
              </a:extLst>
            </p:cNvPr>
            <p:cNvSpPr>
              <a:spLocks noChangeShapeType="1"/>
            </p:cNvSpPr>
            <p:nvPr/>
          </p:nvSpPr>
          <p:spPr bwMode="auto">
            <a:xfrm>
              <a:off x="3037617" y="2741488"/>
              <a:ext cx="4114800"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20862" name="Line 56">
              <a:extLst>
                <a:ext uri="{FF2B5EF4-FFF2-40B4-BE49-F238E27FC236}">
                  <a16:creationId xmlns:a16="http://schemas.microsoft.com/office/drawing/2014/main" id="{F6BF8D28-32FF-B87C-8A7D-EE15410032A7}"/>
                </a:ext>
              </a:extLst>
            </p:cNvPr>
            <p:cNvSpPr>
              <a:spLocks noChangeShapeType="1"/>
            </p:cNvSpPr>
            <p:nvPr/>
          </p:nvSpPr>
          <p:spPr bwMode="auto">
            <a:xfrm>
              <a:off x="6036865" y="2744735"/>
              <a:ext cx="0" cy="310896"/>
            </a:xfrm>
            <a:prstGeom prst="line">
              <a:avLst/>
            </a:prstGeom>
            <a:noFill/>
            <a:ln w="22225">
              <a:solidFill>
                <a:srgbClr val="000000"/>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120863" name="Text Box 57">
              <a:extLst>
                <a:ext uri="{FF2B5EF4-FFF2-40B4-BE49-F238E27FC236}">
                  <a16:creationId xmlns:a16="http://schemas.microsoft.com/office/drawing/2014/main" id="{E7042F06-7647-4666-D7B9-8A4EB2726861}"/>
                </a:ext>
              </a:extLst>
            </p:cNvPr>
            <p:cNvSpPr txBox="1">
              <a:spLocks noChangeArrowheads="1"/>
            </p:cNvSpPr>
            <p:nvPr/>
          </p:nvSpPr>
          <p:spPr bwMode="auto">
            <a:xfrm>
              <a:off x="3307596" y="2329126"/>
              <a:ext cx="720106" cy="32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Bus</a:t>
              </a:r>
              <a:endParaRPr lang="ru-RU" altLang="en-US" sz="1600" b="0"/>
            </a:p>
          </p:txBody>
        </p:sp>
        <p:sp>
          <p:nvSpPr>
            <p:cNvPr id="120864" name="Text Box 58">
              <a:extLst>
                <a:ext uri="{FF2B5EF4-FFF2-40B4-BE49-F238E27FC236}">
                  <a16:creationId xmlns:a16="http://schemas.microsoft.com/office/drawing/2014/main" id="{1C2A6563-418F-35FE-544C-1E285B9BD886}"/>
                </a:ext>
              </a:extLst>
            </p:cNvPr>
            <p:cNvSpPr txBox="1">
              <a:spLocks noChangeArrowheads="1"/>
            </p:cNvSpPr>
            <p:nvPr/>
          </p:nvSpPr>
          <p:spPr bwMode="auto">
            <a:xfrm>
              <a:off x="2391098" y="1399667"/>
              <a:ext cx="720106" cy="32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sb0</a:t>
              </a:r>
              <a:endParaRPr lang="ru-RU" altLang="en-US" sz="1600" b="0"/>
            </a:p>
          </p:txBody>
        </p:sp>
        <p:sp>
          <p:nvSpPr>
            <p:cNvPr id="120865" name="Text Box 59">
              <a:extLst>
                <a:ext uri="{FF2B5EF4-FFF2-40B4-BE49-F238E27FC236}">
                  <a16:creationId xmlns:a16="http://schemas.microsoft.com/office/drawing/2014/main" id="{547FB7F3-87A3-7759-3FE9-D0FCBEF04A57}"/>
                </a:ext>
              </a:extLst>
            </p:cNvPr>
            <p:cNvSpPr txBox="1">
              <a:spLocks noChangeArrowheads="1"/>
            </p:cNvSpPr>
            <p:nvPr/>
          </p:nvSpPr>
          <p:spPr bwMode="auto">
            <a:xfrm>
              <a:off x="2407065" y="2125212"/>
              <a:ext cx="721702" cy="32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sb1</a:t>
              </a:r>
              <a:endParaRPr lang="ru-RU" altLang="en-US" sz="1600" b="0"/>
            </a:p>
          </p:txBody>
        </p:sp>
        <p:sp>
          <p:nvSpPr>
            <p:cNvPr id="120866" name="Text Box 60">
              <a:extLst>
                <a:ext uri="{FF2B5EF4-FFF2-40B4-BE49-F238E27FC236}">
                  <a16:creationId xmlns:a16="http://schemas.microsoft.com/office/drawing/2014/main" id="{903D8B77-09A8-D1F3-F555-4BEEAB71C495}"/>
                </a:ext>
              </a:extLst>
            </p:cNvPr>
            <p:cNvSpPr txBox="1">
              <a:spLocks noChangeArrowheads="1"/>
            </p:cNvSpPr>
            <p:nvPr/>
          </p:nvSpPr>
          <p:spPr bwMode="auto">
            <a:xfrm>
              <a:off x="2412364" y="2982742"/>
              <a:ext cx="822960" cy="26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sb2</a:t>
              </a:r>
              <a:endParaRPr lang="ru-RU" altLang="en-US" sz="1600" b="0"/>
            </a:p>
          </p:txBody>
        </p:sp>
        <p:sp>
          <p:nvSpPr>
            <p:cNvPr id="120867" name="Text Box 61">
              <a:extLst>
                <a:ext uri="{FF2B5EF4-FFF2-40B4-BE49-F238E27FC236}">
                  <a16:creationId xmlns:a16="http://schemas.microsoft.com/office/drawing/2014/main" id="{288F0564-CFEA-7555-ABDB-A3FDB53639BA}"/>
                </a:ext>
              </a:extLst>
            </p:cNvPr>
            <p:cNvSpPr txBox="1">
              <a:spLocks noChangeArrowheads="1"/>
            </p:cNvSpPr>
            <p:nvPr/>
          </p:nvSpPr>
          <p:spPr bwMode="auto">
            <a:xfrm>
              <a:off x="2391098" y="3777847"/>
              <a:ext cx="720106" cy="32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sb3</a:t>
              </a:r>
              <a:endParaRPr lang="ru-RU" altLang="en-US" sz="1600" b="0"/>
            </a:p>
          </p:txBody>
        </p:sp>
        <p:sp>
          <p:nvSpPr>
            <p:cNvPr id="120868" name="Line 31">
              <a:extLst>
                <a:ext uri="{FF2B5EF4-FFF2-40B4-BE49-F238E27FC236}">
                  <a16:creationId xmlns:a16="http://schemas.microsoft.com/office/drawing/2014/main" id="{0C09B768-E22C-8A3D-EF6D-6D2A03F94684}"/>
                </a:ext>
              </a:extLst>
            </p:cNvPr>
            <p:cNvSpPr>
              <a:spLocks noChangeShapeType="1"/>
            </p:cNvSpPr>
            <p:nvPr/>
          </p:nvSpPr>
          <p:spPr bwMode="auto">
            <a:xfrm rot="5400000">
              <a:off x="5952305" y="1599085"/>
              <a:ext cx="0" cy="29145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9" name="AutoShape 32">
              <a:extLst>
                <a:ext uri="{FF2B5EF4-FFF2-40B4-BE49-F238E27FC236}">
                  <a16:creationId xmlns:a16="http://schemas.microsoft.com/office/drawing/2014/main" id="{FE4FEF3F-AEB5-AB44-8828-EA68E815FA4F}"/>
                </a:ext>
              </a:extLst>
            </p:cNvPr>
            <p:cNvSpPr>
              <a:spLocks noChangeArrowheads="1"/>
            </p:cNvSpPr>
            <p:nvPr/>
          </p:nvSpPr>
          <p:spPr bwMode="auto">
            <a:xfrm rot="-10764796">
              <a:off x="6285431" y="3349072"/>
              <a:ext cx="362227" cy="226010"/>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70" name="AutoShape 33">
              <a:extLst>
                <a:ext uri="{FF2B5EF4-FFF2-40B4-BE49-F238E27FC236}">
                  <a16:creationId xmlns:a16="http://schemas.microsoft.com/office/drawing/2014/main" id="{956E2CA3-5F92-CBE2-ED30-78C1A1B3F800}"/>
                </a:ext>
              </a:extLst>
            </p:cNvPr>
            <p:cNvSpPr>
              <a:spLocks noChangeArrowheads="1"/>
            </p:cNvSpPr>
            <p:nvPr/>
          </p:nvSpPr>
          <p:spPr bwMode="auto">
            <a:xfrm rot="-10764796">
              <a:off x="7237269" y="3349072"/>
              <a:ext cx="362227" cy="226010"/>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71" name="AutoShape 34">
              <a:extLst>
                <a:ext uri="{FF2B5EF4-FFF2-40B4-BE49-F238E27FC236}">
                  <a16:creationId xmlns:a16="http://schemas.microsoft.com/office/drawing/2014/main" id="{38BBAB74-83A8-4B49-5160-F224A67C1C3D}"/>
                </a:ext>
              </a:extLst>
            </p:cNvPr>
            <p:cNvSpPr>
              <a:spLocks noChangeArrowheads="1"/>
            </p:cNvSpPr>
            <p:nvPr/>
          </p:nvSpPr>
          <p:spPr bwMode="auto">
            <a:xfrm rot="-10764796">
              <a:off x="5291214" y="3350783"/>
              <a:ext cx="362227" cy="226010"/>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72" name="AutoShape 35">
              <a:extLst>
                <a:ext uri="{FF2B5EF4-FFF2-40B4-BE49-F238E27FC236}">
                  <a16:creationId xmlns:a16="http://schemas.microsoft.com/office/drawing/2014/main" id="{1017B620-95B4-05AC-CBC6-BE243369CC97}"/>
                </a:ext>
              </a:extLst>
            </p:cNvPr>
            <p:cNvSpPr>
              <a:spLocks noChangeArrowheads="1"/>
            </p:cNvSpPr>
            <p:nvPr/>
          </p:nvSpPr>
          <p:spPr bwMode="auto">
            <a:xfrm rot="-10764796">
              <a:off x="4318837" y="3350783"/>
              <a:ext cx="362227" cy="226010"/>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73" name="Line 36">
              <a:extLst>
                <a:ext uri="{FF2B5EF4-FFF2-40B4-BE49-F238E27FC236}">
                  <a16:creationId xmlns:a16="http://schemas.microsoft.com/office/drawing/2014/main" id="{08B92D36-F3EB-C13F-A3C4-B60A475394CA}"/>
                </a:ext>
              </a:extLst>
            </p:cNvPr>
            <p:cNvSpPr>
              <a:spLocks noChangeShapeType="1"/>
            </p:cNvSpPr>
            <p:nvPr/>
          </p:nvSpPr>
          <p:spPr bwMode="auto">
            <a:xfrm rot="5400000">
              <a:off x="7123062" y="3264104"/>
              <a:ext cx="0" cy="38404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4" name="Line 37">
              <a:extLst>
                <a:ext uri="{FF2B5EF4-FFF2-40B4-BE49-F238E27FC236}">
                  <a16:creationId xmlns:a16="http://schemas.microsoft.com/office/drawing/2014/main" id="{D3498321-73A8-36AE-9F92-AC5A6F986978}"/>
                </a:ext>
              </a:extLst>
            </p:cNvPr>
            <p:cNvSpPr>
              <a:spLocks noChangeShapeType="1"/>
            </p:cNvSpPr>
            <p:nvPr/>
          </p:nvSpPr>
          <p:spPr bwMode="auto">
            <a:xfrm rot="5400000">
              <a:off x="6141070" y="3227528"/>
              <a:ext cx="0" cy="457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5" name="Line 38">
              <a:extLst>
                <a:ext uri="{FF2B5EF4-FFF2-40B4-BE49-F238E27FC236}">
                  <a16:creationId xmlns:a16="http://schemas.microsoft.com/office/drawing/2014/main" id="{4EB223D1-E16B-CD07-B5B4-7AB74AC29202}"/>
                </a:ext>
              </a:extLst>
            </p:cNvPr>
            <p:cNvSpPr>
              <a:spLocks noChangeShapeType="1"/>
            </p:cNvSpPr>
            <p:nvPr/>
          </p:nvSpPr>
          <p:spPr bwMode="auto">
            <a:xfrm rot="5400000">
              <a:off x="5153171" y="3229240"/>
              <a:ext cx="0" cy="457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6" name="Line 39">
              <a:extLst>
                <a:ext uri="{FF2B5EF4-FFF2-40B4-BE49-F238E27FC236}">
                  <a16:creationId xmlns:a16="http://schemas.microsoft.com/office/drawing/2014/main" id="{A5FC8CCA-317C-A62D-ECA7-A3CEF1680B5B}"/>
                </a:ext>
              </a:extLst>
            </p:cNvPr>
            <p:cNvSpPr>
              <a:spLocks noChangeShapeType="1"/>
            </p:cNvSpPr>
            <p:nvPr/>
          </p:nvSpPr>
          <p:spPr bwMode="auto">
            <a:xfrm rot="5400000">
              <a:off x="4185563" y="3238222"/>
              <a:ext cx="0" cy="4392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7" name="Line 40">
              <a:extLst>
                <a:ext uri="{FF2B5EF4-FFF2-40B4-BE49-F238E27FC236}">
                  <a16:creationId xmlns:a16="http://schemas.microsoft.com/office/drawing/2014/main" id="{53FF6B6D-963A-3AA2-582A-54E02E8CF19C}"/>
                </a:ext>
              </a:extLst>
            </p:cNvPr>
            <p:cNvSpPr>
              <a:spLocks noChangeShapeType="1"/>
            </p:cNvSpPr>
            <p:nvPr/>
          </p:nvSpPr>
          <p:spPr bwMode="auto">
            <a:xfrm rot="5400000">
              <a:off x="7263349" y="3201273"/>
              <a:ext cx="293218" cy="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20878" name="Line 41">
              <a:extLst>
                <a:ext uri="{FF2B5EF4-FFF2-40B4-BE49-F238E27FC236}">
                  <a16:creationId xmlns:a16="http://schemas.microsoft.com/office/drawing/2014/main" id="{975D2C71-237A-2005-8448-B68AB612E735}"/>
                </a:ext>
              </a:extLst>
            </p:cNvPr>
            <p:cNvSpPr>
              <a:spLocks noChangeShapeType="1"/>
            </p:cNvSpPr>
            <p:nvPr/>
          </p:nvSpPr>
          <p:spPr bwMode="auto">
            <a:xfrm rot="5400000">
              <a:off x="6338888" y="3201273"/>
              <a:ext cx="293218"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20879" name="Line 42">
              <a:extLst>
                <a:ext uri="{FF2B5EF4-FFF2-40B4-BE49-F238E27FC236}">
                  <a16:creationId xmlns:a16="http://schemas.microsoft.com/office/drawing/2014/main" id="{58453E56-549B-8CA4-E049-6DF73B11A0D6}"/>
                </a:ext>
              </a:extLst>
            </p:cNvPr>
            <p:cNvSpPr>
              <a:spLocks noChangeShapeType="1"/>
            </p:cNvSpPr>
            <p:nvPr/>
          </p:nvSpPr>
          <p:spPr bwMode="auto">
            <a:xfrm rot="5400000">
              <a:off x="5319401" y="3202985"/>
              <a:ext cx="293218"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20880" name="Line 43">
              <a:extLst>
                <a:ext uri="{FF2B5EF4-FFF2-40B4-BE49-F238E27FC236}">
                  <a16:creationId xmlns:a16="http://schemas.microsoft.com/office/drawing/2014/main" id="{0016286C-3901-4D75-361B-2E3272CAF2A8}"/>
                </a:ext>
              </a:extLst>
            </p:cNvPr>
            <p:cNvSpPr>
              <a:spLocks noChangeShapeType="1"/>
            </p:cNvSpPr>
            <p:nvPr/>
          </p:nvSpPr>
          <p:spPr bwMode="auto">
            <a:xfrm rot="5400000">
              <a:off x="4351234" y="3202985"/>
              <a:ext cx="293218" cy="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20881" name="Rectangle 44">
              <a:extLst>
                <a:ext uri="{FF2B5EF4-FFF2-40B4-BE49-F238E27FC236}">
                  <a16:creationId xmlns:a16="http://schemas.microsoft.com/office/drawing/2014/main" id="{7003D6C8-436B-C741-08C1-6353AFDBD031}"/>
                </a:ext>
              </a:extLst>
            </p:cNvPr>
            <p:cNvSpPr>
              <a:spLocks noChangeArrowheads="1"/>
            </p:cNvSpPr>
            <p:nvPr/>
          </p:nvSpPr>
          <p:spPr bwMode="auto">
            <a:xfrm rot="5400000">
              <a:off x="7181200" y="3695666"/>
              <a:ext cx="365760" cy="618244"/>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82" name="Rectangle 45">
              <a:extLst>
                <a:ext uri="{FF2B5EF4-FFF2-40B4-BE49-F238E27FC236}">
                  <a16:creationId xmlns:a16="http://schemas.microsoft.com/office/drawing/2014/main" id="{341B522B-C24F-FC90-DC4F-4384BEE11D1A}"/>
                </a:ext>
              </a:extLst>
            </p:cNvPr>
            <p:cNvSpPr>
              <a:spLocks noChangeArrowheads="1"/>
            </p:cNvSpPr>
            <p:nvPr/>
          </p:nvSpPr>
          <p:spPr bwMode="auto">
            <a:xfrm rot="5400000">
              <a:off x="6208303" y="3677823"/>
              <a:ext cx="365760" cy="618244"/>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83" name="Rectangle 46">
              <a:extLst>
                <a:ext uri="{FF2B5EF4-FFF2-40B4-BE49-F238E27FC236}">
                  <a16:creationId xmlns:a16="http://schemas.microsoft.com/office/drawing/2014/main" id="{EFF9D02D-2D04-4B28-675D-134B3250ECC7}"/>
                </a:ext>
              </a:extLst>
            </p:cNvPr>
            <p:cNvSpPr>
              <a:spLocks noChangeArrowheads="1"/>
            </p:cNvSpPr>
            <p:nvPr/>
          </p:nvSpPr>
          <p:spPr bwMode="auto">
            <a:xfrm rot="5400000">
              <a:off x="5200383" y="3679535"/>
              <a:ext cx="365760" cy="618244"/>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84" name="Rectangle 47">
              <a:extLst>
                <a:ext uri="{FF2B5EF4-FFF2-40B4-BE49-F238E27FC236}">
                  <a16:creationId xmlns:a16="http://schemas.microsoft.com/office/drawing/2014/main" id="{B224D8B3-54CF-D85B-C756-CB3A52001270}"/>
                </a:ext>
              </a:extLst>
            </p:cNvPr>
            <p:cNvSpPr>
              <a:spLocks noChangeArrowheads="1"/>
            </p:cNvSpPr>
            <p:nvPr/>
          </p:nvSpPr>
          <p:spPr bwMode="auto">
            <a:xfrm rot="5400000">
              <a:off x="4233284" y="3688456"/>
              <a:ext cx="365760" cy="618244"/>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120885" name="Line 48">
              <a:extLst>
                <a:ext uri="{FF2B5EF4-FFF2-40B4-BE49-F238E27FC236}">
                  <a16:creationId xmlns:a16="http://schemas.microsoft.com/office/drawing/2014/main" id="{22B433C4-7A43-B7FE-DE93-CF619BC20CDF}"/>
                </a:ext>
              </a:extLst>
            </p:cNvPr>
            <p:cNvSpPr>
              <a:spLocks noChangeShapeType="1"/>
            </p:cNvSpPr>
            <p:nvPr/>
          </p:nvSpPr>
          <p:spPr bwMode="auto">
            <a:xfrm rot="5400000">
              <a:off x="7300643" y="3700874"/>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86" name="Line 49">
              <a:extLst>
                <a:ext uri="{FF2B5EF4-FFF2-40B4-BE49-F238E27FC236}">
                  <a16:creationId xmlns:a16="http://schemas.microsoft.com/office/drawing/2014/main" id="{1900FD5E-6ABA-7965-F23C-9A6E0797C0D0}"/>
                </a:ext>
              </a:extLst>
            </p:cNvPr>
            <p:cNvSpPr>
              <a:spLocks noChangeShapeType="1"/>
            </p:cNvSpPr>
            <p:nvPr/>
          </p:nvSpPr>
          <p:spPr bwMode="auto">
            <a:xfrm rot="5400000">
              <a:off x="6344490" y="3691952"/>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87" name="Line 50">
              <a:extLst>
                <a:ext uri="{FF2B5EF4-FFF2-40B4-BE49-F238E27FC236}">
                  <a16:creationId xmlns:a16="http://schemas.microsoft.com/office/drawing/2014/main" id="{E1B4640A-4D80-A294-A554-74C3D308193E}"/>
                </a:ext>
              </a:extLst>
            </p:cNvPr>
            <p:cNvSpPr>
              <a:spLocks noChangeShapeType="1"/>
            </p:cNvSpPr>
            <p:nvPr/>
          </p:nvSpPr>
          <p:spPr bwMode="auto">
            <a:xfrm rot="5400000">
              <a:off x="5356798" y="3693664"/>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88" name="Line 51">
              <a:extLst>
                <a:ext uri="{FF2B5EF4-FFF2-40B4-BE49-F238E27FC236}">
                  <a16:creationId xmlns:a16="http://schemas.microsoft.com/office/drawing/2014/main" id="{3EF2B01E-2FA2-7C1B-2146-4B274A040472}"/>
                </a:ext>
              </a:extLst>
            </p:cNvPr>
            <p:cNvSpPr>
              <a:spLocks noChangeShapeType="1"/>
            </p:cNvSpPr>
            <p:nvPr/>
          </p:nvSpPr>
          <p:spPr bwMode="auto">
            <a:xfrm rot="5400000">
              <a:off x="4390841" y="3693664"/>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89" name="Line 52">
              <a:extLst>
                <a:ext uri="{FF2B5EF4-FFF2-40B4-BE49-F238E27FC236}">
                  <a16:creationId xmlns:a16="http://schemas.microsoft.com/office/drawing/2014/main" id="{95BEE8D3-E50F-B638-DEAA-61DDA2B4AEC4}"/>
                </a:ext>
              </a:extLst>
            </p:cNvPr>
            <p:cNvSpPr>
              <a:spLocks noChangeShapeType="1"/>
            </p:cNvSpPr>
            <p:nvPr/>
          </p:nvSpPr>
          <p:spPr bwMode="auto">
            <a:xfrm rot="5400000">
              <a:off x="7310913" y="4304473"/>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90" name="Line 53">
              <a:extLst>
                <a:ext uri="{FF2B5EF4-FFF2-40B4-BE49-F238E27FC236}">
                  <a16:creationId xmlns:a16="http://schemas.microsoft.com/office/drawing/2014/main" id="{D38AC288-F91C-8F24-A6CB-0B04A53672D1}"/>
                </a:ext>
              </a:extLst>
            </p:cNvPr>
            <p:cNvSpPr>
              <a:spLocks noChangeShapeType="1"/>
            </p:cNvSpPr>
            <p:nvPr/>
          </p:nvSpPr>
          <p:spPr bwMode="auto">
            <a:xfrm rot="5400000">
              <a:off x="6354864" y="4298974"/>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91" name="Line 54">
              <a:extLst>
                <a:ext uri="{FF2B5EF4-FFF2-40B4-BE49-F238E27FC236}">
                  <a16:creationId xmlns:a16="http://schemas.microsoft.com/office/drawing/2014/main" id="{21277AD9-EC55-2FC3-2AFB-253B10806B3B}"/>
                </a:ext>
              </a:extLst>
            </p:cNvPr>
            <p:cNvSpPr>
              <a:spLocks noChangeShapeType="1"/>
            </p:cNvSpPr>
            <p:nvPr/>
          </p:nvSpPr>
          <p:spPr bwMode="auto">
            <a:xfrm rot="5400000">
              <a:off x="5356695" y="4290053"/>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92" name="Line 55">
              <a:extLst>
                <a:ext uri="{FF2B5EF4-FFF2-40B4-BE49-F238E27FC236}">
                  <a16:creationId xmlns:a16="http://schemas.microsoft.com/office/drawing/2014/main" id="{E2F139D7-896B-1C52-6F4F-5BEDB496B6E5}"/>
                </a:ext>
              </a:extLst>
            </p:cNvPr>
            <p:cNvSpPr>
              <a:spLocks noChangeShapeType="1"/>
            </p:cNvSpPr>
            <p:nvPr/>
          </p:nvSpPr>
          <p:spPr bwMode="auto">
            <a:xfrm rot="5400000">
              <a:off x="4369575" y="4309607"/>
              <a:ext cx="239689"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93" name="Text Box 62">
              <a:extLst>
                <a:ext uri="{FF2B5EF4-FFF2-40B4-BE49-F238E27FC236}">
                  <a16:creationId xmlns:a16="http://schemas.microsoft.com/office/drawing/2014/main" id="{8062F229-CE18-BD96-7501-A0B530AAEBCF}"/>
                </a:ext>
              </a:extLst>
            </p:cNvPr>
            <p:cNvSpPr txBox="1">
              <a:spLocks noChangeArrowheads="1"/>
            </p:cNvSpPr>
            <p:nvPr/>
          </p:nvSpPr>
          <p:spPr bwMode="auto">
            <a:xfrm>
              <a:off x="4656794" y="3122126"/>
              <a:ext cx="478734" cy="3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rb3</a:t>
              </a:r>
              <a:endParaRPr lang="ru-RU" altLang="en-US" sz="1600" b="0"/>
            </a:p>
          </p:txBody>
        </p:sp>
        <p:sp>
          <p:nvSpPr>
            <p:cNvPr id="120894" name="Text Box 63">
              <a:extLst>
                <a:ext uri="{FF2B5EF4-FFF2-40B4-BE49-F238E27FC236}">
                  <a16:creationId xmlns:a16="http://schemas.microsoft.com/office/drawing/2014/main" id="{0C0477C4-6256-5103-1A06-01590315B3CC}"/>
                </a:ext>
              </a:extLst>
            </p:cNvPr>
            <p:cNvSpPr txBox="1">
              <a:spLocks noChangeArrowheads="1"/>
            </p:cNvSpPr>
            <p:nvPr/>
          </p:nvSpPr>
          <p:spPr bwMode="auto">
            <a:xfrm>
              <a:off x="5619338" y="3115632"/>
              <a:ext cx="695540" cy="318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rb2</a:t>
              </a:r>
              <a:endParaRPr lang="ru-RU" altLang="en-US" sz="1600" b="0"/>
            </a:p>
          </p:txBody>
        </p:sp>
        <p:sp>
          <p:nvSpPr>
            <p:cNvPr id="120895" name="Text Box 64">
              <a:extLst>
                <a:ext uri="{FF2B5EF4-FFF2-40B4-BE49-F238E27FC236}">
                  <a16:creationId xmlns:a16="http://schemas.microsoft.com/office/drawing/2014/main" id="{5A278A65-1DD1-288E-79D5-3C13C821393D}"/>
                </a:ext>
              </a:extLst>
            </p:cNvPr>
            <p:cNvSpPr txBox="1">
              <a:spLocks noChangeArrowheads="1"/>
            </p:cNvSpPr>
            <p:nvPr/>
          </p:nvSpPr>
          <p:spPr bwMode="auto">
            <a:xfrm>
              <a:off x="6635303" y="3098915"/>
              <a:ext cx="695540" cy="31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rb1</a:t>
              </a:r>
              <a:endParaRPr lang="ru-RU" altLang="en-US" sz="1600" b="0"/>
            </a:p>
          </p:txBody>
        </p:sp>
        <p:sp>
          <p:nvSpPr>
            <p:cNvPr id="120896" name="Text Box 65">
              <a:extLst>
                <a:ext uri="{FF2B5EF4-FFF2-40B4-BE49-F238E27FC236}">
                  <a16:creationId xmlns:a16="http://schemas.microsoft.com/office/drawing/2014/main" id="{5916F0F6-4822-FB47-CDC4-C0CE712EC3DB}"/>
                </a:ext>
              </a:extLst>
            </p:cNvPr>
            <p:cNvSpPr txBox="1">
              <a:spLocks noChangeArrowheads="1"/>
            </p:cNvSpPr>
            <p:nvPr/>
          </p:nvSpPr>
          <p:spPr bwMode="auto">
            <a:xfrm>
              <a:off x="7435072" y="3067019"/>
              <a:ext cx="720106" cy="357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rb0</a:t>
              </a:r>
              <a:endParaRPr lang="ru-RU" altLang="en-US" sz="1600" b="0"/>
            </a:p>
          </p:txBody>
        </p:sp>
        <p:sp>
          <p:nvSpPr>
            <p:cNvPr id="120897" name="Rectangle 66">
              <a:extLst>
                <a:ext uri="{FF2B5EF4-FFF2-40B4-BE49-F238E27FC236}">
                  <a16:creationId xmlns:a16="http://schemas.microsoft.com/office/drawing/2014/main" id="{CD5BCBFE-0745-B77F-6BC0-AA8E5793182F}"/>
                </a:ext>
              </a:extLst>
            </p:cNvPr>
            <p:cNvSpPr>
              <a:spLocks noChangeArrowheads="1"/>
            </p:cNvSpPr>
            <p:nvPr/>
          </p:nvSpPr>
          <p:spPr bwMode="auto">
            <a:xfrm>
              <a:off x="1329063" y="4476307"/>
              <a:ext cx="478465" cy="776176"/>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cxnSp>
          <p:nvCxnSpPr>
            <p:cNvPr id="120898" name="Straight Connector 68">
              <a:extLst>
                <a:ext uri="{FF2B5EF4-FFF2-40B4-BE49-F238E27FC236}">
                  <a16:creationId xmlns:a16="http://schemas.microsoft.com/office/drawing/2014/main" id="{C80FF169-ED44-9162-4649-90657CB793BF}"/>
                </a:ext>
              </a:extLst>
            </p:cNvPr>
            <p:cNvCxnSpPr>
              <a:cxnSpLocks noChangeShapeType="1"/>
            </p:cNvCxnSpPr>
            <p:nvPr/>
          </p:nvCxnSpPr>
          <p:spPr bwMode="auto">
            <a:xfrm rot="16200000" flipV="1">
              <a:off x="2174086" y="1781223"/>
              <a:ext cx="539" cy="45720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899" name="Straight Connector 70">
              <a:extLst>
                <a:ext uri="{FF2B5EF4-FFF2-40B4-BE49-F238E27FC236}">
                  <a16:creationId xmlns:a16="http://schemas.microsoft.com/office/drawing/2014/main" id="{C3468470-994F-09BC-56E2-CD8511326BF1}"/>
                </a:ext>
              </a:extLst>
            </p:cNvPr>
            <p:cNvCxnSpPr>
              <a:cxnSpLocks noChangeShapeType="1"/>
            </p:cNvCxnSpPr>
            <p:nvPr/>
          </p:nvCxnSpPr>
          <p:spPr bwMode="auto">
            <a:xfrm rot="5400000">
              <a:off x="676228" y="3310979"/>
              <a:ext cx="256032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0" name="Straight Connector 72">
              <a:extLst>
                <a:ext uri="{FF2B5EF4-FFF2-40B4-BE49-F238E27FC236}">
                  <a16:creationId xmlns:a16="http://schemas.microsoft.com/office/drawing/2014/main" id="{07B3419F-452C-71A1-6EB4-17302092D496}"/>
                </a:ext>
              </a:extLst>
            </p:cNvPr>
            <p:cNvCxnSpPr>
              <a:cxnSpLocks noChangeShapeType="1"/>
            </p:cNvCxnSpPr>
            <p:nvPr/>
          </p:nvCxnSpPr>
          <p:spPr bwMode="auto">
            <a:xfrm>
              <a:off x="1807534" y="4603898"/>
              <a:ext cx="159489"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1" name="Straight Connector 73">
              <a:extLst>
                <a:ext uri="{FF2B5EF4-FFF2-40B4-BE49-F238E27FC236}">
                  <a16:creationId xmlns:a16="http://schemas.microsoft.com/office/drawing/2014/main" id="{2A534F0F-7DF9-4F6F-9A2E-9A0CCA88349A}"/>
                </a:ext>
              </a:extLst>
            </p:cNvPr>
            <p:cNvCxnSpPr>
              <a:cxnSpLocks noChangeShapeType="1"/>
            </p:cNvCxnSpPr>
            <p:nvPr/>
          </p:nvCxnSpPr>
          <p:spPr bwMode="auto">
            <a:xfrm>
              <a:off x="1796900" y="4774019"/>
              <a:ext cx="2743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2" name="Straight Connector 74">
              <a:extLst>
                <a:ext uri="{FF2B5EF4-FFF2-40B4-BE49-F238E27FC236}">
                  <a16:creationId xmlns:a16="http://schemas.microsoft.com/office/drawing/2014/main" id="{C44D4848-271F-3A02-E41C-C3EE92DAD354}"/>
                </a:ext>
              </a:extLst>
            </p:cNvPr>
            <p:cNvCxnSpPr>
              <a:cxnSpLocks noChangeShapeType="1"/>
            </p:cNvCxnSpPr>
            <p:nvPr/>
          </p:nvCxnSpPr>
          <p:spPr bwMode="auto">
            <a:xfrm rot="5400000">
              <a:off x="1053790" y="3752145"/>
              <a:ext cx="203911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3" name="Straight Connector 76">
              <a:extLst>
                <a:ext uri="{FF2B5EF4-FFF2-40B4-BE49-F238E27FC236}">
                  <a16:creationId xmlns:a16="http://schemas.microsoft.com/office/drawing/2014/main" id="{5E712612-6ABA-9385-8CAE-CF3055E6561C}"/>
                </a:ext>
              </a:extLst>
            </p:cNvPr>
            <p:cNvCxnSpPr>
              <a:cxnSpLocks noChangeShapeType="1"/>
            </p:cNvCxnSpPr>
            <p:nvPr/>
          </p:nvCxnSpPr>
          <p:spPr bwMode="auto">
            <a:xfrm>
              <a:off x="2083980" y="2743199"/>
              <a:ext cx="36576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4" name="Straight Connector 78">
              <a:extLst>
                <a:ext uri="{FF2B5EF4-FFF2-40B4-BE49-F238E27FC236}">
                  <a16:creationId xmlns:a16="http://schemas.microsoft.com/office/drawing/2014/main" id="{66D4E178-195A-5E0B-3BA8-82316318F0FB}"/>
                </a:ext>
              </a:extLst>
            </p:cNvPr>
            <p:cNvCxnSpPr>
              <a:cxnSpLocks noChangeShapeType="1"/>
            </p:cNvCxnSpPr>
            <p:nvPr/>
          </p:nvCxnSpPr>
          <p:spPr bwMode="auto">
            <a:xfrm rot="10800000" flipV="1">
              <a:off x="2200940" y="3593805"/>
              <a:ext cx="244548"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5" name="Straight Connector 80">
              <a:extLst>
                <a:ext uri="{FF2B5EF4-FFF2-40B4-BE49-F238E27FC236}">
                  <a16:creationId xmlns:a16="http://schemas.microsoft.com/office/drawing/2014/main" id="{4C226906-B6D5-7293-229D-97B77255EB45}"/>
                </a:ext>
              </a:extLst>
            </p:cNvPr>
            <p:cNvCxnSpPr>
              <a:cxnSpLocks noChangeShapeType="1"/>
            </p:cNvCxnSpPr>
            <p:nvPr/>
          </p:nvCxnSpPr>
          <p:spPr bwMode="auto">
            <a:xfrm rot="5400000">
              <a:off x="1542571" y="4262806"/>
              <a:ext cx="1316736"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6" name="Straight Connector 82">
              <a:extLst>
                <a:ext uri="{FF2B5EF4-FFF2-40B4-BE49-F238E27FC236}">
                  <a16:creationId xmlns:a16="http://schemas.microsoft.com/office/drawing/2014/main" id="{52EB068A-E3AD-4C7A-617F-59596807D200}"/>
                </a:ext>
              </a:extLst>
            </p:cNvPr>
            <p:cNvCxnSpPr>
              <a:cxnSpLocks noChangeShapeType="1"/>
            </p:cNvCxnSpPr>
            <p:nvPr/>
          </p:nvCxnSpPr>
          <p:spPr bwMode="auto">
            <a:xfrm flipV="1">
              <a:off x="1807527" y="4922877"/>
              <a:ext cx="39319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07" name="Straight Connector 83">
              <a:extLst>
                <a:ext uri="{FF2B5EF4-FFF2-40B4-BE49-F238E27FC236}">
                  <a16:creationId xmlns:a16="http://schemas.microsoft.com/office/drawing/2014/main" id="{685236B8-C6AA-60CA-9653-1CA117BA2724}"/>
                </a:ext>
              </a:extLst>
            </p:cNvPr>
            <p:cNvCxnSpPr>
              <a:cxnSpLocks noChangeShapeType="1"/>
            </p:cNvCxnSpPr>
            <p:nvPr/>
          </p:nvCxnSpPr>
          <p:spPr bwMode="auto">
            <a:xfrm flipV="1">
              <a:off x="1796894" y="5071732"/>
              <a:ext cx="64008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20908" name="Text Box 61">
              <a:extLst>
                <a:ext uri="{FF2B5EF4-FFF2-40B4-BE49-F238E27FC236}">
                  <a16:creationId xmlns:a16="http://schemas.microsoft.com/office/drawing/2014/main" id="{6ACFAD91-359C-D4E7-8F0D-735F37CE0419}"/>
                </a:ext>
              </a:extLst>
            </p:cNvPr>
            <p:cNvSpPr txBox="1">
              <a:spLocks noChangeArrowheads="1"/>
            </p:cNvSpPr>
            <p:nvPr/>
          </p:nvSpPr>
          <p:spPr bwMode="auto">
            <a:xfrm>
              <a:off x="1306577" y="4490228"/>
              <a:ext cx="720106" cy="32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DC</a:t>
              </a:r>
              <a:endParaRPr lang="ru-RU" altLang="en-US" sz="1400" b="0"/>
            </a:p>
          </p:txBody>
        </p:sp>
        <p:cxnSp>
          <p:nvCxnSpPr>
            <p:cNvPr id="120909" name="Straight Connector 85">
              <a:extLst>
                <a:ext uri="{FF2B5EF4-FFF2-40B4-BE49-F238E27FC236}">
                  <a16:creationId xmlns:a16="http://schemas.microsoft.com/office/drawing/2014/main" id="{B21428EF-266C-8DD6-716B-B38092D4AD55}"/>
                </a:ext>
              </a:extLst>
            </p:cNvPr>
            <p:cNvCxnSpPr>
              <a:cxnSpLocks noChangeShapeType="1"/>
            </p:cNvCxnSpPr>
            <p:nvPr/>
          </p:nvCxnSpPr>
          <p:spPr bwMode="auto">
            <a:xfrm flipV="1">
              <a:off x="1052620" y="4774021"/>
              <a:ext cx="27432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10" name="Straight Connector 86">
              <a:extLst>
                <a:ext uri="{FF2B5EF4-FFF2-40B4-BE49-F238E27FC236}">
                  <a16:creationId xmlns:a16="http://schemas.microsoft.com/office/drawing/2014/main" id="{0638C0F7-D0ED-48DF-DFF7-C8F64E382482}"/>
                </a:ext>
              </a:extLst>
            </p:cNvPr>
            <p:cNvCxnSpPr>
              <a:cxnSpLocks noChangeShapeType="1"/>
            </p:cNvCxnSpPr>
            <p:nvPr/>
          </p:nvCxnSpPr>
          <p:spPr bwMode="auto">
            <a:xfrm flipV="1">
              <a:off x="1063252" y="4954774"/>
              <a:ext cx="27432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20911" name="Left Brace 88">
              <a:extLst>
                <a:ext uri="{FF2B5EF4-FFF2-40B4-BE49-F238E27FC236}">
                  <a16:creationId xmlns:a16="http://schemas.microsoft.com/office/drawing/2014/main" id="{49CCA2EE-CC79-9E36-1CEC-DEE94AD300A3}"/>
                </a:ext>
              </a:extLst>
            </p:cNvPr>
            <p:cNvSpPr>
              <a:spLocks/>
            </p:cNvSpPr>
            <p:nvPr/>
          </p:nvSpPr>
          <p:spPr bwMode="auto">
            <a:xfrm>
              <a:off x="871870" y="4731488"/>
              <a:ext cx="138223" cy="274320"/>
            </a:xfrm>
            <a:prstGeom prst="leftBrace">
              <a:avLst>
                <a:gd name="adj1" fmla="val 8334"/>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sp>
          <p:nvSpPr>
            <p:cNvPr id="120912" name="Text Box 61">
              <a:extLst>
                <a:ext uri="{FF2B5EF4-FFF2-40B4-BE49-F238E27FC236}">
                  <a16:creationId xmlns:a16="http://schemas.microsoft.com/office/drawing/2014/main" id="{F7258B99-FB39-852C-D69E-BCBDAFF0F693}"/>
                </a:ext>
              </a:extLst>
            </p:cNvPr>
            <p:cNvSpPr txBox="1">
              <a:spLocks noChangeArrowheads="1"/>
            </p:cNvSpPr>
            <p:nvPr/>
          </p:nvSpPr>
          <p:spPr bwMode="auto">
            <a:xfrm>
              <a:off x="455972" y="4947426"/>
              <a:ext cx="947525" cy="51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Source</a:t>
              </a:r>
              <a:br>
                <a:rPr lang="en-GB" altLang="en-US" sz="1600" b="0"/>
              </a:br>
              <a:r>
                <a:rPr lang="en-GB" altLang="en-US" sz="1600" b="0"/>
                <a:t>address</a:t>
              </a:r>
              <a:endParaRPr lang="ru-RU" altLang="en-US" sz="1600" b="0"/>
            </a:p>
          </p:txBody>
        </p:sp>
        <p:sp>
          <p:nvSpPr>
            <p:cNvPr id="120913" name="Rectangle 92">
              <a:extLst>
                <a:ext uri="{FF2B5EF4-FFF2-40B4-BE49-F238E27FC236}">
                  <a16:creationId xmlns:a16="http://schemas.microsoft.com/office/drawing/2014/main" id="{C8589C74-B7FC-26D9-EB13-0DE24CD43F93}"/>
                </a:ext>
              </a:extLst>
            </p:cNvPr>
            <p:cNvSpPr>
              <a:spLocks noChangeArrowheads="1"/>
            </p:cNvSpPr>
            <p:nvPr/>
          </p:nvSpPr>
          <p:spPr bwMode="auto">
            <a:xfrm>
              <a:off x="3264191" y="4401879"/>
              <a:ext cx="478465" cy="776176"/>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cxnSp>
          <p:nvCxnSpPr>
            <p:cNvPr id="120914" name="Straight Connector 93">
              <a:extLst>
                <a:ext uri="{FF2B5EF4-FFF2-40B4-BE49-F238E27FC236}">
                  <a16:creationId xmlns:a16="http://schemas.microsoft.com/office/drawing/2014/main" id="{38ABDED4-87AC-02C4-5F1F-6A26016E9402}"/>
                </a:ext>
              </a:extLst>
            </p:cNvPr>
            <p:cNvCxnSpPr>
              <a:cxnSpLocks noChangeShapeType="1"/>
            </p:cNvCxnSpPr>
            <p:nvPr/>
          </p:nvCxnSpPr>
          <p:spPr bwMode="auto">
            <a:xfrm>
              <a:off x="3732029" y="4572001"/>
              <a:ext cx="22860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15" name="Straight Connector 98">
              <a:extLst>
                <a:ext uri="{FF2B5EF4-FFF2-40B4-BE49-F238E27FC236}">
                  <a16:creationId xmlns:a16="http://schemas.microsoft.com/office/drawing/2014/main" id="{FF33DB6C-0884-1F3E-4C84-8DA4E9F24354}"/>
                </a:ext>
              </a:extLst>
            </p:cNvPr>
            <p:cNvCxnSpPr>
              <a:cxnSpLocks noChangeShapeType="1"/>
            </p:cNvCxnSpPr>
            <p:nvPr/>
          </p:nvCxnSpPr>
          <p:spPr bwMode="auto">
            <a:xfrm rot="5400000">
              <a:off x="3392958" y="4007303"/>
              <a:ext cx="112471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16" name="Straight Connector 99">
              <a:extLst>
                <a:ext uri="{FF2B5EF4-FFF2-40B4-BE49-F238E27FC236}">
                  <a16:creationId xmlns:a16="http://schemas.microsoft.com/office/drawing/2014/main" id="{48CA6AEB-8A35-0232-A341-B4A2D16DB3F7}"/>
                </a:ext>
              </a:extLst>
            </p:cNvPr>
            <p:cNvCxnSpPr>
              <a:cxnSpLocks noChangeShapeType="1"/>
            </p:cNvCxnSpPr>
            <p:nvPr/>
          </p:nvCxnSpPr>
          <p:spPr bwMode="auto">
            <a:xfrm>
              <a:off x="3732029" y="4720856"/>
              <a:ext cx="118872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17" name="Straight Connector 100">
              <a:extLst>
                <a:ext uri="{FF2B5EF4-FFF2-40B4-BE49-F238E27FC236}">
                  <a16:creationId xmlns:a16="http://schemas.microsoft.com/office/drawing/2014/main" id="{FC9EE10A-43A1-B97B-31F1-6CD6D7A5D96B}"/>
                </a:ext>
              </a:extLst>
            </p:cNvPr>
            <p:cNvCxnSpPr>
              <a:cxnSpLocks noChangeShapeType="1"/>
            </p:cNvCxnSpPr>
            <p:nvPr/>
          </p:nvCxnSpPr>
          <p:spPr bwMode="auto">
            <a:xfrm>
              <a:off x="3732030" y="4869713"/>
              <a:ext cx="219456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18" name="Straight Connector 101">
              <a:extLst>
                <a:ext uri="{FF2B5EF4-FFF2-40B4-BE49-F238E27FC236}">
                  <a16:creationId xmlns:a16="http://schemas.microsoft.com/office/drawing/2014/main" id="{970443B7-532E-FBE7-F8E4-51B8EFBD0965}"/>
                </a:ext>
              </a:extLst>
            </p:cNvPr>
            <p:cNvCxnSpPr>
              <a:cxnSpLocks noChangeShapeType="1"/>
            </p:cNvCxnSpPr>
            <p:nvPr/>
          </p:nvCxnSpPr>
          <p:spPr bwMode="auto">
            <a:xfrm>
              <a:off x="3732030" y="5007936"/>
              <a:ext cx="320040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19" name="Straight Connector 103">
              <a:extLst>
                <a:ext uri="{FF2B5EF4-FFF2-40B4-BE49-F238E27FC236}">
                  <a16:creationId xmlns:a16="http://schemas.microsoft.com/office/drawing/2014/main" id="{B10D361F-6001-4FBD-B503-6D121D4E0B50}"/>
                </a:ext>
              </a:extLst>
            </p:cNvPr>
            <p:cNvCxnSpPr>
              <a:cxnSpLocks noChangeShapeType="1"/>
              <a:stCxn id="120875" idx="1"/>
            </p:cNvCxnSpPr>
            <p:nvPr/>
          </p:nvCxnSpPr>
          <p:spPr bwMode="auto">
            <a:xfrm flipH="1">
              <a:off x="4922877" y="3457840"/>
              <a:ext cx="1694" cy="1263016"/>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20" name="Straight Connector 105">
              <a:extLst>
                <a:ext uri="{FF2B5EF4-FFF2-40B4-BE49-F238E27FC236}">
                  <a16:creationId xmlns:a16="http://schemas.microsoft.com/office/drawing/2014/main" id="{B422BA3F-C52B-5282-5B71-245BB50D11E8}"/>
                </a:ext>
              </a:extLst>
            </p:cNvPr>
            <p:cNvCxnSpPr>
              <a:cxnSpLocks noChangeShapeType="1"/>
              <a:stCxn id="120874" idx="1"/>
            </p:cNvCxnSpPr>
            <p:nvPr/>
          </p:nvCxnSpPr>
          <p:spPr bwMode="auto">
            <a:xfrm>
              <a:off x="5912470" y="3456127"/>
              <a:ext cx="0" cy="141732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21" name="Straight Connector 106">
              <a:extLst>
                <a:ext uri="{FF2B5EF4-FFF2-40B4-BE49-F238E27FC236}">
                  <a16:creationId xmlns:a16="http://schemas.microsoft.com/office/drawing/2014/main" id="{45C0F98A-0E75-B09E-7D1B-6682B7834749}"/>
                </a:ext>
              </a:extLst>
            </p:cNvPr>
            <p:cNvCxnSpPr>
              <a:cxnSpLocks noChangeShapeType="1"/>
            </p:cNvCxnSpPr>
            <p:nvPr/>
          </p:nvCxnSpPr>
          <p:spPr bwMode="auto">
            <a:xfrm>
              <a:off x="6933196" y="3456121"/>
              <a:ext cx="0" cy="155448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22" name="Straight Connector 107">
              <a:extLst>
                <a:ext uri="{FF2B5EF4-FFF2-40B4-BE49-F238E27FC236}">
                  <a16:creationId xmlns:a16="http://schemas.microsoft.com/office/drawing/2014/main" id="{640825F8-9B0F-1FF0-60E5-DF46AAC0C880}"/>
                </a:ext>
              </a:extLst>
            </p:cNvPr>
            <p:cNvCxnSpPr>
              <a:cxnSpLocks noChangeShapeType="1"/>
            </p:cNvCxnSpPr>
            <p:nvPr/>
          </p:nvCxnSpPr>
          <p:spPr bwMode="auto">
            <a:xfrm flipV="1">
              <a:off x="3072813" y="4710225"/>
              <a:ext cx="18288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20923" name="Straight Connector 108">
              <a:extLst>
                <a:ext uri="{FF2B5EF4-FFF2-40B4-BE49-F238E27FC236}">
                  <a16:creationId xmlns:a16="http://schemas.microsoft.com/office/drawing/2014/main" id="{C3F89F72-D309-C0B8-E808-2004AAC4A819}"/>
                </a:ext>
              </a:extLst>
            </p:cNvPr>
            <p:cNvCxnSpPr>
              <a:cxnSpLocks noChangeShapeType="1"/>
            </p:cNvCxnSpPr>
            <p:nvPr/>
          </p:nvCxnSpPr>
          <p:spPr bwMode="auto">
            <a:xfrm flipV="1">
              <a:off x="3062179" y="4880346"/>
              <a:ext cx="18288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20924" name="Text Box 61">
              <a:extLst>
                <a:ext uri="{FF2B5EF4-FFF2-40B4-BE49-F238E27FC236}">
                  <a16:creationId xmlns:a16="http://schemas.microsoft.com/office/drawing/2014/main" id="{C917E41F-15E0-B825-5FE1-A9C927ABED9B}"/>
                </a:ext>
              </a:extLst>
            </p:cNvPr>
            <p:cNvSpPr txBox="1">
              <a:spLocks noChangeArrowheads="1"/>
            </p:cNvSpPr>
            <p:nvPr/>
          </p:nvSpPr>
          <p:spPr bwMode="auto">
            <a:xfrm>
              <a:off x="3231074" y="4405165"/>
              <a:ext cx="720106" cy="32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DC</a:t>
              </a:r>
              <a:endParaRPr lang="ru-RU" altLang="en-US" sz="1400" b="0"/>
            </a:p>
          </p:txBody>
        </p:sp>
        <p:sp>
          <p:nvSpPr>
            <p:cNvPr id="120925" name="Left Brace 110">
              <a:extLst>
                <a:ext uri="{FF2B5EF4-FFF2-40B4-BE49-F238E27FC236}">
                  <a16:creationId xmlns:a16="http://schemas.microsoft.com/office/drawing/2014/main" id="{BB23771B-A625-5823-E6F9-0F115A66E2B8}"/>
                </a:ext>
              </a:extLst>
            </p:cNvPr>
            <p:cNvSpPr>
              <a:spLocks/>
            </p:cNvSpPr>
            <p:nvPr/>
          </p:nvSpPr>
          <p:spPr bwMode="auto">
            <a:xfrm>
              <a:off x="2923954" y="4646428"/>
              <a:ext cx="138223" cy="274320"/>
            </a:xfrm>
            <a:prstGeom prst="leftBrace">
              <a:avLst>
                <a:gd name="adj1" fmla="val 8334"/>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GB" altLang="en-US" sz="1800" b="0"/>
            </a:p>
          </p:txBody>
        </p:sp>
        <p:sp>
          <p:nvSpPr>
            <p:cNvPr id="120926" name="Text Box 61">
              <a:extLst>
                <a:ext uri="{FF2B5EF4-FFF2-40B4-BE49-F238E27FC236}">
                  <a16:creationId xmlns:a16="http://schemas.microsoft.com/office/drawing/2014/main" id="{AA321166-7C3E-BF83-EA70-E35824A83B25}"/>
                </a:ext>
              </a:extLst>
            </p:cNvPr>
            <p:cNvSpPr txBox="1">
              <a:spLocks noChangeArrowheads="1"/>
            </p:cNvSpPr>
            <p:nvPr/>
          </p:nvSpPr>
          <p:spPr bwMode="auto">
            <a:xfrm>
              <a:off x="2625019" y="4851738"/>
              <a:ext cx="1202708" cy="51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600" b="0"/>
                <a:t>Dest.</a:t>
              </a:r>
              <a:br>
                <a:rPr lang="en-GB" altLang="en-US" sz="1600" b="0"/>
              </a:br>
              <a:r>
                <a:rPr lang="en-GB" altLang="en-US" sz="1600" b="0"/>
                <a:t>address</a:t>
              </a:r>
              <a:endParaRPr lang="ru-RU" altLang="en-US" sz="1600" b="0"/>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5835A2D-5442-233F-403F-EAEB19473EFC}"/>
              </a:ext>
            </a:extLst>
          </p:cNvPr>
          <p:cNvSpPr>
            <a:spLocks noGrp="1" noChangeArrowheads="1"/>
          </p:cNvSpPr>
          <p:nvPr>
            <p:ph type="title"/>
          </p:nvPr>
        </p:nvSpPr>
        <p:spPr>
          <a:xfrm>
            <a:off x="-1" y="183402"/>
            <a:ext cx="11612880" cy="704088"/>
          </a:xfrm>
        </p:spPr>
        <p:txBody>
          <a:bodyPr/>
          <a:lstStyle/>
          <a:p>
            <a:r>
              <a:rPr lang="en-US" altLang="en-US"/>
              <a:t>Data Transfer on the Bus Using Multiplexer-Demultiplexer</a:t>
            </a:r>
            <a:r>
              <a:rPr lang="ru-RU" altLang="en-US"/>
              <a:t> </a:t>
            </a:r>
          </a:p>
        </p:txBody>
      </p:sp>
      <p:grpSp>
        <p:nvGrpSpPr>
          <p:cNvPr id="121859" name="Group 3">
            <a:extLst>
              <a:ext uri="{FF2B5EF4-FFF2-40B4-BE49-F238E27FC236}">
                <a16:creationId xmlns:a16="http://schemas.microsoft.com/office/drawing/2014/main" id="{D9A74399-9695-A80E-FC96-778702227695}"/>
              </a:ext>
            </a:extLst>
          </p:cNvPr>
          <p:cNvGrpSpPr>
            <a:grpSpLocks/>
          </p:cNvGrpSpPr>
          <p:nvPr/>
        </p:nvGrpSpPr>
        <p:grpSpPr bwMode="auto">
          <a:xfrm>
            <a:off x="3052764" y="1343026"/>
            <a:ext cx="6205537" cy="4322763"/>
            <a:chOff x="963" y="846"/>
            <a:chExt cx="3909" cy="2723"/>
          </a:xfrm>
        </p:grpSpPr>
        <p:sp>
          <p:nvSpPr>
            <p:cNvPr id="121860" name="Line 4">
              <a:extLst>
                <a:ext uri="{FF2B5EF4-FFF2-40B4-BE49-F238E27FC236}">
                  <a16:creationId xmlns:a16="http://schemas.microsoft.com/office/drawing/2014/main" id="{902B6F64-3EF6-1D15-8425-369AA7DD32FF}"/>
                </a:ext>
              </a:extLst>
            </p:cNvPr>
            <p:cNvSpPr>
              <a:spLocks noChangeShapeType="1"/>
            </p:cNvSpPr>
            <p:nvPr/>
          </p:nvSpPr>
          <p:spPr bwMode="auto">
            <a:xfrm>
              <a:off x="2406" y="2024"/>
              <a:ext cx="2188" cy="0"/>
            </a:xfrm>
            <a:prstGeom prst="line">
              <a:avLst/>
            </a:prstGeom>
            <a:noFill/>
            <a:ln w="2222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121861" name="Line 5">
              <a:extLst>
                <a:ext uri="{FF2B5EF4-FFF2-40B4-BE49-F238E27FC236}">
                  <a16:creationId xmlns:a16="http://schemas.microsoft.com/office/drawing/2014/main" id="{20997709-F9AB-6D6E-61E2-B9D3EA9E3CE0}"/>
                </a:ext>
              </a:extLst>
            </p:cNvPr>
            <p:cNvSpPr>
              <a:spLocks noChangeShapeType="1"/>
            </p:cNvSpPr>
            <p:nvPr/>
          </p:nvSpPr>
          <p:spPr bwMode="auto">
            <a:xfrm>
              <a:off x="3522" y="2024"/>
              <a:ext cx="0" cy="235"/>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21862" name="Rectangle 6">
              <a:extLst>
                <a:ext uri="{FF2B5EF4-FFF2-40B4-BE49-F238E27FC236}">
                  <a16:creationId xmlns:a16="http://schemas.microsoft.com/office/drawing/2014/main" id="{F834EFE2-DCB3-E0FF-B658-3E774D6EEA8A}"/>
                </a:ext>
              </a:extLst>
            </p:cNvPr>
            <p:cNvSpPr>
              <a:spLocks noChangeArrowheads="1"/>
            </p:cNvSpPr>
            <p:nvPr/>
          </p:nvSpPr>
          <p:spPr bwMode="auto">
            <a:xfrm>
              <a:off x="1094" y="905"/>
              <a:ext cx="280" cy="432"/>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63" name="Line 7">
              <a:extLst>
                <a:ext uri="{FF2B5EF4-FFF2-40B4-BE49-F238E27FC236}">
                  <a16:creationId xmlns:a16="http://schemas.microsoft.com/office/drawing/2014/main" id="{E59FCD48-CCDA-94B6-F6D6-31C188CD033A}"/>
                </a:ext>
              </a:extLst>
            </p:cNvPr>
            <p:cNvSpPr>
              <a:spLocks noChangeShapeType="1"/>
            </p:cNvSpPr>
            <p:nvPr/>
          </p:nvSpPr>
          <p:spPr bwMode="auto">
            <a:xfrm>
              <a:off x="963" y="1044"/>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64" name="Line 8">
              <a:extLst>
                <a:ext uri="{FF2B5EF4-FFF2-40B4-BE49-F238E27FC236}">
                  <a16:creationId xmlns:a16="http://schemas.microsoft.com/office/drawing/2014/main" id="{10B7694A-F86D-8423-690D-7BC65B4E1493}"/>
                </a:ext>
              </a:extLst>
            </p:cNvPr>
            <p:cNvSpPr>
              <a:spLocks noChangeShapeType="1"/>
            </p:cNvSpPr>
            <p:nvPr/>
          </p:nvSpPr>
          <p:spPr bwMode="auto">
            <a:xfrm>
              <a:off x="1371" y="1037"/>
              <a:ext cx="32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65" name="Line 9">
              <a:extLst>
                <a:ext uri="{FF2B5EF4-FFF2-40B4-BE49-F238E27FC236}">
                  <a16:creationId xmlns:a16="http://schemas.microsoft.com/office/drawing/2014/main" id="{20A93462-4988-D66F-1AD9-EE0515658E3A}"/>
                </a:ext>
              </a:extLst>
            </p:cNvPr>
            <p:cNvSpPr>
              <a:spLocks noChangeShapeType="1"/>
            </p:cNvSpPr>
            <p:nvPr/>
          </p:nvSpPr>
          <p:spPr bwMode="auto">
            <a:xfrm>
              <a:off x="1371" y="1583"/>
              <a:ext cx="20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66" name="Rectangle 10">
              <a:extLst>
                <a:ext uri="{FF2B5EF4-FFF2-40B4-BE49-F238E27FC236}">
                  <a16:creationId xmlns:a16="http://schemas.microsoft.com/office/drawing/2014/main" id="{3CDF2FF9-7D40-A2DE-2CAE-813EA984A234}"/>
                </a:ext>
              </a:extLst>
            </p:cNvPr>
            <p:cNvSpPr>
              <a:spLocks noChangeArrowheads="1"/>
            </p:cNvSpPr>
            <p:nvPr/>
          </p:nvSpPr>
          <p:spPr bwMode="auto">
            <a:xfrm>
              <a:off x="1094" y="1455"/>
              <a:ext cx="280" cy="432"/>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67" name="Line 11">
              <a:extLst>
                <a:ext uri="{FF2B5EF4-FFF2-40B4-BE49-F238E27FC236}">
                  <a16:creationId xmlns:a16="http://schemas.microsoft.com/office/drawing/2014/main" id="{7E51F773-E6AF-BACA-3148-A457700717F2}"/>
                </a:ext>
              </a:extLst>
            </p:cNvPr>
            <p:cNvSpPr>
              <a:spLocks noChangeShapeType="1"/>
            </p:cNvSpPr>
            <p:nvPr/>
          </p:nvSpPr>
          <p:spPr bwMode="auto">
            <a:xfrm>
              <a:off x="963" y="1594"/>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68" name="Rectangle 12">
              <a:extLst>
                <a:ext uri="{FF2B5EF4-FFF2-40B4-BE49-F238E27FC236}">
                  <a16:creationId xmlns:a16="http://schemas.microsoft.com/office/drawing/2014/main" id="{E743AEE7-1326-B466-A260-3CF2EA41D5C8}"/>
                </a:ext>
              </a:extLst>
            </p:cNvPr>
            <p:cNvSpPr>
              <a:spLocks noChangeArrowheads="1"/>
            </p:cNvSpPr>
            <p:nvPr/>
          </p:nvSpPr>
          <p:spPr bwMode="auto">
            <a:xfrm>
              <a:off x="1094" y="2018"/>
              <a:ext cx="280" cy="432"/>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69" name="Line 13">
              <a:extLst>
                <a:ext uri="{FF2B5EF4-FFF2-40B4-BE49-F238E27FC236}">
                  <a16:creationId xmlns:a16="http://schemas.microsoft.com/office/drawing/2014/main" id="{B0BC30EA-4BC4-0D0B-F22C-A3542CBEF511}"/>
                </a:ext>
              </a:extLst>
            </p:cNvPr>
            <p:cNvSpPr>
              <a:spLocks noChangeShapeType="1"/>
            </p:cNvSpPr>
            <p:nvPr/>
          </p:nvSpPr>
          <p:spPr bwMode="auto">
            <a:xfrm>
              <a:off x="963" y="2157"/>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70" name="Line 14">
              <a:extLst>
                <a:ext uri="{FF2B5EF4-FFF2-40B4-BE49-F238E27FC236}">
                  <a16:creationId xmlns:a16="http://schemas.microsoft.com/office/drawing/2014/main" id="{71E2434C-10DD-83FC-91FD-4E4CCDD87C59}"/>
                </a:ext>
              </a:extLst>
            </p:cNvPr>
            <p:cNvSpPr>
              <a:spLocks noChangeShapeType="1"/>
            </p:cNvSpPr>
            <p:nvPr/>
          </p:nvSpPr>
          <p:spPr bwMode="auto">
            <a:xfrm>
              <a:off x="1371" y="2164"/>
              <a:ext cx="19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71" name="Line 15">
              <a:extLst>
                <a:ext uri="{FF2B5EF4-FFF2-40B4-BE49-F238E27FC236}">
                  <a16:creationId xmlns:a16="http://schemas.microsoft.com/office/drawing/2014/main" id="{66625934-03D8-E97A-CBC9-CC6D7DF600B1}"/>
                </a:ext>
              </a:extLst>
            </p:cNvPr>
            <p:cNvSpPr>
              <a:spLocks noChangeShapeType="1"/>
            </p:cNvSpPr>
            <p:nvPr/>
          </p:nvSpPr>
          <p:spPr bwMode="auto">
            <a:xfrm>
              <a:off x="1364" y="2709"/>
              <a:ext cx="32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72" name="Rectangle 16">
              <a:extLst>
                <a:ext uri="{FF2B5EF4-FFF2-40B4-BE49-F238E27FC236}">
                  <a16:creationId xmlns:a16="http://schemas.microsoft.com/office/drawing/2014/main" id="{90505812-53A6-13E7-54E3-075C93A46549}"/>
                </a:ext>
              </a:extLst>
            </p:cNvPr>
            <p:cNvSpPr>
              <a:spLocks noChangeArrowheads="1"/>
            </p:cNvSpPr>
            <p:nvPr/>
          </p:nvSpPr>
          <p:spPr bwMode="auto">
            <a:xfrm>
              <a:off x="1094" y="2568"/>
              <a:ext cx="280" cy="432"/>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73" name="Line 17">
              <a:extLst>
                <a:ext uri="{FF2B5EF4-FFF2-40B4-BE49-F238E27FC236}">
                  <a16:creationId xmlns:a16="http://schemas.microsoft.com/office/drawing/2014/main" id="{BE43C4FA-DDBF-C72B-155C-331A3048593C}"/>
                </a:ext>
              </a:extLst>
            </p:cNvPr>
            <p:cNvSpPr>
              <a:spLocks noChangeShapeType="1"/>
            </p:cNvSpPr>
            <p:nvPr/>
          </p:nvSpPr>
          <p:spPr bwMode="auto">
            <a:xfrm>
              <a:off x="963" y="2707"/>
              <a:ext cx="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74" name="AutoShape 18">
              <a:extLst>
                <a:ext uri="{FF2B5EF4-FFF2-40B4-BE49-F238E27FC236}">
                  <a16:creationId xmlns:a16="http://schemas.microsoft.com/office/drawing/2014/main" id="{87D08673-E863-2EDB-4D6F-6B609CCF06B4}"/>
                </a:ext>
              </a:extLst>
            </p:cNvPr>
            <p:cNvSpPr>
              <a:spLocks noChangeArrowheads="1"/>
            </p:cNvSpPr>
            <p:nvPr/>
          </p:nvSpPr>
          <p:spPr bwMode="auto">
            <a:xfrm rot="-5400000">
              <a:off x="1627" y="1893"/>
              <a:ext cx="623" cy="26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7 w 21600"/>
                <a:gd name="T13" fmla="*/ 4534 h 21600"/>
                <a:gd name="T14" fmla="*/ 17093 w 21600"/>
                <a:gd name="T15" fmla="*/ 1706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121875" name="Line 19">
              <a:extLst>
                <a:ext uri="{FF2B5EF4-FFF2-40B4-BE49-F238E27FC236}">
                  <a16:creationId xmlns:a16="http://schemas.microsoft.com/office/drawing/2014/main" id="{E0B8D966-2AC1-C254-8DDE-E9B651293786}"/>
                </a:ext>
              </a:extLst>
            </p:cNvPr>
            <p:cNvSpPr>
              <a:spLocks noChangeShapeType="1"/>
            </p:cNvSpPr>
            <p:nvPr/>
          </p:nvSpPr>
          <p:spPr bwMode="auto">
            <a:xfrm>
              <a:off x="1699" y="1826"/>
              <a:ext cx="105"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1876" name="Line 20">
              <a:extLst>
                <a:ext uri="{FF2B5EF4-FFF2-40B4-BE49-F238E27FC236}">
                  <a16:creationId xmlns:a16="http://schemas.microsoft.com/office/drawing/2014/main" id="{A6AFCB1A-D8B0-6048-7968-44849904BFB7}"/>
                </a:ext>
              </a:extLst>
            </p:cNvPr>
            <p:cNvSpPr>
              <a:spLocks noChangeShapeType="1"/>
            </p:cNvSpPr>
            <p:nvPr/>
          </p:nvSpPr>
          <p:spPr bwMode="auto">
            <a:xfrm>
              <a:off x="1568" y="1952"/>
              <a:ext cx="231"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1877" name="Line 21">
              <a:extLst>
                <a:ext uri="{FF2B5EF4-FFF2-40B4-BE49-F238E27FC236}">
                  <a16:creationId xmlns:a16="http://schemas.microsoft.com/office/drawing/2014/main" id="{4088EDBF-E7A9-6EB4-B565-B351CE02FB6B}"/>
                </a:ext>
              </a:extLst>
            </p:cNvPr>
            <p:cNvSpPr>
              <a:spLocks noChangeShapeType="1"/>
            </p:cNvSpPr>
            <p:nvPr/>
          </p:nvSpPr>
          <p:spPr bwMode="auto">
            <a:xfrm>
              <a:off x="1561" y="2083"/>
              <a:ext cx="245"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1878" name="Line 22">
              <a:extLst>
                <a:ext uri="{FF2B5EF4-FFF2-40B4-BE49-F238E27FC236}">
                  <a16:creationId xmlns:a16="http://schemas.microsoft.com/office/drawing/2014/main" id="{CFEE190D-CB19-6475-5B50-4DBB9C973846}"/>
                </a:ext>
              </a:extLst>
            </p:cNvPr>
            <p:cNvSpPr>
              <a:spLocks noChangeShapeType="1"/>
            </p:cNvSpPr>
            <p:nvPr/>
          </p:nvSpPr>
          <p:spPr bwMode="auto">
            <a:xfrm>
              <a:off x="1699" y="2238"/>
              <a:ext cx="105" cy="0"/>
            </a:xfrm>
            <a:prstGeom prst="line">
              <a:avLst/>
            </a:prstGeom>
            <a:noFill/>
            <a:ln w="22225">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1879" name="Line 23">
              <a:extLst>
                <a:ext uri="{FF2B5EF4-FFF2-40B4-BE49-F238E27FC236}">
                  <a16:creationId xmlns:a16="http://schemas.microsoft.com/office/drawing/2014/main" id="{6AA45BE2-BA42-06B0-E127-003F19CF570F}"/>
                </a:ext>
              </a:extLst>
            </p:cNvPr>
            <p:cNvSpPr>
              <a:spLocks noChangeShapeType="1"/>
            </p:cNvSpPr>
            <p:nvPr/>
          </p:nvSpPr>
          <p:spPr bwMode="auto">
            <a:xfrm>
              <a:off x="1699" y="1037"/>
              <a:ext cx="0" cy="78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0" name="Line 24">
              <a:extLst>
                <a:ext uri="{FF2B5EF4-FFF2-40B4-BE49-F238E27FC236}">
                  <a16:creationId xmlns:a16="http://schemas.microsoft.com/office/drawing/2014/main" id="{E6BDF1FF-ECFF-04E5-06FF-9C76BFC3F924}"/>
                </a:ext>
              </a:extLst>
            </p:cNvPr>
            <p:cNvSpPr>
              <a:spLocks noChangeShapeType="1"/>
            </p:cNvSpPr>
            <p:nvPr/>
          </p:nvSpPr>
          <p:spPr bwMode="auto">
            <a:xfrm>
              <a:off x="1568" y="1587"/>
              <a:ext cx="0" cy="3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1" name="Line 25">
              <a:extLst>
                <a:ext uri="{FF2B5EF4-FFF2-40B4-BE49-F238E27FC236}">
                  <a16:creationId xmlns:a16="http://schemas.microsoft.com/office/drawing/2014/main" id="{FB883634-038C-E8E4-7B0A-5F153CAE6520}"/>
                </a:ext>
              </a:extLst>
            </p:cNvPr>
            <p:cNvSpPr>
              <a:spLocks noChangeShapeType="1"/>
            </p:cNvSpPr>
            <p:nvPr/>
          </p:nvSpPr>
          <p:spPr bwMode="auto">
            <a:xfrm flipV="1">
              <a:off x="1568" y="2084"/>
              <a:ext cx="0" cy="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2" name="Line 26">
              <a:extLst>
                <a:ext uri="{FF2B5EF4-FFF2-40B4-BE49-F238E27FC236}">
                  <a16:creationId xmlns:a16="http://schemas.microsoft.com/office/drawing/2014/main" id="{D4DA99F0-F3C4-98D6-B413-F9CAE161D7C0}"/>
                </a:ext>
              </a:extLst>
            </p:cNvPr>
            <p:cNvSpPr>
              <a:spLocks noChangeShapeType="1"/>
            </p:cNvSpPr>
            <p:nvPr/>
          </p:nvSpPr>
          <p:spPr bwMode="auto">
            <a:xfrm>
              <a:off x="1692" y="2236"/>
              <a:ext cx="0" cy="47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3" name="AutoShape 27">
              <a:extLst>
                <a:ext uri="{FF2B5EF4-FFF2-40B4-BE49-F238E27FC236}">
                  <a16:creationId xmlns:a16="http://schemas.microsoft.com/office/drawing/2014/main" id="{00920354-DDFF-B979-EBD0-FB19C7F45DA6}"/>
                </a:ext>
              </a:extLst>
            </p:cNvPr>
            <p:cNvSpPr>
              <a:spLocks noChangeArrowheads="1"/>
            </p:cNvSpPr>
            <p:nvPr/>
          </p:nvSpPr>
          <p:spPr bwMode="auto">
            <a:xfrm rot="5435204">
              <a:off x="2202" y="1933"/>
              <a:ext cx="228" cy="185"/>
            </a:xfrm>
            <a:prstGeom prst="triangle">
              <a:avLst>
                <a:gd name="adj" fmla="val 50000"/>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84" name="Line 28">
              <a:extLst>
                <a:ext uri="{FF2B5EF4-FFF2-40B4-BE49-F238E27FC236}">
                  <a16:creationId xmlns:a16="http://schemas.microsoft.com/office/drawing/2014/main" id="{4F09A428-88B9-EA97-A44F-5A56863F4702}"/>
                </a:ext>
              </a:extLst>
            </p:cNvPr>
            <p:cNvSpPr>
              <a:spLocks noChangeShapeType="1"/>
            </p:cNvSpPr>
            <p:nvPr/>
          </p:nvSpPr>
          <p:spPr bwMode="auto">
            <a:xfrm>
              <a:off x="2311" y="2084"/>
              <a:ext cx="0" cy="12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5" name="Line 29">
              <a:extLst>
                <a:ext uri="{FF2B5EF4-FFF2-40B4-BE49-F238E27FC236}">
                  <a16:creationId xmlns:a16="http://schemas.microsoft.com/office/drawing/2014/main" id="{E9755ACD-473A-933D-69A8-14FB6BB46BCC}"/>
                </a:ext>
              </a:extLst>
            </p:cNvPr>
            <p:cNvSpPr>
              <a:spLocks noChangeShapeType="1"/>
            </p:cNvSpPr>
            <p:nvPr/>
          </p:nvSpPr>
          <p:spPr bwMode="auto">
            <a:xfrm>
              <a:off x="2063" y="2018"/>
              <a:ext cx="15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6" name="Rectangle 30">
              <a:extLst>
                <a:ext uri="{FF2B5EF4-FFF2-40B4-BE49-F238E27FC236}">
                  <a16:creationId xmlns:a16="http://schemas.microsoft.com/office/drawing/2014/main" id="{101860E4-EFFB-CEC5-D91B-AA3C8AB9EC23}"/>
                </a:ext>
              </a:extLst>
            </p:cNvPr>
            <p:cNvSpPr>
              <a:spLocks noChangeArrowheads="1"/>
            </p:cNvSpPr>
            <p:nvPr/>
          </p:nvSpPr>
          <p:spPr bwMode="auto">
            <a:xfrm rot="-5400000">
              <a:off x="2410" y="3085"/>
              <a:ext cx="254" cy="476"/>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87" name="Line 31">
              <a:extLst>
                <a:ext uri="{FF2B5EF4-FFF2-40B4-BE49-F238E27FC236}">
                  <a16:creationId xmlns:a16="http://schemas.microsoft.com/office/drawing/2014/main" id="{8BCEEB5D-910D-E7C5-26E4-AC42636AB915}"/>
                </a:ext>
              </a:extLst>
            </p:cNvPr>
            <p:cNvSpPr>
              <a:spLocks noChangeShapeType="1"/>
            </p:cNvSpPr>
            <p:nvPr/>
          </p:nvSpPr>
          <p:spPr bwMode="auto">
            <a:xfrm rot="-5400000">
              <a:off x="2394" y="3512"/>
              <a:ext cx="1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88" name="Line 32">
              <a:extLst>
                <a:ext uri="{FF2B5EF4-FFF2-40B4-BE49-F238E27FC236}">
                  <a16:creationId xmlns:a16="http://schemas.microsoft.com/office/drawing/2014/main" id="{3FCF8BBF-EA8B-E906-2263-72647AE4FDE4}"/>
                </a:ext>
              </a:extLst>
            </p:cNvPr>
            <p:cNvSpPr>
              <a:spLocks noChangeShapeType="1"/>
            </p:cNvSpPr>
            <p:nvPr/>
          </p:nvSpPr>
          <p:spPr bwMode="auto">
            <a:xfrm rot="-5400000">
              <a:off x="2311" y="3053"/>
              <a:ext cx="293" cy="0"/>
            </a:xfrm>
            <a:prstGeom prst="line">
              <a:avLst/>
            </a:prstGeom>
            <a:noFill/>
            <a:ln w="22225">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21889" name="Line 33">
              <a:extLst>
                <a:ext uri="{FF2B5EF4-FFF2-40B4-BE49-F238E27FC236}">
                  <a16:creationId xmlns:a16="http://schemas.microsoft.com/office/drawing/2014/main" id="{7CFA65E0-6DF0-A935-3C0F-41F231B32DFF}"/>
                </a:ext>
              </a:extLst>
            </p:cNvPr>
            <p:cNvSpPr>
              <a:spLocks noChangeShapeType="1"/>
            </p:cNvSpPr>
            <p:nvPr/>
          </p:nvSpPr>
          <p:spPr bwMode="auto">
            <a:xfrm rot="-5400000">
              <a:off x="2959" y="3107"/>
              <a:ext cx="185" cy="0"/>
            </a:xfrm>
            <a:prstGeom prst="line">
              <a:avLst/>
            </a:prstGeom>
            <a:noFill/>
            <a:ln w="22225">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21890" name="Rectangle 34">
              <a:extLst>
                <a:ext uri="{FF2B5EF4-FFF2-40B4-BE49-F238E27FC236}">
                  <a16:creationId xmlns:a16="http://schemas.microsoft.com/office/drawing/2014/main" id="{B93A898E-8020-3D9A-8353-057F7F8AC61B}"/>
                </a:ext>
              </a:extLst>
            </p:cNvPr>
            <p:cNvSpPr>
              <a:spLocks noChangeArrowheads="1"/>
            </p:cNvSpPr>
            <p:nvPr/>
          </p:nvSpPr>
          <p:spPr bwMode="auto">
            <a:xfrm rot="-5400000">
              <a:off x="3015" y="3085"/>
              <a:ext cx="254" cy="475"/>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91" name="Line 35">
              <a:extLst>
                <a:ext uri="{FF2B5EF4-FFF2-40B4-BE49-F238E27FC236}">
                  <a16:creationId xmlns:a16="http://schemas.microsoft.com/office/drawing/2014/main" id="{6AF3FAE9-CB3E-30EC-7F91-127E79422077}"/>
                </a:ext>
              </a:extLst>
            </p:cNvPr>
            <p:cNvSpPr>
              <a:spLocks noChangeShapeType="1"/>
            </p:cNvSpPr>
            <p:nvPr/>
          </p:nvSpPr>
          <p:spPr bwMode="auto">
            <a:xfrm rot="-5400000">
              <a:off x="2999" y="3512"/>
              <a:ext cx="1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2" name="Rectangle 36">
              <a:extLst>
                <a:ext uri="{FF2B5EF4-FFF2-40B4-BE49-F238E27FC236}">
                  <a16:creationId xmlns:a16="http://schemas.microsoft.com/office/drawing/2014/main" id="{9395FC34-FA10-5A54-C5AD-79F9CAB54AD6}"/>
                </a:ext>
              </a:extLst>
            </p:cNvPr>
            <p:cNvSpPr>
              <a:spLocks noChangeArrowheads="1"/>
            </p:cNvSpPr>
            <p:nvPr/>
          </p:nvSpPr>
          <p:spPr bwMode="auto">
            <a:xfrm rot="-5400000">
              <a:off x="3634" y="3085"/>
              <a:ext cx="254" cy="476"/>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93" name="Line 37">
              <a:extLst>
                <a:ext uri="{FF2B5EF4-FFF2-40B4-BE49-F238E27FC236}">
                  <a16:creationId xmlns:a16="http://schemas.microsoft.com/office/drawing/2014/main" id="{EB0550B6-C332-672D-3624-E8B214872177}"/>
                </a:ext>
              </a:extLst>
            </p:cNvPr>
            <p:cNvSpPr>
              <a:spLocks noChangeShapeType="1"/>
            </p:cNvSpPr>
            <p:nvPr/>
          </p:nvSpPr>
          <p:spPr bwMode="auto">
            <a:xfrm rot="-5400000">
              <a:off x="3618" y="3512"/>
              <a:ext cx="1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4" name="Line 38">
              <a:extLst>
                <a:ext uri="{FF2B5EF4-FFF2-40B4-BE49-F238E27FC236}">
                  <a16:creationId xmlns:a16="http://schemas.microsoft.com/office/drawing/2014/main" id="{86A7FD80-8B17-61A5-09F8-36F7068F77C9}"/>
                </a:ext>
              </a:extLst>
            </p:cNvPr>
            <p:cNvSpPr>
              <a:spLocks noChangeShapeType="1"/>
            </p:cNvSpPr>
            <p:nvPr/>
          </p:nvSpPr>
          <p:spPr bwMode="auto">
            <a:xfrm rot="-5400000">
              <a:off x="3584" y="3113"/>
              <a:ext cx="184" cy="0"/>
            </a:xfrm>
            <a:prstGeom prst="line">
              <a:avLst/>
            </a:prstGeom>
            <a:noFill/>
            <a:ln w="22225">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21895" name="Line 39">
              <a:extLst>
                <a:ext uri="{FF2B5EF4-FFF2-40B4-BE49-F238E27FC236}">
                  <a16:creationId xmlns:a16="http://schemas.microsoft.com/office/drawing/2014/main" id="{63E78494-BC29-D5FD-DD86-1FDD1A4DB9A9}"/>
                </a:ext>
              </a:extLst>
            </p:cNvPr>
            <p:cNvSpPr>
              <a:spLocks noChangeShapeType="1"/>
            </p:cNvSpPr>
            <p:nvPr/>
          </p:nvSpPr>
          <p:spPr bwMode="auto">
            <a:xfrm rot="-5400000">
              <a:off x="4134" y="3056"/>
              <a:ext cx="299" cy="0"/>
            </a:xfrm>
            <a:prstGeom prst="line">
              <a:avLst/>
            </a:prstGeom>
            <a:noFill/>
            <a:ln w="22225">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21896" name="Rectangle 40">
              <a:extLst>
                <a:ext uri="{FF2B5EF4-FFF2-40B4-BE49-F238E27FC236}">
                  <a16:creationId xmlns:a16="http://schemas.microsoft.com/office/drawing/2014/main" id="{002B2662-9B43-8310-F30F-37A6189B91FF}"/>
                </a:ext>
              </a:extLst>
            </p:cNvPr>
            <p:cNvSpPr>
              <a:spLocks noChangeArrowheads="1"/>
            </p:cNvSpPr>
            <p:nvPr/>
          </p:nvSpPr>
          <p:spPr bwMode="auto">
            <a:xfrm rot="-5400000">
              <a:off x="4239" y="3085"/>
              <a:ext cx="254" cy="475"/>
            </a:xfrm>
            <a:prstGeom prst="rect">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897" name="Line 41">
              <a:extLst>
                <a:ext uri="{FF2B5EF4-FFF2-40B4-BE49-F238E27FC236}">
                  <a16:creationId xmlns:a16="http://schemas.microsoft.com/office/drawing/2014/main" id="{5FF7B870-35D3-D971-ACE9-4928E15B597E}"/>
                </a:ext>
              </a:extLst>
            </p:cNvPr>
            <p:cNvSpPr>
              <a:spLocks noChangeShapeType="1"/>
            </p:cNvSpPr>
            <p:nvPr/>
          </p:nvSpPr>
          <p:spPr bwMode="auto">
            <a:xfrm rot="-5400000">
              <a:off x="4223" y="3512"/>
              <a:ext cx="11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898" name="AutoShape 42">
              <a:extLst>
                <a:ext uri="{FF2B5EF4-FFF2-40B4-BE49-F238E27FC236}">
                  <a16:creationId xmlns:a16="http://schemas.microsoft.com/office/drawing/2014/main" id="{DF8990FC-A7E3-4DB6-3DF0-977B527D7496}"/>
                </a:ext>
              </a:extLst>
            </p:cNvPr>
            <p:cNvSpPr>
              <a:spLocks noChangeArrowheads="1"/>
            </p:cNvSpPr>
            <p:nvPr/>
          </p:nvSpPr>
          <p:spPr bwMode="auto">
            <a:xfrm rot="10800000">
              <a:off x="3187" y="2563"/>
              <a:ext cx="685" cy="23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9 w 21600"/>
                <a:gd name="T13" fmla="*/ 4538 h 21600"/>
                <a:gd name="T14" fmla="*/ 17091 w 21600"/>
                <a:gd name="T15" fmla="*/ 1706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121899" name="Line 43">
              <a:extLst>
                <a:ext uri="{FF2B5EF4-FFF2-40B4-BE49-F238E27FC236}">
                  <a16:creationId xmlns:a16="http://schemas.microsoft.com/office/drawing/2014/main" id="{AE75EBAF-1A92-E72A-75EA-D853DD677CB2}"/>
                </a:ext>
              </a:extLst>
            </p:cNvPr>
            <p:cNvSpPr>
              <a:spLocks noChangeShapeType="1"/>
            </p:cNvSpPr>
            <p:nvPr/>
          </p:nvSpPr>
          <p:spPr bwMode="auto">
            <a:xfrm rot="-5400000">
              <a:off x="3260" y="2855"/>
              <a:ext cx="1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0" name="Line 44">
              <a:extLst>
                <a:ext uri="{FF2B5EF4-FFF2-40B4-BE49-F238E27FC236}">
                  <a16:creationId xmlns:a16="http://schemas.microsoft.com/office/drawing/2014/main" id="{80B4A16F-0040-A3F8-68BF-F1263DE74293}"/>
                </a:ext>
              </a:extLst>
            </p:cNvPr>
            <p:cNvSpPr>
              <a:spLocks noChangeShapeType="1"/>
            </p:cNvSpPr>
            <p:nvPr/>
          </p:nvSpPr>
          <p:spPr bwMode="auto">
            <a:xfrm rot="-5400000">
              <a:off x="3345" y="2908"/>
              <a:ext cx="21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1" name="Line 45">
              <a:extLst>
                <a:ext uri="{FF2B5EF4-FFF2-40B4-BE49-F238E27FC236}">
                  <a16:creationId xmlns:a16="http://schemas.microsoft.com/office/drawing/2014/main" id="{68814E98-BE96-BE8B-2DF9-2E7697E57D1F}"/>
                </a:ext>
              </a:extLst>
            </p:cNvPr>
            <p:cNvSpPr>
              <a:spLocks noChangeShapeType="1"/>
            </p:cNvSpPr>
            <p:nvPr/>
          </p:nvSpPr>
          <p:spPr bwMode="auto">
            <a:xfrm rot="-5400000">
              <a:off x="3475" y="2909"/>
              <a:ext cx="2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2" name="Line 46">
              <a:extLst>
                <a:ext uri="{FF2B5EF4-FFF2-40B4-BE49-F238E27FC236}">
                  <a16:creationId xmlns:a16="http://schemas.microsoft.com/office/drawing/2014/main" id="{4F5CCE1D-5EA7-F1F4-8860-8D50921DC296}"/>
                </a:ext>
              </a:extLst>
            </p:cNvPr>
            <p:cNvSpPr>
              <a:spLocks noChangeShapeType="1"/>
            </p:cNvSpPr>
            <p:nvPr/>
          </p:nvSpPr>
          <p:spPr bwMode="auto">
            <a:xfrm rot="-5400000">
              <a:off x="3717" y="2853"/>
              <a:ext cx="9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3" name="Line 47">
              <a:extLst>
                <a:ext uri="{FF2B5EF4-FFF2-40B4-BE49-F238E27FC236}">
                  <a16:creationId xmlns:a16="http://schemas.microsoft.com/office/drawing/2014/main" id="{36BBD3FF-EB91-8845-05E1-5DEDB0C4C053}"/>
                </a:ext>
              </a:extLst>
            </p:cNvPr>
            <p:cNvSpPr>
              <a:spLocks noChangeShapeType="1"/>
            </p:cNvSpPr>
            <p:nvPr/>
          </p:nvSpPr>
          <p:spPr bwMode="auto">
            <a:xfrm rot="-5400000">
              <a:off x="2888" y="2483"/>
              <a:ext cx="0" cy="8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4" name="Line 48">
              <a:extLst>
                <a:ext uri="{FF2B5EF4-FFF2-40B4-BE49-F238E27FC236}">
                  <a16:creationId xmlns:a16="http://schemas.microsoft.com/office/drawing/2014/main" id="{9E56A396-436A-D0C4-02EB-632CB09B38DF}"/>
                </a:ext>
              </a:extLst>
            </p:cNvPr>
            <p:cNvSpPr>
              <a:spLocks noChangeShapeType="1"/>
            </p:cNvSpPr>
            <p:nvPr/>
          </p:nvSpPr>
          <p:spPr bwMode="auto">
            <a:xfrm rot="-5400000">
              <a:off x="3249" y="2821"/>
              <a:ext cx="0" cy="3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5" name="Line 49">
              <a:extLst>
                <a:ext uri="{FF2B5EF4-FFF2-40B4-BE49-F238E27FC236}">
                  <a16:creationId xmlns:a16="http://schemas.microsoft.com/office/drawing/2014/main" id="{642D0E9F-A399-8E8A-26FA-76570EAB5DEE}"/>
                </a:ext>
              </a:extLst>
            </p:cNvPr>
            <p:cNvSpPr>
              <a:spLocks noChangeShapeType="1"/>
            </p:cNvSpPr>
            <p:nvPr/>
          </p:nvSpPr>
          <p:spPr bwMode="auto">
            <a:xfrm rot="16200000" flipV="1">
              <a:off x="3627" y="2976"/>
              <a:ext cx="0" cy="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6" name="Line 50">
              <a:extLst>
                <a:ext uri="{FF2B5EF4-FFF2-40B4-BE49-F238E27FC236}">
                  <a16:creationId xmlns:a16="http://schemas.microsoft.com/office/drawing/2014/main" id="{09D3C402-D70B-2F76-9B91-D492E01A04D1}"/>
                </a:ext>
              </a:extLst>
            </p:cNvPr>
            <p:cNvSpPr>
              <a:spLocks noChangeShapeType="1"/>
            </p:cNvSpPr>
            <p:nvPr/>
          </p:nvSpPr>
          <p:spPr bwMode="auto">
            <a:xfrm rot="-5400000">
              <a:off x="4019" y="2644"/>
              <a:ext cx="0" cy="5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7" name="AutoShape 51">
              <a:extLst>
                <a:ext uri="{FF2B5EF4-FFF2-40B4-BE49-F238E27FC236}">
                  <a16:creationId xmlns:a16="http://schemas.microsoft.com/office/drawing/2014/main" id="{120C925D-5F29-4629-4760-EA66C7D485F6}"/>
                </a:ext>
              </a:extLst>
            </p:cNvPr>
            <p:cNvSpPr>
              <a:spLocks noChangeArrowheads="1"/>
            </p:cNvSpPr>
            <p:nvPr/>
          </p:nvSpPr>
          <p:spPr bwMode="auto">
            <a:xfrm rot="10800000">
              <a:off x="3399" y="2256"/>
              <a:ext cx="251" cy="167"/>
            </a:xfrm>
            <a:prstGeom prst="triangle">
              <a:avLst>
                <a:gd name="adj" fmla="val 50000"/>
              </a:avLst>
            </a:prstGeom>
            <a:solidFill>
              <a:schemeClr val="accent1"/>
            </a:solidFill>
            <a:ln w="22225">
              <a:solidFill>
                <a:srgbClr val="000000"/>
              </a:solidFill>
              <a:miter lim="800000"/>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1908" name="Line 52">
              <a:extLst>
                <a:ext uri="{FF2B5EF4-FFF2-40B4-BE49-F238E27FC236}">
                  <a16:creationId xmlns:a16="http://schemas.microsoft.com/office/drawing/2014/main" id="{251385F4-BC9C-0622-92A5-DFC9F12DFDF1}"/>
                </a:ext>
              </a:extLst>
            </p:cNvPr>
            <p:cNvSpPr>
              <a:spLocks noChangeShapeType="1"/>
            </p:cNvSpPr>
            <p:nvPr/>
          </p:nvSpPr>
          <p:spPr bwMode="auto">
            <a:xfrm rot="-5400000">
              <a:off x="3666" y="2274"/>
              <a:ext cx="0" cy="14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909" name="Line 53">
              <a:extLst>
                <a:ext uri="{FF2B5EF4-FFF2-40B4-BE49-F238E27FC236}">
                  <a16:creationId xmlns:a16="http://schemas.microsoft.com/office/drawing/2014/main" id="{5804ACF6-A7A8-12F2-4845-EC862A9BE999}"/>
                </a:ext>
              </a:extLst>
            </p:cNvPr>
            <p:cNvSpPr>
              <a:spLocks noChangeShapeType="1"/>
            </p:cNvSpPr>
            <p:nvPr/>
          </p:nvSpPr>
          <p:spPr bwMode="auto">
            <a:xfrm rot="-5400000">
              <a:off x="3453" y="2499"/>
              <a:ext cx="140" cy="0"/>
            </a:xfrm>
            <a:prstGeom prst="line">
              <a:avLst/>
            </a:prstGeom>
            <a:noFill/>
            <a:ln w="22225">
              <a:solidFill>
                <a:srgbClr val="000000"/>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21910" name="Text Box 54">
              <a:extLst>
                <a:ext uri="{FF2B5EF4-FFF2-40B4-BE49-F238E27FC236}">
                  <a16:creationId xmlns:a16="http://schemas.microsoft.com/office/drawing/2014/main" id="{85E59B81-F8D5-F9F7-2230-6C6E3C1726F6}"/>
                </a:ext>
              </a:extLst>
            </p:cNvPr>
            <p:cNvSpPr txBox="1">
              <a:spLocks noChangeArrowheads="1"/>
            </p:cNvSpPr>
            <p:nvPr/>
          </p:nvSpPr>
          <p:spPr bwMode="auto">
            <a:xfrm>
              <a:off x="2481" y="1761"/>
              <a:ext cx="78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2000" b="0"/>
                <a:t>Bus</a:t>
              </a:r>
              <a:endParaRPr lang="ru-RU" altLang="en-US" sz="2000" b="0"/>
            </a:p>
          </p:txBody>
        </p:sp>
        <p:sp>
          <p:nvSpPr>
            <p:cNvPr id="121911" name="Text Box 55">
              <a:extLst>
                <a:ext uri="{FF2B5EF4-FFF2-40B4-BE49-F238E27FC236}">
                  <a16:creationId xmlns:a16="http://schemas.microsoft.com/office/drawing/2014/main" id="{55AD7D58-7395-AFDA-C0AF-F25A0E8BB320}"/>
                </a:ext>
              </a:extLst>
            </p:cNvPr>
            <p:cNvSpPr txBox="1">
              <a:spLocks noChangeArrowheads="1"/>
            </p:cNvSpPr>
            <p:nvPr/>
          </p:nvSpPr>
          <p:spPr bwMode="auto">
            <a:xfrm>
              <a:off x="1759" y="1902"/>
              <a:ext cx="6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0" dirty="0">
                  <a:solidFill>
                    <a:schemeClr val="bg1"/>
                  </a:solidFill>
                </a:rPr>
                <a:t>MUX</a:t>
              </a:r>
              <a:endParaRPr lang="ru-RU" altLang="en-US" sz="1400" b="0" dirty="0">
                <a:solidFill>
                  <a:schemeClr val="bg1"/>
                </a:solidFill>
              </a:endParaRPr>
            </a:p>
          </p:txBody>
        </p:sp>
        <p:sp>
          <p:nvSpPr>
            <p:cNvPr id="121912" name="Text Box 56">
              <a:extLst>
                <a:ext uri="{FF2B5EF4-FFF2-40B4-BE49-F238E27FC236}">
                  <a16:creationId xmlns:a16="http://schemas.microsoft.com/office/drawing/2014/main" id="{B9A50395-BAF6-8809-9B24-A095F18369AF}"/>
                </a:ext>
              </a:extLst>
            </p:cNvPr>
            <p:cNvSpPr txBox="1">
              <a:spLocks noChangeArrowheads="1"/>
            </p:cNvSpPr>
            <p:nvPr/>
          </p:nvSpPr>
          <p:spPr bwMode="auto">
            <a:xfrm>
              <a:off x="3308" y="2588"/>
              <a:ext cx="6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0" dirty="0">
                  <a:solidFill>
                    <a:schemeClr val="bg1"/>
                  </a:solidFill>
                </a:rPr>
                <a:t>DMX</a:t>
              </a:r>
              <a:endParaRPr lang="ru-RU" altLang="en-US" sz="1400" b="0" dirty="0">
                <a:solidFill>
                  <a:schemeClr val="bg1"/>
                </a:solidFill>
              </a:endParaRPr>
            </a:p>
          </p:txBody>
        </p:sp>
        <p:sp>
          <p:nvSpPr>
            <p:cNvPr id="121913" name="Line 57">
              <a:extLst>
                <a:ext uri="{FF2B5EF4-FFF2-40B4-BE49-F238E27FC236}">
                  <a16:creationId xmlns:a16="http://schemas.microsoft.com/office/drawing/2014/main" id="{4A5789D1-E49D-C567-3768-EF2257693BB2}"/>
                </a:ext>
              </a:extLst>
            </p:cNvPr>
            <p:cNvSpPr>
              <a:spLocks noChangeShapeType="1"/>
            </p:cNvSpPr>
            <p:nvPr/>
          </p:nvSpPr>
          <p:spPr bwMode="auto">
            <a:xfrm flipH="1">
              <a:off x="3776" y="2661"/>
              <a:ext cx="26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1914" name="Line 58">
              <a:extLst>
                <a:ext uri="{FF2B5EF4-FFF2-40B4-BE49-F238E27FC236}">
                  <a16:creationId xmlns:a16="http://schemas.microsoft.com/office/drawing/2014/main" id="{DA2E2401-C3E0-ACE2-3329-6C7DB32EAB7E}"/>
                </a:ext>
              </a:extLst>
            </p:cNvPr>
            <p:cNvSpPr>
              <a:spLocks noChangeShapeType="1"/>
            </p:cNvSpPr>
            <p:nvPr/>
          </p:nvSpPr>
          <p:spPr bwMode="auto">
            <a:xfrm flipV="1">
              <a:off x="1947" y="2249"/>
              <a:ext cx="0" cy="22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1915" name="Text Box 59">
              <a:extLst>
                <a:ext uri="{FF2B5EF4-FFF2-40B4-BE49-F238E27FC236}">
                  <a16:creationId xmlns:a16="http://schemas.microsoft.com/office/drawing/2014/main" id="{ACF7C2B8-9ECA-EF7C-07C2-9E3847B89340}"/>
                </a:ext>
              </a:extLst>
            </p:cNvPr>
            <p:cNvSpPr txBox="1">
              <a:spLocks noChangeArrowheads="1"/>
            </p:cNvSpPr>
            <p:nvPr/>
          </p:nvSpPr>
          <p:spPr bwMode="auto">
            <a:xfrm>
              <a:off x="2166" y="2212"/>
              <a:ext cx="54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En1</a:t>
              </a:r>
              <a:endParaRPr lang="ru-RU" altLang="en-US" sz="1600" b="0"/>
            </a:p>
          </p:txBody>
        </p:sp>
        <p:sp>
          <p:nvSpPr>
            <p:cNvPr id="121916" name="Text Box 60">
              <a:extLst>
                <a:ext uri="{FF2B5EF4-FFF2-40B4-BE49-F238E27FC236}">
                  <a16:creationId xmlns:a16="http://schemas.microsoft.com/office/drawing/2014/main" id="{EE423717-35B8-F286-A250-4279D69F1F7F}"/>
                </a:ext>
              </a:extLst>
            </p:cNvPr>
            <p:cNvSpPr txBox="1">
              <a:spLocks noChangeArrowheads="1"/>
            </p:cNvSpPr>
            <p:nvPr/>
          </p:nvSpPr>
          <p:spPr bwMode="auto">
            <a:xfrm>
              <a:off x="3769" y="2242"/>
              <a:ext cx="54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En2</a:t>
              </a:r>
              <a:endParaRPr lang="ru-RU" altLang="en-US" sz="1600" b="0"/>
            </a:p>
          </p:txBody>
        </p:sp>
        <p:sp>
          <p:nvSpPr>
            <p:cNvPr id="121917" name="Text Box 61">
              <a:extLst>
                <a:ext uri="{FF2B5EF4-FFF2-40B4-BE49-F238E27FC236}">
                  <a16:creationId xmlns:a16="http://schemas.microsoft.com/office/drawing/2014/main" id="{6A952A06-AD16-46C7-E4A0-BEEBF441606A}"/>
                </a:ext>
              </a:extLst>
            </p:cNvPr>
            <p:cNvSpPr txBox="1">
              <a:spLocks noChangeArrowheads="1"/>
            </p:cNvSpPr>
            <p:nvPr/>
          </p:nvSpPr>
          <p:spPr bwMode="auto">
            <a:xfrm>
              <a:off x="1810" y="2450"/>
              <a:ext cx="5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b="0"/>
            </a:p>
          </p:txBody>
        </p:sp>
        <p:sp>
          <p:nvSpPr>
            <p:cNvPr id="121918" name="Text Box 62">
              <a:extLst>
                <a:ext uri="{FF2B5EF4-FFF2-40B4-BE49-F238E27FC236}">
                  <a16:creationId xmlns:a16="http://schemas.microsoft.com/office/drawing/2014/main" id="{188D910A-80E7-B196-0CD1-AB3B8DC8B28D}"/>
                </a:ext>
              </a:extLst>
            </p:cNvPr>
            <p:cNvSpPr txBox="1">
              <a:spLocks noChangeArrowheads="1"/>
            </p:cNvSpPr>
            <p:nvPr/>
          </p:nvSpPr>
          <p:spPr bwMode="auto">
            <a:xfrm>
              <a:off x="1344" y="846"/>
              <a:ext cx="4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src0</a:t>
              </a:r>
              <a:endParaRPr lang="ru-RU" altLang="en-US" sz="1600" b="0"/>
            </a:p>
          </p:txBody>
        </p:sp>
        <p:sp>
          <p:nvSpPr>
            <p:cNvPr id="121919" name="Text Box 63">
              <a:extLst>
                <a:ext uri="{FF2B5EF4-FFF2-40B4-BE49-F238E27FC236}">
                  <a16:creationId xmlns:a16="http://schemas.microsoft.com/office/drawing/2014/main" id="{93F7D022-1750-A772-ACCA-9B58F1A9C1F0}"/>
                </a:ext>
              </a:extLst>
            </p:cNvPr>
            <p:cNvSpPr txBox="1">
              <a:spLocks noChangeArrowheads="1"/>
            </p:cNvSpPr>
            <p:nvPr/>
          </p:nvSpPr>
          <p:spPr bwMode="auto">
            <a:xfrm>
              <a:off x="1338" y="1392"/>
              <a:ext cx="4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src1</a:t>
              </a:r>
              <a:endParaRPr lang="ru-RU" altLang="en-US" sz="1600" b="0"/>
            </a:p>
          </p:txBody>
        </p:sp>
        <p:sp>
          <p:nvSpPr>
            <p:cNvPr id="121920" name="Text Box 64">
              <a:extLst>
                <a:ext uri="{FF2B5EF4-FFF2-40B4-BE49-F238E27FC236}">
                  <a16:creationId xmlns:a16="http://schemas.microsoft.com/office/drawing/2014/main" id="{47A3251B-4A75-8A88-53A3-4FA1B58C64B2}"/>
                </a:ext>
              </a:extLst>
            </p:cNvPr>
            <p:cNvSpPr txBox="1">
              <a:spLocks noChangeArrowheads="1"/>
            </p:cNvSpPr>
            <p:nvPr/>
          </p:nvSpPr>
          <p:spPr bwMode="auto">
            <a:xfrm>
              <a:off x="1335" y="2118"/>
              <a:ext cx="49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src2</a:t>
              </a:r>
              <a:endParaRPr lang="ru-RU" altLang="en-US" sz="1600" b="0"/>
            </a:p>
          </p:txBody>
        </p:sp>
        <p:sp>
          <p:nvSpPr>
            <p:cNvPr id="121921" name="Text Box 65">
              <a:extLst>
                <a:ext uri="{FF2B5EF4-FFF2-40B4-BE49-F238E27FC236}">
                  <a16:creationId xmlns:a16="http://schemas.microsoft.com/office/drawing/2014/main" id="{CE130B43-BD68-1CE7-2029-864BD200C53C}"/>
                </a:ext>
              </a:extLst>
            </p:cNvPr>
            <p:cNvSpPr txBox="1">
              <a:spLocks noChangeArrowheads="1"/>
            </p:cNvSpPr>
            <p:nvPr/>
          </p:nvSpPr>
          <p:spPr bwMode="auto">
            <a:xfrm>
              <a:off x="1344" y="2688"/>
              <a:ext cx="4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src3</a:t>
              </a:r>
              <a:endParaRPr lang="ru-RU" altLang="en-US" sz="1600" b="0"/>
            </a:p>
          </p:txBody>
        </p:sp>
        <p:sp>
          <p:nvSpPr>
            <p:cNvPr id="121922" name="Text Box 66">
              <a:extLst>
                <a:ext uri="{FF2B5EF4-FFF2-40B4-BE49-F238E27FC236}">
                  <a16:creationId xmlns:a16="http://schemas.microsoft.com/office/drawing/2014/main" id="{FC5D5080-C511-522C-4265-408F3EDDFE73}"/>
                </a:ext>
              </a:extLst>
            </p:cNvPr>
            <p:cNvSpPr txBox="1">
              <a:spLocks noChangeArrowheads="1"/>
            </p:cNvSpPr>
            <p:nvPr/>
          </p:nvSpPr>
          <p:spPr bwMode="auto">
            <a:xfrm>
              <a:off x="2121" y="2977"/>
              <a:ext cx="4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dst3</a:t>
              </a:r>
              <a:endParaRPr lang="ru-RU" altLang="en-US" sz="1600" b="0"/>
            </a:p>
          </p:txBody>
        </p:sp>
        <p:sp>
          <p:nvSpPr>
            <p:cNvPr id="121923" name="Text Box 67">
              <a:extLst>
                <a:ext uri="{FF2B5EF4-FFF2-40B4-BE49-F238E27FC236}">
                  <a16:creationId xmlns:a16="http://schemas.microsoft.com/office/drawing/2014/main" id="{F5D16354-ED4E-E550-CE80-A0094756CC17}"/>
                </a:ext>
              </a:extLst>
            </p:cNvPr>
            <p:cNvSpPr txBox="1">
              <a:spLocks noChangeArrowheads="1"/>
            </p:cNvSpPr>
            <p:nvPr/>
          </p:nvSpPr>
          <p:spPr bwMode="auto">
            <a:xfrm>
              <a:off x="2710" y="2986"/>
              <a:ext cx="55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dst2</a:t>
              </a:r>
              <a:endParaRPr lang="ru-RU" altLang="en-US" sz="1600" b="0"/>
            </a:p>
          </p:txBody>
        </p:sp>
        <p:sp>
          <p:nvSpPr>
            <p:cNvPr id="121924" name="Text Box 68">
              <a:extLst>
                <a:ext uri="{FF2B5EF4-FFF2-40B4-BE49-F238E27FC236}">
                  <a16:creationId xmlns:a16="http://schemas.microsoft.com/office/drawing/2014/main" id="{CDB93A67-BDDF-664A-1AEF-AA30E76942D9}"/>
                </a:ext>
              </a:extLst>
            </p:cNvPr>
            <p:cNvSpPr txBox="1">
              <a:spLocks noChangeArrowheads="1"/>
            </p:cNvSpPr>
            <p:nvPr/>
          </p:nvSpPr>
          <p:spPr bwMode="auto">
            <a:xfrm>
              <a:off x="3661" y="2976"/>
              <a:ext cx="4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dst1</a:t>
              </a:r>
              <a:endParaRPr lang="ru-RU" altLang="en-US" sz="1600" b="0"/>
            </a:p>
          </p:txBody>
        </p:sp>
        <p:sp>
          <p:nvSpPr>
            <p:cNvPr id="121925" name="Text Box 69">
              <a:extLst>
                <a:ext uri="{FF2B5EF4-FFF2-40B4-BE49-F238E27FC236}">
                  <a16:creationId xmlns:a16="http://schemas.microsoft.com/office/drawing/2014/main" id="{5F43E422-028F-C1A8-B9A0-36617C443B31}"/>
                </a:ext>
              </a:extLst>
            </p:cNvPr>
            <p:cNvSpPr txBox="1">
              <a:spLocks noChangeArrowheads="1"/>
            </p:cNvSpPr>
            <p:nvPr/>
          </p:nvSpPr>
          <p:spPr bwMode="auto">
            <a:xfrm>
              <a:off x="4265" y="2976"/>
              <a:ext cx="4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dst0</a:t>
              </a:r>
              <a:endParaRPr lang="ru-RU" altLang="en-US" sz="1600" b="0"/>
            </a:p>
          </p:txBody>
        </p:sp>
        <p:sp>
          <p:nvSpPr>
            <p:cNvPr id="121926" name="Text Box 70">
              <a:extLst>
                <a:ext uri="{FF2B5EF4-FFF2-40B4-BE49-F238E27FC236}">
                  <a16:creationId xmlns:a16="http://schemas.microsoft.com/office/drawing/2014/main" id="{CD870486-166E-2E7E-7EFB-02D7EE851F25}"/>
                </a:ext>
              </a:extLst>
            </p:cNvPr>
            <p:cNvSpPr txBox="1">
              <a:spLocks noChangeArrowheads="1"/>
            </p:cNvSpPr>
            <p:nvPr/>
          </p:nvSpPr>
          <p:spPr bwMode="auto">
            <a:xfrm>
              <a:off x="1797" y="2454"/>
              <a:ext cx="8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srcsel</a:t>
              </a:r>
              <a:endParaRPr lang="ru-RU" altLang="en-US" sz="1600" b="0"/>
            </a:p>
          </p:txBody>
        </p:sp>
        <p:sp>
          <p:nvSpPr>
            <p:cNvPr id="121927" name="Text Box 71">
              <a:extLst>
                <a:ext uri="{FF2B5EF4-FFF2-40B4-BE49-F238E27FC236}">
                  <a16:creationId xmlns:a16="http://schemas.microsoft.com/office/drawing/2014/main" id="{20690524-11EE-936C-99CE-51FF6FAE7772}"/>
                </a:ext>
              </a:extLst>
            </p:cNvPr>
            <p:cNvSpPr txBox="1">
              <a:spLocks noChangeArrowheads="1"/>
            </p:cNvSpPr>
            <p:nvPr/>
          </p:nvSpPr>
          <p:spPr bwMode="auto">
            <a:xfrm>
              <a:off x="4032" y="2547"/>
              <a:ext cx="8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t>dstsel</a:t>
              </a:r>
              <a:endParaRPr lang="ru-RU" altLang="en-US" sz="1600" b="0"/>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1" name="Title 43">
            <a:extLst>
              <a:ext uri="{FF2B5EF4-FFF2-40B4-BE49-F238E27FC236}">
                <a16:creationId xmlns:a16="http://schemas.microsoft.com/office/drawing/2014/main" id="{E955F8DC-707C-6223-9F06-0B9076DA401F}"/>
              </a:ext>
            </a:extLst>
          </p:cNvPr>
          <p:cNvSpPr>
            <a:spLocks noGrp="1" noChangeArrowheads="1"/>
          </p:cNvSpPr>
          <p:nvPr>
            <p:ph type="title"/>
          </p:nvPr>
        </p:nvSpPr>
        <p:spPr>
          <a:xfrm>
            <a:off x="-1" y="183402"/>
            <a:ext cx="11612880" cy="704088"/>
          </a:xfrm>
        </p:spPr>
        <p:txBody>
          <a:bodyPr>
            <a:normAutofit/>
          </a:bodyPr>
          <a:lstStyle/>
          <a:p>
            <a:r>
              <a:rPr lang="en-US" altLang="en-US" dirty="0"/>
              <a:t>Bus Transceiver</a:t>
            </a:r>
            <a:endParaRPr lang="ru-RU" altLang="en-US" dirty="0"/>
          </a:p>
        </p:txBody>
      </p:sp>
      <p:sp>
        <p:nvSpPr>
          <p:cNvPr id="122882" name="Content Placeholder 44">
            <a:extLst>
              <a:ext uri="{FF2B5EF4-FFF2-40B4-BE49-F238E27FC236}">
                <a16:creationId xmlns:a16="http://schemas.microsoft.com/office/drawing/2014/main" id="{97343811-391F-3790-4CCE-E61115F87878}"/>
              </a:ext>
            </a:extLst>
          </p:cNvPr>
          <p:cNvSpPr>
            <a:spLocks noGrp="1" noChangeArrowheads="1"/>
          </p:cNvSpPr>
          <p:nvPr>
            <p:ph type="body" sz="quarter" idx="10"/>
          </p:nvPr>
        </p:nvSpPr>
        <p:spPr>
          <a:xfrm>
            <a:off x="457200" y="1188720"/>
            <a:ext cx="11277922" cy="5185186"/>
          </a:xfrm>
        </p:spPr>
        <p:txBody>
          <a:bodyPr/>
          <a:lstStyle/>
          <a:p>
            <a:r>
              <a:rPr lang="en-US" altLang="en-US"/>
              <a:t>Bus transceiver contains a pair of tri state buffers connected in opposite directions between each pair of pins.</a:t>
            </a:r>
            <a:endParaRPr lang="ru-RU" altLang="en-US"/>
          </a:p>
          <a:p>
            <a:endParaRPr lang="ru-RU" altLang="en-US"/>
          </a:p>
        </p:txBody>
      </p:sp>
      <p:grpSp>
        <p:nvGrpSpPr>
          <p:cNvPr id="59415" name="Group 66">
            <a:extLst>
              <a:ext uri="{FF2B5EF4-FFF2-40B4-BE49-F238E27FC236}">
                <a16:creationId xmlns:a16="http://schemas.microsoft.com/office/drawing/2014/main" id="{E93F2EB4-B50A-4D77-BC18-158380A725F2}"/>
              </a:ext>
            </a:extLst>
          </p:cNvPr>
          <p:cNvGrpSpPr>
            <a:grpSpLocks/>
          </p:cNvGrpSpPr>
          <p:nvPr/>
        </p:nvGrpSpPr>
        <p:grpSpPr bwMode="auto">
          <a:xfrm>
            <a:off x="3429623" y="2006600"/>
            <a:ext cx="4876171" cy="1913414"/>
            <a:chOff x="579" y="1084"/>
            <a:chExt cx="3272" cy="1766"/>
          </a:xfrm>
          <a:noFill/>
        </p:grpSpPr>
        <p:sp>
          <p:nvSpPr>
            <p:cNvPr id="59416" name="AutoShape 16">
              <a:extLst>
                <a:ext uri="{FF2B5EF4-FFF2-40B4-BE49-F238E27FC236}">
                  <a16:creationId xmlns:a16="http://schemas.microsoft.com/office/drawing/2014/main" id="{66FEFA29-C13C-447E-9341-354F93BDC4DD}"/>
                </a:ext>
              </a:extLst>
            </p:cNvPr>
            <p:cNvSpPr>
              <a:spLocks noChangeArrowheads="1"/>
            </p:cNvSpPr>
            <p:nvPr/>
          </p:nvSpPr>
          <p:spPr bwMode="auto">
            <a:xfrm rot="-5400000">
              <a:off x="2388" y="2573"/>
              <a:ext cx="317" cy="237"/>
            </a:xfrm>
            <a:prstGeom prst="triangle">
              <a:avLst>
                <a:gd name="adj" fmla="val 50000"/>
              </a:avLst>
            </a:prstGeom>
            <a:grpFill/>
            <a:ln w="25400">
              <a:solidFill>
                <a:schemeClr val="tx1"/>
              </a:solidFill>
              <a:miter lim="800000"/>
              <a:headEnd/>
              <a:tailEnd/>
            </a:ln>
          </p:spPr>
          <p:txBody>
            <a:bodyPr vert="eaVert" wrap="none" anchor="ctr"/>
            <a:lstStyle/>
            <a:p>
              <a:pPr eaLnBrk="1" hangingPunct="1">
                <a:defRPr/>
              </a:pPr>
              <a:endParaRPr lang="ru-RU" sz="1600"/>
            </a:p>
          </p:txBody>
        </p:sp>
        <p:grpSp>
          <p:nvGrpSpPr>
            <p:cNvPr id="59417" name="Group 65">
              <a:extLst>
                <a:ext uri="{FF2B5EF4-FFF2-40B4-BE49-F238E27FC236}">
                  <a16:creationId xmlns:a16="http://schemas.microsoft.com/office/drawing/2014/main" id="{11E036DA-C0A4-43F3-BF99-FE961F5C9E9D}"/>
                </a:ext>
              </a:extLst>
            </p:cNvPr>
            <p:cNvGrpSpPr>
              <a:grpSpLocks/>
            </p:cNvGrpSpPr>
            <p:nvPr/>
          </p:nvGrpSpPr>
          <p:grpSpPr bwMode="auto">
            <a:xfrm>
              <a:off x="579" y="1084"/>
              <a:ext cx="3272" cy="1608"/>
              <a:chOff x="579" y="1084"/>
              <a:chExt cx="3272" cy="1608"/>
            </a:xfrm>
            <a:grpFill/>
          </p:grpSpPr>
          <p:sp>
            <p:nvSpPr>
              <p:cNvPr id="59418" name="AutoShape 9">
                <a:extLst>
                  <a:ext uri="{FF2B5EF4-FFF2-40B4-BE49-F238E27FC236}">
                    <a16:creationId xmlns:a16="http://schemas.microsoft.com/office/drawing/2014/main" id="{009306A1-99C7-4485-B3BC-FBCE695DF8CD}"/>
                  </a:ext>
                </a:extLst>
              </p:cNvPr>
              <p:cNvSpPr>
                <a:spLocks noChangeArrowheads="1"/>
              </p:cNvSpPr>
              <p:nvPr/>
            </p:nvSpPr>
            <p:spPr bwMode="auto">
              <a:xfrm rot="5400000">
                <a:off x="2775" y="2093"/>
                <a:ext cx="317" cy="237"/>
              </a:xfrm>
              <a:prstGeom prst="triangle">
                <a:avLst>
                  <a:gd name="adj" fmla="val 50000"/>
                </a:avLst>
              </a:prstGeom>
              <a:grpFill/>
              <a:ln w="25400">
                <a:solidFill>
                  <a:schemeClr val="tx1"/>
                </a:solidFill>
                <a:miter lim="800000"/>
                <a:headEnd/>
                <a:tailEnd/>
              </a:ln>
            </p:spPr>
            <p:txBody>
              <a:bodyPr rot="10800000" vert="eaVert" wrap="none" anchor="ctr"/>
              <a:lstStyle/>
              <a:p>
                <a:pPr eaLnBrk="1" hangingPunct="1">
                  <a:defRPr/>
                </a:pPr>
                <a:endParaRPr lang="ru-RU" sz="1600"/>
              </a:p>
            </p:txBody>
          </p:sp>
          <p:sp>
            <p:nvSpPr>
              <p:cNvPr id="59419" name="Line 10">
                <a:extLst>
                  <a:ext uri="{FF2B5EF4-FFF2-40B4-BE49-F238E27FC236}">
                    <a16:creationId xmlns:a16="http://schemas.microsoft.com/office/drawing/2014/main" id="{37AE1650-F88C-4D82-AF20-714FF8C5D418}"/>
                  </a:ext>
                </a:extLst>
              </p:cNvPr>
              <p:cNvSpPr>
                <a:spLocks noChangeShapeType="1"/>
              </p:cNvSpPr>
              <p:nvPr/>
            </p:nvSpPr>
            <p:spPr bwMode="auto">
              <a:xfrm flipV="1">
                <a:off x="1266" y="2207"/>
                <a:ext cx="1542" cy="0"/>
              </a:xfrm>
              <a:prstGeom prst="line">
                <a:avLst/>
              </a:prstGeom>
              <a:grpFill/>
              <a:ln w="25400">
                <a:solidFill>
                  <a:schemeClr val="tx1"/>
                </a:solidFill>
                <a:round/>
                <a:headEnd/>
                <a:tailEnd/>
              </a:ln>
            </p:spPr>
            <p:txBody>
              <a:bodyPr/>
              <a:lstStyle/>
              <a:p>
                <a:pPr eaLnBrk="1" hangingPunct="1">
                  <a:defRPr/>
                </a:pPr>
                <a:endParaRPr lang="en-GB"/>
              </a:p>
            </p:txBody>
          </p:sp>
          <p:sp>
            <p:nvSpPr>
              <p:cNvPr id="59420" name="Line 11">
                <a:extLst>
                  <a:ext uri="{FF2B5EF4-FFF2-40B4-BE49-F238E27FC236}">
                    <a16:creationId xmlns:a16="http://schemas.microsoft.com/office/drawing/2014/main" id="{119518C6-7D7F-4EB0-9283-C25281261FA1}"/>
                  </a:ext>
                </a:extLst>
              </p:cNvPr>
              <p:cNvSpPr>
                <a:spLocks noChangeShapeType="1"/>
              </p:cNvSpPr>
              <p:nvPr/>
            </p:nvSpPr>
            <p:spPr bwMode="auto">
              <a:xfrm>
                <a:off x="2926" y="1955"/>
                <a:ext cx="0" cy="174"/>
              </a:xfrm>
              <a:prstGeom prst="line">
                <a:avLst/>
              </a:prstGeom>
              <a:grpFill/>
              <a:ln w="25400">
                <a:solidFill>
                  <a:schemeClr val="tx1"/>
                </a:solidFill>
                <a:round/>
                <a:headEnd/>
                <a:tailEnd/>
              </a:ln>
            </p:spPr>
            <p:txBody>
              <a:bodyPr/>
              <a:lstStyle/>
              <a:p>
                <a:pPr eaLnBrk="1" hangingPunct="1">
                  <a:defRPr/>
                </a:pPr>
                <a:endParaRPr lang="en-GB"/>
              </a:p>
            </p:txBody>
          </p:sp>
          <p:sp>
            <p:nvSpPr>
              <p:cNvPr id="59421" name="Line 12">
                <a:extLst>
                  <a:ext uri="{FF2B5EF4-FFF2-40B4-BE49-F238E27FC236}">
                    <a16:creationId xmlns:a16="http://schemas.microsoft.com/office/drawing/2014/main" id="{78009C35-DE89-4F73-ADBF-B7148BE14356}"/>
                  </a:ext>
                </a:extLst>
              </p:cNvPr>
              <p:cNvSpPr>
                <a:spLocks noChangeShapeType="1"/>
              </p:cNvSpPr>
              <p:nvPr/>
            </p:nvSpPr>
            <p:spPr bwMode="auto">
              <a:xfrm>
                <a:off x="2223" y="1962"/>
                <a:ext cx="700" cy="0"/>
              </a:xfrm>
              <a:prstGeom prst="line">
                <a:avLst/>
              </a:prstGeom>
              <a:grpFill/>
              <a:ln w="25400">
                <a:solidFill>
                  <a:schemeClr val="tx1"/>
                </a:solidFill>
                <a:round/>
                <a:headEnd/>
                <a:tailEnd/>
              </a:ln>
            </p:spPr>
            <p:txBody>
              <a:bodyPr/>
              <a:lstStyle/>
              <a:p>
                <a:pPr eaLnBrk="1" hangingPunct="1">
                  <a:defRPr/>
                </a:pPr>
                <a:endParaRPr lang="en-GB"/>
              </a:p>
            </p:txBody>
          </p:sp>
          <p:sp>
            <p:nvSpPr>
              <p:cNvPr id="59422" name="Line 13">
                <a:extLst>
                  <a:ext uri="{FF2B5EF4-FFF2-40B4-BE49-F238E27FC236}">
                    <a16:creationId xmlns:a16="http://schemas.microsoft.com/office/drawing/2014/main" id="{65ABD980-451A-4998-8286-E48E96DEF512}"/>
                  </a:ext>
                </a:extLst>
              </p:cNvPr>
              <p:cNvSpPr>
                <a:spLocks noChangeShapeType="1"/>
              </p:cNvSpPr>
              <p:nvPr/>
            </p:nvSpPr>
            <p:spPr bwMode="auto">
              <a:xfrm>
                <a:off x="3058" y="2210"/>
                <a:ext cx="431" cy="0"/>
              </a:xfrm>
              <a:prstGeom prst="line">
                <a:avLst/>
              </a:prstGeom>
              <a:grpFill/>
              <a:ln w="25400">
                <a:solidFill>
                  <a:schemeClr val="tx1"/>
                </a:solidFill>
                <a:round/>
                <a:headEnd/>
                <a:tailEnd/>
              </a:ln>
            </p:spPr>
            <p:txBody>
              <a:bodyPr/>
              <a:lstStyle/>
              <a:p>
                <a:pPr eaLnBrk="1" hangingPunct="1">
                  <a:defRPr/>
                </a:pPr>
                <a:endParaRPr lang="en-GB"/>
              </a:p>
            </p:txBody>
          </p:sp>
          <p:sp>
            <p:nvSpPr>
              <p:cNvPr id="59423" name="Text Box 14">
                <a:extLst>
                  <a:ext uri="{FF2B5EF4-FFF2-40B4-BE49-F238E27FC236}">
                    <a16:creationId xmlns:a16="http://schemas.microsoft.com/office/drawing/2014/main" id="{0739C49A-784B-4EC3-A9D1-8C4E558774A2}"/>
                  </a:ext>
                </a:extLst>
              </p:cNvPr>
              <p:cNvSpPr txBox="1">
                <a:spLocks noChangeArrowheads="1"/>
              </p:cNvSpPr>
              <p:nvPr/>
            </p:nvSpPr>
            <p:spPr bwMode="auto">
              <a:xfrm>
                <a:off x="1073" y="2065"/>
                <a:ext cx="385" cy="324"/>
              </a:xfrm>
              <a:prstGeom prst="rect">
                <a:avLst/>
              </a:prstGeom>
              <a:grpFill/>
              <a:ln w="25400">
                <a:noFill/>
                <a:miter lim="800000"/>
                <a:headEnd/>
                <a:tailEnd/>
              </a:ln>
            </p:spPr>
            <p:txBody>
              <a:bodyPr>
                <a:spAutoFit/>
              </a:bodyPr>
              <a:lstStyle/>
              <a:p>
                <a:pPr eaLnBrk="1" hangingPunct="1">
                  <a:spcBef>
                    <a:spcPct val="50000"/>
                  </a:spcBef>
                  <a:defRPr/>
                </a:pPr>
                <a:r>
                  <a:rPr lang="en-US" sz="1600"/>
                  <a:t>A</a:t>
                </a:r>
                <a:endParaRPr lang="ru-RU" sz="1600"/>
              </a:p>
            </p:txBody>
          </p:sp>
          <p:sp>
            <p:nvSpPr>
              <p:cNvPr id="59424" name="Line 17">
                <a:extLst>
                  <a:ext uri="{FF2B5EF4-FFF2-40B4-BE49-F238E27FC236}">
                    <a16:creationId xmlns:a16="http://schemas.microsoft.com/office/drawing/2014/main" id="{6C04B5EE-F3F9-466C-B4CC-7E6E1317D80F}"/>
                  </a:ext>
                </a:extLst>
              </p:cNvPr>
              <p:cNvSpPr>
                <a:spLocks noChangeShapeType="1"/>
              </p:cNvSpPr>
              <p:nvPr/>
            </p:nvSpPr>
            <p:spPr bwMode="auto">
              <a:xfrm>
                <a:off x="2678" y="2692"/>
                <a:ext cx="534" cy="0"/>
              </a:xfrm>
              <a:prstGeom prst="line">
                <a:avLst/>
              </a:prstGeom>
              <a:grpFill/>
              <a:ln w="25400">
                <a:solidFill>
                  <a:schemeClr val="tx1"/>
                </a:solidFill>
                <a:round/>
                <a:headEnd/>
                <a:tailEnd/>
              </a:ln>
            </p:spPr>
            <p:txBody>
              <a:bodyPr/>
              <a:lstStyle/>
              <a:p>
                <a:pPr eaLnBrk="1" hangingPunct="1">
                  <a:defRPr/>
                </a:pPr>
                <a:endParaRPr lang="en-GB"/>
              </a:p>
            </p:txBody>
          </p:sp>
          <p:sp>
            <p:nvSpPr>
              <p:cNvPr id="59425" name="Line 18">
                <a:extLst>
                  <a:ext uri="{FF2B5EF4-FFF2-40B4-BE49-F238E27FC236}">
                    <a16:creationId xmlns:a16="http://schemas.microsoft.com/office/drawing/2014/main" id="{8ADEF1AC-5B7B-4CC0-9948-8D547981FCA7}"/>
                  </a:ext>
                </a:extLst>
              </p:cNvPr>
              <p:cNvSpPr>
                <a:spLocks noChangeShapeType="1"/>
              </p:cNvSpPr>
              <p:nvPr/>
            </p:nvSpPr>
            <p:spPr bwMode="auto">
              <a:xfrm flipV="1">
                <a:off x="3214" y="2216"/>
                <a:ext cx="0" cy="476"/>
              </a:xfrm>
              <a:prstGeom prst="line">
                <a:avLst/>
              </a:prstGeom>
              <a:grpFill/>
              <a:ln w="25400">
                <a:solidFill>
                  <a:schemeClr val="tx1"/>
                </a:solidFill>
                <a:round/>
                <a:headEnd/>
                <a:tailEnd type="oval" w="med" len="med"/>
              </a:ln>
            </p:spPr>
            <p:txBody>
              <a:bodyPr/>
              <a:lstStyle/>
              <a:p>
                <a:pPr eaLnBrk="1" hangingPunct="1">
                  <a:defRPr/>
                </a:pPr>
                <a:endParaRPr lang="en-GB"/>
              </a:p>
            </p:txBody>
          </p:sp>
          <p:sp>
            <p:nvSpPr>
              <p:cNvPr id="59426" name="Line 19">
                <a:extLst>
                  <a:ext uri="{FF2B5EF4-FFF2-40B4-BE49-F238E27FC236}">
                    <a16:creationId xmlns:a16="http://schemas.microsoft.com/office/drawing/2014/main" id="{1CC67AAF-EA9F-4FB1-B1D9-F8DA4E7B251E}"/>
                  </a:ext>
                </a:extLst>
              </p:cNvPr>
              <p:cNvSpPr>
                <a:spLocks noChangeShapeType="1"/>
              </p:cNvSpPr>
              <p:nvPr/>
            </p:nvSpPr>
            <p:spPr bwMode="auto">
              <a:xfrm>
                <a:off x="2240" y="2692"/>
                <a:ext cx="181" cy="0"/>
              </a:xfrm>
              <a:prstGeom prst="line">
                <a:avLst/>
              </a:prstGeom>
              <a:grpFill/>
              <a:ln w="25400">
                <a:solidFill>
                  <a:schemeClr val="tx1"/>
                </a:solidFill>
                <a:round/>
                <a:headEnd/>
                <a:tailEnd/>
              </a:ln>
            </p:spPr>
            <p:txBody>
              <a:bodyPr/>
              <a:lstStyle/>
              <a:p>
                <a:pPr eaLnBrk="1" hangingPunct="1">
                  <a:defRPr/>
                </a:pPr>
                <a:endParaRPr lang="en-GB"/>
              </a:p>
            </p:txBody>
          </p:sp>
          <p:sp>
            <p:nvSpPr>
              <p:cNvPr id="59427" name="Line 20">
                <a:extLst>
                  <a:ext uri="{FF2B5EF4-FFF2-40B4-BE49-F238E27FC236}">
                    <a16:creationId xmlns:a16="http://schemas.microsoft.com/office/drawing/2014/main" id="{6D58BA39-2F3B-4A80-B2C3-FFD404F5BD80}"/>
                  </a:ext>
                </a:extLst>
              </p:cNvPr>
              <p:cNvSpPr>
                <a:spLocks noChangeShapeType="1"/>
              </p:cNvSpPr>
              <p:nvPr/>
            </p:nvSpPr>
            <p:spPr bwMode="auto">
              <a:xfrm>
                <a:off x="2566" y="2442"/>
                <a:ext cx="0" cy="159"/>
              </a:xfrm>
              <a:prstGeom prst="line">
                <a:avLst/>
              </a:prstGeom>
              <a:grpFill/>
              <a:ln w="25400">
                <a:solidFill>
                  <a:schemeClr val="tx1"/>
                </a:solidFill>
                <a:round/>
                <a:headEnd/>
                <a:tailEnd/>
              </a:ln>
            </p:spPr>
            <p:txBody>
              <a:bodyPr/>
              <a:lstStyle/>
              <a:p>
                <a:pPr eaLnBrk="1" hangingPunct="1">
                  <a:defRPr/>
                </a:pPr>
                <a:endParaRPr lang="en-GB"/>
              </a:p>
            </p:txBody>
          </p:sp>
          <p:sp>
            <p:nvSpPr>
              <p:cNvPr id="59428" name="Line 21">
                <a:extLst>
                  <a:ext uri="{FF2B5EF4-FFF2-40B4-BE49-F238E27FC236}">
                    <a16:creationId xmlns:a16="http://schemas.microsoft.com/office/drawing/2014/main" id="{B9C6742F-77FE-4566-B9A8-36DD4FA7A753}"/>
                  </a:ext>
                </a:extLst>
              </p:cNvPr>
              <p:cNvSpPr>
                <a:spLocks noChangeShapeType="1"/>
              </p:cNvSpPr>
              <p:nvPr/>
            </p:nvSpPr>
            <p:spPr bwMode="auto">
              <a:xfrm>
                <a:off x="1992" y="2442"/>
                <a:ext cx="574" cy="1"/>
              </a:xfrm>
              <a:prstGeom prst="line">
                <a:avLst/>
              </a:prstGeom>
              <a:grpFill/>
              <a:ln w="25400">
                <a:solidFill>
                  <a:schemeClr val="tx1"/>
                </a:solidFill>
                <a:round/>
                <a:headEnd/>
                <a:tailEnd/>
              </a:ln>
            </p:spPr>
            <p:txBody>
              <a:bodyPr/>
              <a:lstStyle/>
              <a:p>
                <a:pPr eaLnBrk="1" hangingPunct="1">
                  <a:defRPr/>
                </a:pPr>
                <a:endParaRPr lang="en-GB"/>
              </a:p>
            </p:txBody>
          </p:sp>
          <p:sp>
            <p:nvSpPr>
              <p:cNvPr id="59429" name="Line 23">
                <a:extLst>
                  <a:ext uri="{FF2B5EF4-FFF2-40B4-BE49-F238E27FC236}">
                    <a16:creationId xmlns:a16="http://schemas.microsoft.com/office/drawing/2014/main" id="{895098C5-4B4E-4CDA-8046-B1E02591B3B1}"/>
                  </a:ext>
                </a:extLst>
              </p:cNvPr>
              <p:cNvSpPr>
                <a:spLocks noChangeShapeType="1"/>
              </p:cNvSpPr>
              <p:nvPr/>
            </p:nvSpPr>
            <p:spPr bwMode="auto">
              <a:xfrm flipV="1">
                <a:off x="2248" y="2216"/>
                <a:ext cx="0" cy="475"/>
              </a:xfrm>
              <a:prstGeom prst="line">
                <a:avLst/>
              </a:prstGeom>
              <a:grpFill/>
              <a:ln w="25400">
                <a:solidFill>
                  <a:schemeClr val="tx1"/>
                </a:solidFill>
                <a:round/>
                <a:headEnd/>
                <a:tailEnd type="oval" w="med" len="med"/>
              </a:ln>
            </p:spPr>
            <p:txBody>
              <a:bodyPr/>
              <a:lstStyle/>
              <a:p>
                <a:pPr eaLnBrk="1" hangingPunct="1">
                  <a:defRPr/>
                </a:pPr>
                <a:endParaRPr lang="en-GB"/>
              </a:p>
            </p:txBody>
          </p:sp>
          <p:sp>
            <p:nvSpPr>
              <p:cNvPr id="59430" name="Text Box 24">
                <a:extLst>
                  <a:ext uri="{FF2B5EF4-FFF2-40B4-BE49-F238E27FC236}">
                    <a16:creationId xmlns:a16="http://schemas.microsoft.com/office/drawing/2014/main" id="{0E05ADA1-60E5-4B99-816F-EC18C983D7C3}"/>
                  </a:ext>
                </a:extLst>
              </p:cNvPr>
              <p:cNvSpPr txBox="1">
                <a:spLocks noChangeArrowheads="1"/>
              </p:cNvSpPr>
              <p:nvPr/>
            </p:nvSpPr>
            <p:spPr bwMode="auto">
              <a:xfrm>
                <a:off x="3466" y="2061"/>
                <a:ext cx="385" cy="324"/>
              </a:xfrm>
              <a:prstGeom prst="rect">
                <a:avLst/>
              </a:prstGeom>
              <a:grpFill/>
              <a:ln w="25400">
                <a:noFill/>
                <a:miter lim="800000"/>
                <a:headEnd/>
                <a:tailEnd/>
              </a:ln>
            </p:spPr>
            <p:txBody>
              <a:bodyPr>
                <a:spAutoFit/>
              </a:bodyPr>
              <a:lstStyle/>
              <a:p>
                <a:pPr eaLnBrk="1" hangingPunct="1">
                  <a:spcBef>
                    <a:spcPct val="50000"/>
                  </a:spcBef>
                  <a:defRPr/>
                </a:pPr>
                <a:r>
                  <a:rPr lang="en-US" sz="1600"/>
                  <a:t>B</a:t>
                </a:r>
                <a:endParaRPr lang="ru-RU" sz="1600"/>
              </a:p>
            </p:txBody>
          </p:sp>
          <p:sp>
            <p:nvSpPr>
              <p:cNvPr id="59431" name="Line 36">
                <a:extLst>
                  <a:ext uri="{FF2B5EF4-FFF2-40B4-BE49-F238E27FC236}">
                    <a16:creationId xmlns:a16="http://schemas.microsoft.com/office/drawing/2014/main" id="{DC7968A1-CED8-415D-B233-17385F26D07F}"/>
                  </a:ext>
                </a:extLst>
              </p:cNvPr>
              <p:cNvSpPr>
                <a:spLocks noChangeShapeType="1"/>
              </p:cNvSpPr>
              <p:nvPr/>
            </p:nvSpPr>
            <p:spPr bwMode="auto">
              <a:xfrm>
                <a:off x="997" y="1329"/>
                <a:ext cx="431" cy="0"/>
              </a:xfrm>
              <a:prstGeom prst="line">
                <a:avLst/>
              </a:prstGeom>
              <a:grpFill/>
              <a:ln w="25400">
                <a:solidFill>
                  <a:schemeClr val="tx1"/>
                </a:solidFill>
                <a:round/>
                <a:headEnd/>
                <a:tailEnd/>
              </a:ln>
            </p:spPr>
            <p:txBody>
              <a:bodyPr/>
              <a:lstStyle/>
              <a:p>
                <a:pPr eaLnBrk="1" hangingPunct="1">
                  <a:defRPr/>
                </a:pPr>
                <a:endParaRPr lang="en-GB"/>
              </a:p>
            </p:txBody>
          </p:sp>
          <p:sp>
            <p:nvSpPr>
              <p:cNvPr id="59432" name="Line 37">
                <a:extLst>
                  <a:ext uri="{FF2B5EF4-FFF2-40B4-BE49-F238E27FC236}">
                    <a16:creationId xmlns:a16="http://schemas.microsoft.com/office/drawing/2014/main" id="{29816AD2-3E6E-4806-B1DA-CB78D65E7544}"/>
                  </a:ext>
                </a:extLst>
              </p:cNvPr>
              <p:cNvSpPr>
                <a:spLocks noChangeShapeType="1"/>
              </p:cNvSpPr>
              <p:nvPr/>
            </p:nvSpPr>
            <p:spPr bwMode="auto">
              <a:xfrm>
                <a:off x="983" y="1465"/>
                <a:ext cx="517" cy="0"/>
              </a:xfrm>
              <a:prstGeom prst="line">
                <a:avLst/>
              </a:prstGeom>
              <a:grpFill/>
              <a:ln w="25400">
                <a:solidFill>
                  <a:schemeClr val="tx1"/>
                </a:solidFill>
                <a:round/>
                <a:headEnd/>
                <a:tailEnd/>
              </a:ln>
            </p:spPr>
            <p:txBody>
              <a:bodyPr/>
              <a:lstStyle/>
              <a:p>
                <a:pPr eaLnBrk="1" hangingPunct="1">
                  <a:defRPr/>
                </a:pPr>
                <a:endParaRPr lang="en-GB"/>
              </a:p>
            </p:txBody>
          </p:sp>
          <p:sp>
            <p:nvSpPr>
              <p:cNvPr id="59433" name="Line 38">
                <a:extLst>
                  <a:ext uri="{FF2B5EF4-FFF2-40B4-BE49-F238E27FC236}">
                    <a16:creationId xmlns:a16="http://schemas.microsoft.com/office/drawing/2014/main" id="{4499C105-ADC0-4E65-8266-DA66F5A2FAE5}"/>
                  </a:ext>
                </a:extLst>
              </p:cNvPr>
              <p:cNvSpPr>
                <a:spLocks noChangeShapeType="1"/>
              </p:cNvSpPr>
              <p:nvPr/>
            </p:nvSpPr>
            <p:spPr bwMode="auto">
              <a:xfrm>
                <a:off x="1750" y="1420"/>
                <a:ext cx="483" cy="0"/>
              </a:xfrm>
              <a:prstGeom prst="line">
                <a:avLst/>
              </a:prstGeom>
              <a:grpFill/>
              <a:ln w="25400">
                <a:solidFill>
                  <a:schemeClr val="tx1"/>
                </a:solidFill>
                <a:round/>
                <a:headEnd/>
                <a:tailEnd/>
              </a:ln>
            </p:spPr>
            <p:txBody>
              <a:bodyPr/>
              <a:lstStyle/>
              <a:p>
                <a:pPr eaLnBrk="1" hangingPunct="1">
                  <a:defRPr/>
                </a:pPr>
                <a:endParaRPr lang="en-GB"/>
              </a:p>
            </p:txBody>
          </p:sp>
          <p:sp>
            <p:nvSpPr>
              <p:cNvPr id="59434" name="Line 39">
                <a:extLst>
                  <a:ext uri="{FF2B5EF4-FFF2-40B4-BE49-F238E27FC236}">
                    <a16:creationId xmlns:a16="http://schemas.microsoft.com/office/drawing/2014/main" id="{B8989A44-4771-4B06-8B18-945C4D6A2DB3}"/>
                  </a:ext>
                </a:extLst>
              </p:cNvPr>
              <p:cNvSpPr>
                <a:spLocks noChangeShapeType="1"/>
              </p:cNvSpPr>
              <p:nvPr/>
            </p:nvSpPr>
            <p:spPr bwMode="auto">
              <a:xfrm>
                <a:off x="2234" y="1420"/>
                <a:ext cx="0" cy="544"/>
              </a:xfrm>
              <a:prstGeom prst="line">
                <a:avLst/>
              </a:prstGeom>
              <a:grpFill/>
              <a:ln w="25400">
                <a:solidFill>
                  <a:schemeClr val="tx1"/>
                </a:solidFill>
                <a:round/>
                <a:headEnd/>
                <a:tailEnd/>
              </a:ln>
            </p:spPr>
            <p:txBody>
              <a:bodyPr/>
              <a:lstStyle/>
              <a:p>
                <a:pPr eaLnBrk="1" hangingPunct="1">
                  <a:defRPr/>
                </a:pPr>
                <a:endParaRPr lang="en-GB"/>
              </a:p>
            </p:txBody>
          </p:sp>
          <p:sp>
            <p:nvSpPr>
              <p:cNvPr id="59435" name="Oval 41">
                <a:extLst>
                  <a:ext uri="{FF2B5EF4-FFF2-40B4-BE49-F238E27FC236}">
                    <a16:creationId xmlns:a16="http://schemas.microsoft.com/office/drawing/2014/main" id="{DD98BBA2-6C96-4CFA-A34D-9C9A08C1D82F}"/>
                  </a:ext>
                </a:extLst>
              </p:cNvPr>
              <p:cNvSpPr>
                <a:spLocks noChangeArrowheads="1"/>
              </p:cNvSpPr>
              <p:nvPr/>
            </p:nvSpPr>
            <p:spPr bwMode="auto">
              <a:xfrm>
                <a:off x="1422" y="1266"/>
                <a:ext cx="82" cy="110"/>
              </a:xfrm>
              <a:prstGeom prst="ellipse">
                <a:avLst/>
              </a:prstGeom>
              <a:grpFill/>
              <a:ln w="22225">
                <a:solidFill>
                  <a:schemeClr val="tx1"/>
                </a:solidFill>
                <a:round/>
                <a:headEnd/>
                <a:tailEnd/>
              </a:ln>
            </p:spPr>
            <p:txBody>
              <a:bodyPr wrap="none" anchor="ctr"/>
              <a:lstStyle/>
              <a:p>
                <a:pPr eaLnBrk="1" hangingPunct="1">
                  <a:defRPr/>
                </a:pPr>
                <a:endParaRPr lang="ru-RU" sz="1600"/>
              </a:p>
            </p:txBody>
          </p:sp>
          <p:sp>
            <p:nvSpPr>
              <p:cNvPr id="59436" name="Oval 47">
                <a:extLst>
                  <a:ext uri="{FF2B5EF4-FFF2-40B4-BE49-F238E27FC236}">
                    <a16:creationId xmlns:a16="http://schemas.microsoft.com/office/drawing/2014/main" id="{BB591465-7E48-4A8C-B189-078727992D3B}"/>
                  </a:ext>
                </a:extLst>
              </p:cNvPr>
              <p:cNvSpPr>
                <a:spLocks noChangeArrowheads="1"/>
              </p:cNvSpPr>
              <p:nvPr/>
            </p:nvSpPr>
            <p:spPr bwMode="auto">
              <a:xfrm>
                <a:off x="1414" y="1730"/>
                <a:ext cx="82" cy="110"/>
              </a:xfrm>
              <a:prstGeom prst="ellipse">
                <a:avLst/>
              </a:prstGeom>
              <a:grpFill/>
              <a:ln w="22225">
                <a:solidFill>
                  <a:schemeClr val="tx1"/>
                </a:solidFill>
                <a:round/>
                <a:headEnd/>
                <a:tailEnd/>
              </a:ln>
            </p:spPr>
            <p:txBody>
              <a:bodyPr wrap="none" anchor="ctr"/>
              <a:lstStyle/>
              <a:p>
                <a:pPr eaLnBrk="1" hangingPunct="1">
                  <a:defRPr/>
                </a:pPr>
                <a:endParaRPr lang="ru-RU" sz="1600"/>
              </a:p>
            </p:txBody>
          </p:sp>
          <p:sp>
            <p:nvSpPr>
              <p:cNvPr id="59437" name="Line 49">
                <a:extLst>
                  <a:ext uri="{FF2B5EF4-FFF2-40B4-BE49-F238E27FC236}">
                    <a16:creationId xmlns:a16="http://schemas.microsoft.com/office/drawing/2014/main" id="{198F3043-FCB1-4A4E-9718-5C3E69048D1D}"/>
                  </a:ext>
                </a:extLst>
              </p:cNvPr>
              <p:cNvSpPr>
                <a:spLocks noChangeShapeType="1"/>
              </p:cNvSpPr>
              <p:nvPr/>
            </p:nvSpPr>
            <p:spPr bwMode="auto">
              <a:xfrm>
                <a:off x="1300" y="1329"/>
                <a:ext cx="0" cy="456"/>
              </a:xfrm>
              <a:prstGeom prst="line">
                <a:avLst/>
              </a:prstGeom>
              <a:grpFill/>
              <a:ln w="25400">
                <a:solidFill>
                  <a:schemeClr val="tx1"/>
                </a:solidFill>
                <a:round/>
                <a:headEnd type="oval" w="med" len="med"/>
                <a:tailEnd/>
              </a:ln>
            </p:spPr>
            <p:txBody>
              <a:bodyPr/>
              <a:lstStyle/>
              <a:p>
                <a:pPr eaLnBrk="1" hangingPunct="1">
                  <a:defRPr/>
                </a:pPr>
                <a:endParaRPr lang="en-GB"/>
              </a:p>
            </p:txBody>
          </p:sp>
          <p:sp>
            <p:nvSpPr>
              <p:cNvPr id="59438" name="Line 50">
                <a:extLst>
                  <a:ext uri="{FF2B5EF4-FFF2-40B4-BE49-F238E27FC236}">
                    <a16:creationId xmlns:a16="http://schemas.microsoft.com/office/drawing/2014/main" id="{AC899453-2938-42A4-8776-310AAE238D9C}"/>
                  </a:ext>
                </a:extLst>
              </p:cNvPr>
              <p:cNvSpPr>
                <a:spLocks noChangeShapeType="1"/>
              </p:cNvSpPr>
              <p:nvPr/>
            </p:nvSpPr>
            <p:spPr bwMode="auto">
              <a:xfrm>
                <a:off x="1300" y="1783"/>
                <a:ext cx="113" cy="0"/>
              </a:xfrm>
              <a:prstGeom prst="line">
                <a:avLst/>
              </a:prstGeom>
              <a:grpFill/>
              <a:ln w="25400">
                <a:solidFill>
                  <a:schemeClr val="tx1"/>
                </a:solidFill>
                <a:round/>
                <a:headEnd/>
                <a:tailEnd/>
              </a:ln>
            </p:spPr>
            <p:txBody>
              <a:bodyPr/>
              <a:lstStyle/>
              <a:p>
                <a:pPr eaLnBrk="1" hangingPunct="1">
                  <a:defRPr/>
                </a:pPr>
                <a:endParaRPr lang="en-GB"/>
              </a:p>
            </p:txBody>
          </p:sp>
          <p:sp>
            <p:nvSpPr>
              <p:cNvPr id="59439" name="Line 51">
                <a:extLst>
                  <a:ext uri="{FF2B5EF4-FFF2-40B4-BE49-F238E27FC236}">
                    <a16:creationId xmlns:a16="http://schemas.microsoft.com/office/drawing/2014/main" id="{C416190A-5A9C-44E2-A863-B1DEBA4FA464}"/>
                  </a:ext>
                </a:extLst>
              </p:cNvPr>
              <p:cNvSpPr>
                <a:spLocks noChangeShapeType="1"/>
              </p:cNvSpPr>
              <p:nvPr/>
            </p:nvSpPr>
            <p:spPr bwMode="auto">
              <a:xfrm>
                <a:off x="1182" y="1465"/>
                <a:ext cx="0" cy="464"/>
              </a:xfrm>
              <a:prstGeom prst="line">
                <a:avLst/>
              </a:prstGeom>
              <a:grpFill/>
              <a:ln w="25400">
                <a:solidFill>
                  <a:schemeClr val="tx1"/>
                </a:solidFill>
                <a:round/>
                <a:headEnd type="oval" w="med" len="med"/>
                <a:tailEnd/>
              </a:ln>
            </p:spPr>
            <p:txBody>
              <a:bodyPr/>
              <a:lstStyle/>
              <a:p>
                <a:pPr eaLnBrk="1" hangingPunct="1">
                  <a:defRPr/>
                </a:pPr>
                <a:endParaRPr lang="en-GB"/>
              </a:p>
            </p:txBody>
          </p:sp>
          <p:sp>
            <p:nvSpPr>
              <p:cNvPr id="59440" name="Line 52">
                <a:extLst>
                  <a:ext uri="{FF2B5EF4-FFF2-40B4-BE49-F238E27FC236}">
                    <a16:creationId xmlns:a16="http://schemas.microsoft.com/office/drawing/2014/main" id="{F1BA54F1-5B0B-4E72-8503-1F7147B63242}"/>
                  </a:ext>
                </a:extLst>
              </p:cNvPr>
              <p:cNvSpPr>
                <a:spLocks noChangeShapeType="1"/>
              </p:cNvSpPr>
              <p:nvPr/>
            </p:nvSpPr>
            <p:spPr bwMode="auto">
              <a:xfrm>
                <a:off x="1174" y="1945"/>
                <a:ext cx="249" cy="0"/>
              </a:xfrm>
              <a:prstGeom prst="line">
                <a:avLst/>
              </a:prstGeom>
              <a:grpFill/>
              <a:ln w="25400">
                <a:solidFill>
                  <a:schemeClr val="tx1"/>
                </a:solidFill>
                <a:round/>
                <a:headEnd/>
                <a:tailEnd/>
              </a:ln>
            </p:spPr>
            <p:txBody>
              <a:bodyPr/>
              <a:lstStyle/>
              <a:p>
                <a:pPr eaLnBrk="1" hangingPunct="1">
                  <a:defRPr/>
                </a:pPr>
                <a:endParaRPr lang="en-GB"/>
              </a:p>
            </p:txBody>
          </p:sp>
          <p:sp>
            <p:nvSpPr>
              <p:cNvPr id="59441" name="Line 53">
                <a:extLst>
                  <a:ext uri="{FF2B5EF4-FFF2-40B4-BE49-F238E27FC236}">
                    <a16:creationId xmlns:a16="http://schemas.microsoft.com/office/drawing/2014/main" id="{76F9D9DF-7CE0-46F7-BB03-5D9E5ECEA8D4}"/>
                  </a:ext>
                </a:extLst>
              </p:cNvPr>
              <p:cNvSpPr>
                <a:spLocks noChangeShapeType="1"/>
              </p:cNvSpPr>
              <p:nvPr/>
            </p:nvSpPr>
            <p:spPr bwMode="auto">
              <a:xfrm flipV="1">
                <a:off x="1992" y="1834"/>
                <a:ext cx="0" cy="612"/>
              </a:xfrm>
              <a:prstGeom prst="line">
                <a:avLst/>
              </a:prstGeom>
              <a:grpFill/>
              <a:ln w="25400">
                <a:solidFill>
                  <a:schemeClr val="tx1"/>
                </a:solidFill>
                <a:round/>
                <a:headEnd/>
                <a:tailEnd/>
              </a:ln>
            </p:spPr>
            <p:txBody>
              <a:bodyPr/>
              <a:lstStyle/>
              <a:p>
                <a:pPr eaLnBrk="1" hangingPunct="1">
                  <a:defRPr/>
                </a:pPr>
                <a:endParaRPr lang="en-GB"/>
              </a:p>
            </p:txBody>
          </p:sp>
          <p:sp>
            <p:nvSpPr>
              <p:cNvPr id="59442" name="Line 54">
                <a:extLst>
                  <a:ext uri="{FF2B5EF4-FFF2-40B4-BE49-F238E27FC236}">
                    <a16:creationId xmlns:a16="http://schemas.microsoft.com/office/drawing/2014/main" id="{91ACC6B4-FAAE-444C-B0B7-C64D4DA4B6EB}"/>
                  </a:ext>
                </a:extLst>
              </p:cNvPr>
              <p:cNvSpPr>
                <a:spLocks noChangeShapeType="1"/>
              </p:cNvSpPr>
              <p:nvPr/>
            </p:nvSpPr>
            <p:spPr bwMode="auto">
              <a:xfrm>
                <a:off x="1742" y="1844"/>
                <a:ext cx="250" cy="0"/>
              </a:xfrm>
              <a:prstGeom prst="line">
                <a:avLst/>
              </a:prstGeom>
              <a:grpFill/>
              <a:ln w="25400">
                <a:solidFill>
                  <a:schemeClr val="tx1"/>
                </a:solidFill>
                <a:round/>
                <a:headEnd/>
                <a:tailEnd/>
              </a:ln>
            </p:spPr>
            <p:txBody>
              <a:bodyPr/>
              <a:lstStyle/>
              <a:p>
                <a:pPr eaLnBrk="1" hangingPunct="1">
                  <a:defRPr/>
                </a:pPr>
                <a:endParaRPr lang="en-GB"/>
              </a:p>
            </p:txBody>
          </p:sp>
          <p:sp>
            <p:nvSpPr>
              <p:cNvPr id="59443" name="Text Box 55">
                <a:extLst>
                  <a:ext uri="{FF2B5EF4-FFF2-40B4-BE49-F238E27FC236}">
                    <a16:creationId xmlns:a16="http://schemas.microsoft.com/office/drawing/2014/main" id="{78D1D395-48BA-431C-8B57-D30A79AC9380}"/>
                  </a:ext>
                </a:extLst>
              </p:cNvPr>
              <p:cNvSpPr txBox="1">
                <a:spLocks noChangeArrowheads="1"/>
              </p:cNvSpPr>
              <p:nvPr/>
            </p:nvSpPr>
            <p:spPr bwMode="auto">
              <a:xfrm>
                <a:off x="579" y="1084"/>
                <a:ext cx="431" cy="312"/>
              </a:xfrm>
              <a:prstGeom prst="rect">
                <a:avLst/>
              </a:prstGeom>
              <a:grpFill/>
              <a:ln w="25400">
                <a:noFill/>
                <a:miter lim="800000"/>
                <a:headEnd/>
                <a:tailEnd/>
              </a:ln>
            </p:spPr>
            <p:txBody>
              <a:bodyPr>
                <a:spAutoFit/>
              </a:bodyPr>
              <a:lstStyle/>
              <a:p>
                <a:pPr eaLnBrk="1" hangingPunct="1">
                  <a:spcBef>
                    <a:spcPct val="50000"/>
                  </a:spcBef>
                  <a:defRPr/>
                </a:pPr>
                <a:r>
                  <a:rPr lang="en-US" sz="1600" dirty="0"/>
                  <a:t> </a:t>
                </a:r>
                <a:r>
                  <a:rPr lang="en-US" sz="1600" dirty="0">
                    <a:sym typeface="Symbol"/>
                  </a:rPr>
                  <a:t></a:t>
                </a:r>
                <a:r>
                  <a:rPr lang="en-US" sz="1600" dirty="0"/>
                  <a:t>En</a:t>
                </a:r>
                <a:endParaRPr lang="ru-RU" sz="1600" dirty="0"/>
              </a:p>
            </p:txBody>
          </p:sp>
          <p:sp>
            <p:nvSpPr>
              <p:cNvPr id="59444" name="Text Box 56">
                <a:extLst>
                  <a:ext uri="{FF2B5EF4-FFF2-40B4-BE49-F238E27FC236}">
                    <a16:creationId xmlns:a16="http://schemas.microsoft.com/office/drawing/2014/main" id="{DFE07E46-D58B-4D09-BBFD-15288EE89FF5}"/>
                  </a:ext>
                </a:extLst>
              </p:cNvPr>
              <p:cNvSpPr txBox="1">
                <a:spLocks noChangeArrowheads="1"/>
              </p:cNvSpPr>
              <p:nvPr/>
            </p:nvSpPr>
            <p:spPr bwMode="auto">
              <a:xfrm>
                <a:off x="690" y="1336"/>
                <a:ext cx="431" cy="324"/>
              </a:xfrm>
              <a:prstGeom prst="rect">
                <a:avLst/>
              </a:prstGeom>
              <a:grpFill/>
              <a:ln w="25400">
                <a:noFill/>
                <a:miter lim="800000"/>
                <a:headEnd/>
                <a:tailEnd/>
              </a:ln>
            </p:spPr>
            <p:txBody>
              <a:bodyPr>
                <a:spAutoFit/>
              </a:bodyPr>
              <a:lstStyle/>
              <a:p>
                <a:pPr eaLnBrk="1" hangingPunct="1">
                  <a:spcBef>
                    <a:spcPct val="50000"/>
                  </a:spcBef>
                  <a:defRPr/>
                </a:pPr>
                <a:r>
                  <a:rPr lang="en-US" sz="1600"/>
                  <a:t>Dir</a:t>
                </a:r>
                <a:endParaRPr lang="ru-RU" sz="1600"/>
              </a:p>
            </p:txBody>
          </p:sp>
          <p:sp>
            <p:nvSpPr>
              <p:cNvPr id="59445" name="AutoShape 63">
                <a:extLst>
                  <a:ext uri="{FF2B5EF4-FFF2-40B4-BE49-F238E27FC236}">
                    <a16:creationId xmlns:a16="http://schemas.microsoft.com/office/drawing/2014/main" id="{DEF3851E-BFB6-4DF8-9457-03204C04E997}"/>
                  </a:ext>
                </a:extLst>
              </p:cNvPr>
              <p:cNvSpPr>
                <a:spLocks noChangeArrowheads="1"/>
              </p:cNvSpPr>
              <p:nvPr/>
            </p:nvSpPr>
            <p:spPr bwMode="auto">
              <a:xfrm>
                <a:off x="1496" y="1690"/>
                <a:ext cx="254" cy="338"/>
              </a:xfrm>
              <a:prstGeom prst="flowChartDelay">
                <a:avLst/>
              </a:prstGeom>
              <a:grpFill/>
              <a:ln w="25400">
                <a:solidFill>
                  <a:schemeClr val="tx1"/>
                </a:solidFill>
                <a:miter lim="800000"/>
                <a:headEnd/>
                <a:tailEnd/>
              </a:ln>
            </p:spPr>
            <p:txBody>
              <a:bodyPr wrap="none" anchor="ctr"/>
              <a:lstStyle/>
              <a:p>
                <a:pPr eaLnBrk="1" hangingPunct="1">
                  <a:defRPr/>
                </a:pPr>
                <a:endParaRPr lang="ru-RU" sz="1600"/>
              </a:p>
            </p:txBody>
          </p:sp>
          <p:sp>
            <p:nvSpPr>
              <p:cNvPr id="59446" name="AutoShape 64">
                <a:extLst>
                  <a:ext uri="{FF2B5EF4-FFF2-40B4-BE49-F238E27FC236}">
                    <a16:creationId xmlns:a16="http://schemas.microsoft.com/office/drawing/2014/main" id="{A5F76886-D4CA-4AA4-BA3D-A24CD6BFD89F}"/>
                  </a:ext>
                </a:extLst>
              </p:cNvPr>
              <p:cNvSpPr>
                <a:spLocks noChangeArrowheads="1"/>
              </p:cNvSpPr>
              <p:nvPr/>
            </p:nvSpPr>
            <p:spPr bwMode="auto">
              <a:xfrm>
                <a:off x="1502" y="1220"/>
                <a:ext cx="254" cy="338"/>
              </a:xfrm>
              <a:prstGeom prst="flowChartDelay">
                <a:avLst/>
              </a:prstGeom>
              <a:grpFill/>
              <a:ln w="25400">
                <a:solidFill>
                  <a:schemeClr val="tx1"/>
                </a:solidFill>
                <a:miter lim="800000"/>
                <a:headEnd/>
                <a:tailEnd/>
              </a:ln>
            </p:spPr>
            <p:txBody>
              <a:bodyPr wrap="none" anchor="ctr"/>
              <a:lstStyle/>
              <a:p>
                <a:pPr eaLnBrk="1" hangingPunct="1">
                  <a:defRPr/>
                </a:pPr>
                <a:endParaRPr lang="ru-RU" sz="1600"/>
              </a:p>
            </p:txBody>
          </p:sp>
          <p:sp>
            <p:nvSpPr>
              <p:cNvPr id="59447" name="Oval 47">
                <a:extLst>
                  <a:ext uri="{FF2B5EF4-FFF2-40B4-BE49-F238E27FC236}">
                    <a16:creationId xmlns:a16="http://schemas.microsoft.com/office/drawing/2014/main" id="{1CBCA496-63C9-45DA-BD66-B5C6FC8F43A2}"/>
                  </a:ext>
                </a:extLst>
              </p:cNvPr>
              <p:cNvSpPr>
                <a:spLocks noChangeArrowheads="1"/>
              </p:cNvSpPr>
              <p:nvPr/>
            </p:nvSpPr>
            <p:spPr bwMode="auto">
              <a:xfrm>
                <a:off x="1417" y="1883"/>
                <a:ext cx="82" cy="110"/>
              </a:xfrm>
              <a:prstGeom prst="ellipse">
                <a:avLst/>
              </a:prstGeom>
              <a:grpFill/>
              <a:ln w="22225">
                <a:solidFill>
                  <a:schemeClr val="tx1"/>
                </a:solidFill>
                <a:round/>
                <a:headEnd/>
                <a:tailEnd/>
              </a:ln>
            </p:spPr>
            <p:txBody>
              <a:bodyPr wrap="none" anchor="ctr"/>
              <a:lstStyle/>
              <a:p>
                <a:pPr eaLnBrk="1" hangingPunct="1">
                  <a:defRPr/>
                </a:pPr>
                <a:endParaRPr lang="ru-RU" sz="1600"/>
              </a:p>
            </p:txBody>
          </p:sp>
        </p:grpSp>
      </p:grpSp>
      <p:graphicFrame>
        <p:nvGraphicFramePr>
          <p:cNvPr id="39" name="Table 38">
            <a:extLst>
              <a:ext uri="{FF2B5EF4-FFF2-40B4-BE49-F238E27FC236}">
                <a16:creationId xmlns:a16="http://schemas.microsoft.com/office/drawing/2014/main" id="{F4073B09-5CB4-47E6-BAC5-7CC70621D2F3}"/>
              </a:ext>
            </a:extLst>
          </p:cNvPr>
          <p:cNvGraphicFramePr>
            <a:graphicFrameLocks noGrp="1"/>
          </p:cNvGraphicFramePr>
          <p:nvPr>
            <p:extLst>
              <p:ext uri="{D42A27DB-BD31-4B8C-83A1-F6EECF244321}">
                <p14:modId xmlns:p14="http://schemas.microsoft.com/office/powerpoint/2010/main" val="738434116"/>
              </p:ext>
            </p:extLst>
          </p:nvPr>
        </p:nvGraphicFramePr>
        <p:xfrm>
          <a:off x="2565400" y="4235451"/>
          <a:ext cx="6845300" cy="1463676"/>
        </p:xfrm>
        <a:graphic>
          <a:graphicData uri="http://schemas.openxmlformats.org/drawingml/2006/table">
            <a:tbl>
              <a:tblPr firstRow="1" bandRow="1">
                <a:tableStyleId>{5C22544A-7EE6-4342-B048-85BDC9FD1C3A}</a:tableStyleId>
              </a:tblPr>
              <a:tblGrid>
                <a:gridCol w="1625759">
                  <a:extLst>
                    <a:ext uri="{9D8B030D-6E8A-4147-A177-3AD203B41FA5}">
                      <a16:colId xmlns:a16="http://schemas.microsoft.com/office/drawing/2014/main" val="20000"/>
                    </a:ext>
                  </a:extLst>
                </a:gridCol>
                <a:gridCol w="5219541">
                  <a:extLst>
                    <a:ext uri="{9D8B030D-6E8A-4147-A177-3AD203B41FA5}">
                      <a16:colId xmlns:a16="http://schemas.microsoft.com/office/drawing/2014/main" val="20001"/>
                    </a:ext>
                  </a:extLst>
                </a:gridCol>
              </a:tblGrid>
              <a:tr h="36591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En   Dir</a:t>
                      </a:r>
                      <a:endParaRPr kumimoji="0" lang="ru-RU" sz="1800" b="0" i="0" u="none" strike="noStrike" cap="none" normalizeH="0" baseline="0" dirty="0">
                        <a:ln>
                          <a:noFill/>
                        </a:ln>
                        <a:solidFill>
                          <a:schemeClr val="bg1"/>
                        </a:solidFill>
                        <a:effectLst/>
                        <a:latin typeface="Arial" charset="0"/>
                        <a:cs typeface="Arial" charset="0"/>
                      </a:endParaRPr>
                    </a:p>
                  </a:txBody>
                  <a:tcPr marT="45740" marB="4574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Operation</a:t>
                      </a:r>
                      <a:endParaRPr kumimoji="0" lang="ru-RU" sz="1800" b="0" i="0" u="none" strike="noStrike" cap="none" normalizeH="0" baseline="0" dirty="0">
                        <a:ln>
                          <a:noFill/>
                        </a:ln>
                        <a:solidFill>
                          <a:schemeClr val="bg1"/>
                        </a:solidFill>
                        <a:effectLst/>
                        <a:latin typeface="Arial" charset="0"/>
                        <a:cs typeface="Arial" charset="0"/>
                      </a:endParaRPr>
                    </a:p>
                  </a:txBody>
                  <a:tcPr marT="45740" marB="45740" horzOverflow="overflow"/>
                </a:tc>
                <a:extLst>
                  <a:ext uri="{0D108BD9-81ED-4DB2-BD59-A6C34878D82A}">
                    <a16:rowId xmlns:a16="http://schemas.microsoft.com/office/drawing/2014/main" val="10000"/>
                  </a:ext>
                </a:extLst>
              </a:tr>
              <a:tr h="36591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0      0</a:t>
                      </a:r>
                      <a:endParaRPr kumimoji="0" lang="ru-RU" sz="1800" b="0" i="0" u="none" strike="noStrike" cap="none" normalizeH="0" baseline="0">
                        <a:ln>
                          <a:noFill/>
                        </a:ln>
                        <a:solidFill>
                          <a:schemeClr val="tx1"/>
                        </a:solidFill>
                        <a:effectLst/>
                        <a:latin typeface="Arial" charset="0"/>
                        <a:cs typeface="Arial" charset="0"/>
                      </a:endParaRPr>
                    </a:p>
                  </a:txBody>
                  <a:tcPr marT="45740" marB="4574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Transfer  data  from src on B to</a:t>
                      </a:r>
                      <a:r>
                        <a:rPr kumimoji="0" lang="en-US" sz="1800" b="0" i="0" u="none" strike="noStrike" cap="none" normalizeH="0" baseline="0" dirty="0">
                          <a:ln>
                            <a:noFill/>
                          </a:ln>
                          <a:solidFill>
                            <a:schemeClr val="tx1"/>
                          </a:solidFill>
                          <a:effectLst/>
                          <a:latin typeface="Arial" charset="0"/>
                          <a:cs typeface="Arial" charset="0"/>
                          <a:sym typeface="Symbol" pitchFamily="18" charset="2"/>
                        </a:rPr>
                        <a:t> dst on A</a:t>
                      </a:r>
                    </a:p>
                  </a:txBody>
                  <a:tcPr marT="45740" marB="45740" horzOverflow="overflow"/>
                </a:tc>
                <a:extLst>
                  <a:ext uri="{0D108BD9-81ED-4DB2-BD59-A6C34878D82A}">
                    <a16:rowId xmlns:a16="http://schemas.microsoft.com/office/drawing/2014/main" val="10001"/>
                  </a:ext>
                </a:extLst>
              </a:tr>
              <a:tr h="36591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0      1</a:t>
                      </a:r>
                      <a:endParaRPr kumimoji="0" lang="ru-RU" sz="1800" b="0" i="0" u="none" strike="noStrike" cap="none" normalizeH="0" baseline="0">
                        <a:ln>
                          <a:noFill/>
                        </a:ln>
                        <a:solidFill>
                          <a:schemeClr val="tx1"/>
                        </a:solidFill>
                        <a:effectLst/>
                        <a:latin typeface="Arial" charset="0"/>
                        <a:cs typeface="Arial" charset="0"/>
                      </a:endParaRPr>
                    </a:p>
                  </a:txBody>
                  <a:tcPr marT="45740" marB="4574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Transfer data from src on A to</a:t>
                      </a:r>
                      <a:r>
                        <a:rPr kumimoji="0" lang="en-US" sz="1800" b="0" i="0" u="none" strike="noStrike" cap="none" normalizeH="0" baseline="0" dirty="0">
                          <a:ln>
                            <a:noFill/>
                          </a:ln>
                          <a:solidFill>
                            <a:schemeClr val="tx1"/>
                          </a:solidFill>
                          <a:effectLst/>
                          <a:latin typeface="Arial" charset="0"/>
                          <a:cs typeface="Arial" charset="0"/>
                          <a:sym typeface="Symbol" pitchFamily="18" charset="2"/>
                        </a:rPr>
                        <a:t> dst on B</a:t>
                      </a:r>
                      <a:endParaRPr kumimoji="0" lang="ru-RU" sz="1800" b="0" i="0" u="none" strike="noStrike" cap="none" normalizeH="0" baseline="0" dirty="0">
                        <a:ln>
                          <a:noFill/>
                        </a:ln>
                        <a:solidFill>
                          <a:schemeClr val="tx1"/>
                        </a:solidFill>
                        <a:effectLst/>
                        <a:latin typeface="Arial" charset="0"/>
                        <a:cs typeface="Arial" charset="0"/>
                        <a:sym typeface="Symbol" pitchFamily="18" charset="2"/>
                      </a:endParaRPr>
                    </a:p>
                  </a:txBody>
                  <a:tcPr marT="45740" marB="45740" horzOverflow="overflow"/>
                </a:tc>
                <a:extLst>
                  <a:ext uri="{0D108BD9-81ED-4DB2-BD59-A6C34878D82A}">
                    <a16:rowId xmlns:a16="http://schemas.microsoft.com/office/drawing/2014/main" val="10002"/>
                  </a:ext>
                </a:extLst>
              </a:tr>
              <a:tr h="36591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1      x</a:t>
                      </a:r>
                      <a:endParaRPr kumimoji="0" lang="ru-RU" sz="1800" b="0" i="0" u="none" strike="noStrike" cap="none" normalizeH="0" baseline="0" dirty="0">
                        <a:ln>
                          <a:noFill/>
                        </a:ln>
                        <a:solidFill>
                          <a:schemeClr val="tx1"/>
                        </a:solidFill>
                        <a:effectLst/>
                        <a:latin typeface="Arial" charset="0"/>
                        <a:cs typeface="Arial" charset="0"/>
                      </a:endParaRPr>
                    </a:p>
                  </a:txBody>
                  <a:tcPr marT="45740" marB="45740"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Transfer data on A and B independently</a:t>
                      </a:r>
                      <a:endParaRPr kumimoji="0" lang="ru-RU" sz="1800" b="0" i="0" u="none" strike="noStrike" cap="none" normalizeH="0" baseline="0" dirty="0">
                        <a:ln>
                          <a:noFill/>
                        </a:ln>
                        <a:solidFill>
                          <a:schemeClr val="tx1"/>
                        </a:solidFill>
                        <a:effectLst/>
                        <a:latin typeface="Arial" charset="0"/>
                        <a:cs typeface="Arial" charset="0"/>
                      </a:endParaRPr>
                    </a:p>
                  </a:txBody>
                  <a:tcPr marT="45740" marB="45740" horzOverflow="overflow"/>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3">
            <a:extLst>
              <a:ext uri="{FF2B5EF4-FFF2-40B4-BE49-F238E27FC236}">
                <a16:creationId xmlns:a16="http://schemas.microsoft.com/office/drawing/2014/main" id="{90A2E1C5-1976-4197-BDCA-00FE1A2647E6}"/>
              </a:ext>
            </a:extLst>
          </p:cNvPr>
          <p:cNvSpPr>
            <a:spLocks noGrp="1" noChangeArrowheads="1"/>
          </p:cNvSpPr>
          <p:nvPr>
            <p:ph type="title"/>
          </p:nvPr>
        </p:nvSpPr>
        <p:spPr>
          <a:xfrm>
            <a:off x="-1" y="183402"/>
            <a:ext cx="11612880" cy="704088"/>
          </a:xfrm>
        </p:spPr>
        <p:txBody>
          <a:bodyPr>
            <a:normAutofit/>
          </a:bodyPr>
          <a:lstStyle/>
          <a:p>
            <a:r>
              <a:rPr lang="en-US" altLang="en-US" dirty="0"/>
              <a:t>Bus Transceiver in Verilog</a:t>
            </a:r>
            <a:endParaRPr lang="ru-RU" altLang="en-US" dirty="0"/>
          </a:p>
        </p:txBody>
      </p:sp>
      <p:sp>
        <p:nvSpPr>
          <p:cNvPr id="124931" name="Content Placeholder 5">
            <a:extLst>
              <a:ext uri="{FF2B5EF4-FFF2-40B4-BE49-F238E27FC236}">
                <a16:creationId xmlns:a16="http://schemas.microsoft.com/office/drawing/2014/main" id="{E14BC732-39A3-BB6A-25F5-749911F6AD56}"/>
              </a:ext>
            </a:extLst>
          </p:cNvPr>
          <p:cNvSpPr>
            <a:spLocks noGrp="1" noChangeArrowheads="1"/>
          </p:cNvSpPr>
          <p:nvPr>
            <p:ph type="body" sz="quarter" idx="10"/>
          </p:nvPr>
        </p:nvSpPr>
        <p:spPr>
          <a:xfrm>
            <a:off x="457200" y="1188720"/>
            <a:ext cx="11277922" cy="5185186"/>
          </a:xfrm>
        </p:spPr>
        <p:txBody>
          <a:bodyPr/>
          <a:lstStyle/>
          <a:p>
            <a:r>
              <a:rPr lang="en-US" altLang="en-US"/>
              <a:t>Verilog module for 8-bit transceiver: </a:t>
            </a:r>
          </a:p>
          <a:p>
            <a:r>
              <a:rPr lang="en-US" altLang="en-US"/>
              <a:t>module transciever_8(En, Dir, A,B);</a:t>
            </a:r>
          </a:p>
          <a:p>
            <a:r>
              <a:rPr lang="en-US" altLang="en-US"/>
              <a:t>	input En, Dir;</a:t>
            </a:r>
          </a:p>
          <a:p>
            <a:r>
              <a:rPr lang="en-US" altLang="en-US"/>
              <a:t>	inout [7:0] A, B;</a:t>
            </a:r>
          </a:p>
          <a:p>
            <a:r>
              <a:rPr lang="en-US" altLang="en-US"/>
              <a:t>	assign A = ~En&amp;~Dir ? B: 8’bz;</a:t>
            </a:r>
          </a:p>
          <a:p>
            <a:r>
              <a:rPr lang="en-US" altLang="en-US"/>
              <a:t>	assign B= ~En&amp;Dir ? A: 8’bz;</a:t>
            </a:r>
          </a:p>
          <a:p>
            <a:r>
              <a:rPr lang="en-US" altLang="en-US"/>
              <a:t>endmodule	</a:t>
            </a:r>
          </a:p>
          <a:p>
            <a:endParaRPr lang="ru-RU" altLang="en-US"/>
          </a:p>
          <a:p>
            <a:endParaRPr lang="ru-RU" altLang="en-US"/>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a:extLst>
              <a:ext uri="{FF2B5EF4-FFF2-40B4-BE49-F238E27FC236}">
                <a16:creationId xmlns:a16="http://schemas.microsoft.com/office/drawing/2014/main" id="{6FBFA1B6-04F8-2166-D8F2-80BFED0B0F1C}"/>
              </a:ext>
            </a:extLst>
          </p:cNvPr>
          <p:cNvSpPr>
            <a:spLocks noGrp="1" noChangeArrowheads="1"/>
          </p:cNvSpPr>
          <p:nvPr>
            <p:ph type="title"/>
          </p:nvPr>
        </p:nvSpPr>
        <p:spPr>
          <a:xfrm>
            <a:off x="-1" y="183402"/>
            <a:ext cx="11612880" cy="704088"/>
          </a:xfrm>
        </p:spPr>
        <p:txBody>
          <a:bodyPr/>
          <a:lstStyle/>
          <a:p>
            <a:r>
              <a:rPr lang="en-US" altLang="en-US"/>
              <a:t>Bidirectional Buses</a:t>
            </a:r>
            <a:endParaRPr lang="en-GB" altLang="en-US"/>
          </a:p>
        </p:txBody>
      </p:sp>
      <p:sp>
        <p:nvSpPr>
          <p:cNvPr id="126979" name="Rectangle 2">
            <a:extLst>
              <a:ext uri="{FF2B5EF4-FFF2-40B4-BE49-F238E27FC236}">
                <a16:creationId xmlns:a16="http://schemas.microsoft.com/office/drawing/2014/main" id="{085D0A98-E62B-EDBF-2E77-17B7D3AC05EF}"/>
              </a:ext>
            </a:extLst>
          </p:cNvPr>
          <p:cNvSpPr>
            <a:spLocks noChangeArrowheads="1"/>
          </p:cNvSpPr>
          <p:nvPr/>
        </p:nvSpPr>
        <p:spPr bwMode="auto">
          <a:xfrm>
            <a:off x="2997201" y="973138"/>
            <a:ext cx="842963" cy="1295400"/>
          </a:xfrm>
          <a:prstGeom prst="rect">
            <a:avLst/>
          </a:prstGeom>
          <a:solidFill>
            <a:schemeClr val="accent1">
              <a:lumMod val="60000"/>
              <a:lumOff val="40000"/>
            </a:schemeClr>
          </a:solidFill>
          <a:ln w="19050"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IC1</a:t>
            </a:r>
          </a:p>
        </p:txBody>
      </p:sp>
      <p:cxnSp>
        <p:nvCxnSpPr>
          <p:cNvPr id="126980" name="Straight Connector 4">
            <a:extLst>
              <a:ext uri="{FF2B5EF4-FFF2-40B4-BE49-F238E27FC236}">
                <a16:creationId xmlns:a16="http://schemas.microsoft.com/office/drawing/2014/main" id="{039B7F3F-AA2E-FBEC-839E-19C273413CF0}"/>
              </a:ext>
            </a:extLst>
          </p:cNvPr>
          <p:cNvCxnSpPr>
            <a:cxnSpLocks noChangeShapeType="1"/>
          </p:cNvCxnSpPr>
          <p:nvPr/>
        </p:nvCxnSpPr>
        <p:spPr bwMode="auto">
          <a:xfrm rot="16200000" flipH="1">
            <a:off x="2897982" y="3298032"/>
            <a:ext cx="1646237"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6981" name="Straight Connector 6">
            <a:extLst>
              <a:ext uri="{FF2B5EF4-FFF2-40B4-BE49-F238E27FC236}">
                <a16:creationId xmlns:a16="http://schemas.microsoft.com/office/drawing/2014/main" id="{D05F2DC4-4F1D-C8E9-77BC-7C2CC8C0F182}"/>
              </a:ext>
            </a:extLst>
          </p:cNvPr>
          <p:cNvCxnSpPr>
            <a:cxnSpLocks noChangeShapeType="1"/>
          </p:cNvCxnSpPr>
          <p:nvPr/>
        </p:nvCxnSpPr>
        <p:spPr bwMode="auto">
          <a:xfrm flipV="1">
            <a:off x="2355850" y="2481263"/>
            <a:ext cx="6934200"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6982" name="Straight Connector 8">
            <a:extLst>
              <a:ext uri="{FF2B5EF4-FFF2-40B4-BE49-F238E27FC236}">
                <a16:creationId xmlns:a16="http://schemas.microsoft.com/office/drawing/2014/main" id="{8D74B451-AAD7-53B5-F0BD-AFB966FDD251}"/>
              </a:ext>
            </a:extLst>
          </p:cNvPr>
          <p:cNvCxnSpPr>
            <a:cxnSpLocks noChangeShapeType="1"/>
          </p:cNvCxnSpPr>
          <p:nvPr/>
        </p:nvCxnSpPr>
        <p:spPr bwMode="auto">
          <a:xfrm>
            <a:off x="3840164" y="1092200"/>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3" name="Straight Connector 10">
            <a:extLst>
              <a:ext uri="{FF2B5EF4-FFF2-40B4-BE49-F238E27FC236}">
                <a16:creationId xmlns:a16="http://schemas.microsoft.com/office/drawing/2014/main" id="{9FE5C835-306A-7876-240D-1E18BE69A865}"/>
              </a:ext>
            </a:extLst>
          </p:cNvPr>
          <p:cNvCxnSpPr>
            <a:cxnSpLocks noChangeShapeType="1"/>
          </p:cNvCxnSpPr>
          <p:nvPr/>
        </p:nvCxnSpPr>
        <p:spPr bwMode="auto">
          <a:xfrm>
            <a:off x="3851276" y="1543050"/>
            <a:ext cx="3667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4" name="Straight Connector 11">
            <a:extLst>
              <a:ext uri="{FF2B5EF4-FFF2-40B4-BE49-F238E27FC236}">
                <a16:creationId xmlns:a16="http://schemas.microsoft.com/office/drawing/2014/main" id="{4F529DB2-0716-761F-54F6-D2CA31C7C6DD}"/>
              </a:ext>
            </a:extLst>
          </p:cNvPr>
          <p:cNvCxnSpPr>
            <a:cxnSpLocks noChangeShapeType="1"/>
          </p:cNvCxnSpPr>
          <p:nvPr/>
        </p:nvCxnSpPr>
        <p:spPr bwMode="auto">
          <a:xfrm>
            <a:off x="3840164" y="123507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5" name="Straight Connector 12">
            <a:extLst>
              <a:ext uri="{FF2B5EF4-FFF2-40B4-BE49-F238E27FC236}">
                <a16:creationId xmlns:a16="http://schemas.microsoft.com/office/drawing/2014/main" id="{90573263-107E-2E5F-8BD6-FC680075A4A2}"/>
              </a:ext>
            </a:extLst>
          </p:cNvPr>
          <p:cNvCxnSpPr>
            <a:cxnSpLocks noChangeShapeType="1"/>
          </p:cNvCxnSpPr>
          <p:nvPr/>
        </p:nvCxnSpPr>
        <p:spPr bwMode="auto">
          <a:xfrm>
            <a:off x="3840164" y="138906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6" name="Straight Connector 13">
            <a:extLst>
              <a:ext uri="{FF2B5EF4-FFF2-40B4-BE49-F238E27FC236}">
                <a16:creationId xmlns:a16="http://schemas.microsoft.com/office/drawing/2014/main" id="{2A52035A-97BB-CE73-8351-F3DB592A282E}"/>
              </a:ext>
            </a:extLst>
          </p:cNvPr>
          <p:cNvCxnSpPr>
            <a:cxnSpLocks noChangeShapeType="1"/>
          </p:cNvCxnSpPr>
          <p:nvPr/>
        </p:nvCxnSpPr>
        <p:spPr bwMode="auto">
          <a:xfrm>
            <a:off x="3827463" y="1698625"/>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7" name="Straight Connector 14">
            <a:extLst>
              <a:ext uri="{FF2B5EF4-FFF2-40B4-BE49-F238E27FC236}">
                <a16:creationId xmlns:a16="http://schemas.microsoft.com/office/drawing/2014/main" id="{D8460090-ED86-A54D-1105-67EAD523BEB0}"/>
              </a:ext>
            </a:extLst>
          </p:cNvPr>
          <p:cNvCxnSpPr>
            <a:cxnSpLocks noChangeShapeType="1"/>
          </p:cNvCxnSpPr>
          <p:nvPr/>
        </p:nvCxnSpPr>
        <p:spPr bwMode="auto">
          <a:xfrm>
            <a:off x="3840164" y="214947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8" name="Straight Connector 15">
            <a:extLst>
              <a:ext uri="{FF2B5EF4-FFF2-40B4-BE49-F238E27FC236}">
                <a16:creationId xmlns:a16="http://schemas.microsoft.com/office/drawing/2014/main" id="{F0C7E14F-E6A9-2E00-67F5-575406A83DF0}"/>
              </a:ext>
            </a:extLst>
          </p:cNvPr>
          <p:cNvCxnSpPr>
            <a:cxnSpLocks noChangeShapeType="1"/>
          </p:cNvCxnSpPr>
          <p:nvPr/>
        </p:nvCxnSpPr>
        <p:spPr bwMode="auto">
          <a:xfrm>
            <a:off x="3827463" y="185261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89" name="Straight Connector 16">
            <a:extLst>
              <a:ext uri="{FF2B5EF4-FFF2-40B4-BE49-F238E27FC236}">
                <a16:creationId xmlns:a16="http://schemas.microsoft.com/office/drawing/2014/main" id="{120B660E-7970-D994-DCA9-332FED25E6DE}"/>
              </a:ext>
            </a:extLst>
          </p:cNvPr>
          <p:cNvCxnSpPr>
            <a:cxnSpLocks noChangeShapeType="1"/>
          </p:cNvCxnSpPr>
          <p:nvPr/>
        </p:nvCxnSpPr>
        <p:spPr bwMode="auto">
          <a:xfrm>
            <a:off x="3827463" y="2006600"/>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0" name="Straight Connector 17">
            <a:extLst>
              <a:ext uri="{FF2B5EF4-FFF2-40B4-BE49-F238E27FC236}">
                <a16:creationId xmlns:a16="http://schemas.microsoft.com/office/drawing/2014/main" id="{4FC45C89-9F4F-DFC1-A4B1-0EA1322BABB6}"/>
              </a:ext>
            </a:extLst>
          </p:cNvPr>
          <p:cNvCxnSpPr>
            <a:cxnSpLocks noChangeShapeType="1"/>
          </p:cNvCxnSpPr>
          <p:nvPr/>
        </p:nvCxnSpPr>
        <p:spPr bwMode="auto">
          <a:xfrm rot="16200000" flipH="1">
            <a:off x="3940176" y="1739901"/>
            <a:ext cx="1508125"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126991" name="Rectangle 18">
            <a:extLst>
              <a:ext uri="{FF2B5EF4-FFF2-40B4-BE49-F238E27FC236}">
                <a16:creationId xmlns:a16="http://schemas.microsoft.com/office/drawing/2014/main" id="{8A1D340B-8CF8-2C6E-37E0-4B33561725F9}"/>
              </a:ext>
            </a:extLst>
          </p:cNvPr>
          <p:cNvSpPr>
            <a:spLocks noChangeArrowheads="1"/>
          </p:cNvSpPr>
          <p:nvPr/>
        </p:nvSpPr>
        <p:spPr bwMode="auto">
          <a:xfrm>
            <a:off x="6999288" y="996950"/>
            <a:ext cx="842962" cy="1295400"/>
          </a:xfrm>
          <a:prstGeom prst="rect">
            <a:avLst/>
          </a:prstGeom>
          <a:solidFill>
            <a:schemeClr val="accent1">
              <a:lumMod val="60000"/>
              <a:lumOff val="40000"/>
            </a:schemeClr>
          </a:solidFill>
          <a:ln w="19050"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IC3</a:t>
            </a:r>
          </a:p>
        </p:txBody>
      </p:sp>
      <p:cxnSp>
        <p:nvCxnSpPr>
          <p:cNvPr id="126992" name="Straight Connector 19">
            <a:extLst>
              <a:ext uri="{FF2B5EF4-FFF2-40B4-BE49-F238E27FC236}">
                <a16:creationId xmlns:a16="http://schemas.microsoft.com/office/drawing/2014/main" id="{322F4063-20D9-A4B5-01EB-0CA9C24BED4A}"/>
              </a:ext>
            </a:extLst>
          </p:cNvPr>
          <p:cNvCxnSpPr>
            <a:cxnSpLocks noChangeShapeType="1"/>
          </p:cNvCxnSpPr>
          <p:nvPr/>
        </p:nvCxnSpPr>
        <p:spPr bwMode="auto">
          <a:xfrm>
            <a:off x="4694238" y="1081089"/>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3" name="Straight Connector 20">
            <a:extLst>
              <a:ext uri="{FF2B5EF4-FFF2-40B4-BE49-F238E27FC236}">
                <a16:creationId xmlns:a16="http://schemas.microsoft.com/office/drawing/2014/main" id="{809A84E1-F4C0-6108-A4B9-46A5B5DFF4C6}"/>
              </a:ext>
            </a:extLst>
          </p:cNvPr>
          <p:cNvCxnSpPr>
            <a:cxnSpLocks noChangeShapeType="1"/>
          </p:cNvCxnSpPr>
          <p:nvPr/>
        </p:nvCxnSpPr>
        <p:spPr bwMode="auto">
          <a:xfrm>
            <a:off x="4706939" y="153193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4" name="Straight Connector 21">
            <a:extLst>
              <a:ext uri="{FF2B5EF4-FFF2-40B4-BE49-F238E27FC236}">
                <a16:creationId xmlns:a16="http://schemas.microsoft.com/office/drawing/2014/main" id="{D1D7C111-6BC9-F871-EEC1-E70D9CE26C75}"/>
              </a:ext>
            </a:extLst>
          </p:cNvPr>
          <p:cNvCxnSpPr>
            <a:cxnSpLocks noChangeShapeType="1"/>
          </p:cNvCxnSpPr>
          <p:nvPr/>
        </p:nvCxnSpPr>
        <p:spPr bwMode="auto">
          <a:xfrm>
            <a:off x="4694238" y="122396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5" name="Straight Connector 22">
            <a:extLst>
              <a:ext uri="{FF2B5EF4-FFF2-40B4-BE49-F238E27FC236}">
                <a16:creationId xmlns:a16="http://schemas.microsoft.com/office/drawing/2014/main" id="{671263B2-8186-620C-BA8E-96BEAD8CE7DA}"/>
              </a:ext>
            </a:extLst>
          </p:cNvPr>
          <p:cNvCxnSpPr>
            <a:cxnSpLocks noChangeShapeType="1"/>
          </p:cNvCxnSpPr>
          <p:nvPr/>
        </p:nvCxnSpPr>
        <p:spPr bwMode="auto">
          <a:xfrm>
            <a:off x="4694238" y="1377950"/>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6" name="Straight Connector 23">
            <a:extLst>
              <a:ext uri="{FF2B5EF4-FFF2-40B4-BE49-F238E27FC236}">
                <a16:creationId xmlns:a16="http://schemas.microsoft.com/office/drawing/2014/main" id="{27EA08DB-86CC-D762-1719-4D978118CE79}"/>
              </a:ext>
            </a:extLst>
          </p:cNvPr>
          <p:cNvCxnSpPr>
            <a:cxnSpLocks noChangeShapeType="1"/>
          </p:cNvCxnSpPr>
          <p:nvPr/>
        </p:nvCxnSpPr>
        <p:spPr bwMode="auto">
          <a:xfrm>
            <a:off x="4683126" y="168592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7" name="Straight Connector 24">
            <a:extLst>
              <a:ext uri="{FF2B5EF4-FFF2-40B4-BE49-F238E27FC236}">
                <a16:creationId xmlns:a16="http://schemas.microsoft.com/office/drawing/2014/main" id="{22F4217D-1328-64CC-E0FE-2788B164B840}"/>
              </a:ext>
            </a:extLst>
          </p:cNvPr>
          <p:cNvCxnSpPr>
            <a:cxnSpLocks noChangeShapeType="1"/>
          </p:cNvCxnSpPr>
          <p:nvPr/>
        </p:nvCxnSpPr>
        <p:spPr bwMode="auto">
          <a:xfrm>
            <a:off x="4694238" y="213836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8" name="Straight Connector 25">
            <a:extLst>
              <a:ext uri="{FF2B5EF4-FFF2-40B4-BE49-F238E27FC236}">
                <a16:creationId xmlns:a16="http://schemas.microsoft.com/office/drawing/2014/main" id="{04C35D57-D0E2-99F6-E275-6DB441256750}"/>
              </a:ext>
            </a:extLst>
          </p:cNvPr>
          <p:cNvCxnSpPr>
            <a:cxnSpLocks noChangeShapeType="1"/>
          </p:cNvCxnSpPr>
          <p:nvPr/>
        </p:nvCxnSpPr>
        <p:spPr bwMode="auto">
          <a:xfrm>
            <a:off x="4683126" y="18399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6999" name="Straight Connector 26">
            <a:extLst>
              <a:ext uri="{FF2B5EF4-FFF2-40B4-BE49-F238E27FC236}">
                <a16:creationId xmlns:a16="http://schemas.microsoft.com/office/drawing/2014/main" id="{8F6E67F0-126A-8E37-CD51-37F856ACEF94}"/>
              </a:ext>
            </a:extLst>
          </p:cNvPr>
          <p:cNvCxnSpPr>
            <a:cxnSpLocks noChangeShapeType="1"/>
          </p:cNvCxnSpPr>
          <p:nvPr/>
        </p:nvCxnSpPr>
        <p:spPr bwMode="auto">
          <a:xfrm>
            <a:off x="4683126" y="199548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7000" name="Rectangle 27">
            <a:extLst>
              <a:ext uri="{FF2B5EF4-FFF2-40B4-BE49-F238E27FC236}">
                <a16:creationId xmlns:a16="http://schemas.microsoft.com/office/drawing/2014/main" id="{6338260C-3F76-37AC-05BE-A002C45FBAE0}"/>
              </a:ext>
            </a:extLst>
          </p:cNvPr>
          <p:cNvSpPr>
            <a:spLocks noChangeArrowheads="1"/>
          </p:cNvSpPr>
          <p:nvPr/>
        </p:nvSpPr>
        <p:spPr bwMode="auto">
          <a:xfrm>
            <a:off x="5086351" y="973138"/>
            <a:ext cx="842963" cy="1295400"/>
          </a:xfrm>
          <a:prstGeom prst="rect">
            <a:avLst/>
          </a:prstGeom>
          <a:solidFill>
            <a:schemeClr val="accent1">
              <a:lumMod val="60000"/>
              <a:lumOff val="40000"/>
            </a:schemeClr>
          </a:solidFill>
          <a:ln w="19050"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IC2</a:t>
            </a:r>
          </a:p>
        </p:txBody>
      </p:sp>
      <p:cxnSp>
        <p:nvCxnSpPr>
          <p:cNvPr id="127001" name="Straight Connector 28">
            <a:extLst>
              <a:ext uri="{FF2B5EF4-FFF2-40B4-BE49-F238E27FC236}">
                <a16:creationId xmlns:a16="http://schemas.microsoft.com/office/drawing/2014/main" id="{1F5AD7AB-519D-8819-BE00-C965A6B04AE2}"/>
              </a:ext>
            </a:extLst>
          </p:cNvPr>
          <p:cNvCxnSpPr>
            <a:cxnSpLocks noChangeShapeType="1"/>
          </p:cNvCxnSpPr>
          <p:nvPr/>
        </p:nvCxnSpPr>
        <p:spPr bwMode="auto">
          <a:xfrm rot="16200000" flipH="1">
            <a:off x="5864226" y="1739901"/>
            <a:ext cx="1508125"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7002" name="Straight Connector 29">
            <a:extLst>
              <a:ext uri="{FF2B5EF4-FFF2-40B4-BE49-F238E27FC236}">
                <a16:creationId xmlns:a16="http://schemas.microsoft.com/office/drawing/2014/main" id="{E2D374F6-ABB4-C0D5-908B-A3AA09D1B36A}"/>
              </a:ext>
            </a:extLst>
          </p:cNvPr>
          <p:cNvCxnSpPr>
            <a:cxnSpLocks noChangeShapeType="1"/>
          </p:cNvCxnSpPr>
          <p:nvPr/>
        </p:nvCxnSpPr>
        <p:spPr bwMode="auto">
          <a:xfrm>
            <a:off x="6618288" y="1081089"/>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03" name="Straight Connector 30">
            <a:extLst>
              <a:ext uri="{FF2B5EF4-FFF2-40B4-BE49-F238E27FC236}">
                <a16:creationId xmlns:a16="http://schemas.microsoft.com/office/drawing/2014/main" id="{504B7D11-1479-959A-1B21-5CAAA595A1A4}"/>
              </a:ext>
            </a:extLst>
          </p:cNvPr>
          <p:cNvCxnSpPr>
            <a:cxnSpLocks noChangeShapeType="1"/>
          </p:cNvCxnSpPr>
          <p:nvPr/>
        </p:nvCxnSpPr>
        <p:spPr bwMode="auto">
          <a:xfrm>
            <a:off x="6630989" y="153193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04" name="Straight Connector 31">
            <a:extLst>
              <a:ext uri="{FF2B5EF4-FFF2-40B4-BE49-F238E27FC236}">
                <a16:creationId xmlns:a16="http://schemas.microsoft.com/office/drawing/2014/main" id="{974057FD-DCE3-CC60-5F64-E658372B5CE6}"/>
              </a:ext>
            </a:extLst>
          </p:cNvPr>
          <p:cNvCxnSpPr>
            <a:cxnSpLocks noChangeShapeType="1"/>
          </p:cNvCxnSpPr>
          <p:nvPr/>
        </p:nvCxnSpPr>
        <p:spPr bwMode="auto">
          <a:xfrm>
            <a:off x="6618288" y="122396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05" name="Straight Connector 32">
            <a:extLst>
              <a:ext uri="{FF2B5EF4-FFF2-40B4-BE49-F238E27FC236}">
                <a16:creationId xmlns:a16="http://schemas.microsoft.com/office/drawing/2014/main" id="{C776EEAC-A788-F90B-D2A9-2AA0C742BACD}"/>
              </a:ext>
            </a:extLst>
          </p:cNvPr>
          <p:cNvCxnSpPr>
            <a:cxnSpLocks noChangeShapeType="1"/>
          </p:cNvCxnSpPr>
          <p:nvPr/>
        </p:nvCxnSpPr>
        <p:spPr bwMode="auto">
          <a:xfrm>
            <a:off x="6618288" y="1377950"/>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06" name="Straight Connector 33">
            <a:extLst>
              <a:ext uri="{FF2B5EF4-FFF2-40B4-BE49-F238E27FC236}">
                <a16:creationId xmlns:a16="http://schemas.microsoft.com/office/drawing/2014/main" id="{C7BF0D13-828D-3D4B-DE3D-53FE64172D1A}"/>
              </a:ext>
            </a:extLst>
          </p:cNvPr>
          <p:cNvCxnSpPr>
            <a:cxnSpLocks noChangeShapeType="1"/>
          </p:cNvCxnSpPr>
          <p:nvPr/>
        </p:nvCxnSpPr>
        <p:spPr bwMode="auto">
          <a:xfrm>
            <a:off x="6607176" y="168592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07" name="Straight Connector 34">
            <a:extLst>
              <a:ext uri="{FF2B5EF4-FFF2-40B4-BE49-F238E27FC236}">
                <a16:creationId xmlns:a16="http://schemas.microsoft.com/office/drawing/2014/main" id="{83F37238-4184-05C2-76A2-3A5EDA03253F}"/>
              </a:ext>
            </a:extLst>
          </p:cNvPr>
          <p:cNvCxnSpPr>
            <a:cxnSpLocks noChangeShapeType="1"/>
          </p:cNvCxnSpPr>
          <p:nvPr/>
        </p:nvCxnSpPr>
        <p:spPr bwMode="auto">
          <a:xfrm>
            <a:off x="6618288" y="213836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08" name="Straight Connector 35">
            <a:extLst>
              <a:ext uri="{FF2B5EF4-FFF2-40B4-BE49-F238E27FC236}">
                <a16:creationId xmlns:a16="http://schemas.microsoft.com/office/drawing/2014/main" id="{B846B191-EC0F-967B-7A0D-105A467858E4}"/>
              </a:ext>
            </a:extLst>
          </p:cNvPr>
          <p:cNvCxnSpPr>
            <a:cxnSpLocks noChangeShapeType="1"/>
          </p:cNvCxnSpPr>
          <p:nvPr/>
        </p:nvCxnSpPr>
        <p:spPr bwMode="auto">
          <a:xfrm>
            <a:off x="6607176" y="18399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09" name="Straight Connector 36">
            <a:extLst>
              <a:ext uri="{FF2B5EF4-FFF2-40B4-BE49-F238E27FC236}">
                <a16:creationId xmlns:a16="http://schemas.microsoft.com/office/drawing/2014/main" id="{83957A9F-3EB0-D277-4153-D1B133498D97}"/>
              </a:ext>
            </a:extLst>
          </p:cNvPr>
          <p:cNvCxnSpPr>
            <a:cxnSpLocks noChangeShapeType="1"/>
          </p:cNvCxnSpPr>
          <p:nvPr/>
        </p:nvCxnSpPr>
        <p:spPr bwMode="auto">
          <a:xfrm>
            <a:off x="6607176" y="199548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8" name="Rectangle 37">
            <a:extLst>
              <a:ext uri="{FF2B5EF4-FFF2-40B4-BE49-F238E27FC236}">
                <a16:creationId xmlns:a16="http://schemas.microsoft.com/office/drawing/2014/main" id="{F3965E58-E485-481F-BA1D-62EFC3484772}"/>
              </a:ext>
            </a:extLst>
          </p:cNvPr>
          <p:cNvSpPr/>
          <p:nvPr/>
        </p:nvSpPr>
        <p:spPr bwMode="auto">
          <a:xfrm>
            <a:off x="4137026" y="2624138"/>
            <a:ext cx="822325" cy="1371600"/>
          </a:xfrm>
          <a:prstGeom prst="rect">
            <a:avLst/>
          </a:prstGeom>
          <a:solidFill>
            <a:schemeClr val="accent1">
              <a:lumMod val="20000"/>
              <a:lumOff val="80000"/>
            </a:schemeClr>
          </a:solidFill>
          <a:ln w="38100"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39" name="Rectangle 38">
            <a:extLst>
              <a:ext uri="{FF2B5EF4-FFF2-40B4-BE49-F238E27FC236}">
                <a16:creationId xmlns:a16="http://schemas.microsoft.com/office/drawing/2014/main" id="{C132BF78-7CDE-4D20-A67C-3CCB3FD2AD01}"/>
              </a:ext>
            </a:extLst>
          </p:cNvPr>
          <p:cNvSpPr/>
          <p:nvPr/>
        </p:nvSpPr>
        <p:spPr bwMode="auto">
          <a:xfrm>
            <a:off x="2093914" y="2708275"/>
            <a:ext cx="981075" cy="1004888"/>
          </a:xfrm>
          <a:prstGeom prst="rect">
            <a:avLst/>
          </a:prstGeom>
          <a:solidFill>
            <a:schemeClr val="accent1">
              <a:lumMod val="20000"/>
              <a:lumOff val="80000"/>
            </a:schemeClr>
          </a:solidFill>
          <a:ln w="19050" cap="flat" cmpd="sng" algn="ctr">
            <a:solidFill>
              <a:schemeClr val="tx1"/>
            </a:solidFill>
            <a:prstDash val="solid"/>
            <a:round/>
            <a:headEnd type="none" w="med" len="med"/>
            <a:tailEnd type="none" w="med" len="med"/>
          </a:ln>
          <a:effectLst/>
        </p:spPr>
        <p:txBody>
          <a:bodyPr anchor="ctr"/>
          <a:lstStyle/>
          <a:p>
            <a:pPr algn="ctr" eaLnBrk="1" hangingPunct="1">
              <a:defRPr/>
            </a:pPr>
            <a:r>
              <a:rPr lang="en-US" sz="1600" dirty="0">
                <a:latin typeface="Arial" charset="0"/>
                <a:cs typeface="Arial" charset="0"/>
              </a:rPr>
              <a:t>Control</a:t>
            </a:r>
          </a:p>
          <a:p>
            <a:pPr algn="ctr" eaLnBrk="1" hangingPunct="1">
              <a:defRPr/>
            </a:pPr>
            <a:r>
              <a:rPr lang="en-US" sz="1600" dirty="0">
                <a:latin typeface="Arial" charset="0"/>
                <a:cs typeface="Arial" charset="0"/>
              </a:rPr>
              <a:t>Unit</a:t>
            </a:r>
            <a:endParaRPr lang="en-GB" sz="1600" dirty="0">
              <a:latin typeface="Arial" charset="0"/>
              <a:cs typeface="Arial" charset="0"/>
            </a:endParaRPr>
          </a:p>
        </p:txBody>
      </p:sp>
      <p:cxnSp>
        <p:nvCxnSpPr>
          <p:cNvPr id="127012" name="Straight Connector 39">
            <a:extLst>
              <a:ext uri="{FF2B5EF4-FFF2-40B4-BE49-F238E27FC236}">
                <a16:creationId xmlns:a16="http://schemas.microsoft.com/office/drawing/2014/main" id="{3C8A3545-886C-BB17-5F0C-433A057ED32F}"/>
              </a:ext>
            </a:extLst>
          </p:cNvPr>
          <p:cNvCxnSpPr>
            <a:cxnSpLocks noChangeShapeType="1"/>
          </p:cNvCxnSpPr>
          <p:nvPr/>
        </p:nvCxnSpPr>
        <p:spPr bwMode="auto">
          <a:xfrm>
            <a:off x="3067050" y="2767014"/>
            <a:ext cx="9144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13" name="Straight Connector 40">
            <a:extLst>
              <a:ext uri="{FF2B5EF4-FFF2-40B4-BE49-F238E27FC236}">
                <a16:creationId xmlns:a16="http://schemas.microsoft.com/office/drawing/2014/main" id="{955F7744-A810-9245-54E8-E2D2FFFFAD54}"/>
              </a:ext>
            </a:extLst>
          </p:cNvPr>
          <p:cNvCxnSpPr>
            <a:cxnSpLocks noChangeShapeType="1"/>
          </p:cNvCxnSpPr>
          <p:nvPr/>
        </p:nvCxnSpPr>
        <p:spPr bwMode="auto">
          <a:xfrm>
            <a:off x="3756026" y="3194050"/>
            <a:ext cx="3667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14" name="Straight Connector 41">
            <a:extLst>
              <a:ext uri="{FF2B5EF4-FFF2-40B4-BE49-F238E27FC236}">
                <a16:creationId xmlns:a16="http://schemas.microsoft.com/office/drawing/2014/main" id="{9D6080D6-56FB-FCC7-B00F-0E47BFA8D358}"/>
              </a:ext>
            </a:extLst>
          </p:cNvPr>
          <p:cNvCxnSpPr>
            <a:cxnSpLocks noChangeShapeType="1"/>
          </p:cNvCxnSpPr>
          <p:nvPr/>
        </p:nvCxnSpPr>
        <p:spPr bwMode="auto">
          <a:xfrm>
            <a:off x="3079750" y="2909889"/>
            <a:ext cx="1030288"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15" name="Straight Connector 42">
            <a:extLst>
              <a:ext uri="{FF2B5EF4-FFF2-40B4-BE49-F238E27FC236}">
                <a16:creationId xmlns:a16="http://schemas.microsoft.com/office/drawing/2014/main" id="{847F4B5A-ECE5-1645-7720-047644071D88}"/>
              </a:ext>
            </a:extLst>
          </p:cNvPr>
          <p:cNvCxnSpPr>
            <a:cxnSpLocks noChangeShapeType="1"/>
          </p:cNvCxnSpPr>
          <p:nvPr/>
        </p:nvCxnSpPr>
        <p:spPr bwMode="auto">
          <a:xfrm>
            <a:off x="3744914" y="304006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16" name="Straight Connector 43">
            <a:extLst>
              <a:ext uri="{FF2B5EF4-FFF2-40B4-BE49-F238E27FC236}">
                <a16:creationId xmlns:a16="http://schemas.microsoft.com/office/drawing/2014/main" id="{D5E4B6E7-4890-9351-0D26-A2A32E0FCE95}"/>
              </a:ext>
            </a:extLst>
          </p:cNvPr>
          <p:cNvCxnSpPr>
            <a:cxnSpLocks noChangeShapeType="1"/>
          </p:cNvCxnSpPr>
          <p:nvPr/>
        </p:nvCxnSpPr>
        <p:spPr bwMode="auto">
          <a:xfrm>
            <a:off x="3732213" y="3349625"/>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17" name="Straight Connector 44">
            <a:extLst>
              <a:ext uri="{FF2B5EF4-FFF2-40B4-BE49-F238E27FC236}">
                <a16:creationId xmlns:a16="http://schemas.microsoft.com/office/drawing/2014/main" id="{9B7F9423-3535-B888-E42D-AC9AA5BD5110}"/>
              </a:ext>
            </a:extLst>
          </p:cNvPr>
          <p:cNvCxnSpPr>
            <a:cxnSpLocks noChangeShapeType="1"/>
          </p:cNvCxnSpPr>
          <p:nvPr/>
        </p:nvCxnSpPr>
        <p:spPr bwMode="auto">
          <a:xfrm>
            <a:off x="3744914" y="378777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18" name="Straight Connector 45">
            <a:extLst>
              <a:ext uri="{FF2B5EF4-FFF2-40B4-BE49-F238E27FC236}">
                <a16:creationId xmlns:a16="http://schemas.microsoft.com/office/drawing/2014/main" id="{DEF9B7AE-4D21-9BF8-7017-CBFA52D8870E}"/>
              </a:ext>
            </a:extLst>
          </p:cNvPr>
          <p:cNvCxnSpPr>
            <a:cxnSpLocks noChangeShapeType="1"/>
          </p:cNvCxnSpPr>
          <p:nvPr/>
        </p:nvCxnSpPr>
        <p:spPr bwMode="auto">
          <a:xfrm>
            <a:off x="3732213" y="350361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19" name="Straight Connector 46">
            <a:extLst>
              <a:ext uri="{FF2B5EF4-FFF2-40B4-BE49-F238E27FC236}">
                <a16:creationId xmlns:a16="http://schemas.microsoft.com/office/drawing/2014/main" id="{3A89472A-365A-E803-B1D7-25DED44AADA1}"/>
              </a:ext>
            </a:extLst>
          </p:cNvPr>
          <p:cNvCxnSpPr>
            <a:cxnSpLocks noChangeShapeType="1"/>
          </p:cNvCxnSpPr>
          <p:nvPr/>
        </p:nvCxnSpPr>
        <p:spPr bwMode="auto">
          <a:xfrm>
            <a:off x="3744914" y="364648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20" name="Straight Connector 47">
            <a:extLst>
              <a:ext uri="{FF2B5EF4-FFF2-40B4-BE49-F238E27FC236}">
                <a16:creationId xmlns:a16="http://schemas.microsoft.com/office/drawing/2014/main" id="{44CED03D-DA45-CE85-25BA-0D71D7C75015}"/>
              </a:ext>
            </a:extLst>
          </p:cNvPr>
          <p:cNvCxnSpPr>
            <a:cxnSpLocks noChangeShapeType="1"/>
          </p:cNvCxnSpPr>
          <p:nvPr/>
        </p:nvCxnSpPr>
        <p:spPr bwMode="auto">
          <a:xfrm flipV="1">
            <a:off x="2414589" y="4132263"/>
            <a:ext cx="6935787"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7021" name="Straight Connector 48">
            <a:extLst>
              <a:ext uri="{FF2B5EF4-FFF2-40B4-BE49-F238E27FC236}">
                <a16:creationId xmlns:a16="http://schemas.microsoft.com/office/drawing/2014/main" id="{BFD2F0A5-A26D-1092-BA6B-A20A59EED58B}"/>
              </a:ext>
            </a:extLst>
          </p:cNvPr>
          <p:cNvCxnSpPr>
            <a:cxnSpLocks noChangeShapeType="1"/>
          </p:cNvCxnSpPr>
          <p:nvPr/>
        </p:nvCxnSpPr>
        <p:spPr bwMode="auto">
          <a:xfrm rot="16200000" flipH="1">
            <a:off x="3477420" y="1726407"/>
            <a:ext cx="1462087"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127022" name="Rectangle 49">
            <a:extLst>
              <a:ext uri="{FF2B5EF4-FFF2-40B4-BE49-F238E27FC236}">
                <a16:creationId xmlns:a16="http://schemas.microsoft.com/office/drawing/2014/main" id="{B5583720-BB93-2286-3922-D38CE7845A77}"/>
              </a:ext>
            </a:extLst>
          </p:cNvPr>
          <p:cNvSpPr>
            <a:spLocks noChangeArrowheads="1"/>
          </p:cNvSpPr>
          <p:nvPr/>
        </p:nvSpPr>
        <p:spPr bwMode="auto">
          <a:xfrm>
            <a:off x="4445001" y="4346576"/>
            <a:ext cx="842963" cy="1293813"/>
          </a:xfrm>
          <a:prstGeom prst="rect">
            <a:avLst/>
          </a:prstGeom>
          <a:solidFill>
            <a:schemeClr val="accent1">
              <a:lumMod val="60000"/>
              <a:lumOff val="40000"/>
            </a:schemeClr>
          </a:solidFill>
          <a:ln w="19050"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IC5</a:t>
            </a:r>
          </a:p>
        </p:txBody>
      </p:sp>
      <p:cxnSp>
        <p:nvCxnSpPr>
          <p:cNvPr id="127023" name="Straight Connector 50">
            <a:extLst>
              <a:ext uri="{FF2B5EF4-FFF2-40B4-BE49-F238E27FC236}">
                <a16:creationId xmlns:a16="http://schemas.microsoft.com/office/drawing/2014/main" id="{297137C2-29D9-9F8B-3458-0CA244938D2D}"/>
              </a:ext>
            </a:extLst>
          </p:cNvPr>
          <p:cNvCxnSpPr>
            <a:cxnSpLocks noChangeShapeType="1"/>
          </p:cNvCxnSpPr>
          <p:nvPr/>
        </p:nvCxnSpPr>
        <p:spPr bwMode="auto">
          <a:xfrm>
            <a:off x="5287963" y="4465639"/>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24" name="Straight Connector 51">
            <a:extLst>
              <a:ext uri="{FF2B5EF4-FFF2-40B4-BE49-F238E27FC236}">
                <a16:creationId xmlns:a16="http://schemas.microsoft.com/office/drawing/2014/main" id="{3FE1F516-20B5-0B80-CBCC-EBE3754AD42C}"/>
              </a:ext>
            </a:extLst>
          </p:cNvPr>
          <p:cNvCxnSpPr>
            <a:cxnSpLocks noChangeShapeType="1"/>
          </p:cNvCxnSpPr>
          <p:nvPr/>
        </p:nvCxnSpPr>
        <p:spPr bwMode="auto">
          <a:xfrm>
            <a:off x="5300664" y="491648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25" name="Straight Connector 52">
            <a:extLst>
              <a:ext uri="{FF2B5EF4-FFF2-40B4-BE49-F238E27FC236}">
                <a16:creationId xmlns:a16="http://schemas.microsoft.com/office/drawing/2014/main" id="{92EC3489-5C43-0873-2A9E-DCC69F32805C}"/>
              </a:ext>
            </a:extLst>
          </p:cNvPr>
          <p:cNvCxnSpPr>
            <a:cxnSpLocks noChangeShapeType="1"/>
          </p:cNvCxnSpPr>
          <p:nvPr/>
        </p:nvCxnSpPr>
        <p:spPr bwMode="auto">
          <a:xfrm>
            <a:off x="5287963" y="4606925"/>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26" name="Straight Connector 53">
            <a:extLst>
              <a:ext uri="{FF2B5EF4-FFF2-40B4-BE49-F238E27FC236}">
                <a16:creationId xmlns:a16="http://schemas.microsoft.com/office/drawing/2014/main" id="{E09A3649-4606-CB79-8611-98899260A8A8}"/>
              </a:ext>
            </a:extLst>
          </p:cNvPr>
          <p:cNvCxnSpPr>
            <a:cxnSpLocks noChangeShapeType="1"/>
          </p:cNvCxnSpPr>
          <p:nvPr/>
        </p:nvCxnSpPr>
        <p:spPr bwMode="auto">
          <a:xfrm>
            <a:off x="5287963" y="4762500"/>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27" name="Straight Connector 54">
            <a:extLst>
              <a:ext uri="{FF2B5EF4-FFF2-40B4-BE49-F238E27FC236}">
                <a16:creationId xmlns:a16="http://schemas.microsoft.com/office/drawing/2014/main" id="{123327EE-AB73-A393-9C83-E68672FB8E74}"/>
              </a:ext>
            </a:extLst>
          </p:cNvPr>
          <p:cNvCxnSpPr>
            <a:cxnSpLocks noChangeShapeType="1"/>
          </p:cNvCxnSpPr>
          <p:nvPr/>
        </p:nvCxnSpPr>
        <p:spPr bwMode="auto">
          <a:xfrm>
            <a:off x="5276851" y="507047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28" name="Straight Connector 55">
            <a:extLst>
              <a:ext uri="{FF2B5EF4-FFF2-40B4-BE49-F238E27FC236}">
                <a16:creationId xmlns:a16="http://schemas.microsoft.com/office/drawing/2014/main" id="{A58E98AF-390B-A960-46F6-C20F2FB51FD0}"/>
              </a:ext>
            </a:extLst>
          </p:cNvPr>
          <p:cNvCxnSpPr>
            <a:cxnSpLocks noChangeShapeType="1"/>
          </p:cNvCxnSpPr>
          <p:nvPr/>
        </p:nvCxnSpPr>
        <p:spPr bwMode="auto">
          <a:xfrm>
            <a:off x="5287963" y="5521325"/>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29" name="Straight Connector 56">
            <a:extLst>
              <a:ext uri="{FF2B5EF4-FFF2-40B4-BE49-F238E27FC236}">
                <a16:creationId xmlns:a16="http://schemas.microsoft.com/office/drawing/2014/main" id="{38D12118-09DF-9611-7B45-9F79112E4C40}"/>
              </a:ext>
            </a:extLst>
          </p:cNvPr>
          <p:cNvCxnSpPr>
            <a:cxnSpLocks noChangeShapeType="1"/>
          </p:cNvCxnSpPr>
          <p:nvPr/>
        </p:nvCxnSpPr>
        <p:spPr bwMode="auto">
          <a:xfrm>
            <a:off x="5276851" y="522446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0" name="Straight Connector 57">
            <a:extLst>
              <a:ext uri="{FF2B5EF4-FFF2-40B4-BE49-F238E27FC236}">
                <a16:creationId xmlns:a16="http://schemas.microsoft.com/office/drawing/2014/main" id="{434D59E5-668B-4EEF-2713-0441A5A47523}"/>
              </a:ext>
            </a:extLst>
          </p:cNvPr>
          <p:cNvCxnSpPr>
            <a:cxnSpLocks noChangeShapeType="1"/>
          </p:cNvCxnSpPr>
          <p:nvPr/>
        </p:nvCxnSpPr>
        <p:spPr bwMode="auto">
          <a:xfrm>
            <a:off x="5276851" y="538003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7031" name="Rectangle 58">
            <a:extLst>
              <a:ext uri="{FF2B5EF4-FFF2-40B4-BE49-F238E27FC236}">
                <a16:creationId xmlns:a16="http://schemas.microsoft.com/office/drawing/2014/main" id="{6695F234-D2D1-4946-33BB-4224A61DFD27}"/>
              </a:ext>
            </a:extLst>
          </p:cNvPr>
          <p:cNvSpPr>
            <a:spLocks noChangeArrowheads="1"/>
          </p:cNvSpPr>
          <p:nvPr/>
        </p:nvSpPr>
        <p:spPr bwMode="auto">
          <a:xfrm>
            <a:off x="8447088" y="4333875"/>
            <a:ext cx="842962" cy="1295400"/>
          </a:xfrm>
          <a:prstGeom prst="rect">
            <a:avLst/>
          </a:prstGeom>
          <a:solidFill>
            <a:schemeClr val="accent1">
              <a:lumMod val="60000"/>
              <a:lumOff val="40000"/>
            </a:schemeClr>
          </a:solidFill>
          <a:ln w="19050"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IC7</a:t>
            </a:r>
          </a:p>
        </p:txBody>
      </p:sp>
      <p:cxnSp>
        <p:nvCxnSpPr>
          <p:cNvPr id="127032" name="Straight Connector 59">
            <a:extLst>
              <a:ext uri="{FF2B5EF4-FFF2-40B4-BE49-F238E27FC236}">
                <a16:creationId xmlns:a16="http://schemas.microsoft.com/office/drawing/2014/main" id="{3649EBC2-68B0-0E5F-625B-741B59AA98B6}"/>
              </a:ext>
            </a:extLst>
          </p:cNvPr>
          <p:cNvCxnSpPr>
            <a:cxnSpLocks noChangeShapeType="1"/>
          </p:cNvCxnSpPr>
          <p:nvPr/>
        </p:nvCxnSpPr>
        <p:spPr bwMode="auto">
          <a:xfrm>
            <a:off x="6143626" y="444182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3" name="Straight Connector 60">
            <a:extLst>
              <a:ext uri="{FF2B5EF4-FFF2-40B4-BE49-F238E27FC236}">
                <a16:creationId xmlns:a16="http://schemas.microsoft.com/office/drawing/2014/main" id="{99956D73-2D6E-B01C-EA39-BF9B8D2505B5}"/>
              </a:ext>
            </a:extLst>
          </p:cNvPr>
          <p:cNvCxnSpPr>
            <a:cxnSpLocks noChangeShapeType="1"/>
          </p:cNvCxnSpPr>
          <p:nvPr/>
        </p:nvCxnSpPr>
        <p:spPr bwMode="auto">
          <a:xfrm>
            <a:off x="6154738" y="4892675"/>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4" name="Straight Connector 61">
            <a:extLst>
              <a:ext uri="{FF2B5EF4-FFF2-40B4-BE49-F238E27FC236}">
                <a16:creationId xmlns:a16="http://schemas.microsoft.com/office/drawing/2014/main" id="{A7131A4D-32D1-D043-ECE3-92216BC252CA}"/>
              </a:ext>
            </a:extLst>
          </p:cNvPr>
          <p:cNvCxnSpPr>
            <a:cxnSpLocks noChangeShapeType="1"/>
          </p:cNvCxnSpPr>
          <p:nvPr/>
        </p:nvCxnSpPr>
        <p:spPr bwMode="auto">
          <a:xfrm>
            <a:off x="6143626" y="45831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5" name="Straight Connector 62">
            <a:extLst>
              <a:ext uri="{FF2B5EF4-FFF2-40B4-BE49-F238E27FC236}">
                <a16:creationId xmlns:a16="http://schemas.microsoft.com/office/drawing/2014/main" id="{0B156F14-EF58-F9B5-5265-C07E4F3EB885}"/>
              </a:ext>
            </a:extLst>
          </p:cNvPr>
          <p:cNvCxnSpPr>
            <a:cxnSpLocks noChangeShapeType="1"/>
          </p:cNvCxnSpPr>
          <p:nvPr/>
        </p:nvCxnSpPr>
        <p:spPr bwMode="auto">
          <a:xfrm>
            <a:off x="6143626" y="473868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6" name="Straight Connector 63">
            <a:extLst>
              <a:ext uri="{FF2B5EF4-FFF2-40B4-BE49-F238E27FC236}">
                <a16:creationId xmlns:a16="http://schemas.microsoft.com/office/drawing/2014/main" id="{8CD4BBF7-C7E5-746D-A97A-FC5E99190C56}"/>
              </a:ext>
            </a:extLst>
          </p:cNvPr>
          <p:cNvCxnSpPr>
            <a:cxnSpLocks noChangeShapeType="1"/>
          </p:cNvCxnSpPr>
          <p:nvPr/>
        </p:nvCxnSpPr>
        <p:spPr bwMode="auto">
          <a:xfrm>
            <a:off x="6130926" y="5046664"/>
            <a:ext cx="366713"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7" name="Straight Connector 64">
            <a:extLst>
              <a:ext uri="{FF2B5EF4-FFF2-40B4-BE49-F238E27FC236}">
                <a16:creationId xmlns:a16="http://schemas.microsoft.com/office/drawing/2014/main" id="{C32EE8E4-0CE9-94C8-D898-3A7919A402F2}"/>
              </a:ext>
            </a:extLst>
          </p:cNvPr>
          <p:cNvCxnSpPr>
            <a:cxnSpLocks noChangeShapeType="1"/>
          </p:cNvCxnSpPr>
          <p:nvPr/>
        </p:nvCxnSpPr>
        <p:spPr bwMode="auto">
          <a:xfrm>
            <a:off x="6143626" y="54975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8" name="Straight Connector 65">
            <a:extLst>
              <a:ext uri="{FF2B5EF4-FFF2-40B4-BE49-F238E27FC236}">
                <a16:creationId xmlns:a16="http://schemas.microsoft.com/office/drawing/2014/main" id="{E20502DA-117E-834A-8C65-A9D25130CFD8}"/>
              </a:ext>
            </a:extLst>
          </p:cNvPr>
          <p:cNvCxnSpPr>
            <a:cxnSpLocks noChangeShapeType="1"/>
          </p:cNvCxnSpPr>
          <p:nvPr/>
        </p:nvCxnSpPr>
        <p:spPr bwMode="auto">
          <a:xfrm>
            <a:off x="6130926" y="5200650"/>
            <a:ext cx="3667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39" name="Straight Connector 66">
            <a:extLst>
              <a:ext uri="{FF2B5EF4-FFF2-40B4-BE49-F238E27FC236}">
                <a16:creationId xmlns:a16="http://schemas.microsoft.com/office/drawing/2014/main" id="{DBB7F369-7FE4-1E6C-E366-672FA6A276AA}"/>
              </a:ext>
            </a:extLst>
          </p:cNvPr>
          <p:cNvCxnSpPr>
            <a:cxnSpLocks noChangeShapeType="1"/>
          </p:cNvCxnSpPr>
          <p:nvPr/>
        </p:nvCxnSpPr>
        <p:spPr bwMode="auto">
          <a:xfrm>
            <a:off x="6130926" y="5356225"/>
            <a:ext cx="3667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7040" name="Rectangle 67">
            <a:extLst>
              <a:ext uri="{FF2B5EF4-FFF2-40B4-BE49-F238E27FC236}">
                <a16:creationId xmlns:a16="http://schemas.microsoft.com/office/drawing/2014/main" id="{FD71B5AE-2341-F5AB-5279-8607AA182D38}"/>
              </a:ext>
            </a:extLst>
          </p:cNvPr>
          <p:cNvSpPr>
            <a:spLocks noChangeArrowheads="1"/>
          </p:cNvSpPr>
          <p:nvPr/>
        </p:nvSpPr>
        <p:spPr bwMode="auto">
          <a:xfrm>
            <a:off x="6535738" y="4333875"/>
            <a:ext cx="842962" cy="1295400"/>
          </a:xfrm>
          <a:prstGeom prst="rect">
            <a:avLst/>
          </a:prstGeom>
          <a:solidFill>
            <a:schemeClr val="accent1">
              <a:lumMod val="60000"/>
              <a:lumOff val="40000"/>
            </a:schemeClr>
          </a:solidFill>
          <a:ln w="19050"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IC6</a:t>
            </a:r>
          </a:p>
        </p:txBody>
      </p:sp>
      <p:cxnSp>
        <p:nvCxnSpPr>
          <p:cNvPr id="127041" name="Straight Connector 68">
            <a:extLst>
              <a:ext uri="{FF2B5EF4-FFF2-40B4-BE49-F238E27FC236}">
                <a16:creationId xmlns:a16="http://schemas.microsoft.com/office/drawing/2014/main" id="{665513C3-E3F7-571A-4F51-96A3654AACB7}"/>
              </a:ext>
            </a:extLst>
          </p:cNvPr>
          <p:cNvCxnSpPr>
            <a:cxnSpLocks noChangeShapeType="1"/>
          </p:cNvCxnSpPr>
          <p:nvPr/>
        </p:nvCxnSpPr>
        <p:spPr bwMode="auto">
          <a:xfrm>
            <a:off x="8067676" y="44180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42" name="Straight Connector 69">
            <a:extLst>
              <a:ext uri="{FF2B5EF4-FFF2-40B4-BE49-F238E27FC236}">
                <a16:creationId xmlns:a16="http://schemas.microsoft.com/office/drawing/2014/main" id="{DE3CA8D0-2F2F-3619-11AE-E5F4A1A1A411}"/>
              </a:ext>
            </a:extLst>
          </p:cNvPr>
          <p:cNvCxnSpPr>
            <a:cxnSpLocks noChangeShapeType="1"/>
          </p:cNvCxnSpPr>
          <p:nvPr/>
        </p:nvCxnSpPr>
        <p:spPr bwMode="auto">
          <a:xfrm>
            <a:off x="8078788" y="486886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43" name="Straight Connector 70">
            <a:extLst>
              <a:ext uri="{FF2B5EF4-FFF2-40B4-BE49-F238E27FC236}">
                <a16:creationId xmlns:a16="http://schemas.microsoft.com/office/drawing/2014/main" id="{65341B9E-BAD2-3581-AAEC-0EB244881E4F}"/>
              </a:ext>
            </a:extLst>
          </p:cNvPr>
          <p:cNvCxnSpPr>
            <a:cxnSpLocks noChangeShapeType="1"/>
          </p:cNvCxnSpPr>
          <p:nvPr/>
        </p:nvCxnSpPr>
        <p:spPr bwMode="auto">
          <a:xfrm>
            <a:off x="8067676" y="456088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44" name="Straight Connector 71">
            <a:extLst>
              <a:ext uri="{FF2B5EF4-FFF2-40B4-BE49-F238E27FC236}">
                <a16:creationId xmlns:a16="http://schemas.microsoft.com/office/drawing/2014/main" id="{E413EFDC-F68B-3012-7D3C-D1EC089E52B7}"/>
              </a:ext>
            </a:extLst>
          </p:cNvPr>
          <p:cNvCxnSpPr>
            <a:cxnSpLocks noChangeShapeType="1"/>
          </p:cNvCxnSpPr>
          <p:nvPr/>
        </p:nvCxnSpPr>
        <p:spPr bwMode="auto">
          <a:xfrm>
            <a:off x="8067676" y="471487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45" name="Straight Connector 72">
            <a:extLst>
              <a:ext uri="{FF2B5EF4-FFF2-40B4-BE49-F238E27FC236}">
                <a16:creationId xmlns:a16="http://schemas.microsoft.com/office/drawing/2014/main" id="{4E6EE23E-C0C2-31B3-F148-69BCCBB7F7AF}"/>
              </a:ext>
            </a:extLst>
          </p:cNvPr>
          <p:cNvCxnSpPr>
            <a:cxnSpLocks noChangeShapeType="1"/>
          </p:cNvCxnSpPr>
          <p:nvPr/>
        </p:nvCxnSpPr>
        <p:spPr bwMode="auto">
          <a:xfrm>
            <a:off x="8054976" y="5022850"/>
            <a:ext cx="3667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46" name="Straight Connector 73">
            <a:extLst>
              <a:ext uri="{FF2B5EF4-FFF2-40B4-BE49-F238E27FC236}">
                <a16:creationId xmlns:a16="http://schemas.microsoft.com/office/drawing/2014/main" id="{1D372038-B3E3-09C0-1215-4D0E5E59C4CA}"/>
              </a:ext>
            </a:extLst>
          </p:cNvPr>
          <p:cNvCxnSpPr>
            <a:cxnSpLocks noChangeShapeType="1"/>
          </p:cNvCxnSpPr>
          <p:nvPr/>
        </p:nvCxnSpPr>
        <p:spPr bwMode="auto">
          <a:xfrm>
            <a:off x="8067676" y="547528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47" name="Straight Connector 74">
            <a:extLst>
              <a:ext uri="{FF2B5EF4-FFF2-40B4-BE49-F238E27FC236}">
                <a16:creationId xmlns:a16="http://schemas.microsoft.com/office/drawing/2014/main" id="{0072681F-19EA-D5DF-5787-CAA9E7D4B0B1}"/>
              </a:ext>
            </a:extLst>
          </p:cNvPr>
          <p:cNvCxnSpPr>
            <a:cxnSpLocks noChangeShapeType="1"/>
          </p:cNvCxnSpPr>
          <p:nvPr/>
        </p:nvCxnSpPr>
        <p:spPr bwMode="auto">
          <a:xfrm>
            <a:off x="8054976" y="5178425"/>
            <a:ext cx="3667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48" name="Straight Connector 75">
            <a:extLst>
              <a:ext uri="{FF2B5EF4-FFF2-40B4-BE49-F238E27FC236}">
                <a16:creationId xmlns:a16="http://schemas.microsoft.com/office/drawing/2014/main" id="{7F389561-A091-4924-5B29-2F1D21465997}"/>
              </a:ext>
            </a:extLst>
          </p:cNvPr>
          <p:cNvCxnSpPr>
            <a:cxnSpLocks noChangeShapeType="1"/>
          </p:cNvCxnSpPr>
          <p:nvPr/>
        </p:nvCxnSpPr>
        <p:spPr bwMode="auto">
          <a:xfrm>
            <a:off x="8054976" y="5332414"/>
            <a:ext cx="366713"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7049" name="Rectangle 76">
            <a:extLst>
              <a:ext uri="{FF2B5EF4-FFF2-40B4-BE49-F238E27FC236}">
                <a16:creationId xmlns:a16="http://schemas.microsoft.com/office/drawing/2014/main" id="{30553106-20C5-C358-F495-9E4FA0B85D29}"/>
              </a:ext>
            </a:extLst>
          </p:cNvPr>
          <p:cNvSpPr>
            <a:spLocks noChangeArrowheads="1"/>
          </p:cNvSpPr>
          <p:nvPr/>
        </p:nvSpPr>
        <p:spPr bwMode="auto">
          <a:xfrm>
            <a:off x="2260601" y="4333875"/>
            <a:ext cx="842963" cy="1295400"/>
          </a:xfrm>
          <a:prstGeom prst="rect">
            <a:avLst/>
          </a:prstGeom>
          <a:solidFill>
            <a:schemeClr val="accent1">
              <a:lumMod val="60000"/>
              <a:lumOff val="40000"/>
            </a:schemeClr>
          </a:solidFill>
          <a:ln w="19050"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b="0"/>
              <a:t>IC4</a:t>
            </a:r>
          </a:p>
        </p:txBody>
      </p:sp>
      <p:cxnSp>
        <p:nvCxnSpPr>
          <p:cNvPr id="127050" name="Straight Connector 77">
            <a:extLst>
              <a:ext uri="{FF2B5EF4-FFF2-40B4-BE49-F238E27FC236}">
                <a16:creationId xmlns:a16="http://schemas.microsoft.com/office/drawing/2014/main" id="{D3A1C4B8-0991-3C03-1A9E-275523E68695}"/>
              </a:ext>
            </a:extLst>
          </p:cNvPr>
          <p:cNvCxnSpPr>
            <a:cxnSpLocks noChangeShapeType="1"/>
          </p:cNvCxnSpPr>
          <p:nvPr/>
        </p:nvCxnSpPr>
        <p:spPr bwMode="auto">
          <a:xfrm>
            <a:off x="3103564" y="4452939"/>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1" name="Straight Connector 78">
            <a:extLst>
              <a:ext uri="{FF2B5EF4-FFF2-40B4-BE49-F238E27FC236}">
                <a16:creationId xmlns:a16="http://schemas.microsoft.com/office/drawing/2014/main" id="{41AF1CA6-F222-D9B4-B2FA-CD0F026337AE}"/>
              </a:ext>
            </a:extLst>
          </p:cNvPr>
          <p:cNvCxnSpPr>
            <a:cxnSpLocks noChangeShapeType="1"/>
          </p:cNvCxnSpPr>
          <p:nvPr/>
        </p:nvCxnSpPr>
        <p:spPr bwMode="auto">
          <a:xfrm>
            <a:off x="3114676" y="4903789"/>
            <a:ext cx="366713"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2" name="Straight Connector 79">
            <a:extLst>
              <a:ext uri="{FF2B5EF4-FFF2-40B4-BE49-F238E27FC236}">
                <a16:creationId xmlns:a16="http://schemas.microsoft.com/office/drawing/2014/main" id="{C507628B-8BD7-930C-7436-53B12979F473}"/>
              </a:ext>
            </a:extLst>
          </p:cNvPr>
          <p:cNvCxnSpPr>
            <a:cxnSpLocks noChangeShapeType="1"/>
          </p:cNvCxnSpPr>
          <p:nvPr/>
        </p:nvCxnSpPr>
        <p:spPr bwMode="auto">
          <a:xfrm>
            <a:off x="3103564" y="45958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3" name="Straight Connector 80">
            <a:extLst>
              <a:ext uri="{FF2B5EF4-FFF2-40B4-BE49-F238E27FC236}">
                <a16:creationId xmlns:a16="http://schemas.microsoft.com/office/drawing/2014/main" id="{E18006C8-23C1-D8BF-D5D2-49263A859E9D}"/>
              </a:ext>
            </a:extLst>
          </p:cNvPr>
          <p:cNvCxnSpPr>
            <a:cxnSpLocks noChangeShapeType="1"/>
          </p:cNvCxnSpPr>
          <p:nvPr/>
        </p:nvCxnSpPr>
        <p:spPr bwMode="auto">
          <a:xfrm>
            <a:off x="3103564" y="4749800"/>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4" name="Straight Connector 81">
            <a:extLst>
              <a:ext uri="{FF2B5EF4-FFF2-40B4-BE49-F238E27FC236}">
                <a16:creationId xmlns:a16="http://schemas.microsoft.com/office/drawing/2014/main" id="{56B1E11F-ECC4-819B-7224-88814985CBAB}"/>
              </a:ext>
            </a:extLst>
          </p:cNvPr>
          <p:cNvCxnSpPr>
            <a:cxnSpLocks noChangeShapeType="1"/>
          </p:cNvCxnSpPr>
          <p:nvPr/>
        </p:nvCxnSpPr>
        <p:spPr bwMode="auto">
          <a:xfrm>
            <a:off x="3090863" y="505936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5" name="Straight Connector 82">
            <a:extLst>
              <a:ext uri="{FF2B5EF4-FFF2-40B4-BE49-F238E27FC236}">
                <a16:creationId xmlns:a16="http://schemas.microsoft.com/office/drawing/2014/main" id="{5339EAE5-9582-E8B8-3DDB-8D332CE8E980}"/>
              </a:ext>
            </a:extLst>
          </p:cNvPr>
          <p:cNvCxnSpPr>
            <a:cxnSpLocks noChangeShapeType="1"/>
          </p:cNvCxnSpPr>
          <p:nvPr/>
        </p:nvCxnSpPr>
        <p:spPr bwMode="auto">
          <a:xfrm>
            <a:off x="3103564" y="55102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6" name="Straight Connector 83">
            <a:extLst>
              <a:ext uri="{FF2B5EF4-FFF2-40B4-BE49-F238E27FC236}">
                <a16:creationId xmlns:a16="http://schemas.microsoft.com/office/drawing/2014/main" id="{22F3E3ED-F5A7-30CD-C70D-089212E1E51B}"/>
              </a:ext>
            </a:extLst>
          </p:cNvPr>
          <p:cNvCxnSpPr>
            <a:cxnSpLocks noChangeShapeType="1"/>
          </p:cNvCxnSpPr>
          <p:nvPr/>
        </p:nvCxnSpPr>
        <p:spPr bwMode="auto">
          <a:xfrm>
            <a:off x="3090863" y="5213350"/>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7" name="Straight Connector 84">
            <a:extLst>
              <a:ext uri="{FF2B5EF4-FFF2-40B4-BE49-F238E27FC236}">
                <a16:creationId xmlns:a16="http://schemas.microsoft.com/office/drawing/2014/main" id="{304EA3C5-5F2B-34B0-0FDE-78A3EACE8CC5}"/>
              </a:ext>
            </a:extLst>
          </p:cNvPr>
          <p:cNvCxnSpPr>
            <a:cxnSpLocks noChangeShapeType="1"/>
          </p:cNvCxnSpPr>
          <p:nvPr/>
        </p:nvCxnSpPr>
        <p:spPr bwMode="auto">
          <a:xfrm>
            <a:off x="3090863" y="5367339"/>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58" name="Straight Connector 85">
            <a:extLst>
              <a:ext uri="{FF2B5EF4-FFF2-40B4-BE49-F238E27FC236}">
                <a16:creationId xmlns:a16="http://schemas.microsoft.com/office/drawing/2014/main" id="{E879C945-9C8D-AE86-F4A4-2A9A1EAD3521}"/>
              </a:ext>
            </a:extLst>
          </p:cNvPr>
          <p:cNvCxnSpPr>
            <a:cxnSpLocks noChangeShapeType="1"/>
          </p:cNvCxnSpPr>
          <p:nvPr/>
        </p:nvCxnSpPr>
        <p:spPr bwMode="auto">
          <a:xfrm rot="16200000" flipH="1">
            <a:off x="2751931" y="4861719"/>
            <a:ext cx="1462088"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7059" name="Straight Connector 86">
            <a:extLst>
              <a:ext uri="{FF2B5EF4-FFF2-40B4-BE49-F238E27FC236}">
                <a16:creationId xmlns:a16="http://schemas.microsoft.com/office/drawing/2014/main" id="{4F6FB459-5DC2-F152-056E-C5E5834A9071}"/>
              </a:ext>
            </a:extLst>
          </p:cNvPr>
          <p:cNvCxnSpPr>
            <a:cxnSpLocks noChangeShapeType="1"/>
          </p:cNvCxnSpPr>
          <p:nvPr/>
        </p:nvCxnSpPr>
        <p:spPr bwMode="auto">
          <a:xfrm rot="16200000" flipH="1">
            <a:off x="4913313" y="4873626"/>
            <a:ext cx="1463675"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7060" name="Straight Connector 87">
            <a:extLst>
              <a:ext uri="{FF2B5EF4-FFF2-40B4-BE49-F238E27FC236}">
                <a16:creationId xmlns:a16="http://schemas.microsoft.com/office/drawing/2014/main" id="{31756436-B0DF-1D35-FDDA-822EA3CB34B5}"/>
              </a:ext>
            </a:extLst>
          </p:cNvPr>
          <p:cNvCxnSpPr>
            <a:cxnSpLocks noChangeShapeType="1"/>
          </p:cNvCxnSpPr>
          <p:nvPr/>
        </p:nvCxnSpPr>
        <p:spPr bwMode="auto">
          <a:xfrm rot="16200000" flipH="1">
            <a:off x="5399881" y="4861719"/>
            <a:ext cx="1462088"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7061" name="Straight Connector 88">
            <a:extLst>
              <a:ext uri="{FF2B5EF4-FFF2-40B4-BE49-F238E27FC236}">
                <a16:creationId xmlns:a16="http://schemas.microsoft.com/office/drawing/2014/main" id="{4653FB3D-3A71-FF27-085D-EF043044EF37}"/>
              </a:ext>
            </a:extLst>
          </p:cNvPr>
          <p:cNvCxnSpPr>
            <a:cxnSpLocks noChangeShapeType="1"/>
          </p:cNvCxnSpPr>
          <p:nvPr/>
        </p:nvCxnSpPr>
        <p:spPr bwMode="auto">
          <a:xfrm rot="16200000" flipH="1">
            <a:off x="7312026" y="4873626"/>
            <a:ext cx="1463675"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91" name="Oval 90">
            <a:extLst>
              <a:ext uri="{FF2B5EF4-FFF2-40B4-BE49-F238E27FC236}">
                <a16:creationId xmlns:a16="http://schemas.microsoft.com/office/drawing/2014/main" id="{83DEF9FF-F8AB-4014-9AFA-46269F910185}"/>
              </a:ext>
            </a:extLst>
          </p:cNvPr>
          <p:cNvSpPr/>
          <p:nvPr/>
        </p:nvSpPr>
        <p:spPr bwMode="auto">
          <a:xfrm>
            <a:off x="3994151" y="2708276"/>
            <a:ext cx="119063" cy="117475"/>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127063" name="Straight Connector 92">
            <a:extLst>
              <a:ext uri="{FF2B5EF4-FFF2-40B4-BE49-F238E27FC236}">
                <a16:creationId xmlns:a16="http://schemas.microsoft.com/office/drawing/2014/main" id="{4CB696BC-101B-2527-7889-2724EDE5D6AE}"/>
              </a:ext>
            </a:extLst>
          </p:cNvPr>
          <p:cNvCxnSpPr>
            <a:cxnSpLocks noChangeShapeType="1"/>
          </p:cNvCxnSpPr>
          <p:nvPr/>
        </p:nvCxnSpPr>
        <p:spPr bwMode="auto">
          <a:xfrm>
            <a:off x="3756026" y="3919539"/>
            <a:ext cx="366713"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7064" name="TextBox 93">
            <a:extLst>
              <a:ext uri="{FF2B5EF4-FFF2-40B4-BE49-F238E27FC236}">
                <a16:creationId xmlns:a16="http://schemas.microsoft.com/office/drawing/2014/main" id="{703D0844-BE25-9641-0C3F-F9E7536AEFF4}"/>
              </a:ext>
            </a:extLst>
          </p:cNvPr>
          <p:cNvSpPr txBox="1">
            <a:spLocks noChangeArrowheads="1"/>
          </p:cNvSpPr>
          <p:nvPr/>
        </p:nvSpPr>
        <p:spPr bwMode="auto">
          <a:xfrm>
            <a:off x="3079750" y="2493964"/>
            <a:ext cx="7000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En</a:t>
            </a:r>
            <a:endParaRPr lang="en-GB" altLang="en-US" sz="1600" b="0"/>
          </a:p>
        </p:txBody>
      </p:sp>
      <p:sp>
        <p:nvSpPr>
          <p:cNvPr id="127065" name="TextBox 94">
            <a:extLst>
              <a:ext uri="{FF2B5EF4-FFF2-40B4-BE49-F238E27FC236}">
                <a16:creationId xmlns:a16="http://schemas.microsoft.com/office/drawing/2014/main" id="{4A912093-B67E-22A8-2626-E5C0909EDCD1}"/>
              </a:ext>
            </a:extLst>
          </p:cNvPr>
          <p:cNvSpPr txBox="1">
            <a:spLocks noChangeArrowheads="1"/>
          </p:cNvSpPr>
          <p:nvPr/>
        </p:nvSpPr>
        <p:spPr bwMode="auto">
          <a:xfrm>
            <a:off x="4089400" y="2600326"/>
            <a:ext cx="509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EN</a:t>
            </a:r>
            <a:endParaRPr lang="en-GB" altLang="en-US" sz="1400" b="0"/>
          </a:p>
        </p:txBody>
      </p:sp>
      <p:sp>
        <p:nvSpPr>
          <p:cNvPr id="127066" name="TextBox 95">
            <a:extLst>
              <a:ext uri="{FF2B5EF4-FFF2-40B4-BE49-F238E27FC236}">
                <a16:creationId xmlns:a16="http://schemas.microsoft.com/office/drawing/2014/main" id="{E2C82C75-AAA5-F2CD-827C-2C5541BA300B}"/>
              </a:ext>
            </a:extLst>
          </p:cNvPr>
          <p:cNvSpPr txBox="1">
            <a:spLocks noChangeArrowheads="1"/>
          </p:cNvSpPr>
          <p:nvPr/>
        </p:nvSpPr>
        <p:spPr bwMode="auto">
          <a:xfrm>
            <a:off x="4089400" y="2754314"/>
            <a:ext cx="509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Dir</a:t>
            </a:r>
            <a:endParaRPr lang="en-GB" altLang="en-US" sz="1400" b="0"/>
          </a:p>
        </p:txBody>
      </p:sp>
      <p:sp>
        <p:nvSpPr>
          <p:cNvPr id="127067" name="TextBox 96">
            <a:extLst>
              <a:ext uri="{FF2B5EF4-FFF2-40B4-BE49-F238E27FC236}">
                <a16:creationId xmlns:a16="http://schemas.microsoft.com/office/drawing/2014/main" id="{83AC2A07-5608-10ED-69FD-97C310B16041}"/>
              </a:ext>
            </a:extLst>
          </p:cNvPr>
          <p:cNvSpPr txBox="1">
            <a:spLocks noChangeArrowheads="1"/>
          </p:cNvSpPr>
          <p:nvPr/>
        </p:nvSpPr>
        <p:spPr bwMode="auto">
          <a:xfrm>
            <a:off x="3090864" y="2838450"/>
            <a:ext cx="701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AtoB</a:t>
            </a:r>
            <a:endParaRPr lang="en-GB" altLang="en-US" sz="1600" b="0"/>
          </a:p>
        </p:txBody>
      </p:sp>
      <p:cxnSp>
        <p:nvCxnSpPr>
          <p:cNvPr id="127068" name="Straight Connector 97">
            <a:extLst>
              <a:ext uri="{FF2B5EF4-FFF2-40B4-BE49-F238E27FC236}">
                <a16:creationId xmlns:a16="http://schemas.microsoft.com/office/drawing/2014/main" id="{D0563574-F1DF-EFAB-19A7-7358F5CEB845}"/>
              </a:ext>
            </a:extLst>
          </p:cNvPr>
          <p:cNvCxnSpPr>
            <a:cxnSpLocks noChangeShapeType="1"/>
          </p:cNvCxnSpPr>
          <p:nvPr/>
        </p:nvCxnSpPr>
        <p:spPr bwMode="auto">
          <a:xfrm>
            <a:off x="4967288" y="2767014"/>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69" name="Straight Connector 98">
            <a:extLst>
              <a:ext uri="{FF2B5EF4-FFF2-40B4-BE49-F238E27FC236}">
                <a16:creationId xmlns:a16="http://schemas.microsoft.com/office/drawing/2014/main" id="{D911A2B4-45AE-0F3E-12C3-4543387EC8E9}"/>
              </a:ext>
            </a:extLst>
          </p:cNvPr>
          <p:cNvCxnSpPr>
            <a:cxnSpLocks noChangeShapeType="1"/>
          </p:cNvCxnSpPr>
          <p:nvPr/>
        </p:nvCxnSpPr>
        <p:spPr bwMode="auto">
          <a:xfrm>
            <a:off x="4979989" y="321786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70" name="Straight Connector 99">
            <a:extLst>
              <a:ext uri="{FF2B5EF4-FFF2-40B4-BE49-F238E27FC236}">
                <a16:creationId xmlns:a16="http://schemas.microsoft.com/office/drawing/2014/main" id="{C90FDF7B-9AE6-E83B-E2DF-CB9521E4E1C6}"/>
              </a:ext>
            </a:extLst>
          </p:cNvPr>
          <p:cNvCxnSpPr>
            <a:cxnSpLocks noChangeShapeType="1"/>
          </p:cNvCxnSpPr>
          <p:nvPr/>
        </p:nvCxnSpPr>
        <p:spPr bwMode="auto">
          <a:xfrm>
            <a:off x="4967288" y="2909889"/>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71" name="Straight Connector 100">
            <a:extLst>
              <a:ext uri="{FF2B5EF4-FFF2-40B4-BE49-F238E27FC236}">
                <a16:creationId xmlns:a16="http://schemas.microsoft.com/office/drawing/2014/main" id="{4777ED4D-0F64-6D89-51B5-CDB009A4307D}"/>
              </a:ext>
            </a:extLst>
          </p:cNvPr>
          <p:cNvCxnSpPr>
            <a:cxnSpLocks noChangeShapeType="1"/>
          </p:cNvCxnSpPr>
          <p:nvPr/>
        </p:nvCxnSpPr>
        <p:spPr bwMode="auto">
          <a:xfrm>
            <a:off x="4967288" y="3063875"/>
            <a:ext cx="36671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72" name="Straight Connector 101">
            <a:extLst>
              <a:ext uri="{FF2B5EF4-FFF2-40B4-BE49-F238E27FC236}">
                <a16:creationId xmlns:a16="http://schemas.microsoft.com/office/drawing/2014/main" id="{E62E79EB-810A-AC21-3ABC-E1360F59968E}"/>
              </a:ext>
            </a:extLst>
          </p:cNvPr>
          <p:cNvCxnSpPr>
            <a:cxnSpLocks noChangeShapeType="1"/>
          </p:cNvCxnSpPr>
          <p:nvPr/>
        </p:nvCxnSpPr>
        <p:spPr bwMode="auto">
          <a:xfrm>
            <a:off x="4956176" y="3371850"/>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73" name="Straight Connector 102">
            <a:extLst>
              <a:ext uri="{FF2B5EF4-FFF2-40B4-BE49-F238E27FC236}">
                <a16:creationId xmlns:a16="http://schemas.microsoft.com/office/drawing/2014/main" id="{9A4C9B75-8592-6E51-D503-8353E7399A2E}"/>
              </a:ext>
            </a:extLst>
          </p:cNvPr>
          <p:cNvCxnSpPr>
            <a:cxnSpLocks noChangeShapeType="1"/>
          </p:cNvCxnSpPr>
          <p:nvPr/>
        </p:nvCxnSpPr>
        <p:spPr bwMode="auto">
          <a:xfrm>
            <a:off x="4967288" y="3824289"/>
            <a:ext cx="3667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74" name="Straight Connector 103">
            <a:extLst>
              <a:ext uri="{FF2B5EF4-FFF2-40B4-BE49-F238E27FC236}">
                <a16:creationId xmlns:a16="http://schemas.microsoft.com/office/drawing/2014/main" id="{F538E27F-605B-D263-1F0A-51814A9DE0DD}"/>
              </a:ext>
            </a:extLst>
          </p:cNvPr>
          <p:cNvCxnSpPr>
            <a:cxnSpLocks noChangeShapeType="1"/>
          </p:cNvCxnSpPr>
          <p:nvPr/>
        </p:nvCxnSpPr>
        <p:spPr bwMode="auto">
          <a:xfrm>
            <a:off x="4956176" y="3527425"/>
            <a:ext cx="365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75" name="Straight Connector 104">
            <a:extLst>
              <a:ext uri="{FF2B5EF4-FFF2-40B4-BE49-F238E27FC236}">
                <a16:creationId xmlns:a16="http://schemas.microsoft.com/office/drawing/2014/main" id="{41B7984F-015D-C981-891E-A8008704FE1C}"/>
              </a:ext>
            </a:extLst>
          </p:cNvPr>
          <p:cNvCxnSpPr>
            <a:cxnSpLocks noChangeShapeType="1"/>
          </p:cNvCxnSpPr>
          <p:nvPr/>
        </p:nvCxnSpPr>
        <p:spPr bwMode="auto">
          <a:xfrm>
            <a:off x="4956176" y="3681414"/>
            <a:ext cx="365125"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7076" name="Straight Connector 105">
            <a:extLst>
              <a:ext uri="{FF2B5EF4-FFF2-40B4-BE49-F238E27FC236}">
                <a16:creationId xmlns:a16="http://schemas.microsoft.com/office/drawing/2014/main" id="{287B4BDC-2D6A-6FB1-2411-3B6B59125317}"/>
              </a:ext>
            </a:extLst>
          </p:cNvPr>
          <p:cNvCxnSpPr>
            <a:cxnSpLocks noChangeShapeType="1"/>
          </p:cNvCxnSpPr>
          <p:nvPr/>
        </p:nvCxnSpPr>
        <p:spPr bwMode="auto">
          <a:xfrm rot="16200000" flipH="1">
            <a:off x="4604544" y="3401219"/>
            <a:ext cx="1462088"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127077" name="TextBox 106">
            <a:extLst>
              <a:ext uri="{FF2B5EF4-FFF2-40B4-BE49-F238E27FC236}">
                <a16:creationId xmlns:a16="http://schemas.microsoft.com/office/drawing/2014/main" id="{BFF5AEA4-494D-80A5-39EB-BE59675D9FFE}"/>
              </a:ext>
            </a:extLst>
          </p:cNvPr>
          <p:cNvSpPr txBox="1">
            <a:spLocks noChangeArrowheads="1"/>
          </p:cNvSpPr>
          <p:nvPr/>
        </p:nvSpPr>
        <p:spPr bwMode="auto">
          <a:xfrm>
            <a:off x="4089400" y="2897189"/>
            <a:ext cx="509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A0</a:t>
            </a:r>
            <a:endParaRPr lang="en-GB" altLang="en-US" sz="1400" b="0"/>
          </a:p>
        </p:txBody>
      </p:sp>
      <p:sp>
        <p:nvSpPr>
          <p:cNvPr id="127078" name="TextBox 107">
            <a:extLst>
              <a:ext uri="{FF2B5EF4-FFF2-40B4-BE49-F238E27FC236}">
                <a16:creationId xmlns:a16="http://schemas.microsoft.com/office/drawing/2014/main" id="{3BDB2714-A5E1-45E7-FFE6-52DC6AE7FA01}"/>
              </a:ext>
            </a:extLst>
          </p:cNvPr>
          <p:cNvSpPr txBox="1">
            <a:spLocks noChangeArrowheads="1"/>
          </p:cNvSpPr>
          <p:nvPr/>
        </p:nvSpPr>
        <p:spPr bwMode="auto">
          <a:xfrm>
            <a:off x="4100514" y="3692526"/>
            <a:ext cx="5111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A7</a:t>
            </a:r>
            <a:endParaRPr lang="en-GB" altLang="en-US" sz="1400" b="0"/>
          </a:p>
        </p:txBody>
      </p:sp>
      <p:sp>
        <p:nvSpPr>
          <p:cNvPr id="127079" name="TextBox 108">
            <a:extLst>
              <a:ext uri="{FF2B5EF4-FFF2-40B4-BE49-F238E27FC236}">
                <a16:creationId xmlns:a16="http://schemas.microsoft.com/office/drawing/2014/main" id="{0FF1631B-AE44-F0FB-55FB-D8853024D8DF}"/>
              </a:ext>
            </a:extLst>
          </p:cNvPr>
          <p:cNvSpPr txBox="1">
            <a:spLocks noChangeArrowheads="1"/>
          </p:cNvSpPr>
          <p:nvPr/>
        </p:nvSpPr>
        <p:spPr bwMode="auto">
          <a:xfrm>
            <a:off x="4575176" y="2647951"/>
            <a:ext cx="5111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B0</a:t>
            </a:r>
            <a:endParaRPr lang="en-GB" altLang="en-US" sz="1400" b="0"/>
          </a:p>
        </p:txBody>
      </p:sp>
      <p:sp>
        <p:nvSpPr>
          <p:cNvPr id="127080" name="TextBox 109">
            <a:extLst>
              <a:ext uri="{FF2B5EF4-FFF2-40B4-BE49-F238E27FC236}">
                <a16:creationId xmlns:a16="http://schemas.microsoft.com/office/drawing/2014/main" id="{4CC60D67-1977-38C1-722B-2F434999D300}"/>
              </a:ext>
            </a:extLst>
          </p:cNvPr>
          <p:cNvSpPr txBox="1">
            <a:spLocks noChangeArrowheads="1"/>
          </p:cNvSpPr>
          <p:nvPr/>
        </p:nvSpPr>
        <p:spPr bwMode="auto">
          <a:xfrm>
            <a:off x="4598989" y="3646489"/>
            <a:ext cx="51117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400" b="0"/>
              <a:t>B7</a:t>
            </a:r>
            <a:endParaRPr lang="en-GB" altLang="en-US" sz="1400" b="0"/>
          </a:p>
        </p:txBody>
      </p:sp>
      <p:sp>
        <p:nvSpPr>
          <p:cNvPr id="127081" name="TextBox 110">
            <a:extLst>
              <a:ext uri="{FF2B5EF4-FFF2-40B4-BE49-F238E27FC236}">
                <a16:creationId xmlns:a16="http://schemas.microsoft.com/office/drawing/2014/main" id="{47F2A264-5D07-0E2B-5360-0420FA1AAFB6}"/>
              </a:ext>
            </a:extLst>
          </p:cNvPr>
          <p:cNvSpPr txBox="1">
            <a:spLocks noChangeArrowheads="1"/>
          </p:cNvSpPr>
          <p:nvPr/>
        </p:nvSpPr>
        <p:spPr bwMode="auto">
          <a:xfrm>
            <a:off x="2224089" y="2184401"/>
            <a:ext cx="8667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Bus A</a:t>
            </a:r>
            <a:endParaRPr lang="en-GB" altLang="en-US" sz="1600" b="0"/>
          </a:p>
        </p:txBody>
      </p:sp>
      <p:sp>
        <p:nvSpPr>
          <p:cNvPr id="127082" name="TextBox 111">
            <a:extLst>
              <a:ext uri="{FF2B5EF4-FFF2-40B4-BE49-F238E27FC236}">
                <a16:creationId xmlns:a16="http://schemas.microsoft.com/office/drawing/2014/main" id="{23D7A3F4-31F7-FAE2-0541-4C2062D5D88E}"/>
              </a:ext>
            </a:extLst>
          </p:cNvPr>
          <p:cNvSpPr txBox="1">
            <a:spLocks noChangeArrowheads="1"/>
          </p:cNvSpPr>
          <p:nvPr/>
        </p:nvSpPr>
        <p:spPr bwMode="auto">
          <a:xfrm>
            <a:off x="2295526" y="3835400"/>
            <a:ext cx="866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Bus B</a:t>
            </a:r>
            <a:endParaRPr lang="en-GB" altLang="en-US" sz="1600" b="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5" name="Title 62">
            <a:extLst>
              <a:ext uri="{FF2B5EF4-FFF2-40B4-BE49-F238E27FC236}">
                <a16:creationId xmlns:a16="http://schemas.microsoft.com/office/drawing/2014/main" id="{F00E916B-5ACF-7026-F344-6A17F6887994}"/>
              </a:ext>
            </a:extLst>
          </p:cNvPr>
          <p:cNvSpPr>
            <a:spLocks noGrp="1" noChangeArrowheads="1"/>
          </p:cNvSpPr>
          <p:nvPr>
            <p:ph type="title"/>
          </p:nvPr>
        </p:nvSpPr>
        <p:spPr>
          <a:xfrm>
            <a:off x="-1" y="183402"/>
            <a:ext cx="11612880" cy="704088"/>
          </a:xfrm>
        </p:spPr>
        <p:txBody>
          <a:bodyPr>
            <a:normAutofit/>
          </a:bodyPr>
          <a:lstStyle/>
          <a:p>
            <a:r>
              <a:rPr lang="en-US" altLang="en-US" dirty="0"/>
              <a:t>Parity Circuit </a:t>
            </a:r>
            <a:r>
              <a:rPr lang="ru-RU" altLang="en-US" dirty="0"/>
              <a:t> </a:t>
            </a:r>
          </a:p>
        </p:txBody>
      </p:sp>
      <p:sp>
        <p:nvSpPr>
          <p:cNvPr id="128002" name="Content Placeholder 63">
            <a:extLst>
              <a:ext uri="{FF2B5EF4-FFF2-40B4-BE49-F238E27FC236}">
                <a16:creationId xmlns:a16="http://schemas.microsoft.com/office/drawing/2014/main" id="{7BF54F93-C284-DBD2-7C04-4911507D0BB0}"/>
              </a:ext>
            </a:extLst>
          </p:cNvPr>
          <p:cNvSpPr>
            <a:spLocks noGrp="1" noChangeArrowheads="1"/>
          </p:cNvSpPr>
          <p:nvPr>
            <p:ph type="body" sz="quarter" idx="10"/>
          </p:nvPr>
        </p:nvSpPr>
        <p:spPr>
          <a:xfrm>
            <a:off x="457200" y="1188720"/>
            <a:ext cx="11277922" cy="5185186"/>
          </a:xfrm>
        </p:spPr>
        <p:txBody>
          <a:bodyPr/>
          <a:lstStyle/>
          <a:p>
            <a:r>
              <a:rPr lang="en-US" altLang="en-US" dirty="0"/>
              <a:t>Daisy-chain connection</a:t>
            </a:r>
            <a:endParaRPr lang="ru-RU"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endParaRPr lang="en-US" altLang="en-US" dirty="0"/>
          </a:p>
          <a:p>
            <a:r>
              <a:rPr lang="en-US" altLang="en-US" dirty="0"/>
              <a:t>Y=in1</a:t>
            </a:r>
            <a:r>
              <a:rPr lang="en-US" altLang="en-US" dirty="0">
                <a:sym typeface="Symbol" panose="05050102010706020507" pitchFamily="18" charset="2"/>
              </a:rPr>
              <a:t>in2in3in4in5in6in7in8</a:t>
            </a:r>
          </a:p>
          <a:p>
            <a:r>
              <a:rPr lang="en-US" altLang="en-US" dirty="0">
                <a:sym typeface="Symbol" panose="05050102010706020507" pitchFamily="18" charset="2"/>
              </a:rPr>
              <a:t>T = (n-1),  where  - one XOR-gate delay</a:t>
            </a:r>
          </a:p>
          <a:p>
            <a:endParaRPr lang="ru-RU" altLang="en-US" dirty="0"/>
          </a:p>
        </p:txBody>
      </p:sp>
      <p:sp>
        <p:nvSpPr>
          <p:cNvPr id="2" name="Rounded Rectangle 55">
            <a:extLst>
              <a:ext uri="{FF2B5EF4-FFF2-40B4-BE49-F238E27FC236}">
                <a16:creationId xmlns:a16="http://schemas.microsoft.com/office/drawing/2014/main" id="{6F99CEC9-9474-49A6-A65A-290B31534468}"/>
              </a:ext>
            </a:extLst>
          </p:cNvPr>
          <p:cNvSpPr>
            <a:spLocks noChangeArrowheads="1"/>
          </p:cNvSpPr>
          <p:nvPr/>
        </p:nvSpPr>
        <p:spPr bwMode="auto">
          <a:xfrm>
            <a:off x="2147889" y="1768475"/>
            <a:ext cx="7851775" cy="3079750"/>
          </a:xfrm>
          <a:prstGeom prst="roundRect">
            <a:avLst>
              <a:gd name="adj" fmla="val 8907"/>
            </a:avLst>
          </a:prstGeom>
          <a:solidFill>
            <a:schemeClr val="accent1">
              <a:lumMod val="20000"/>
              <a:lumOff val="80000"/>
            </a:schemeClr>
          </a:solidFill>
          <a:ln w="9525" algn="ctr">
            <a:solidFill>
              <a:schemeClr val="tx1"/>
            </a:solidFill>
            <a:round/>
            <a:headEnd/>
            <a:tailEnd/>
          </a:ln>
        </p:spPr>
        <p:txBody>
          <a:bodyPr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sz="1800" b="0"/>
          </a:p>
        </p:txBody>
      </p:sp>
      <p:grpSp>
        <p:nvGrpSpPr>
          <p:cNvPr id="128004" name="Group 57">
            <a:extLst>
              <a:ext uri="{FF2B5EF4-FFF2-40B4-BE49-F238E27FC236}">
                <a16:creationId xmlns:a16="http://schemas.microsoft.com/office/drawing/2014/main" id="{C6C30DC1-C313-D06A-096A-9482EEE7D76A}"/>
              </a:ext>
            </a:extLst>
          </p:cNvPr>
          <p:cNvGrpSpPr>
            <a:grpSpLocks/>
          </p:cNvGrpSpPr>
          <p:nvPr/>
        </p:nvGrpSpPr>
        <p:grpSpPr bwMode="auto">
          <a:xfrm>
            <a:off x="2232025" y="2063750"/>
            <a:ext cx="7848600" cy="2767190"/>
            <a:chOff x="446" y="1229"/>
            <a:chExt cx="4944" cy="1892"/>
          </a:xfrm>
        </p:grpSpPr>
        <p:sp>
          <p:nvSpPr>
            <p:cNvPr id="128006" name="Text Box 124">
              <a:extLst>
                <a:ext uri="{FF2B5EF4-FFF2-40B4-BE49-F238E27FC236}">
                  <a16:creationId xmlns:a16="http://schemas.microsoft.com/office/drawing/2014/main" id="{948D77E8-6D4F-D816-6271-93F5551FF12F}"/>
                </a:ext>
              </a:extLst>
            </p:cNvPr>
            <p:cNvSpPr txBox="1">
              <a:spLocks noChangeArrowheads="1"/>
            </p:cNvSpPr>
            <p:nvPr/>
          </p:nvSpPr>
          <p:spPr bwMode="auto">
            <a:xfrm>
              <a:off x="4933" y="2768"/>
              <a:ext cx="457"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odd</a:t>
              </a:r>
              <a:endParaRPr lang="ru-RU" altLang="en-US" sz="2000" b="0"/>
            </a:p>
          </p:txBody>
        </p:sp>
        <p:sp>
          <p:nvSpPr>
            <p:cNvPr id="128007" name="Line 7">
              <a:extLst>
                <a:ext uri="{FF2B5EF4-FFF2-40B4-BE49-F238E27FC236}">
                  <a16:creationId xmlns:a16="http://schemas.microsoft.com/office/drawing/2014/main" id="{8C297484-C986-E1CE-1206-42031A578305}"/>
                </a:ext>
              </a:extLst>
            </p:cNvPr>
            <p:cNvSpPr>
              <a:spLocks noChangeShapeType="1"/>
            </p:cNvSpPr>
            <p:nvPr/>
          </p:nvSpPr>
          <p:spPr bwMode="auto">
            <a:xfrm>
              <a:off x="783" y="1403"/>
              <a:ext cx="21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08" name="Line 8">
              <a:extLst>
                <a:ext uri="{FF2B5EF4-FFF2-40B4-BE49-F238E27FC236}">
                  <a16:creationId xmlns:a16="http://schemas.microsoft.com/office/drawing/2014/main" id="{6CF77D9A-75A0-CCF2-08D9-CE9CC8F5384C}"/>
                </a:ext>
              </a:extLst>
            </p:cNvPr>
            <p:cNvSpPr>
              <a:spLocks noChangeShapeType="1"/>
            </p:cNvSpPr>
            <p:nvPr/>
          </p:nvSpPr>
          <p:spPr bwMode="auto">
            <a:xfrm>
              <a:off x="783" y="1571"/>
              <a:ext cx="21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09" name="Line 9">
              <a:extLst>
                <a:ext uri="{FF2B5EF4-FFF2-40B4-BE49-F238E27FC236}">
                  <a16:creationId xmlns:a16="http://schemas.microsoft.com/office/drawing/2014/main" id="{DE9B6EE2-F6D7-0EDA-D35C-91E44B7875B4}"/>
                </a:ext>
              </a:extLst>
            </p:cNvPr>
            <p:cNvSpPr>
              <a:spLocks noChangeShapeType="1"/>
            </p:cNvSpPr>
            <p:nvPr/>
          </p:nvSpPr>
          <p:spPr bwMode="auto">
            <a:xfrm>
              <a:off x="1263" y="1476"/>
              <a:ext cx="14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10" name="Text Box 10">
              <a:extLst>
                <a:ext uri="{FF2B5EF4-FFF2-40B4-BE49-F238E27FC236}">
                  <a16:creationId xmlns:a16="http://schemas.microsoft.com/office/drawing/2014/main" id="{5AE99371-4B0F-EB59-F4D8-50F1B0A0AD36}"/>
                </a:ext>
              </a:extLst>
            </p:cNvPr>
            <p:cNvSpPr txBox="1">
              <a:spLocks noChangeArrowheads="1"/>
            </p:cNvSpPr>
            <p:nvPr/>
          </p:nvSpPr>
          <p:spPr bwMode="auto">
            <a:xfrm>
              <a:off x="447" y="1229"/>
              <a:ext cx="33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in1</a:t>
              </a:r>
              <a:endParaRPr lang="ru-RU" altLang="en-US" sz="2000" b="0"/>
            </a:p>
          </p:txBody>
        </p:sp>
        <p:sp>
          <p:nvSpPr>
            <p:cNvPr id="128011" name="AutoShape 14">
              <a:extLst>
                <a:ext uri="{FF2B5EF4-FFF2-40B4-BE49-F238E27FC236}">
                  <a16:creationId xmlns:a16="http://schemas.microsoft.com/office/drawing/2014/main" id="{D28841DE-2F66-FE94-5348-4F27A543E819}"/>
                </a:ext>
              </a:extLst>
            </p:cNvPr>
            <p:cNvSpPr>
              <a:spLocks noChangeArrowheads="1"/>
            </p:cNvSpPr>
            <p:nvPr/>
          </p:nvSpPr>
          <p:spPr bwMode="auto">
            <a:xfrm flipH="1">
              <a:off x="972" y="1322"/>
              <a:ext cx="293" cy="327"/>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8012" name="Text Box 46">
              <a:extLst>
                <a:ext uri="{FF2B5EF4-FFF2-40B4-BE49-F238E27FC236}">
                  <a16:creationId xmlns:a16="http://schemas.microsoft.com/office/drawing/2014/main" id="{57772437-49A5-0582-B3CA-9C7D545128B5}"/>
                </a:ext>
              </a:extLst>
            </p:cNvPr>
            <p:cNvSpPr txBox="1">
              <a:spLocks noChangeArrowheads="1"/>
            </p:cNvSpPr>
            <p:nvPr/>
          </p:nvSpPr>
          <p:spPr bwMode="auto">
            <a:xfrm>
              <a:off x="446" y="1478"/>
              <a:ext cx="33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in2</a:t>
              </a:r>
              <a:endParaRPr lang="ru-RU" altLang="en-US" sz="2000" b="0"/>
            </a:p>
          </p:txBody>
        </p:sp>
        <p:sp>
          <p:nvSpPr>
            <p:cNvPr id="128013" name="Line 76">
              <a:extLst>
                <a:ext uri="{FF2B5EF4-FFF2-40B4-BE49-F238E27FC236}">
                  <a16:creationId xmlns:a16="http://schemas.microsoft.com/office/drawing/2014/main" id="{5F2DA46D-732F-2EA2-9CB9-7F470A6AD720}"/>
                </a:ext>
              </a:extLst>
            </p:cNvPr>
            <p:cNvSpPr>
              <a:spLocks noChangeShapeType="1"/>
            </p:cNvSpPr>
            <p:nvPr/>
          </p:nvSpPr>
          <p:spPr bwMode="auto">
            <a:xfrm>
              <a:off x="1407" y="1641"/>
              <a:ext cx="19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14" name="Line 77">
              <a:extLst>
                <a:ext uri="{FF2B5EF4-FFF2-40B4-BE49-F238E27FC236}">
                  <a16:creationId xmlns:a16="http://schemas.microsoft.com/office/drawing/2014/main" id="{14FC9D05-AC72-DA21-E577-70C7F7FD273C}"/>
                </a:ext>
              </a:extLst>
            </p:cNvPr>
            <p:cNvSpPr>
              <a:spLocks noChangeShapeType="1"/>
            </p:cNvSpPr>
            <p:nvPr/>
          </p:nvSpPr>
          <p:spPr bwMode="auto">
            <a:xfrm flipV="1">
              <a:off x="751" y="1810"/>
              <a:ext cx="8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15" name="Line 78">
              <a:extLst>
                <a:ext uri="{FF2B5EF4-FFF2-40B4-BE49-F238E27FC236}">
                  <a16:creationId xmlns:a16="http://schemas.microsoft.com/office/drawing/2014/main" id="{274219B2-3867-8ECB-1047-8D0E4EEF0CF6}"/>
                </a:ext>
              </a:extLst>
            </p:cNvPr>
            <p:cNvSpPr>
              <a:spLocks noChangeShapeType="1"/>
            </p:cNvSpPr>
            <p:nvPr/>
          </p:nvSpPr>
          <p:spPr bwMode="auto">
            <a:xfrm>
              <a:off x="1854" y="1714"/>
              <a:ext cx="14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16" name="AutoShape 80">
              <a:extLst>
                <a:ext uri="{FF2B5EF4-FFF2-40B4-BE49-F238E27FC236}">
                  <a16:creationId xmlns:a16="http://schemas.microsoft.com/office/drawing/2014/main" id="{A863FAAA-B738-8678-6D3A-BB223A22C040}"/>
                </a:ext>
              </a:extLst>
            </p:cNvPr>
            <p:cNvSpPr>
              <a:spLocks noChangeArrowheads="1"/>
            </p:cNvSpPr>
            <p:nvPr/>
          </p:nvSpPr>
          <p:spPr bwMode="auto">
            <a:xfrm flipH="1">
              <a:off x="1563" y="1561"/>
              <a:ext cx="293" cy="327"/>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8017" name="Line 82">
              <a:extLst>
                <a:ext uri="{FF2B5EF4-FFF2-40B4-BE49-F238E27FC236}">
                  <a16:creationId xmlns:a16="http://schemas.microsoft.com/office/drawing/2014/main" id="{A9326500-AE55-7D30-3123-D1C9A10B5C85}"/>
                </a:ext>
              </a:extLst>
            </p:cNvPr>
            <p:cNvSpPr>
              <a:spLocks noChangeShapeType="1"/>
            </p:cNvSpPr>
            <p:nvPr/>
          </p:nvSpPr>
          <p:spPr bwMode="auto">
            <a:xfrm>
              <a:off x="1408" y="1481"/>
              <a:ext cx="0" cy="1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18" name="Line 83">
              <a:extLst>
                <a:ext uri="{FF2B5EF4-FFF2-40B4-BE49-F238E27FC236}">
                  <a16:creationId xmlns:a16="http://schemas.microsoft.com/office/drawing/2014/main" id="{C0DF373F-51FA-61C8-AA31-3C74AE5C2959}"/>
                </a:ext>
              </a:extLst>
            </p:cNvPr>
            <p:cNvSpPr>
              <a:spLocks noChangeShapeType="1"/>
            </p:cNvSpPr>
            <p:nvPr/>
          </p:nvSpPr>
          <p:spPr bwMode="auto">
            <a:xfrm>
              <a:off x="2010" y="1874"/>
              <a:ext cx="18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19" name="Line 84">
              <a:extLst>
                <a:ext uri="{FF2B5EF4-FFF2-40B4-BE49-F238E27FC236}">
                  <a16:creationId xmlns:a16="http://schemas.microsoft.com/office/drawing/2014/main" id="{C73A7F74-7FCF-B8EF-56E2-5E709DDEF8B1}"/>
                </a:ext>
              </a:extLst>
            </p:cNvPr>
            <p:cNvSpPr>
              <a:spLocks noChangeShapeType="1"/>
            </p:cNvSpPr>
            <p:nvPr/>
          </p:nvSpPr>
          <p:spPr bwMode="auto">
            <a:xfrm>
              <a:off x="2456" y="1946"/>
              <a:ext cx="14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0" name="Line 88">
              <a:extLst>
                <a:ext uri="{FF2B5EF4-FFF2-40B4-BE49-F238E27FC236}">
                  <a16:creationId xmlns:a16="http://schemas.microsoft.com/office/drawing/2014/main" id="{4BD6C8AA-3AE5-E6DC-0151-C1A6E25A8879}"/>
                </a:ext>
              </a:extLst>
            </p:cNvPr>
            <p:cNvSpPr>
              <a:spLocks noChangeShapeType="1"/>
            </p:cNvSpPr>
            <p:nvPr/>
          </p:nvSpPr>
          <p:spPr bwMode="auto">
            <a:xfrm>
              <a:off x="2010" y="1713"/>
              <a:ext cx="0" cy="1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1" name="Line 89">
              <a:extLst>
                <a:ext uri="{FF2B5EF4-FFF2-40B4-BE49-F238E27FC236}">
                  <a16:creationId xmlns:a16="http://schemas.microsoft.com/office/drawing/2014/main" id="{40EB5F14-BAAE-A9BD-9808-232929EABB69}"/>
                </a:ext>
              </a:extLst>
            </p:cNvPr>
            <p:cNvSpPr>
              <a:spLocks noChangeShapeType="1"/>
            </p:cNvSpPr>
            <p:nvPr/>
          </p:nvSpPr>
          <p:spPr bwMode="auto">
            <a:xfrm flipV="1">
              <a:off x="751" y="2038"/>
              <a:ext cx="14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2" name="Line 90">
              <a:extLst>
                <a:ext uri="{FF2B5EF4-FFF2-40B4-BE49-F238E27FC236}">
                  <a16:creationId xmlns:a16="http://schemas.microsoft.com/office/drawing/2014/main" id="{4E467034-ADD5-C6EB-DBD2-085DC9330675}"/>
                </a:ext>
              </a:extLst>
            </p:cNvPr>
            <p:cNvSpPr>
              <a:spLocks noChangeShapeType="1"/>
            </p:cNvSpPr>
            <p:nvPr/>
          </p:nvSpPr>
          <p:spPr bwMode="auto">
            <a:xfrm>
              <a:off x="2595" y="2106"/>
              <a:ext cx="18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3" name="Line 91">
              <a:extLst>
                <a:ext uri="{FF2B5EF4-FFF2-40B4-BE49-F238E27FC236}">
                  <a16:creationId xmlns:a16="http://schemas.microsoft.com/office/drawing/2014/main" id="{48C94AED-1CFC-0A6F-178B-B476B39083DE}"/>
                </a:ext>
              </a:extLst>
            </p:cNvPr>
            <p:cNvSpPr>
              <a:spLocks noChangeShapeType="1"/>
            </p:cNvSpPr>
            <p:nvPr/>
          </p:nvSpPr>
          <p:spPr bwMode="auto">
            <a:xfrm>
              <a:off x="3041" y="2179"/>
              <a:ext cx="14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4" name="AutoShape 93">
              <a:extLst>
                <a:ext uri="{FF2B5EF4-FFF2-40B4-BE49-F238E27FC236}">
                  <a16:creationId xmlns:a16="http://schemas.microsoft.com/office/drawing/2014/main" id="{D66231F3-681E-F32A-33F8-942ADDCE1C3C}"/>
                </a:ext>
              </a:extLst>
            </p:cNvPr>
            <p:cNvSpPr>
              <a:spLocks noChangeArrowheads="1"/>
            </p:cNvSpPr>
            <p:nvPr/>
          </p:nvSpPr>
          <p:spPr bwMode="auto">
            <a:xfrm flipH="1">
              <a:off x="2751" y="2025"/>
              <a:ext cx="293" cy="327"/>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8025" name="Line 95">
              <a:extLst>
                <a:ext uri="{FF2B5EF4-FFF2-40B4-BE49-F238E27FC236}">
                  <a16:creationId xmlns:a16="http://schemas.microsoft.com/office/drawing/2014/main" id="{C8A5CE97-FB61-6337-A340-27FEB0216833}"/>
                </a:ext>
              </a:extLst>
            </p:cNvPr>
            <p:cNvSpPr>
              <a:spLocks noChangeShapeType="1"/>
            </p:cNvSpPr>
            <p:nvPr/>
          </p:nvSpPr>
          <p:spPr bwMode="auto">
            <a:xfrm>
              <a:off x="2596" y="1946"/>
              <a:ext cx="0" cy="15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6" name="Line 96">
              <a:extLst>
                <a:ext uri="{FF2B5EF4-FFF2-40B4-BE49-F238E27FC236}">
                  <a16:creationId xmlns:a16="http://schemas.microsoft.com/office/drawing/2014/main" id="{19A36C9F-624F-A104-E04D-B33D6CF6DC91}"/>
                </a:ext>
              </a:extLst>
            </p:cNvPr>
            <p:cNvSpPr>
              <a:spLocks noChangeShapeType="1"/>
            </p:cNvSpPr>
            <p:nvPr/>
          </p:nvSpPr>
          <p:spPr bwMode="auto">
            <a:xfrm flipV="1">
              <a:off x="768" y="2276"/>
              <a:ext cx="200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7" name="Line 97">
              <a:extLst>
                <a:ext uri="{FF2B5EF4-FFF2-40B4-BE49-F238E27FC236}">
                  <a16:creationId xmlns:a16="http://schemas.microsoft.com/office/drawing/2014/main" id="{7F171909-F8AE-183C-601C-680D6F613AB1}"/>
                </a:ext>
              </a:extLst>
            </p:cNvPr>
            <p:cNvSpPr>
              <a:spLocks noChangeShapeType="1"/>
            </p:cNvSpPr>
            <p:nvPr/>
          </p:nvSpPr>
          <p:spPr bwMode="auto">
            <a:xfrm>
              <a:off x="3189" y="2338"/>
              <a:ext cx="18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8" name="Line 98">
              <a:extLst>
                <a:ext uri="{FF2B5EF4-FFF2-40B4-BE49-F238E27FC236}">
                  <a16:creationId xmlns:a16="http://schemas.microsoft.com/office/drawing/2014/main" id="{DAB5BC47-67ED-6D60-A44C-551D66654702}"/>
                </a:ext>
              </a:extLst>
            </p:cNvPr>
            <p:cNvSpPr>
              <a:spLocks noChangeShapeType="1"/>
            </p:cNvSpPr>
            <p:nvPr/>
          </p:nvSpPr>
          <p:spPr bwMode="auto">
            <a:xfrm>
              <a:off x="3635" y="2411"/>
              <a:ext cx="14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29" name="AutoShape 100">
              <a:extLst>
                <a:ext uri="{FF2B5EF4-FFF2-40B4-BE49-F238E27FC236}">
                  <a16:creationId xmlns:a16="http://schemas.microsoft.com/office/drawing/2014/main" id="{A8D9BACD-2151-FE33-61D1-15C320AE18B3}"/>
                </a:ext>
              </a:extLst>
            </p:cNvPr>
            <p:cNvSpPr>
              <a:spLocks noChangeArrowheads="1"/>
            </p:cNvSpPr>
            <p:nvPr/>
          </p:nvSpPr>
          <p:spPr bwMode="auto">
            <a:xfrm flipH="1">
              <a:off x="3345" y="2258"/>
              <a:ext cx="293" cy="326"/>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8030" name="Line 102">
              <a:extLst>
                <a:ext uri="{FF2B5EF4-FFF2-40B4-BE49-F238E27FC236}">
                  <a16:creationId xmlns:a16="http://schemas.microsoft.com/office/drawing/2014/main" id="{3C48EBBB-3B80-D7F2-41DF-ED582808E589}"/>
                </a:ext>
              </a:extLst>
            </p:cNvPr>
            <p:cNvSpPr>
              <a:spLocks noChangeShapeType="1"/>
            </p:cNvSpPr>
            <p:nvPr/>
          </p:nvSpPr>
          <p:spPr bwMode="auto">
            <a:xfrm>
              <a:off x="3190" y="2178"/>
              <a:ext cx="0" cy="15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1" name="Line 103">
              <a:extLst>
                <a:ext uri="{FF2B5EF4-FFF2-40B4-BE49-F238E27FC236}">
                  <a16:creationId xmlns:a16="http://schemas.microsoft.com/office/drawing/2014/main" id="{9245D5E5-2811-3A38-3D44-BE0304EB50C3}"/>
                </a:ext>
              </a:extLst>
            </p:cNvPr>
            <p:cNvSpPr>
              <a:spLocks noChangeShapeType="1"/>
            </p:cNvSpPr>
            <p:nvPr/>
          </p:nvSpPr>
          <p:spPr bwMode="auto">
            <a:xfrm>
              <a:off x="3783" y="2578"/>
              <a:ext cx="18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2" name="Line 104">
              <a:extLst>
                <a:ext uri="{FF2B5EF4-FFF2-40B4-BE49-F238E27FC236}">
                  <a16:creationId xmlns:a16="http://schemas.microsoft.com/office/drawing/2014/main" id="{ADAEE688-5F50-91D9-27EB-958C4899FE37}"/>
                </a:ext>
              </a:extLst>
            </p:cNvPr>
            <p:cNvSpPr>
              <a:spLocks noChangeShapeType="1"/>
            </p:cNvSpPr>
            <p:nvPr/>
          </p:nvSpPr>
          <p:spPr bwMode="auto">
            <a:xfrm>
              <a:off x="4229" y="2651"/>
              <a:ext cx="14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3" name="Line 108">
              <a:extLst>
                <a:ext uri="{FF2B5EF4-FFF2-40B4-BE49-F238E27FC236}">
                  <a16:creationId xmlns:a16="http://schemas.microsoft.com/office/drawing/2014/main" id="{EE85CF13-8C55-1177-0E0B-D27027FC190A}"/>
                </a:ext>
              </a:extLst>
            </p:cNvPr>
            <p:cNvSpPr>
              <a:spLocks noChangeShapeType="1"/>
            </p:cNvSpPr>
            <p:nvPr/>
          </p:nvSpPr>
          <p:spPr bwMode="auto">
            <a:xfrm>
              <a:off x="3784" y="2418"/>
              <a:ext cx="0" cy="1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4" name="Line 109">
              <a:extLst>
                <a:ext uri="{FF2B5EF4-FFF2-40B4-BE49-F238E27FC236}">
                  <a16:creationId xmlns:a16="http://schemas.microsoft.com/office/drawing/2014/main" id="{4BA733D1-B28E-E48F-2FAB-47AF5782E37B}"/>
                </a:ext>
              </a:extLst>
            </p:cNvPr>
            <p:cNvSpPr>
              <a:spLocks noChangeShapeType="1"/>
            </p:cNvSpPr>
            <p:nvPr/>
          </p:nvSpPr>
          <p:spPr bwMode="auto">
            <a:xfrm>
              <a:off x="4368" y="2819"/>
              <a:ext cx="19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5" name="Line 110">
              <a:extLst>
                <a:ext uri="{FF2B5EF4-FFF2-40B4-BE49-F238E27FC236}">
                  <a16:creationId xmlns:a16="http://schemas.microsoft.com/office/drawing/2014/main" id="{429CC831-FAF3-2883-B89D-902B8C0EA44E}"/>
                </a:ext>
              </a:extLst>
            </p:cNvPr>
            <p:cNvSpPr>
              <a:spLocks noChangeShapeType="1"/>
            </p:cNvSpPr>
            <p:nvPr/>
          </p:nvSpPr>
          <p:spPr bwMode="auto">
            <a:xfrm>
              <a:off x="4815" y="2892"/>
              <a:ext cx="14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6" name="AutoShape 112">
              <a:extLst>
                <a:ext uri="{FF2B5EF4-FFF2-40B4-BE49-F238E27FC236}">
                  <a16:creationId xmlns:a16="http://schemas.microsoft.com/office/drawing/2014/main" id="{6A06CB84-432F-46BB-384A-596A6404EA2A}"/>
                </a:ext>
              </a:extLst>
            </p:cNvPr>
            <p:cNvSpPr>
              <a:spLocks noChangeArrowheads="1"/>
            </p:cNvSpPr>
            <p:nvPr/>
          </p:nvSpPr>
          <p:spPr bwMode="auto">
            <a:xfrm flipH="1">
              <a:off x="4524" y="2739"/>
              <a:ext cx="293" cy="327"/>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8037" name="Line 114">
              <a:extLst>
                <a:ext uri="{FF2B5EF4-FFF2-40B4-BE49-F238E27FC236}">
                  <a16:creationId xmlns:a16="http://schemas.microsoft.com/office/drawing/2014/main" id="{F778009C-DD9A-9284-6A83-8305FAC3FBCF}"/>
                </a:ext>
              </a:extLst>
            </p:cNvPr>
            <p:cNvSpPr>
              <a:spLocks noChangeShapeType="1"/>
            </p:cNvSpPr>
            <p:nvPr/>
          </p:nvSpPr>
          <p:spPr bwMode="auto">
            <a:xfrm>
              <a:off x="4369" y="2659"/>
              <a:ext cx="0" cy="1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8" name="Line 115">
              <a:extLst>
                <a:ext uri="{FF2B5EF4-FFF2-40B4-BE49-F238E27FC236}">
                  <a16:creationId xmlns:a16="http://schemas.microsoft.com/office/drawing/2014/main" id="{AB8BB1D8-5300-8A7D-819F-5E4A5A1ADB2C}"/>
                </a:ext>
              </a:extLst>
            </p:cNvPr>
            <p:cNvSpPr>
              <a:spLocks noChangeShapeType="1"/>
            </p:cNvSpPr>
            <p:nvPr/>
          </p:nvSpPr>
          <p:spPr bwMode="auto">
            <a:xfrm>
              <a:off x="768" y="2998"/>
              <a:ext cx="3780" cy="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39" name="Line 116">
              <a:extLst>
                <a:ext uri="{FF2B5EF4-FFF2-40B4-BE49-F238E27FC236}">
                  <a16:creationId xmlns:a16="http://schemas.microsoft.com/office/drawing/2014/main" id="{023826D0-9B03-842E-134E-F1C4363EBED5}"/>
                </a:ext>
              </a:extLst>
            </p:cNvPr>
            <p:cNvSpPr>
              <a:spLocks noChangeShapeType="1"/>
            </p:cNvSpPr>
            <p:nvPr/>
          </p:nvSpPr>
          <p:spPr bwMode="auto">
            <a:xfrm>
              <a:off x="760" y="2514"/>
              <a:ext cx="26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40" name="Line 117">
              <a:extLst>
                <a:ext uri="{FF2B5EF4-FFF2-40B4-BE49-F238E27FC236}">
                  <a16:creationId xmlns:a16="http://schemas.microsoft.com/office/drawing/2014/main" id="{E28FB5F7-C937-49C7-3E18-4143DC05AAA6}"/>
                </a:ext>
              </a:extLst>
            </p:cNvPr>
            <p:cNvSpPr>
              <a:spLocks noChangeShapeType="1"/>
            </p:cNvSpPr>
            <p:nvPr/>
          </p:nvSpPr>
          <p:spPr bwMode="auto">
            <a:xfrm>
              <a:off x="760" y="2753"/>
              <a:ext cx="319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41" name="Text Box 118">
              <a:extLst>
                <a:ext uri="{FF2B5EF4-FFF2-40B4-BE49-F238E27FC236}">
                  <a16:creationId xmlns:a16="http://schemas.microsoft.com/office/drawing/2014/main" id="{FFB3EE66-E483-8D2D-76B6-62B24D500EF2}"/>
                </a:ext>
              </a:extLst>
            </p:cNvPr>
            <p:cNvSpPr txBox="1">
              <a:spLocks noChangeArrowheads="1"/>
            </p:cNvSpPr>
            <p:nvPr/>
          </p:nvSpPr>
          <p:spPr bwMode="auto">
            <a:xfrm>
              <a:off x="455" y="1677"/>
              <a:ext cx="33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in3</a:t>
              </a:r>
              <a:endParaRPr lang="ru-RU" altLang="en-US" sz="2000" b="0"/>
            </a:p>
          </p:txBody>
        </p:sp>
        <p:sp>
          <p:nvSpPr>
            <p:cNvPr id="128042" name="Text Box 119">
              <a:extLst>
                <a:ext uri="{FF2B5EF4-FFF2-40B4-BE49-F238E27FC236}">
                  <a16:creationId xmlns:a16="http://schemas.microsoft.com/office/drawing/2014/main" id="{3F21F416-D4C5-31BF-6BC5-351067700862}"/>
                </a:ext>
              </a:extLst>
            </p:cNvPr>
            <p:cNvSpPr txBox="1">
              <a:spLocks noChangeArrowheads="1"/>
            </p:cNvSpPr>
            <p:nvPr/>
          </p:nvSpPr>
          <p:spPr bwMode="auto">
            <a:xfrm>
              <a:off x="446" y="1902"/>
              <a:ext cx="330"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in4</a:t>
              </a:r>
              <a:endParaRPr lang="ru-RU" altLang="en-US" sz="2000" b="0"/>
            </a:p>
          </p:txBody>
        </p:sp>
        <p:sp>
          <p:nvSpPr>
            <p:cNvPr id="128043" name="Text Box 120">
              <a:extLst>
                <a:ext uri="{FF2B5EF4-FFF2-40B4-BE49-F238E27FC236}">
                  <a16:creationId xmlns:a16="http://schemas.microsoft.com/office/drawing/2014/main" id="{B4763331-361D-5F11-9C70-F64834169B81}"/>
                </a:ext>
              </a:extLst>
            </p:cNvPr>
            <p:cNvSpPr txBox="1">
              <a:spLocks noChangeArrowheads="1"/>
            </p:cNvSpPr>
            <p:nvPr/>
          </p:nvSpPr>
          <p:spPr bwMode="auto">
            <a:xfrm>
              <a:off x="446" y="2118"/>
              <a:ext cx="33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in5</a:t>
              </a:r>
              <a:endParaRPr lang="ru-RU" altLang="en-US" sz="2000" b="0"/>
            </a:p>
          </p:txBody>
        </p:sp>
        <p:sp>
          <p:nvSpPr>
            <p:cNvPr id="128044" name="Text Box 121">
              <a:extLst>
                <a:ext uri="{FF2B5EF4-FFF2-40B4-BE49-F238E27FC236}">
                  <a16:creationId xmlns:a16="http://schemas.microsoft.com/office/drawing/2014/main" id="{8B68E2C1-84A8-DCD2-3B2B-AAD95F6112D1}"/>
                </a:ext>
              </a:extLst>
            </p:cNvPr>
            <p:cNvSpPr txBox="1">
              <a:spLocks noChangeArrowheads="1"/>
            </p:cNvSpPr>
            <p:nvPr/>
          </p:nvSpPr>
          <p:spPr bwMode="auto">
            <a:xfrm>
              <a:off x="454" y="2383"/>
              <a:ext cx="33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in6</a:t>
              </a:r>
              <a:endParaRPr lang="ru-RU" altLang="en-US" sz="2000" b="0"/>
            </a:p>
          </p:txBody>
        </p:sp>
        <p:sp>
          <p:nvSpPr>
            <p:cNvPr id="128045" name="Text Box 122">
              <a:extLst>
                <a:ext uri="{FF2B5EF4-FFF2-40B4-BE49-F238E27FC236}">
                  <a16:creationId xmlns:a16="http://schemas.microsoft.com/office/drawing/2014/main" id="{7E55BC4A-A991-AECC-CFC3-9FB32CFF11DF}"/>
                </a:ext>
              </a:extLst>
            </p:cNvPr>
            <p:cNvSpPr txBox="1">
              <a:spLocks noChangeArrowheads="1"/>
            </p:cNvSpPr>
            <p:nvPr/>
          </p:nvSpPr>
          <p:spPr bwMode="auto">
            <a:xfrm>
              <a:off x="454" y="2639"/>
              <a:ext cx="33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in7</a:t>
              </a:r>
              <a:endParaRPr lang="ru-RU" altLang="en-US" sz="2000" b="0"/>
            </a:p>
          </p:txBody>
        </p:sp>
        <p:sp>
          <p:nvSpPr>
            <p:cNvPr id="128046" name="Text Box 123">
              <a:extLst>
                <a:ext uri="{FF2B5EF4-FFF2-40B4-BE49-F238E27FC236}">
                  <a16:creationId xmlns:a16="http://schemas.microsoft.com/office/drawing/2014/main" id="{1A4CB92A-9592-53FB-B989-891BCCD4BA5C}"/>
                </a:ext>
              </a:extLst>
            </p:cNvPr>
            <p:cNvSpPr txBox="1">
              <a:spLocks noChangeArrowheads="1"/>
            </p:cNvSpPr>
            <p:nvPr/>
          </p:nvSpPr>
          <p:spPr bwMode="auto">
            <a:xfrm>
              <a:off x="463" y="2847"/>
              <a:ext cx="33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in8</a:t>
              </a:r>
              <a:endParaRPr lang="ru-RU" altLang="en-US" sz="2000" b="0"/>
            </a:p>
          </p:txBody>
        </p:sp>
        <p:sp>
          <p:nvSpPr>
            <p:cNvPr id="128047" name="AutoShape 93">
              <a:extLst>
                <a:ext uri="{FF2B5EF4-FFF2-40B4-BE49-F238E27FC236}">
                  <a16:creationId xmlns:a16="http://schemas.microsoft.com/office/drawing/2014/main" id="{8A96F867-9A80-E891-DB8D-2CCDBA49B9DE}"/>
                </a:ext>
              </a:extLst>
            </p:cNvPr>
            <p:cNvSpPr>
              <a:spLocks noChangeArrowheads="1"/>
            </p:cNvSpPr>
            <p:nvPr/>
          </p:nvSpPr>
          <p:spPr bwMode="auto">
            <a:xfrm flipH="1">
              <a:off x="2155" y="1783"/>
              <a:ext cx="293" cy="327"/>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28048" name="AutoShape 64">
              <a:extLst>
                <a:ext uri="{FF2B5EF4-FFF2-40B4-BE49-F238E27FC236}">
                  <a16:creationId xmlns:a16="http://schemas.microsoft.com/office/drawing/2014/main" id="{0B86C89F-B865-FD4A-5550-8242114CF56F}"/>
                </a:ext>
              </a:extLst>
            </p:cNvPr>
            <p:cNvSpPr>
              <a:spLocks noChangeArrowheads="1"/>
            </p:cNvSpPr>
            <p:nvPr/>
          </p:nvSpPr>
          <p:spPr bwMode="auto">
            <a:xfrm rot="5243846">
              <a:off x="574" y="1293"/>
              <a:ext cx="362" cy="3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 w 21600"/>
                <a:gd name="T13" fmla="*/ 0 h 21600"/>
                <a:gd name="T14" fmla="*/ 21003 w 21600"/>
                <a:gd name="T15" fmla="*/ 7350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28049" name="AutoShape 65">
              <a:extLst>
                <a:ext uri="{FF2B5EF4-FFF2-40B4-BE49-F238E27FC236}">
                  <a16:creationId xmlns:a16="http://schemas.microsoft.com/office/drawing/2014/main" id="{F2471D0F-9258-105F-9AE2-469D07A2B5FA}"/>
                </a:ext>
              </a:extLst>
            </p:cNvPr>
            <p:cNvSpPr>
              <a:spLocks noChangeArrowheads="1"/>
            </p:cNvSpPr>
            <p:nvPr/>
          </p:nvSpPr>
          <p:spPr bwMode="auto">
            <a:xfrm rot="5243846">
              <a:off x="1175" y="1524"/>
              <a:ext cx="362" cy="3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 w 21600"/>
                <a:gd name="T13" fmla="*/ 0 h 21600"/>
                <a:gd name="T14" fmla="*/ 21003 w 21600"/>
                <a:gd name="T15" fmla="*/ 7350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28050" name="AutoShape 66">
              <a:extLst>
                <a:ext uri="{FF2B5EF4-FFF2-40B4-BE49-F238E27FC236}">
                  <a16:creationId xmlns:a16="http://schemas.microsoft.com/office/drawing/2014/main" id="{1641A443-0183-7C57-3A8A-A329BA64D581}"/>
                </a:ext>
              </a:extLst>
            </p:cNvPr>
            <p:cNvSpPr>
              <a:spLocks noChangeArrowheads="1"/>
            </p:cNvSpPr>
            <p:nvPr/>
          </p:nvSpPr>
          <p:spPr bwMode="auto">
            <a:xfrm rot="5243846">
              <a:off x="1765" y="1756"/>
              <a:ext cx="362" cy="3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 w 21600"/>
                <a:gd name="T13" fmla="*/ 0 h 21600"/>
                <a:gd name="T14" fmla="*/ 21003 w 21600"/>
                <a:gd name="T15" fmla="*/ 7331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28051" name="AutoShape 67">
              <a:extLst>
                <a:ext uri="{FF2B5EF4-FFF2-40B4-BE49-F238E27FC236}">
                  <a16:creationId xmlns:a16="http://schemas.microsoft.com/office/drawing/2014/main" id="{30FC1EE1-C83D-65A6-0F1E-93D928C0162B}"/>
                </a:ext>
              </a:extLst>
            </p:cNvPr>
            <p:cNvSpPr>
              <a:spLocks noChangeArrowheads="1"/>
            </p:cNvSpPr>
            <p:nvPr/>
          </p:nvSpPr>
          <p:spPr bwMode="auto">
            <a:xfrm rot="5243846">
              <a:off x="2344" y="1992"/>
              <a:ext cx="362" cy="38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 w 21600"/>
                <a:gd name="T13" fmla="*/ 0 h 21600"/>
                <a:gd name="T14" fmla="*/ 21003 w 21600"/>
                <a:gd name="T15" fmla="*/ 7331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28052" name="AutoShape 68">
              <a:extLst>
                <a:ext uri="{FF2B5EF4-FFF2-40B4-BE49-F238E27FC236}">
                  <a16:creationId xmlns:a16="http://schemas.microsoft.com/office/drawing/2014/main" id="{58CB0BDB-FE66-31B3-9C2C-953C36748DA6}"/>
                </a:ext>
              </a:extLst>
            </p:cNvPr>
            <p:cNvSpPr>
              <a:spLocks noChangeArrowheads="1"/>
            </p:cNvSpPr>
            <p:nvPr/>
          </p:nvSpPr>
          <p:spPr bwMode="auto">
            <a:xfrm rot="5243846">
              <a:off x="2951" y="2224"/>
              <a:ext cx="362" cy="3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 w 21600"/>
                <a:gd name="T13" fmla="*/ 0 h 21600"/>
                <a:gd name="T14" fmla="*/ 21003 w 21600"/>
                <a:gd name="T15" fmla="*/ 7350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28053" name="AutoShape 69">
              <a:extLst>
                <a:ext uri="{FF2B5EF4-FFF2-40B4-BE49-F238E27FC236}">
                  <a16:creationId xmlns:a16="http://schemas.microsoft.com/office/drawing/2014/main" id="{9E51B773-EACF-751A-AA8D-044D3DB428A6}"/>
                </a:ext>
              </a:extLst>
            </p:cNvPr>
            <p:cNvSpPr>
              <a:spLocks noChangeArrowheads="1"/>
            </p:cNvSpPr>
            <p:nvPr/>
          </p:nvSpPr>
          <p:spPr bwMode="auto">
            <a:xfrm rot="5243846">
              <a:off x="3558" y="2471"/>
              <a:ext cx="362" cy="3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 w 21600"/>
                <a:gd name="T13" fmla="*/ 0 h 21600"/>
                <a:gd name="T14" fmla="*/ 21003 w 21600"/>
                <a:gd name="T15" fmla="*/ 7350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28054" name="AutoShape 70">
              <a:extLst>
                <a:ext uri="{FF2B5EF4-FFF2-40B4-BE49-F238E27FC236}">
                  <a16:creationId xmlns:a16="http://schemas.microsoft.com/office/drawing/2014/main" id="{2C199D0E-2A0C-6CFC-A149-74F519F48329}"/>
                </a:ext>
              </a:extLst>
            </p:cNvPr>
            <p:cNvSpPr>
              <a:spLocks noChangeArrowheads="1"/>
            </p:cNvSpPr>
            <p:nvPr/>
          </p:nvSpPr>
          <p:spPr bwMode="auto">
            <a:xfrm rot="5243846">
              <a:off x="4148" y="2713"/>
              <a:ext cx="362" cy="38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 w 21600"/>
                <a:gd name="T13" fmla="*/ 0 h 21600"/>
                <a:gd name="T14" fmla="*/ 21003 w 21600"/>
                <a:gd name="T15" fmla="*/ 7350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28055" name="AutoShape 112">
              <a:extLst>
                <a:ext uri="{FF2B5EF4-FFF2-40B4-BE49-F238E27FC236}">
                  <a16:creationId xmlns:a16="http://schemas.microsoft.com/office/drawing/2014/main" id="{B184E309-BB6B-D4D8-D061-76EBD675C68C}"/>
                </a:ext>
              </a:extLst>
            </p:cNvPr>
            <p:cNvSpPr>
              <a:spLocks noChangeArrowheads="1"/>
            </p:cNvSpPr>
            <p:nvPr/>
          </p:nvSpPr>
          <p:spPr bwMode="auto">
            <a:xfrm flipH="1">
              <a:off x="3940" y="2492"/>
              <a:ext cx="293" cy="326"/>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Title 64">
            <a:extLst>
              <a:ext uri="{FF2B5EF4-FFF2-40B4-BE49-F238E27FC236}">
                <a16:creationId xmlns:a16="http://schemas.microsoft.com/office/drawing/2014/main" id="{DCF274EC-5101-3058-144E-CF66CBC594DD}"/>
              </a:ext>
            </a:extLst>
          </p:cNvPr>
          <p:cNvSpPr>
            <a:spLocks noGrp="1" noChangeArrowheads="1"/>
          </p:cNvSpPr>
          <p:nvPr>
            <p:ph type="title"/>
          </p:nvPr>
        </p:nvSpPr>
        <p:spPr>
          <a:xfrm>
            <a:off x="-1" y="183402"/>
            <a:ext cx="11612880" cy="704088"/>
          </a:xfrm>
        </p:spPr>
        <p:txBody>
          <a:bodyPr>
            <a:normAutofit/>
          </a:bodyPr>
          <a:lstStyle/>
          <a:p>
            <a:r>
              <a:rPr lang="en-US" altLang="en-US" dirty="0"/>
              <a:t>Parity Circuits (2)</a:t>
            </a:r>
            <a:endParaRPr lang="ru-RU" altLang="en-US" dirty="0"/>
          </a:p>
        </p:txBody>
      </p:sp>
      <p:sp>
        <p:nvSpPr>
          <p:cNvPr id="130050" name="Content Placeholder 65">
            <a:extLst>
              <a:ext uri="{FF2B5EF4-FFF2-40B4-BE49-F238E27FC236}">
                <a16:creationId xmlns:a16="http://schemas.microsoft.com/office/drawing/2014/main" id="{0E28E03C-92CE-5359-8334-88EBE1CDC9A6}"/>
              </a:ext>
            </a:extLst>
          </p:cNvPr>
          <p:cNvSpPr>
            <a:spLocks noGrp="1" noChangeArrowheads="1"/>
          </p:cNvSpPr>
          <p:nvPr>
            <p:ph type="body" sz="quarter" idx="10"/>
          </p:nvPr>
        </p:nvSpPr>
        <p:spPr>
          <a:xfrm>
            <a:off x="457200" y="1188720"/>
            <a:ext cx="11277922" cy="5185186"/>
          </a:xfrm>
        </p:spPr>
        <p:txBody>
          <a:bodyPr/>
          <a:lstStyle/>
          <a:p>
            <a:r>
              <a:rPr lang="en-US" altLang="en-US"/>
              <a:t>Tree structure</a:t>
            </a:r>
            <a:endParaRPr lang="ru-RU"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T = </a:t>
            </a:r>
            <a:r>
              <a:rPr lang="en-US" altLang="en-US">
                <a:sym typeface="Symbol" panose="05050102010706020507" pitchFamily="18" charset="2"/>
              </a:rPr>
              <a:t></a:t>
            </a:r>
            <a:r>
              <a:rPr lang="en-US" altLang="en-US"/>
              <a:t>log2n</a:t>
            </a:r>
            <a:r>
              <a:rPr lang="en-US" altLang="en-US">
                <a:sym typeface="Symbol" panose="05050102010706020507" pitchFamily="18" charset="2"/>
              </a:rPr>
              <a:t>        </a:t>
            </a:r>
            <a:r>
              <a:rPr lang="ru-RU" altLang="en-US"/>
              <a:t>The tree structure is fast</a:t>
            </a:r>
            <a:r>
              <a:rPr lang="en-US" altLang="en-US"/>
              <a:t>er.</a:t>
            </a:r>
          </a:p>
          <a:p>
            <a:r>
              <a:rPr lang="en-US" altLang="en-US"/>
              <a:t>		             Wh</a:t>
            </a:r>
            <a:r>
              <a:rPr lang="ru-RU" altLang="en-US"/>
              <a:t>en inverting the output</a:t>
            </a:r>
            <a:r>
              <a:rPr lang="en-US" altLang="en-US"/>
              <a:t>, </a:t>
            </a:r>
            <a:r>
              <a:rPr lang="ru-RU" altLang="en-US"/>
              <a:t>parity circuit</a:t>
            </a:r>
            <a:r>
              <a:rPr lang="en-US" altLang="en-US"/>
              <a:t> is obtained.</a:t>
            </a:r>
            <a:endParaRPr lang="ru-RU" altLang="en-US"/>
          </a:p>
          <a:p>
            <a:endParaRPr lang="en-US" altLang="en-US">
              <a:sym typeface="Symbol" panose="05050102010706020507" pitchFamily="18" charset="2"/>
            </a:endParaRPr>
          </a:p>
          <a:p>
            <a:endParaRPr lang="ru-RU" altLang="en-US"/>
          </a:p>
        </p:txBody>
      </p:sp>
      <p:grpSp>
        <p:nvGrpSpPr>
          <p:cNvPr id="130051" name="Group 59">
            <a:extLst>
              <a:ext uri="{FF2B5EF4-FFF2-40B4-BE49-F238E27FC236}">
                <a16:creationId xmlns:a16="http://schemas.microsoft.com/office/drawing/2014/main" id="{967B6BCB-CEB4-611F-93C0-D1F9B6E57052}"/>
              </a:ext>
            </a:extLst>
          </p:cNvPr>
          <p:cNvGrpSpPr>
            <a:grpSpLocks/>
          </p:cNvGrpSpPr>
          <p:nvPr/>
        </p:nvGrpSpPr>
        <p:grpSpPr bwMode="auto">
          <a:xfrm>
            <a:off x="3327401" y="1762126"/>
            <a:ext cx="4987925" cy="3199069"/>
            <a:chOff x="1488" y="1137"/>
            <a:chExt cx="3142" cy="1893"/>
          </a:xfrm>
        </p:grpSpPr>
        <p:sp>
          <p:nvSpPr>
            <p:cNvPr id="130053" name="AutoShape 6">
              <a:extLst>
                <a:ext uri="{FF2B5EF4-FFF2-40B4-BE49-F238E27FC236}">
                  <a16:creationId xmlns:a16="http://schemas.microsoft.com/office/drawing/2014/main" id="{424E42B3-EA54-F6FC-5791-959F24B4AF2D}"/>
                </a:ext>
              </a:extLst>
            </p:cNvPr>
            <p:cNvSpPr>
              <a:spLocks noChangeArrowheads="1"/>
            </p:cNvSpPr>
            <p:nvPr/>
          </p:nvSpPr>
          <p:spPr bwMode="auto">
            <a:xfrm flipH="1">
              <a:off x="1997" y="1181"/>
              <a:ext cx="316" cy="321"/>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0054" name="AutoShape 9">
              <a:extLst>
                <a:ext uri="{FF2B5EF4-FFF2-40B4-BE49-F238E27FC236}">
                  <a16:creationId xmlns:a16="http://schemas.microsoft.com/office/drawing/2014/main" id="{3F20FAB3-E18F-57AE-8476-8ECD1DF87FF9}"/>
                </a:ext>
              </a:extLst>
            </p:cNvPr>
            <p:cNvSpPr>
              <a:spLocks noChangeArrowheads="1"/>
            </p:cNvSpPr>
            <p:nvPr/>
          </p:nvSpPr>
          <p:spPr bwMode="auto">
            <a:xfrm flipH="1">
              <a:off x="1997" y="1692"/>
              <a:ext cx="316" cy="321"/>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0055" name="AutoShape 12">
              <a:extLst>
                <a:ext uri="{FF2B5EF4-FFF2-40B4-BE49-F238E27FC236}">
                  <a16:creationId xmlns:a16="http://schemas.microsoft.com/office/drawing/2014/main" id="{84A8F9C6-D032-0EFB-C66B-8AC84E360D37}"/>
                </a:ext>
              </a:extLst>
            </p:cNvPr>
            <p:cNvSpPr>
              <a:spLocks noChangeArrowheads="1"/>
            </p:cNvSpPr>
            <p:nvPr/>
          </p:nvSpPr>
          <p:spPr bwMode="auto">
            <a:xfrm flipH="1">
              <a:off x="1997" y="2188"/>
              <a:ext cx="316" cy="321"/>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0056" name="AutoShape 15">
              <a:extLst>
                <a:ext uri="{FF2B5EF4-FFF2-40B4-BE49-F238E27FC236}">
                  <a16:creationId xmlns:a16="http://schemas.microsoft.com/office/drawing/2014/main" id="{571EA124-DF9D-E267-3358-E55F59222412}"/>
                </a:ext>
              </a:extLst>
            </p:cNvPr>
            <p:cNvSpPr>
              <a:spLocks noChangeArrowheads="1"/>
            </p:cNvSpPr>
            <p:nvPr/>
          </p:nvSpPr>
          <p:spPr bwMode="auto">
            <a:xfrm flipH="1">
              <a:off x="2006" y="2683"/>
              <a:ext cx="316" cy="321"/>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0057" name="AutoShape 18">
              <a:extLst>
                <a:ext uri="{FF2B5EF4-FFF2-40B4-BE49-F238E27FC236}">
                  <a16:creationId xmlns:a16="http://schemas.microsoft.com/office/drawing/2014/main" id="{738A191D-6B85-3040-81C0-3A4E091E9A60}"/>
                </a:ext>
              </a:extLst>
            </p:cNvPr>
            <p:cNvSpPr>
              <a:spLocks noChangeArrowheads="1"/>
            </p:cNvSpPr>
            <p:nvPr/>
          </p:nvSpPr>
          <p:spPr bwMode="auto">
            <a:xfrm flipH="1">
              <a:off x="2801" y="1433"/>
              <a:ext cx="316" cy="321"/>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0058" name="AutoShape 24">
              <a:extLst>
                <a:ext uri="{FF2B5EF4-FFF2-40B4-BE49-F238E27FC236}">
                  <a16:creationId xmlns:a16="http://schemas.microsoft.com/office/drawing/2014/main" id="{89557D97-B712-6510-B90A-EF5FAB20134A}"/>
                </a:ext>
              </a:extLst>
            </p:cNvPr>
            <p:cNvSpPr>
              <a:spLocks noChangeArrowheads="1"/>
            </p:cNvSpPr>
            <p:nvPr/>
          </p:nvSpPr>
          <p:spPr bwMode="auto">
            <a:xfrm flipH="1">
              <a:off x="3629" y="1937"/>
              <a:ext cx="316" cy="321"/>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0059" name="Line 29">
              <a:extLst>
                <a:ext uri="{FF2B5EF4-FFF2-40B4-BE49-F238E27FC236}">
                  <a16:creationId xmlns:a16="http://schemas.microsoft.com/office/drawing/2014/main" id="{8E4CDCEA-ABC5-CB07-5A54-3D31CF676D6D}"/>
                </a:ext>
              </a:extLst>
            </p:cNvPr>
            <p:cNvSpPr>
              <a:spLocks noChangeShapeType="1"/>
            </p:cNvSpPr>
            <p:nvPr/>
          </p:nvSpPr>
          <p:spPr bwMode="auto">
            <a:xfrm>
              <a:off x="2313" y="1332"/>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0" name="Line 30">
              <a:extLst>
                <a:ext uri="{FF2B5EF4-FFF2-40B4-BE49-F238E27FC236}">
                  <a16:creationId xmlns:a16="http://schemas.microsoft.com/office/drawing/2014/main" id="{73561496-FEC9-8DA8-78A7-8236ED7F8B6D}"/>
                </a:ext>
              </a:extLst>
            </p:cNvPr>
            <p:cNvSpPr>
              <a:spLocks noChangeShapeType="1"/>
            </p:cNvSpPr>
            <p:nvPr/>
          </p:nvSpPr>
          <p:spPr bwMode="auto">
            <a:xfrm>
              <a:off x="2322" y="1852"/>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1" name="Line 31">
              <a:extLst>
                <a:ext uri="{FF2B5EF4-FFF2-40B4-BE49-F238E27FC236}">
                  <a16:creationId xmlns:a16="http://schemas.microsoft.com/office/drawing/2014/main" id="{101B124D-629D-9D78-0C36-C71AD140B5B7}"/>
                </a:ext>
              </a:extLst>
            </p:cNvPr>
            <p:cNvSpPr>
              <a:spLocks noChangeShapeType="1"/>
            </p:cNvSpPr>
            <p:nvPr/>
          </p:nvSpPr>
          <p:spPr bwMode="auto">
            <a:xfrm>
              <a:off x="2313" y="2340"/>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2" name="Line 32">
              <a:extLst>
                <a:ext uri="{FF2B5EF4-FFF2-40B4-BE49-F238E27FC236}">
                  <a16:creationId xmlns:a16="http://schemas.microsoft.com/office/drawing/2014/main" id="{76E8889F-7918-5F39-B54B-ED6BBEFA087B}"/>
                </a:ext>
              </a:extLst>
            </p:cNvPr>
            <p:cNvSpPr>
              <a:spLocks noChangeShapeType="1"/>
            </p:cNvSpPr>
            <p:nvPr/>
          </p:nvSpPr>
          <p:spPr bwMode="auto">
            <a:xfrm>
              <a:off x="2331" y="2843"/>
              <a:ext cx="1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3" name="Line 33">
              <a:extLst>
                <a:ext uri="{FF2B5EF4-FFF2-40B4-BE49-F238E27FC236}">
                  <a16:creationId xmlns:a16="http://schemas.microsoft.com/office/drawing/2014/main" id="{B37DF04E-2343-D8BE-E434-96A5B5F77444}"/>
                </a:ext>
              </a:extLst>
            </p:cNvPr>
            <p:cNvSpPr>
              <a:spLocks noChangeShapeType="1"/>
            </p:cNvSpPr>
            <p:nvPr/>
          </p:nvSpPr>
          <p:spPr bwMode="auto">
            <a:xfrm>
              <a:off x="2521" y="1332"/>
              <a:ext cx="0" cy="1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4" name="Line 34">
              <a:extLst>
                <a:ext uri="{FF2B5EF4-FFF2-40B4-BE49-F238E27FC236}">
                  <a16:creationId xmlns:a16="http://schemas.microsoft.com/office/drawing/2014/main" id="{A7E913E5-CEF9-6476-7BCC-0F0EB5C11B39}"/>
                </a:ext>
              </a:extLst>
            </p:cNvPr>
            <p:cNvSpPr>
              <a:spLocks noChangeShapeType="1"/>
            </p:cNvSpPr>
            <p:nvPr/>
          </p:nvSpPr>
          <p:spPr bwMode="auto">
            <a:xfrm>
              <a:off x="2530" y="1678"/>
              <a:ext cx="0" cy="1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5" name="Line 35">
              <a:extLst>
                <a:ext uri="{FF2B5EF4-FFF2-40B4-BE49-F238E27FC236}">
                  <a16:creationId xmlns:a16="http://schemas.microsoft.com/office/drawing/2014/main" id="{FB9B530F-A4E6-A555-FB20-D811CF912FCC}"/>
                </a:ext>
              </a:extLst>
            </p:cNvPr>
            <p:cNvSpPr>
              <a:spLocks noChangeShapeType="1"/>
            </p:cNvSpPr>
            <p:nvPr/>
          </p:nvSpPr>
          <p:spPr bwMode="auto">
            <a:xfrm>
              <a:off x="2531" y="1511"/>
              <a:ext cx="2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6" name="Line 36">
              <a:extLst>
                <a:ext uri="{FF2B5EF4-FFF2-40B4-BE49-F238E27FC236}">
                  <a16:creationId xmlns:a16="http://schemas.microsoft.com/office/drawing/2014/main" id="{1E4934B2-0F5D-2FE0-CFCC-C3B33D29942B}"/>
                </a:ext>
              </a:extLst>
            </p:cNvPr>
            <p:cNvSpPr>
              <a:spLocks noChangeShapeType="1"/>
            </p:cNvSpPr>
            <p:nvPr/>
          </p:nvSpPr>
          <p:spPr bwMode="auto">
            <a:xfrm>
              <a:off x="2531" y="1684"/>
              <a:ext cx="2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7" name="Line 37">
              <a:extLst>
                <a:ext uri="{FF2B5EF4-FFF2-40B4-BE49-F238E27FC236}">
                  <a16:creationId xmlns:a16="http://schemas.microsoft.com/office/drawing/2014/main" id="{F4434104-3E66-DF5B-9F5D-286E63A16589}"/>
                </a:ext>
              </a:extLst>
            </p:cNvPr>
            <p:cNvSpPr>
              <a:spLocks noChangeShapeType="1"/>
            </p:cNvSpPr>
            <p:nvPr/>
          </p:nvSpPr>
          <p:spPr bwMode="auto">
            <a:xfrm>
              <a:off x="2521" y="2340"/>
              <a:ext cx="0" cy="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8" name="Line 38">
              <a:extLst>
                <a:ext uri="{FF2B5EF4-FFF2-40B4-BE49-F238E27FC236}">
                  <a16:creationId xmlns:a16="http://schemas.microsoft.com/office/drawing/2014/main" id="{01ED1493-8C67-6FA4-DAFF-78B2376C42E4}"/>
                </a:ext>
              </a:extLst>
            </p:cNvPr>
            <p:cNvSpPr>
              <a:spLocks noChangeShapeType="1"/>
            </p:cNvSpPr>
            <p:nvPr/>
          </p:nvSpPr>
          <p:spPr bwMode="auto">
            <a:xfrm>
              <a:off x="2521" y="2669"/>
              <a:ext cx="0" cy="1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9" name="Line 39">
              <a:extLst>
                <a:ext uri="{FF2B5EF4-FFF2-40B4-BE49-F238E27FC236}">
                  <a16:creationId xmlns:a16="http://schemas.microsoft.com/office/drawing/2014/main" id="{30D4DE4D-DDF2-B100-48AF-D467B8DA096E}"/>
                </a:ext>
              </a:extLst>
            </p:cNvPr>
            <p:cNvSpPr>
              <a:spLocks noChangeShapeType="1"/>
            </p:cNvSpPr>
            <p:nvPr/>
          </p:nvSpPr>
          <p:spPr bwMode="auto">
            <a:xfrm>
              <a:off x="2522" y="2520"/>
              <a:ext cx="3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0" name="Line 40">
              <a:extLst>
                <a:ext uri="{FF2B5EF4-FFF2-40B4-BE49-F238E27FC236}">
                  <a16:creationId xmlns:a16="http://schemas.microsoft.com/office/drawing/2014/main" id="{5ACD63FD-280E-D9E5-C53C-E4EFB380CBD9}"/>
                </a:ext>
              </a:extLst>
            </p:cNvPr>
            <p:cNvSpPr>
              <a:spLocks noChangeShapeType="1"/>
            </p:cNvSpPr>
            <p:nvPr/>
          </p:nvSpPr>
          <p:spPr bwMode="auto">
            <a:xfrm>
              <a:off x="2522" y="2661"/>
              <a:ext cx="3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1" name="Line 41">
              <a:extLst>
                <a:ext uri="{FF2B5EF4-FFF2-40B4-BE49-F238E27FC236}">
                  <a16:creationId xmlns:a16="http://schemas.microsoft.com/office/drawing/2014/main" id="{769FB8C9-9DA6-7846-5758-D43CFED583E8}"/>
                </a:ext>
              </a:extLst>
            </p:cNvPr>
            <p:cNvSpPr>
              <a:spLocks noChangeShapeType="1"/>
            </p:cNvSpPr>
            <p:nvPr/>
          </p:nvSpPr>
          <p:spPr bwMode="auto">
            <a:xfrm>
              <a:off x="1819" y="1261"/>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2" name="Line 42">
              <a:extLst>
                <a:ext uri="{FF2B5EF4-FFF2-40B4-BE49-F238E27FC236}">
                  <a16:creationId xmlns:a16="http://schemas.microsoft.com/office/drawing/2014/main" id="{6BC13617-E33F-817D-D459-72ECE3B60ADC}"/>
                </a:ext>
              </a:extLst>
            </p:cNvPr>
            <p:cNvSpPr>
              <a:spLocks noChangeShapeType="1"/>
            </p:cNvSpPr>
            <p:nvPr/>
          </p:nvSpPr>
          <p:spPr bwMode="auto">
            <a:xfrm>
              <a:off x="1819" y="1426"/>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3" name="Line 43">
              <a:extLst>
                <a:ext uri="{FF2B5EF4-FFF2-40B4-BE49-F238E27FC236}">
                  <a16:creationId xmlns:a16="http://schemas.microsoft.com/office/drawing/2014/main" id="{29235666-DF59-9665-43D5-C0514CA2A09C}"/>
                </a:ext>
              </a:extLst>
            </p:cNvPr>
            <p:cNvSpPr>
              <a:spLocks noChangeShapeType="1"/>
            </p:cNvSpPr>
            <p:nvPr/>
          </p:nvSpPr>
          <p:spPr bwMode="auto">
            <a:xfrm>
              <a:off x="1819" y="1772"/>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4" name="Line 44">
              <a:extLst>
                <a:ext uri="{FF2B5EF4-FFF2-40B4-BE49-F238E27FC236}">
                  <a16:creationId xmlns:a16="http://schemas.microsoft.com/office/drawing/2014/main" id="{5240708D-93C0-5A52-51C2-DB5CAD23039C}"/>
                </a:ext>
              </a:extLst>
            </p:cNvPr>
            <p:cNvSpPr>
              <a:spLocks noChangeShapeType="1"/>
            </p:cNvSpPr>
            <p:nvPr/>
          </p:nvSpPr>
          <p:spPr bwMode="auto">
            <a:xfrm>
              <a:off x="1810" y="1946"/>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5" name="Line 45">
              <a:extLst>
                <a:ext uri="{FF2B5EF4-FFF2-40B4-BE49-F238E27FC236}">
                  <a16:creationId xmlns:a16="http://schemas.microsoft.com/office/drawing/2014/main" id="{FF6EA9C0-AE47-92B4-1409-8C33D7C7747A}"/>
                </a:ext>
              </a:extLst>
            </p:cNvPr>
            <p:cNvSpPr>
              <a:spLocks noChangeShapeType="1"/>
            </p:cNvSpPr>
            <p:nvPr/>
          </p:nvSpPr>
          <p:spPr bwMode="auto">
            <a:xfrm>
              <a:off x="1819" y="2268"/>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6" name="Line 46">
              <a:extLst>
                <a:ext uri="{FF2B5EF4-FFF2-40B4-BE49-F238E27FC236}">
                  <a16:creationId xmlns:a16="http://schemas.microsoft.com/office/drawing/2014/main" id="{72D91CB1-34FC-DF73-AF73-B88900B03173}"/>
                </a:ext>
              </a:extLst>
            </p:cNvPr>
            <p:cNvSpPr>
              <a:spLocks noChangeShapeType="1"/>
            </p:cNvSpPr>
            <p:nvPr/>
          </p:nvSpPr>
          <p:spPr bwMode="auto">
            <a:xfrm>
              <a:off x="1820" y="2433"/>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7" name="Line 47">
              <a:extLst>
                <a:ext uri="{FF2B5EF4-FFF2-40B4-BE49-F238E27FC236}">
                  <a16:creationId xmlns:a16="http://schemas.microsoft.com/office/drawing/2014/main" id="{D76B44A9-8518-676F-E415-24DFFA1F881A}"/>
                </a:ext>
              </a:extLst>
            </p:cNvPr>
            <p:cNvSpPr>
              <a:spLocks noChangeShapeType="1"/>
            </p:cNvSpPr>
            <p:nvPr/>
          </p:nvSpPr>
          <p:spPr bwMode="auto">
            <a:xfrm>
              <a:off x="1820" y="2756"/>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8" name="Line 48">
              <a:extLst>
                <a:ext uri="{FF2B5EF4-FFF2-40B4-BE49-F238E27FC236}">
                  <a16:creationId xmlns:a16="http://schemas.microsoft.com/office/drawing/2014/main" id="{1B4DDAB5-6AEA-D7C8-3164-AD5625845A60}"/>
                </a:ext>
              </a:extLst>
            </p:cNvPr>
            <p:cNvSpPr>
              <a:spLocks noChangeShapeType="1"/>
            </p:cNvSpPr>
            <p:nvPr/>
          </p:nvSpPr>
          <p:spPr bwMode="auto">
            <a:xfrm>
              <a:off x="3111" y="1597"/>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9" name="Line 49">
              <a:extLst>
                <a:ext uri="{FF2B5EF4-FFF2-40B4-BE49-F238E27FC236}">
                  <a16:creationId xmlns:a16="http://schemas.microsoft.com/office/drawing/2014/main" id="{01877D2D-CCEB-9962-12A1-C26A542EBDBD}"/>
                </a:ext>
              </a:extLst>
            </p:cNvPr>
            <p:cNvSpPr>
              <a:spLocks noChangeShapeType="1"/>
            </p:cNvSpPr>
            <p:nvPr/>
          </p:nvSpPr>
          <p:spPr bwMode="auto">
            <a:xfrm>
              <a:off x="3112" y="2589"/>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0" name="Line 51">
              <a:extLst>
                <a:ext uri="{FF2B5EF4-FFF2-40B4-BE49-F238E27FC236}">
                  <a16:creationId xmlns:a16="http://schemas.microsoft.com/office/drawing/2014/main" id="{39732D65-E05C-BF06-FE7A-752177B9E2A2}"/>
                </a:ext>
              </a:extLst>
            </p:cNvPr>
            <p:cNvSpPr>
              <a:spLocks noChangeShapeType="1"/>
            </p:cNvSpPr>
            <p:nvPr/>
          </p:nvSpPr>
          <p:spPr bwMode="auto">
            <a:xfrm flipV="1">
              <a:off x="3338" y="2191"/>
              <a:ext cx="0" cy="3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1" name="Line 52">
              <a:extLst>
                <a:ext uri="{FF2B5EF4-FFF2-40B4-BE49-F238E27FC236}">
                  <a16:creationId xmlns:a16="http://schemas.microsoft.com/office/drawing/2014/main" id="{C02BDA3D-68F2-4C9E-7364-75CFA2E9395E}"/>
                </a:ext>
              </a:extLst>
            </p:cNvPr>
            <p:cNvSpPr>
              <a:spLocks noChangeShapeType="1"/>
            </p:cNvSpPr>
            <p:nvPr/>
          </p:nvSpPr>
          <p:spPr bwMode="auto">
            <a:xfrm flipV="1">
              <a:off x="3338" y="1593"/>
              <a:ext cx="0" cy="4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2" name="Line 53">
              <a:extLst>
                <a:ext uri="{FF2B5EF4-FFF2-40B4-BE49-F238E27FC236}">
                  <a16:creationId xmlns:a16="http://schemas.microsoft.com/office/drawing/2014/main" id="{B92AE99F-3C70-59B9-7DDC-6415D6FAEE0A}"/>
                </a:ext>
              </a:extLst>
            </p:cNvPr>
            <p:cNvSpPr>
              <a:spLocks noChangeShapeType="1"/>
            </p:cNvSpPr>
            <p:nvPr/>
          </p:nvSpPr>
          <p:spPr bwMode="auto">
            <a:xfrm>
              <a:off x="3338" y="2004"/>
              <a:ext cx="3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3" name="Line 54">
              <a:extLst>
                <a:ext uri="{FF2B5EF4-FFF2-40B4-BE49-F238E27FC236}">
                  <a16:creationId xmlns:a16="http://schemas.microsoft.com/office/drawing/2014/main" id="{40FCE39F-9020-80E9-A5AD-3D02D1FE620E}"/>
                </a:ext>
              </a:extLst>
            </p:cNvPr>
            <p:cNvSpPr>
              <a:spLocks noChangeShapeType="1"/>
            </p:cNvSpPr>
            <p:nvPr/>
          </p:nvSpPr>
          <p:spPr bwMode="auto">
            <a:xfrm>
              <a:off x="3338" y="2192"/>
              <a:ext cx="3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4" name="Line 55">
              <a:extLst>
                <a:ext uri="{FF2B5EF4-FFF2-40B4-BE49-F238E27FC236}">
                  <a16:creationId xmlns:a16="http://schemas.microsoft.com/office/drawing/2014/main" id="{0F852198-87D4-211E-2C18-7C4B27895303}"/>
                </a:ext>
              </a:extLst>
            </p:cNvPr>
            <p:cNvSpPr>
              <a:spLocks noChangeShapeType="1"/>
            </p:cNvSpPr>
            <p:nvPr/>
          </p:nvSpPr>
          <p:spPr bwMode="auto">
            <a:xfrm>
              <a:off x="3941" y="2090"/>
              <a:ext cx="2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5" name="Line 56">
              <a:extLst>
                <a:ext uri="{FF2B5EF4-FFF2-40B4-BE49-F238E27FC236}">
                  <a16:creationId xmlns:a16="http://schemas.microsoft.com/office/drawing/2014/main" id="{AFA3692E-E609-C85D-5082-71D77C563C1F}"/>
                </a:ext>
              </a:extLst>
            </p:cNvPr>
            <p:cNvSpPr>
              <a:spLocks noChangeShapeType="1"/>
            </p:cNvSpPr>
            <p:nvPr/>
          </p:nvSpPr>
          <p:spPr bwMode="auto">
            <a:xfrm>
              <a:off x="1829" y="2922"/>
              <a:ext cx="2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86" name="Text Box 57">
              <a:extLst>
                <a:ext uri="{FF2B5EF4-FFF2-40B4-BE49-F238E27FC236}">
                  <a16:creationId xmlns:a16="http://schemas.microsoft.com/office/drawing/2014/main" id="{138FCFC9-9792-DBC9-3599-FE2CFD2EE4A2}"/>
                </a:ext>
              </a:extLst>
            </p:cNvPr>
            <p:cNvSpPr txBox="1">
              <a:spLocks noChangeArrowheads="1"/>
            </p:cNvSpPr>
            <p:nvPr/>
          </p:nvSpPr>
          <p:spPr bwMode="auto">
            <a:xfrm>
              <a:off x="1505" y="1137"/>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in1</a:t>
              </a:r>
              <a:endParaRPr lang="ru-RU" altLang="en-US" sz="2000" b="0"/>
            </a:p>
          </p:txBody>
        </p:sp>
        <p:sp>
          <p:nvSpPr>
            <p:cNvPr id="130087" name="Text Box 58">
              <a:extLst>
                <a:ext uri="{FF2B5EF4-FFF2-40B4-BE49-F238E27FC236}">
                  <a16:creationId xmlns:a16="http://schemas.microsoft.com/office/drawing/2014/main" id="{6D267860-61A2-B890-CDE4-3273D2978006}"/>
                </a:ext>
              </a:extLst>
            </p:cNvPr>
            <p:cNvSpPr txBox="1">
              <a:spLocks noChangeArrowheads="1"/>
            </p:cNvSpPr>
            <p:nvPr/>
          </p:nvSpPr>
          <p:spPr bwMode="auto">
            <a:xfrm>
              <a:off x="1505" y="1286"/>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in2</a:t>
              </a:r>
              <a:endParaRPr lang="ru-RU" altLang="en-US" sz="2000" b="0"/>
            </a:p>
          </p:txBody>
        </p:sp>
        <p:sp>
          <p:nvSpPr>
            <p:cNvPr id="130088" name="Text Box 59">
              <a:extLst>
                <a:ext uri="{FF2B5EF4-FFF2-40B4-BE49-F238E27FC236}">
                  <a16:creationId xmlns:a16="http://schemas.microsoft.com/office/drawing/2014/main" id="{89BC3BD2-7B11-A2B2-9243-885FE13E371A}"/>
                </a:ext>
              </a:extLst>
            </p:cNvPr>
            <p:cNvSpPr txBox="1">
              <a:spLocks noChangeArrowheads="1"/>
            </p:cNvSpPr>
            <p:nvPr/>
          </p:nvSpPr>
          <p:spPr bwMode="auto">
            <a:xfrm>
              <a:off x="1532" y="1657"/>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in3</a:t>
              </a:r>
              <a:endParaRPr lang="ru-RU" altLang="en-US" sz="2000" b="0"/>
            </a:p>
          </p:txBody>
        </p:sp>
        <p:sp>
          <p:nvSpPr>
            <p:cNvPr id="130089" name="Text Box 60">
              <a:extLst>
                <a:ext uri="{FF2B5EF4-FFF2-40B4-BE49-F238E27FC236}">
                  <a16:creationId xmlns:a16="http://schemas.microsoft.com/office/drawing/2014/main" id="{2B0B1D7E-B831-15B9-3D88-5B681E1E5075}"/>
                </a:ext>
              </a:extLst>
            </p:cNvPr>
            <p:cNvSpPr txBox="1">
              <a:spLocks noChangeArrowheads="1"/>
            </p:cNvSpPr>
            <p:nvPr/>
          </p:nvSpPr>
          <p:spPr bwMode="auto">
            <a:xfrm>
              <a:off x="1523" y="1801"/>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in4</a:t>
              </a:r>
              <a:endParaRPr lang="ru-RU" altLang="en-US" sz="2000" b="0"/>
            </a:p>
          </p:txBody>
        </p:sp>
        <p:sp>
          <p:nvSpPr>
            <p:cNvPr id="130090" name="Text Box 61">
              <a:extLst>
                <a:ext uri="{FF2B5EF4-FFF2-40B4-BE49-F238E27FC236}">
                  <a16:creationId xmlns:a16="http://schemas.microsoft.com/office/drawing/2014/main" id="{9E099757-0386-1851-1CF5-8EAC20DC6309}"/>
                </a:ext>
              </a:extLst>
            </p:cNvPr>
            <p:cNvSpPr txBox="1">
              <a:spLocks noChangeArrowheads="1"/>
            </p:cNvSpPr>
            <p:nvPr/>
          </p:nvSpPr>
          <p:spPr bwMode="auto">
            <a:xfrm>
              <a:off x="1511" y="2157"/>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in5</a:t>
              </a:r>
              <a:endParaRPr lang="ru-RU" altLang="en-US" sz="2000" b="0"/>
            </a:p>
          </p:txBody>
        </p:sp>
        <p:sp>
          <p:nvSpPr>
            <p:cNvPr id="130091" name="Text Box 62">
              <a:extLst>
                <a:ext uri="{FF2B5EF4-FFF2-40B4-BE49-F238E27FC236}">
                  <a16:creationId xmlns:a16="http://schemas.microsoft.com/office/drawing/2014/main" id="{C98CAD3C-90A5-74B4-FEAF-BC95258CC070}"/>
                </a:ext>
              </a:extLst>
            </p:cNvPr>
            <p:cNvSpPr txBox="1">
              <a:spLocks noChangeArrowheads="1"/>
            </p:cNvSpPr>
            <p:nvPr/>
          </p:nvSpPr>
          <p:spPr bwMode="auto">
            <a:xfrm>
              <a:off x="1514" y="2320"/>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in6</a:t>
              </a:r>
              <a:endParaRPr lang="ru-RU" altLang="en-US" sz="2000" b="0"/>
            </a:p>
          </p:txBody>
        </p:sp>
        <p:sp>
          <p:nvSpPr>
            <p:cNvPr id="130092" name="Text Box 63">
              <a:extLst>
                <a:ext uri="{FF2B5EF4-FFF2-40B4-BE49-F238E27FC236}">
                  <a16:creationId xmlns:a16="http://schemas.microsoft.com/office/drawing/2014/main" id="{B7229429-7862-64A9-E0E4-83F52C539944}"/>
                </a:ext>
              </a:extLst>
            </p:cNvPr>
            <p:cNvSpPr txBox="1">
              <a:spLocks noChangeArrowheads="1"/>
            </p:cNvSpPr>
            <p:nvPr/>
          </p:nvSpPr>
          <p:spPr bwMode="auto">
            <a:xfrm>
              <a:off x="1505" y="2619"/>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in7</a:t>
              </a:r>
              <a:endParaRPr lang="ru-RU" altLang="en-US" sz="2000" b="0"/>
            </a:p>
          </p:txBody>
        </p:sp>
        <p:sp>
          <p:nvSpPr>
            <p:cNvPr id="130093" name="Text Box 64">
              <a:extLst>
                <a:ext uri="{FF2B5EF4-FFF2-40B4-BE49-F238E27FC236}">
                  <a16:creationId xmlns:a16="http://schemas.microsoft.com/office/drawing/2014/main" id="{5A49BF04-643C-BFED-DE89-32D4F23490BE}"/>
                </a:ext>
              </a:extLst>
            </p:cNvPr>
            <p:cNvSpPr txBox="1">
              <a:spLocks noChangeArrowheads="1"/>
            </p:cNvSpPr>
            <p:nvPr/>
          </p:nvSpPr>
          <p:spPr bwMode="auto">
            <a:xfrm>
              <a:off x="1488" y="2793"/>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in8</a:t>
              </a:r>
              <a:endParaRPr lang="ru-RU" altLang="en-US" sz="2000" b="0"/>
            </a:p>
          </p:txBody>
        </p:sp>
        <p:sp>
          <p:nvSpPr>
            <p:cNvPr id="130094" name="Text Box 65">
              <a:extLst>
                <a:ext uri="{FF2B5EF4-FFF2-40B4-BE49-F238E27FC236}">
                  <a16:creationId xmlns:a16="http://schemas.microsoft.com/office/drawing/2014/main" id="{23D324EF-1CDC-1314-829B-5BDFE0C478FE}"/>
                </a:ext>
              </a:extLst>
            </p:cNvPr>
            <p:cNvSpPr txBox="1">
              <a:spLocks noChangeArrowheads="1"/>
            </p:cNvSpPr>
            <p:nvPr/>
          </p:nvSpPr>
          <p:spPr bwMode="auto">
            <a:xfrm>
              <a:off x="4185" y="1990"/>
              <a:ext cx="44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odd</a:t>
              </a:r>
              <a:endParaRPr lang="ru-RU" altLang="en-US" sz="2000" b="0"/>
            </a:p>
          </p:txBody>
        </p:sp>
        <p:sp>
          <p:nvSpPr>
            <p:cNvPr id="130095" name="AutoShape 63">
              <a:extLst>
                <a:ext uri="{FF2B5EF4-FFF2-40B4-BE49-F238E27FC236}">
                  <a16:creationId xmlns:a16="http://schemas.microsoft.com/office/drawing/2014/main" id="{AC5BBB19-563B-DF67-3492-7DCC14783FAB}"/>
                </a:ext>
              </a:extLst>
            </p:cNvPr>
            <p:cNvSpPr>
              <a:spLocks noChangeArrowheads="1"/>
            </p:cNvSpPr>
            <p:nvPr/>
          </p:nvSpPr>
          <p:spPr bwMode="auto">
            <a:xfrm rot="5243846">
              <a:off x="1603" y="1133"/>
              <a:ext cx="356"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07 w 21600"/>
                <a:gd name="T13" fmla="*/ 0 h 21600"/>
                <a:gd name="T14" fmla="*/ 20993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30096" name="AutoShape 64">
              <a:extLst>
                <a:ext uri="{FF2B5EF4-FFF2-40B4-BE49-F238E27FC236}">
                  <a16:creationId xmlns:a16="http://schemas.microsoft.com/office/drawing/2014/main" id="{2986FFE6-9B96-7DE6-8C2B-1B0B64230B40}"/>
                </a:ext>
              </a:extLst>
            </p:cNvPr>
            <p:cNvSpPr>
              <a:spLocks noChangeArrowheads="1"/>
            </p:cNvSpPr>
            <p:nvPr/>
          </p:nvSpPr>
          <p:spPr bwMode="auto">
            <a:xfrm rot="5243846">
              <a:off x="1615" y="2642"/>
              <a:ext cx="356"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07 w 21600"/>
                <a:gd name="T13" fmla="*/ 0 h 21600"/>
                <a:gd name="T14" fmla="*/ 20993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30097" name="AutoShape 65">
              <a:extLst>
                <a:ext uri="{FF2B5EF4-FFF2-40B4-BE49-F238E27FC236}">
                  <a16:creationId xmlns:a16="http://schemas.microsoft.com/office/drawing/2014/main" id="{503DF580-62BE-F952-20F6-BCD3170A2DA9}"/>
                </a:ext>
              </a:extLst>
            </p:cNvPr>
            <p:cNvSpPr>
              <a:spLocks noChangeArrowheads="1"/>
            </p:cNvSpPr>
            <p:nvPr/>
          </p:nvSpPr>
          <p:spPr bwMode="auto">
            <a:xfrm rot="5243846">
              <a:off x="1609" y="2136"/>
              <a:ext cx="355"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08 w 21600"/>
                <a:gd name="T13" fmla="*/ 0 h 21600"/>
                <a:gd name="T14" fmla="*/ 20992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30098" name="AutoShape 66">
              <a:extLst>
                <a:ext uri="{FF2B5EF4-FFF2-40B4-BE49-F238E27FC236}">
                  <a16:creationId xmlns:a16="http://schemas.microsoft.com/office/drawing/2014/main" id="{BE38DBF9-DA5B-D395-AE03-FF768137CC0A}"/>
                </a:ext>
              </a:extLst>
            </p:cNvPr>
            <p:cNvSpPr>
              <a:spLocks noChangeArrowheads="1"/>
            </p:cNvSpPr>
            <p:nvPr/>
          </p:nvSpPr>
          <p:spPr bwMode="auto">
            <a:xfrm rot="5243846">
              <a:off x="1609" y="1660"/>
              <a:ext cx="356"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07 w 21600"/>
                <a:gd name="T13" fmla="*/ 0 h 21600"/>
                <a:gd name="T14" fmla="*/ 20993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30099" name="AutoShape 67">
              <a:extLst>
                <a:ext uri="{FF2B5EF4-FFF2-40B4-BE49-F238E27FC236}">
                  <a16:creationId xmlns:a16="http://schemas.microsoft.com/office/drawing/2014/main" id="{9BB2F32C-DF49-004C-3F54-78E33926DCC7}"/>
                </a:ext>
              </a:extLst>
            </p:cNvPr>
            <p:cNvSpPr>
              <a:spLocks noChangeArrowheads="1"/>
            </p:cNvSpPr>
            <p:nvPr/>
          </p:nvSpPr>
          <p:spPr bwMode="auto">
            <a:xfrm rot="5243846">
              <a:off x="2401" y="1397"/>
              <a:ext cx="355"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08 w 21600"/>
                <a:gd name="T13" fmla="*/ 0 h 21600"/>
                <a:gd name="T14" fmla="*/ 20992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30100" name="AutoShape 68">
              <a:extLst>
                <a:ext uri="{FF2B5EF4-FFF2-40B4-BE49-F238E27FC236}">
                  <a16:creationId xmlns:a16="http://schemas.microsoft.com/office/drawing/2014/main" id="{BA58E09E-708B-EB26-3644-0AF8A525D932}"/>
                </a:ext>
              </a:extLst>
            </p:cNvPr>
            <p:cNvSpPr>
              <a:spLocks noChangeArrowheads="1"/>
            </p:cNvSpPr>
            <p:nvPr/>
          </p:nvSpPr>
          <p:spPr bwMode="auto">
            <a:xfrm rot="5243846">
              <a:off x="3235" y="1882"/>
              <a:ext cx="356"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07 w 21600"/>
                <a:gd name="T13" fmla="*/ 0 h 21600"/>
                <a:gd name="T14" fmla="*/ 20993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sp>
          <p:nvSpPr>
            <p:cNvPr id="130101" name="AutoShape 24">
              <a:extLst>
                <a:ext uri="{FF2B5EF4-FFF2-40B4-BE49-F238E27FC236}">
                  <a16:creationId xmlns:a16="http://schemas.microsoft.com/office/drawing/2014/main" id="{C3929E56-27C2-6BAA-2D83-F64DF6D582BB}"/>
                </a:ext>
              </a:extLst>
            </p:cNvPr>
            <p:cNvSpPr>
              <a:spLocks noChangeArrowheads="1"/>
            </p:cNvSpPr>
            <p:nvPr/>
          </p:nvSpPr>
          <p:spPr bwMode="auto">
            <a:xfrm flipH="1">
              <a:off x="2807" y="2422"/>
              <a:ext cx="316" cy="321"/>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0102" name="AutoShape 70">
              <a:extLst>
                <a:ext uri="{FF2B5EF4-FFF2-40B4-BE49-F238E27FC236}">
                  <a16:creationId xmlns:a16="http://schemas.microsoft.com/office/drawing/2014/main" id="{138F0488-4628-7702-43DE-4C4FAB2D1919}"/>
                </a:ext>
              </a:extLst>
            </p:cNvPr>
            <p:cNvSpPr>
              <a:spLocks noChangeArrowheads="1"/>
            </p:cNvSpPr>
            <p:nvPr/>
          </p:nvSpPr>
          <p:spPr bwMode="auto">
            <a:xfrm rot="5243846">
              <a:off x="2419" y="2378"/>
              <a:ext cx="356" cy="41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607 w 21600"/>
                <a:gd name="T13" fmla="*/ 0 h 21600"/>
                <a:gd name="T14" fmla="*/ 20993 w 21600"/>
                <a:gd name="T15" fmla="*/ 7339 h 21600"/>
              </a:gdLst>
              <a:ahLst/>
              <a:cxnLst>
                <a:cxn ang="T8">
                  <a:pos x="T0" y="T1"/>
                </a:cxn>
                <a:cxn ang="T9">
                  <a:pos x="T2" y="T3"/>
                </a:cxn>
                <a:cxn ang="T10">
                  <a:pos x="T4" y="T5"/>
                </a:cxn>
                <a:cxn ang="T11">
                  <a:pos x="T6" y="T7"/>
                </a:cxn>
              </a:cxnLst>
              <a:rect l="T12" t="T13" r="T14" b="T15"/>
              <a:pathLst>
                <a:path w="21600" h="21600">
                  <a:moveTo>
                    <a:pt x="1970" y="5114"/>
                  </a:moveTo>
                  <a:cubicBezTo>
                    <a:pt x="3903" y="2112"/>
                    <a:pt x="7229" y="297"/>
                    <a:pt x="10800" y="298"/>
                  </a:cubicBezTo>
                  <a:cubicBezTo>
                    <a:pt x="14370" y="298"/>
                    <a:pt x="17696" y="2112"/>
                    <a:pt x="19629" y="5114"/>
                  </a:cubicBezTo>
                  <a:lnTo>
                    <a:pt x="19880" y="4952"/>
                  </a:lnTo>
                  <a:cubicBezTo>
                    <a:pt x="17892" y="1865"/>
                    <a:pt x="14471" y="-1"/>
                    <a:pt x="10799" y="0"/>
                  </a:cubicBezTo>
                  <a:cubicBezTo>
                    <a:pt x="7128" y="0"/>
                    <a:pt x="3707" y="1865"/>
                    <a:pt x="1719" y="4952"/>
                  </a:cubicBezTo>
                  <a:lnTo>
                    <a:pt x="1970" y="5114"/>
                  </a:lnTo>
                  <a:close/>
                </a:path>
              </a:pathLst>
            </a:custGeom>
            <a:solidFill>
              <a:srgbClr val="00CC99"/>
            </a:solidFill>
            <a:ln w="9525">
              <a:solidFill>
                <a:schemeClr val="tx1"/>
              </a:solidFill>
              <a:miter lim="800000"/>
              <a:headEnd/>
              <a:tailEnd/>
            </a:ln>
          </p:spPr>
          <p:txBody>
            <a:bodyPr rot="10800000" vert="eaVert" wrap="none" anchor="ctr"/>
            <a:lstStyle/>
            <a:p>
              <a:endParaRPr lang="en-US"/>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a:extLst>
              <a:ext uri="{FF2B5EF4-FFF2-40B4-BE49-F238E27FC236}">
                <a16:creationId xmlns:a16="http://schemas.microsoft.com/office/drawing/2014/main" id="{58B9AB50-9527-23C3-53EF-BF8E0F735347}"/>
              </a:ext>
            </a:extLst>
          </p:cNvPr>
          <p:cNvSpPr>
            <a:spLocks noGrp="1" noChangeArrowheads="1"/>
          </p:cNvSpPr>
          <p:nvPr>
            <p:ph type="title"/>
          </p:nvPr>
        </p:nvSpPr>
        <p:spPr>
          <a:xfrm>
            <a:off x="-1" y="183402"/>
            <a:ext cx="11612880" cy="704088"/>
          </a:xfrm>
        </p:spPr>
        <p:txBody>
          <a:bodyPr/>
          <a:lstStyle/>
          <a:p>
            <a:r>
              <a:rPr lang="en-US" altLang="en-US"/>
              <a:t>Parity Circuit  in Verilog</a:t>
            </a:r>
            <a:endParaRPr lang="en-GB" altLang="en-US"/>
          </a:p>
        </p:txBody>
      </p:sp>
      <p:sp>
        <p:nvSpPr>
          <p:cNvPr id="132099" name="TextBox 3">
            <a:extLst>
              <a:ext uri="{FF2B5EF4-FFF2-40B4-BE49-F238E27FC236}">
                <a16:creationId xmlns:a16="http://schemas.microsoft.com/office/drawing/2014/main" id="{A7D6FCDD-D93C-4168-B0D8-0A965C3D0456}"/>
              </a:ext>
            </a:extLst>
          </p:cNvPr>
          <p:cNvSpPr txBox="1">
            <a:spLocks noChangeArrowheads="1"/>
          </p:cNvSpPr>
          <p:nvPr/>
        </p:nvSpPr>
        <p:spPr bwMode="auto">
          <a:xfrm>
            <a:off x="2057400" y="1254126"/>
            <a:ext cx="3733800" cy="4524375"/>
          </a:xfrm>
          <a:prstGeom prst="rect">
            <a:avLst/>
          </a:prstGeom>
          <a:solidFill>
            <a:schemeClr val="accent1">
              <a:lumMod val="20000"/>
              <a:lumOff val="80000"/>
            </a:schemeClr>
          </a:solidFill>
          <a:ln>
            <a:noFill/>
          </a:ln>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defRPr/>
            </a:pPr>
            <a:r>
              <a:rPr lang="en-GB" altLang="en-US" sz="1600"/>
              <a:t>module</a:t>
            </a:r>
            <a:r>
              <a:rPr lang="en-GB" altLang="en-US" sz="1600" b="0"/>
              <a:t> parity_using_function (</a:t>
            </a:r>
          </a:p>
          <a:p>
            <a:pPr eaLnBrk="1" hangingPunct="1">
              <a:defRPr/>
            </a:pPr>
            <a:r>
              <a:rPr lang="en-GB" altLang="en-US" sz="1600" b="0"/>
              <a:t> data_in ,  parity_out); </a:t>
            </a:r>
          </a:p>
          <a:p>
            <a:pPr eaLnBrk="1" hangingPunct="1">
              <a:defRPr/>
            </a:pPr>
            <a:r>
              <a:rPr lang="en-GB" altLang="en-US" sz="1600"/>
              <a:t>output</a:t>
            </a:r>
            <a:r>
              <a:rPr lang="en-GB" altLang="en-US" sz="1600" b="0"/>
              <a:t>  parity_out ;</a:t>
            </a:r>
          </a:p>
          <a:p>
            <a:pPr eaLnBrk="1" hangingPunct="1">
              <a:defRPr/>
            </a:pPr>
            <a:r>
              <a:rPr lang="en-GB" altLang="en-US" sz="1600" b="0"/>
              <a:t> </a:t>
            </a:r>
            <a:r>
              <a:rPr lang="en-GB" altLang="en-US" sz="1600"/>
              <a:t>input</a:t>
            </a:r>
            <a:r>
              <a:rPr lang="en-GB" altLang="en-US" sz="1600" b="0"/>
              <a:t> [31:0] data_in;</a:t>
            </a:r>
          </a:p>
          <a:p>
            <a:pPr eaLnBrk="1" hangingPunct="1">
              <a:defRPr/>
            </a:pPr>
            <a:r>
              <a:rPr lang="en-GB" altLang="en-US" sz="1600" b="0"/>
              <a:t> </a:t>
            </a:r>
            <a:r>
              <a:rPr lang="en-GB" altLang="en-US" sz="1600"/>
              <a:t>wire</a:t>
            </a:r>
            <a:r>
              <a:rPr lang="en-GB" altLang="en-US" sz="1600" b="0"/>
              <a:t> parity_out ; </a:t>
            </a:r>
          </a:p>
          <a:p>
            <a:pPr eaLnBrk="1" hangingPunct="1">
              <a:defRPr/>
            </a:pPr>
            <a:r>
              <a:rPr lang="en-GB" altLang="en-US" sz="1600"/>
              <a:t>function </a:t>
            </a:r>
            <a:r>
              <a:rPr lang="en-GB" altLang="en-US" sz="1600" b="0"/>
              <a:t>parity;</a:t>
            </a:r>
          </a:p>
          <a:p>
            <a:pPr eaLnBrk="1" hangingPunct="1">
              <a:defRPr/>
            </a:pPr>
            <a:r>
              <a:rPr lang="en-GB" altLang="en-US" sz="1600" b="0"/>
              <a:t> </a:t>
            </a:r>
            <a:r>
              <a:rPr lang="en-GB" altLang="en-US" sz="1600"/>
              <a:t>input</a:t>
            </a:r>
            <a:r>
              <a:rPr lang="en-GB" altLang="en-US" sz="1600" b="0"/>
              <a:t> [31:0] data; </a:t>
            </a:r>
          </a:p>
          <a:p>
            <a:pPr eaLnBrk="1" hangingPunct="1">
              <a:defRPr/>
            </a:pPr>
            <a:r>
              <a:rPr lang="en-GB" altLang="en-US" sz="1600"/>
              <a:t>integer</a:t>
            </a:r>
            <a:r>
              <a:rPr lang="en-GB" altLang="en-US" sz="1600" b="0"/>
              <a:t>  i;  </a:t>
            </a:r>
          </a:p>
          <a:p>
            <a:pPr eaLnBrk="1" hangingPunct="1">
              <a:defRPr/>
            </a:pPr>
            <a:r>
              <a:rPr lang="en-GB" altLang="en-US" sz="1600"/>
              <a:t> begin </a:t>
            </a:r>
            <a:r>
              <a:rPr lang="en-GB" altLang="en-US" sz="1600" b="0"/>
              <a:t>parity = 0;</a:t>
            </a:r>
          </a:p>
          <a:p>
            <a:pPr eaLnBrk="1" hangingPunct="1">
              <a:defRPr/>
            </a:pPr>
            <a:r>
              <a:rPr lang="en-GB" altLang="en-US" sz="1600" b="0"/>
              <a:t>  </a:t>
            </a:r>
            <a:r>
              <a:rPr lang="en-GB" altLang="en-US" sz="1600"/>
              <a:t>for</a:t>
            </a:r>
            <a:r>
              <a:rPr lang="en-GB" altLang="en-US" sz="1600" b="0"/>
              <a:t> (i = 0; i &lt; 32; i = i + 1)  </a:t>
            </a:r>
          </a:p>
          <a:p>
            <a:pPr eaLnBrk="1" hangingPunct="1">
              <a:defRPr/>
            </a:pPr>
            <a:r>
              <a:rPr lang="en-GB" altLang="en-US" sz="1600"/>
              <a:t>begin</a:t>
            </a:r>
            <a:r>
              <a:rPr lang="en-GB" altLang="en-US" sz="1600" b="0"/>
              <a:t> parity = parity ^ data[i]; </a:t>
            </a:r>
          </a:p>
          <a:p>
            <a:pPr eaLnBrk="1" hangingPunct="1">
              <a:defRPr/>
            </a:pPr>
            <a:r>
              <a:rPr lang="en-GB" altLang="en-US" sz="1600"/>
              <a:t>end </a:t>
            </a:r>
          </a:p>
          <a:p>
            <a:pPr eaLnBrk="1" hangingPunct="1">
              <a:defRPr/>
            </a:pPr>
            <a:r>
              <a:rPr lang="en-GB" altLang="en-US" sz="1600"/>
              <a:t>end </a:t>
            </a:r>
          </a:p>
          <a:p>
            <a:pPr eaLnBrk="1" hangingPunct="1">
              <a:defRPr/>
            </a:pPr>
            <a:r>
              <a:rPr lang="en-GB" altLang="en-US" sz="1600"/>
              <a:t>endfunction </a:t>
            </a:r>
          </a:p>
          <a:p>
            <a:pPr eaLnBrk="1" hangingPunct="1">
              <a:defRPr/>
            </a:pPr>
            <a:r>
              <a:rPr lang="en-GB" altLang="en-US" sz="1600"/>
              <a:t>always </a:t>
            </a:r>
            <a:r>
              <a:rPr lang="en-GB" altLang="en-US" sz="1600" b="0"/>
              <a:t>@ (data_in) </a:t>
            </a:r>
          </a:p>
          <a:p>
            <a:pPr eaLnBrk="1" hangingPunct="1">
              <a:defRPr/>
            </a:pPr>
            <a:r>
              <a:rPr lang="en-GB" altLang="en-US" sz="1600"/>
              <a:t>begin</a:t>
            </a:r>
          </a:p>
          <a:p>
            <a:pPr eaLnBrk="1" hangingPunct="1">
              <a:defRPr/>
            </a:pPr>
            <a:r>
              <a:rPr lang="en-GB" altLang="en-US" sz="1600" b="0"/>
              <a:t> parity_out = parity(data_in</a:t>
            </a:r>
            <a:r>
              <a:rPr lang="en-GB" altLang="en-US" sz="1600"/>
              <a:t>); end</a:t>
            </a:r>
          </a:p>
          <a:p>
            <a:pPr eaLnBrk="1" hangingPunct="1">
              <a:defRPr/>
            </a:pPr>
            <a:r>
              <a:rPr lang="en-GB" altLang="en-US" sz="1600"/>
              <a:t> endmodule</a:t>
            </a:r>
          </a:p>
        </p:txBody>
      </p:sp>
      <p:sp>
        <p:nvSpPr>
          <p:cNvPr id="132100" name="TextBox 4">
            <a:extLst>
              <a:ext uri="{FF2B5EF4-FFF2-40B4-BE49-F238E27FC236}">
                <a16:creationId xmlns:a16="http://schemas.microsoft.com/office/drawing/2014/main" id="{5A8ED8F2-BD5F-EAAC-C600-0D2E71C24A92}"/>
              </a:ext>
            </a:extLst>
          </p:cNvPr>
          <p:cNvSpPr txBox="1">
            <a:spLocks noChangeArrowheads="1"/>
          </p:cNvSpPr>
          <p:nvPr/>
        </p:nvSpPr>
        <p:spPr bwMode="auto">
          <a:xfrm>
            <a:off x="6400800" y="2019300"/>
            <a:ext cx="37719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GB" altLang="en-US" sz="1800"/>
              <a:t>module </a:t>
            </a:r>
            <a:r>
              <a:rPr lang="en-GB" altLang="en-US" sz="1800" b="0"/>
              <a:t>parity_using_reduction (data_in , parity_out );</a:t>
            </a:r>
          </a:p>
          <a:p>
            <a:pPr eaLnBrk="1" hangingPunct="1"/>
            <a:r>
              <a:rPr lang="en-GB" altLang="en-US" sz="1800"/>
              <a:t>output</a:t>
            </a:r>
            <a:r>
              <a:rPr lang="en-GB" altLang="en-US" sz="1800" b="0"/>
              <a:t> parity_out ;</a:t>
            </a:r>
          </a:p>
          <a:p>
            <a:pPr eaLnBrk="1" hangingPunct="1"/>
            <a:r>
              <a:rPr lang="en-GB" altLang="en-US" sz="1800"/>
              <a:t>input </a:t>
            </a:r>
            <a:r>
              <a:rPr lang="en-GB" altLang="en-US" sz="1800" b="0"/>
              <a:t>[31:0] data_in ;</a:t>
            </a:r>
          </a:p>
          <a:p>
            <a:pPr eaLnBrk="1" hangingPunct="1"/>
            <a:r>
              <a:rPr lang="en-GB" altLang="en-US" sz="1800"/>
              <a:t>assign </a:t>
            </a:r>
            <a:r>
              <a:rPr lang="en-GB" altLang="en-US" sz="1800" b="0"/>
              <a:t>parity_out = ^data_in; </a:t>
            </a:r>
            <a:r>
              <a:rPr lang="ru-RU" altLang="en-US" sz="1800" b="0"/>
              <a:t>   </a:t>
            </a:r>
            <a:r>
              <a:rPr lang="en-GB" altLang="en-US" sz="1800"/>
              <a:t>endmodule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a:extLst>
              <a:ext uri="{FF2B5EF4-FFF2-40B4-BE49-F238E27FC236}">
                <a16:creationId xmlns:a16="http://schemas.microsoft.com/office/drawing/2014/main" id="{224EB473-CCEB-0DC5-A1A9-5037AAE4CF03}"/>
              </a:ext>
            </a:extLst>
          </p:cNvPr>
          <p:cNvSpPr>
            <a:spLocks noGrp="1" noChangeArrowheads="1"/>
          </p:cNvSpPr>
          <p:nvPr>
            <p:ph type="title"/>
          </p:nvPr>
        </p:nvSpPr>
        <p:spPr>
          <a:xfrm>
            <a:off x="-1" y="183402"/>
            <a:ext cx="11612880" cy="704088"/>
          </a:xfrm>
        </p:spPr>
        <p:txBody>
          <a:bodyPr/>
          <a:lstStyle/>
          <a:p>
            <a:r>
              <a:rPr lang="en-US" altLang="en-US"/>
              <a:t>Propagation  and  Contamination Delay</a:t>
            </a:r>
            <a:endParaRPr lang="en-GB" altLang="en-US"/>
          </a:p>
        </p:txBody>
      </p:sp>
      <p:sp>
        <p:nvSpPr>
          <p:cNvPr id="4" name="Text Placeholder 3">
            <a:extLst>
              <a:ext uri="{FF2B5EF4-FFF2-40B4-BE49-F238E27FC236}">
                <a16:creationId xmlns:a16="http://schemas.microsoft.com/office/drawing/2014/main" id="{09EE5BB9-B18C-6C04-A672-6E2FC3C57AD1}"/>
              </a:ext>
            </a:extLst>
          </p:cNvPr>
          <p:cNvSpPr>
            <a:spLocks noGrp="1"/>
          </p:cNvSpPr>
          <p:nvPr>
            <p:ph type="body" sz="quarter" idx="10"/>
          </p:nvPr>
        </p:nvSpPr>
        <p:spPr/>
        <p:txBody>
          <a:bodyPr/>
          <a:lstStyle/>
          <a:p>
            <a:pPr eaLnBrk="1" hangingPunct="1"/>
            <a:r>
              <a:rPr lang="en-GB" altLang="en-US" sz="2400" b="0" dirty="0"/>
              <a:t> Combinational logic is characterized by its propagation delay and</a:t>
            </a:r>
            <a:r>
              <a:rPr lang="ru-RU" altLang="en-US" sz="2400" b="0" dirty="0"/>
              <a:t> </a:t>
            </a:r>
            <a:r>
              <a:rPr lang="en-GB" altLang="en-US" sz="2400" b="0" dirty="0"/>
              <a:t>contamination delay.</a:t>
            </a:r>
            <a:endParaRPr lang="ru-RU" altLang="en-US" sz="2400" b="0" dirty="0"/>
          </a:p>
          <a:p>
            <a:pPr eaLnBrk="1" hangingPunct="1"/>
            <a:r>
              <a:rPr lang="en-GB" altLang="en-US" sz="2400" b="0" dirty="0"/>
              <a:t> The propagation delay </a:t>
            </a:r>
            <a:r>
              <a:rPr lang="en-GB" altLang="en-US" sz="2400" b="0" dirty="0" err="1">
                <a:solidFill>
                  <a:srgbClr val="FF0000"/>
                </a:solidFill>
              </a:rPr>
              <a:t>tpd</a:t>
            </a:r>
            <a:r>
              <a:rPr lang="en-GB" altLang="en-US" sz="2400" b="0" dirty="0"/>
              <a:t> is the maximum time</a:t>
            </a:r>
            <a:r>
              <a:rPr lang="ru-RU" altLang="en-US" sz="2400" b="0" dirty="0"/>
              <a:t> </a:t>
            </a:r>
            <a:r>
              <a:rPr lang="en-GB" altLang="en-US" sz="2400" b="0" dirty="0"/>
              <a:t>from when an input changes until the output or outputs reach their final</a:t>
            </a:r>
            <a:r>
              <a:rPr lang="ru-RU" altLang="en-US" sz="2400" b="0" dirty="0"/>
              <a:t> </a:t>
            </a:r>
            <a:r>
              <a:rPr lang="en-GB" altLang="en-US" sz="2400" b="0" dirty="0"/>
              <a:t>value. </a:t>
            </a:r>
            <a:endParaRPr lang="ru-RU" altLang="en-US" sz="2400" b="0" dirty="0"/>
          </a:p>
          <a:p>
            <a:pPr eaLnBrk="1" hangingPunct="1"/>
            <a:r>
              <a:rPr lang="en-GB" altLang="en-US" sz="2400" b="0" dirty="0"/>
              <a:t>The contamination delay </a:t>
            </a:r>
            <a:r>
              <a:rPr lang="en-GB" altLang="en-US" sz="2400" b="0" dirty="0" err="1">
                <a:solidFill>
                  <a:srgbClr val="FF0000"/>
                </a:solidFill>
              </a:rPr>
              <a:t>tcd</a:t>
            </a:r>
            <a:r>
              <a:rPr lang="en-GB" altLang="en-US" sz="2400" b="0" dirty="0"/>
              <a:t> is the minimum time from when an</a:t>
            </a:r>
            <a:r>
              <a:rPr lang="ru-RU" altLang="en-US" sz="2400" b="0" dirty="0"/>
              <a:t>  </a:t>
            </a:r>
            <a:r>
              <a:rPr lang="en-GB" altLang="en-US" sz="2400" b="0" dirty="0"/>
              <a:t>input changes until </a:t>
            </a:r>
            <a:r>
              <a:rPr lang="en-GB" altLang="en-US" sz="2400" b="0" dirty="0">
                <a:solidFill>
                  <a:srgbClr val="0000FF"/>
                </a:solidFill>
              </a:rPr>
              <a:t>any output </a:t>
            </a:r>
            <a:r>
              <a:rPr lang="en-GB" altLang="en-US" sz="2400" b="0" dirty="0"/>
              <a:t>starts to change its value</a:t>
            </a:r>
            <a:r>
              <a:rPr lang="ru-RU" altLang="en-US" sz="2400" b="0" dirty="0"/>
              <a:t> (</a:t>
            </a:r>
            <a:r>
              <a:rPr lang="en-US" altLang="en-US" sz="2400" b="0" dirty="0"/>
              <a:t>reaction time)</a:t>
            </a:r>
            <a:r>
              <a:rPr lang="en-GB" altLang="en-US" sz="2400" b="0" dirty="0"/>
              <a:t>.</a:t>
            </a:r>
          </a:p>
          <a:p>
            <a:endParaRPr lang="en-US" dirty="0"/>
          </a:p>
        </p:txBody>
      </p:sp>
      <p:grpSp>
        <p:nvGrpSpPr>
          <p:cNvPr id="133124" name="Group 46">
            <a:extLst>
              <a:ext uri="{FF2B5EF4-FFF2-40B4-BE49-F238E27FC236}">
                <a16:creationId xmlns:a16="http://schemas.microsoft.com/office/drawing/2014/main" id="{9387D416-19E7-37DC-6178-163BD8483118}"/>
              </a:ext>
            </a:extLst>
          </p:cNvPr>
          <p:cNvGrpSpPr>
            <a:grpSpLocks/>
          </p:cNvGrpSpPr>
          <p:nvPr/>
        </p:nvGrpSpPr>
        <p:grpSpPr bwMode="auto">
          <a:xfrm>
            <a:off x="2241320" y="4579784"/>
            <a:ext cx="2838450" cy="484188"/>
            <a:chOff x="212660" y="3800106"/>
            <a:chExt cx="2839327" cy="484071"/>
          </a:xfrm>
        </p:grpSpPr>
        <p:sp>
          <p:nvSpPr>
            <p:cNvPr id="133157" name="TextBox 7">
              <a:extLst>
                <a:ext uri="{FF2B5EF4-FFF2-40B4-BE49-F238E27FC236}">
                  <a16:creationId xmlns:a16="http://schemas.microsoft.com/office/drawing/2014/main" id="{FB211368-7A53-FBFC-BAF7-8DC2B9E0D686}"/>
                </a:ext>
              </a:extLst>
            </p:cNvPr>
            <p:cNvSpPr txBox="1">
              <a:spLocks noChangeArrowheads="1"/>
            </p:cNvSpPr>
            <p:nvPr/>
          </p:nvSpPr>
          <p:spPr bwMode="auto">
            <a:xfrm>
              <a:off x="212660" y="3835729"/>
              <a:ext cx="6768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a:t>
              </a:r>
              <a:endParaRPr lang="en-GB" altLang="en-US" sz="2000" b="0"/>
            </a:p>
          </p:txBody>
        </p:sp>
        <p:grpSp>
          <p:nvGrpSpPr>
            <p:cNvPr id="133158" name="Group 63">
              <a:extLst>
                <a:ext uri="{FF2B5EF4-FFF2-40B4-BE49-F238E27FC236}">
                  <a16:creationId xmlns:a16="http://schemas.microsoft.com/office/drawing/2014/main" id="{486826A9-BAF2-E4AC-AE6E-C6B9D604BCF6}"/>
                </a:ext>
              </a:extLst>
            </p:cNvPr>
            <p:cNvGrpSpPr>
              <a:grpSpLocks/>
            </p:cNvGrpSpPr>
            <p:nvPr/>
          </p:nvGrpSpPr>
          <p:grpSpPr bwMode="auto">
            <a:xfrm>
              <a:off x="648591" y="3800106"/>
              <a:ext cx="2403396" cy="484071"/>
              <a:chOff x="1004981" y="3800106"/>
              <a:chExt cx="2047005" cy="484071"/>
            </a:xfrm>
          </p:grpSpPr>
          <p:cxnSp>
            <p:nvCxnSpPr>
              <p:cNvPr id="133159" name="Straight Connector 4">
                <a:extLst>
                  <a:ext uri="{FF2B5EF4-FFF2-40B4-BE49-F238E27FC236}">
                    <a16:creationId xmlns:a16="http://schemas.microsoft.com/office/drawing/2014/main" id="{DCB09A3E-B7C5-2C84-0B5B-2D743DBBA790}"/>
                  </a:ext>
                </a:extLst>
              </p:cNvPr>
              <p:cNvCxnSpPr>
                <a:cxnSpLocks noChangeShapeType="1"/>
              </p:cNvCxnSpPr>
              <p:nvPr/>
            </p:nvCxnSpPr>
            <p:spPr bwMode="auto">
              <a:xfrm>
                <a:off x="1004981" y="4061362"/>
                <a:ext cx="467284"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3160" name="AutoShape 24">
                <a:extLst>
                  <a:ext uri="{FF2B5EF4-FFF2-40B4-BE49-F238E27FC236}">
                    <a16:creationId xmlns:a16="http://schemas.microsoft.com/office/drawing/2014/main" id="{28CC21AF-C5DF-D62A-311F-D09D281A5E5C}"/>
                  </a:ext>
                </a:extLst>
              </p:cNvPr>
              <p:cNvSpPr>
                <a:spLocks noChangeArrowheads="1"/>
              </p:cNvSpPr>
              <p:nvPr/>
            </p:nvSpPr>
            <p:spPr bwMode="auto">
              <a:xfrm rot="5400000">
                <a:off x="1452184" y="3889609"/>
                <a:ext cx="431033" cy="358103"/>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cxnSp>
            <p:nvCxnSpPr>
              <p:cNvPr id="133161" name="Straight Connector 6">
                <a:extLst>
                  <a:ext uri="{FF2B5EF4-FFF2-40B4-BE49-F238E27FC236}">
                    <a16:creationId xmlns:a16="http://schemas.microsoft.com/office/drawing/2014/main" id="{ECE7432A-29E8-593C-A606-4EBE8867AA82}"/>
                  </a:ext>
                </a:extLst>
              </p:cNvPr>
              <p:cNvCxnSpPr>
                <a:cxnSpLocks noChangeShapeType="1"/>
              </p:cNvCxnSpPr>
              <p:nvPr/>
            </p:nvCxnSpPr>
            <p:spPr bwMode="auto">
              <a:xfrm>
                <a:off x="1843517" y="4061362"/>
                <a:ext cx="467284"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3162" name="TextBox 8">
                <a:extLst>
                  <a:ext uri="{FF2B5EF4-FFF2-40B4-BE49-F238E27FC236}">
                    <a16:creationId xmlns:a16="http://schemas.microsoft.com/office/drawing/2014/main" id="{7AD6C54F-826F-8964-B935-AF76A61C2DAE}"/>
                  </a:ext>
                </a:extLst>
              </p:cNvPr>
              <p:cNvSpPr txBox="1">
                <a:spLocks noChangeArrowheads="1"/>
              </p:cNvSpPr>
              <p:nvPr/>
            </p:nvSpPr>
            <p:spPr bwMode="auto">
              <a:xfrm>
                <a:off x="2375093" y="3800106"/>
                <a:ext cx="6768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y</a:t>
                </a:r>
                <a:endParaRPr lang="en-GB" altLang="en-US" sz="2000" b="0"/>
              </a:p>
            </p:txBody>
          </p:sp>
        </p:grpSp>
      </p:grpSp>
      <p:grpSp>
        <p:nvGrpSpPr>
          <p:cNvPr id="133125" name="Group 47">
            <a:extLst>
              <a:ext uri="{FF2B5EF4-FFF2-40B4-BE49-F238E27FC236}">
                <a16:creationId xmlns:a16="http://schemas.microsoft.com/office/drawing/2014/main" id="{D865844A-ADF4-1FDB-CE4A-D8119C0D32C0}"/>
              </a:ext>
            </a:extLst>
          </p:cNvPr>
          <p:cNvGrpSpPr>
            <a:grpSpLocks/>
          </p:cNvGrpSpPr>
          <p:nvPr/>
        </p:nvGrpSpPr>
        <p:grpSpPr bwMode="auto">
          <a:xfrm>
            <a:off x="5806281" y="3800475"/>
            <a:ext cx="3281363" cy="2230438"/>
            <a:chOff x="3895107" y="3327991"/>
            <a:chExt cx="3281870" cy="2229655"/>
          </a:xfrm>
        </p:grpSpPr>
        <p:cxnSp>
          <p:nvCxnSpPr>
            <p:cNvPr id="133126" name="Straight Connector 10">
              <a:extLst>
                <a:ext uri="{FF2B5EF4-FFF2-40B4-BE49-F238E27FC236}">
                  <a16:creationId xmlns:a16="http://schemas.microsoft.com/office/drawing/2014/main" id="{8D3B9F38-F707-FCF3-B06E-D9C0617E3D7D}"/>
                </a:ext>
              </a:extLst>
            </p:cNvPr>
            <p:cNvCxnSpPr>
              <a:cxnSpLocks noChangeShapeType="1"/>
            </p:cNvCxnSpPr>
            <p:nvPr/>
          </p:nvCxnSpPr>
          <p:spPr bwMode="auto">
            <a:xfrm>
              <a:off x="3905740" y="3741356"/>
              <a:ext cx="843041"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27" name="Straight Connector 11">
              <a:extLst>
                <a:ext uri="{FF2B5EF4-FFF2-40B4-BE49-F238E27FC236}">
                  <a16:creationId xmlns:a16="http://schemas.microsoft.com/office/drawing/2014/main" id="{CC94533C-0941-9212-E651-9171F428F730}"/>
                </a:ext>
              </a:extLst>
            </p:cNvPr>
            <p:cNvCxnSpPr>
              <a:cxnSpLocks noChangeShapeType="1"/>
            </p:cNvCxnSpPr>
            <p:nvPr/>
          </p:nvCxnSpPr>
          <p:spPr bwMode="auto">
            <a:xfrm>
              <a:off x="3895107" y="4229880"/>
              <a:ext cx="843041"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28" name="Straight Connector 17">
              <a:extLst>
                <a:ext uri="{FF2B5EF4-FFF2-40B4-BE49-F238E27FC236}">
                  <a16:creationId xmlns:a16="http://schemas.microsoft.com/office/drawing/2014/main" id="{3A9C1EC5-B4F6-580A-1B7B-61A64A33A440}"/>
                </a:ext>
              </a:extLst>
            </p:cNvPr>
            <p:cNvCxnSpPr>
              <a:cxnSpLocks noChangeShapeType="1"/>
            </p:cNvCxnSpPr>
            <p:nvPr/>
          </p:nvCxnSpPr>
          <p:spPr bwMode="auto">
            <a:xfrm rot="16200000" flipH="1">
              <a:off x="4671298" y="3821379"/>
              <a:ext cx="465557" cy="32638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29" name="Straight Connector 18">
              <a:extLst>
                <a:ext uri="{FF2B5EF4-FFF2-40B4-BE49-F238E27FC236}">
                  <a16:creationId xmlns:a16="http://schemas.microsoft.com/office/drawing/2014/main" id="{AE37265C-F56F-9DCB-FF26-04723F357B1C}"/>
                </a:ext>
              </a:extLst>
            </p:cNvPr>
            <p:cNvCxnSpPr>
              <a:cxnSpLocks noChangeShapeType="1"/>
            </p:cNvCxnSpPr>
            <p:nvPr/>
          </p:nvCxnSpPr>
          <p:spPr bwMode="auto">
            <a:xfrm>
              <a:off x="5062448" y="4229879"/>
              <a:ext cx="2051553"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0" name="Straight Connector 19">
              <a:extLst>
                <a:ext uri="{FF2B5EF4-FFF2-40B4-BE49-F238E27FC236}">
                  <a16:creationId xmlns:a16="http://schemas.microsoft.com/office/drawing/2014/main" id="{997C241D-01E8-F742-990A-D64D783B2621}"/>
                </a:ext>
              </a:extLst>
            </p:cNvPr>
            <p:cNvCxnSpPr>
              <a:cxnSpLocks noChangeShapeType="1"/>
            </p:cNvCxnSpPr>
            <p:nvPr/>
          </p:nvCxnSpPr>
          <p:spPr bwMode="auto">
            <a:xfrm>
              <a:off x="5016332" y="3741357"/>
              <a:ext cx="2051553"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1" name="Straight Connector 21">
              <a:extLst>
                <a:ext uri="{FF2B5EF4-FFF2-40B4-BE49-F238E27FC236}">
                  <a16:creationId xmlns:a16="http://schemas.microsoft.com/office/drawing/2014/main" id="{F58EA1C2-1B69-5416-E2C6-79EA2A80D805}"/>
                </a:ext>
              </a:extLst>
            </p:cNvPr>
            <p:cNvCxnSpPr>
              <a:cxnSpLocks noChangeShapeType="1"/>
            </p:cNvCxnSpPr>
            <p:nvPr/>
          </p:nvCxnSpPr>
          <p:spPr bwMode="auto">
            <a:xfrm rot="5400000" flipH="1" flipV="1">
              <a:off x="4630041" y="3851042"/>
              <a:ext cx="488524" cy="29420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2" name="Straight Connector 28">
              <a:extLst>
                <a:ext uri="{FF2B5EF4-FFF2-40B4-BE49-F238E27FC236}">
                  <a16:creationId xmlns:a16="http://schemas.microsoft.com/office/drawing/2014/main" id="{9413CA90-F620-312F-1488-B5528E9D6D2A}"/>
                </a:ext>
              </a:extLst>
            </p:cNvPr>
            <p:cNvCxnSpPr>
              <a:cxnSpLocks noChangeShapeType="1"/>
            </p:cNvCxnSpPr>
            <p:nvPr/>
          </p:nvCxnSpPr>
          <p:spPr bwMode="auto">
            <a:xfrm>
              <a:off x="3931451" y="4568084"/>
              <a:ext cx="1305534"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3" name="Straight Connector 29">
              <a:extLst>
                <a:ext uri="{FF2B5EF4-FFF2-40B4-BE49-F238E27FC236}">
                  <a16:creationId xmlns:a16="http://schemas.microsoft.com/office/drawing/2014/main" id="{C7A22EB3-7F4B-E339-3DC4-FE5158CCB3FB}"/>
                </a:ext>
              </a:extLst>
            </p:cNvPr>
            <p:cNvCxnSpPr>
              <a:cxnSpLocks noChangeShapeType="1"/>
            </p:cNvCxnSpPr>
            <p:nvPr/>
          </p:nvCxnSpPr>
          <p:spPr bwMode="auto">
            <a:xfrm>
              <a:off x="3931451" y="5056607"/>
              <a:ext cx="1305534"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4" name="Straight Connector 30">
              <a:extLst>
                <a:ext uri="{FF2B5EF4-FFF2-40B4-BE49-F238E27FC236}">
                  <a16:creationId xmlns:a16="http://schemas.microsoft.com/office/drawing/2014/main" id="{4ACC1B65-19B0-C97D-7256-1DF45FBF9603}"/>
                </a:ext>
              </a:extLst>
            </p:cNvPr>
            <p:cNvCxnSpPr>
              <a:cxnSpLocks noChangeShapeType="1"/>
            </p:cNvCxnSpPr>
            <p:nvPr/>
          </p:nvCxnSpPr>
          <p:spPr bwMode="auto">
            <a:xfrm rot="16200000" flipH="1">
              <a:off x="5157014" y="4658930"/>
              <a:ext cx="465557" cy="30473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5" name="Straight Connector 31">
              <a:extLst>
                <a:ext uri="{FF2B5EF4-FFF2-40B4-BE49-F238E27FC236}">
                  <a16:creationId xmlns:a16="http://schemas.microsoft.com/office/drawing/2014/main" id="{FF053C8F-6D98-99C2-BA28-CF2EA35E16F9}"/>
                </a:ext>
              </a:extLst>
            </p:cNvPr>
            <p:cNvCxnSpPr>
              <a:cxnSpLocks noChangeShapeType="1"/>
            </p:cNvCxnSpPr>
            <p:nvPr/>
          </p:nvCxnSpPr>
          <p:spPr bwMode="auto">
            <a:xfrm>
              <a:off x="5534766" y="5069132"/>
              <a:ext cx="615466"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6" name="Straight Connector 32">
              <a:extLst>
                <a:ext uri="{FF2B5EF4-FFF2-40B4-BE49-F238E27FC236}">
                  <a16:creationId xmlns:a16="http://schemas.microsoft.com/office/drawing/2014/main" id="{2E9000BB-1949-096E-9B72-BF334EA9F7A1}"/>
                </a:ext>
              </a:extLst>
            </p:cNvPr>
            <p:cNvCxnSpPr>
              <a:cxnSpLocks noChangeShapeType="1"/>
            </p:cNvCxnSpPr>
            <p:nvPr/>
          </p:nvCxnSpPr>
          <p:spPr bwMode="auto">
            <a:xfrm>
              <a:off x="5512870" y="4568085"/>
              <a:ext cx="624791"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7" name="Straight Connector 33">
              <a:extLst>
                <a:ext uri="{FF2B5EF4-FFF2-40B4-BE49-F238E27FC236}">
                  <a16:creationId xmlns:a16="http://schemas.microsoft.com/office/drawing/2014/main" id="{2A439418-0CAA-2FB7-7154-67B065FDBF94}"/>
                </a:ext>
              </a:extLst>
            </p:cNvPr>
            <p:cNvCxnSpPr>
              <a:cxnSpLocks noChangeShapeType="1"/>
            </p:cNvCxnSpPr>
            <p:nvPr/>
          </p:nvCxnSpPr>
          <p:spPr bwMode="auto">
            <a:xfrm rot="5400000" flipH="1" flipV="1">
              <a:off x="5126580" y="4677769"/>
              <a:ext cx="488524" cy="29420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8" name="Straight Connector 34">
              <a:extLst>
                <a:ext uri="{FF2B5EF4-FFF2-40B4-BE49-F238E27FC236}">
                  <a16:creationId xmlns:a16="http://schemas.microsoft.com/office/drawing/2014/main" id="{D6FC0D3B-9E4C-056B-A5CA-843DF08A9C41}"/>
                </a:ext>
              </a:extLst>
            </p:cNvPr>
            <p:cNvCxnSpPr>
              <a:cxnSpLocks noChangeShapeType="1"/>
            </p:cNvCxnSpPr>
            <p:nvPr/>
          </p:nvCxnSpPr>
          <p:spPr bwMode="auto">
            <a:xfrm rot="16200000" flipH="1">
              <a:off x="5472651" y="4686453"/>
              <a:ext cx="463468" cy="25178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39" name="Straight Connector 35">
              <a:extLst>
                <a:ext uri="{FF2B5EF4-FFF2-40B4-BE49-F238E27FC236}">
                  <a16:creationId xmlns:a16="http://schemas.microsoft.com/office/drawing/2014/main" id="{D6BC434C-7E93-CE9D-77C6-172FB262A51C}"/>
                </a:ext>
              </a:extLst>
            </p:cNvPr>
            <p:cNvCxnSpPr>
              <a:cxnSpLocks noChangeShapeType="1"/>
            </p:cNvCxnSpPr>
            <p:nvPr/>
          </p:nvCxnSpPr>
          <p:spPr bwMode="auto">
            <a:xfrm rot="5400000" flipH="1" flipV="1">
              <a:off x="5435817" y="4695939"/>
              <a:ext cx="463471" cy="25786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40" name="Straight Connector 36">
              <a:extLst>
                <a:ext uri="{FF2B5EF4-FFF2-40B4-BE49-F238E27FC236}">
                  <a16:creationId xmlns:a16="http://schemas.microsoft.com/office/drawing/2014/main" id="{32FAAE13-F6DA-BB46-5FD0-F237E95D40AE}"/>
                </a:ext>
              </a:extLst>
            </p:cNvPr>
            <p:cNvCxnSpPr>
              <a:cxnSpLocks noChangeShapeType="1"/>
            </p:cNvCxnSpPr>
            <p:nvPr/>
          </p:nvCxnSpPr>
          <p:spPr bwMode="auto">
            <a:xfrm rot="16200000" flipH="1">
              <a:off x="5750439" y="4671457"/>
              <a:ext cx="465557" cy="30473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41" name="Straight Connector 37">
              <a:extLst>
                <a:ext uri="{FF2B5EF4-FFF2-40B4-BE49-F238E27FC236}">
                  <a16:creationId xmlns:a16="http://schemas.microsoft.com/office/drawing/2014/main" id="{8073AF93-19D9-AE50-3870-F5B3FAF33238}"/>
                </a:ext>
              </a:extLst>
            </p:cNvPr>
            <p:cNvCxnSpPr>
              <a:cxnSpLocks noChangeShapeType="1"/>
            </p:cNvCxnSpPr>
            <p:nvPr/>
          </p:nvCxnSpPr>
          <p:spPr bwMode="auto">
            <a:xfrm rot="5400000" flipH="1" flipV="1">
              <a:off x="5744226" y="4652718"/>
              <a:ext cx="488524" cy="29420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42" name="Straight Connector 40">
              <a:extLst>
                <a:ext uri="{FF2B5EF4-FFF2-40B4-BE49-F238E27FC236}">
                  <a16:creationId xmlns:a16="http://schemas.microsoft.com/office/drawing/2014/main" id="{0AE213D6-ED0D-BF73-EA16-EF1D5F815925}"/>
                </a:ext>
              </a:extLst>
            </p:cNvPr>
            <p:cNvCxnSpPr>
              <a:cxnSpLocks noChangeShapeType="1"/>
            </p:cNvCxnSpPr>
            <p:nvPr/>
          </p:nvCxnSpPr>
          <p:spPr bwMode="auto">
            <a:xfrm rot="16200000" flipH="1">
              <a:off x="6047257" y="4677406"/>
              <a:ext cx="489570" cy="316849"/>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43" name="Straight Connector 42">
              <a:extLst>
                <a:ext uri="{FF2B5EF4-FFF2-40B4-BE49-F238E27FC236}">
                  <a16:creationId xmlns:a16="http://schemas.microsoft.com/office/drawing/2014/main" id="{1BF35B82-0D44-BB35-65CD-EABD823A452E}"/>
                </a:ext>
              </a:extLst>
            </p:cNvPr>
            <p:cNvCxnSpPr>
              <a:cxnSpLocks noChangeShapeType="1"/>
            </p:cNvCxnSpPr>
            <p:nvPr/>
          </p:nvCxnSpPr>
          <p:spPr bwMode="auto">
            <a:xfrm rot="5400000" flipH="1" flipV="1">
              <a:off x="6022772" y="4677769"/>
              <a:ext cx="488524" cy="29420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44" name="Straight Connector 44">
              <a:extLst>
                <a:ext uri="{FF2B5EF4-FFF2-40B4-BE49-F238E27FC236}">
                  <a16:creationId xmlns:a16="http://schemas.microsoft.com/office/drawing/2014/main" id="{1E9C5E31-DCB4-32F4-73A9-6312257E42A0}"/>
                </a:ext>
              </a:extLst>
            </p:cNvPr>
            <p:cNvCxnSpPr>
              <a:cxnSpLocks noChangeShapeType="1"/>
            </p:cNvCxnSpPr>
            <p:nvPr/>
          </p:nvCxnSpPr>
          <p:spPr bwMode="auto">
            <a:xfrm>
              <a:off x="6418847" y="4580612"/>
              <a:ext cx="746019"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45" name="Straight Connector 45">
              <a:extLst>
                <a:ext uri="{FF2B5EF4-FFF2-40B4-BE49-F238E27FC236}">
                  <a16:creationId xmlns:a16="http://schemas.microsoft.com/office/drawing/2014/main" id="{89E36DE9-123E-13E5-E95B-B24137D50489}"/>
                </a:ext>
              </a:extLst>
            </p:cNvPr>
            <p:cNvCxnSpPr>
              <a:cxnSpLocks noChangeShapeType="1"/>
            </p:cNvCxnSpPr>
            <p:nvPr/>
          </p:nvCxnSpPr>
          <p:spPr bwMode="auto">
            <a:xfrm>
              <a:off x="6430958" y="5069132"/>
              <a:ext cx="746019" cy="16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3146" name="Straight Connector 49">
              <a:extLst>
                <a:ext uri="{FF2B5EF4-FFF2-40B4-BE49-F238E27FC236}">
                  <a16:creationId xmlns:a16="http://schemas.microsoft.com/office/drawing/2014/main" id="{7D321C0A-9BC8-B2DF-E45E-F2D6B8DB1C2C}"/>
                </a:ext>
              </a:extLst>
            </p:cNvPr>
            <p:cNvCxnSpPr>
              <a:cxnSpLocks noChangeShapeType="1"/>
            </p:cNvCxnSpPr>
            <p:nvPr/>
          </p:nvCxnSpPr>
          <p:spPr bwMode="auto">
            <a:xfrm rot="16200000" flipH="1">
              <a:off x="3839327" y="4471625"/>
              <a:ext cx="212193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147" name="Straight Connector 50">
              <a:extLst>
                <a:ext uri="{FF2B5EF4-FFF2-40B4-BE49-F238E27FC236}">
                  <a16:creationId xmlns:a16="http://schemas.microsoft.com/office/drawing/2014/main" id="{B669AA66-3A0C-D8C4-5CA3-836BFB993CE9}"/>
                </a:ext>
              </a:extLst>
            </p:cNvPr>
            <p:cNvCxnSpPr>
              <a:cxnSpLocks noChangeShapeType="1"/>
            </p:cNvCxnSpPr>
            <p:nvPr/>
          </p:nvCxnSpPr>
          <p:spPr bwMode="auto">
            <a:xfrm rot="5400000">
              <a:off x="4809352" y="5006496"/>
              <a:ext cx="1102298" cy="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148" name="Straight Connector 51">
              <a:extLst>
                <a:ext uri="{FF2B5EF4-FFF2-40B4-BE49-F238E27FC236}">
                  <a16:creationId xmlns:a16="http://schemas.microsoft.com/office/drawing/2014/main" id="{F2A4B89E-EC05-8344-8C1F-7F18DDB4FC6F}"/>
                </a:ext>
              </a:extLst>
            </p:cNvPr>
            <p:cNvCxnSpPr>
              <a:cxnSpLocks noChangeShapeType="1"/>
            </p:cNvCxnSpPr>
            <p:nvPr/>
          </p:nvCxnSpPr>
          <p:spPr bwMode="auto">
            <a:xfrm rot="16200000" flipH="1">
              <a:off x="5390926" y="4241774"/>
              <a:ext cx="177997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149" name="Straight Arrow Connector 54">
              <a:extLst>
                <a:ext uri="{FF2B5EF4-FFF2-40B4-BE49-F238E27FC236}">
                  <a16:creationId xmlns:a16="http://schemas.microsoft.com/office/drawing/2014/main" id="{AD9D918E-9799-B7AC-54D9-56C8919D2034}"/>
                </a:ext>
              </a:extLst>
            </p:cNvPr>
            <p:cNvCxnSpPr>
              <a:cxnSpLocks noChangeShapeType="1"/>
            </p:cNvCxnSpPr>
            <p:nvPr/>
          </p:nvCxnSpPr>
          <p:spPr bwMode="auto">
            <a:xfrm flipV="1">
              <a:off x="4452194" y="5357234"/>
              <a:ext cx="435986"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33150" name="Straight Arrow Connector 56">
              <a:extLst>
                <a:ext uri="{FF2B5EF4-FFF2-40B4-BE49-F238E27FC236}">
                  <a16:creationId xmlns:a16="http://schemas.microsoft.com/office/drawing/2014/main" id="{6A3FB042-5BE1-CD01-1E8B-F0BDD7A1C2A8}"/>
                </a:ext>
              </a:extLst>
            </p:cNvPr>
            <p:cNvCxnSpPr>
              <a:cxnSpLocks noChangeShapeType="1"/>
            </p:cNvCxnSpPr>
            <p:nvPr/>
          </p:nvCxnSpPr>
          <p:spPr bwMode="auto">
            <a:xfrm rot="10800000" flipV="1">
              <a:off x="5366553" y="5369757"/>
              <a:ext cx="466262"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33151" name="TextBox 58">
              <a:extLst>
                <a:ext uri="{FF2B5EF4-FFF2-40B4-BE49-F238E27FC236}">
                  <a16:creationId xmlns:a16="http://schemas.microsoft.com/office/drawing/2014/main" id="{26290424-2BCD-795F-64B4-C4692E885778}"/>
                </a:ext>
              </a:extLst>
            </p:cNvPr>
            <p:cNvSpPr txBox="1">
              <a:spLocks noChangeArrowheads="1"/>
            </p:cNvSpPr>
            <p:nvPr/>
          </p:nvSpPr>
          <p:spPr bwMode="auto">
            <a:xfrm>
              <a:off x="4912423" y="5181866"/>
              <a:ext cx="690310" cy="338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tcd</a:t>
              </a:r>
              <a:endParaRPr lang="en-GB" altLang="en-US" sz="1600" b="0"/>
            </a:p>
          </p:txBody>
        </p:sp>
        <p:cxnSp>
          <p:nvCxnSpPr>
            <p:cNvPr id="133152" name="Straight Arrow Connector 59">
              <a:extLst>
                <a:ext uri="{FF2B5EF4-FFF2-40B4-BE49-F238E27FC236}">
                  <a16:creationId xmlns:a16="http://schemas.microsoft.com/office/drawing/2014/main" id="{F986ECAE-4BA1-C79A-9631-8092B62C2B93}"/>
                </a:ext>
              </a:extLst>
            </p:cNvPr>
            <p:cNvCxnSpPr>
              <a:cxnSpLocks noChangeShapeType="1"/>
            </p:cNvCxnSpPr>
            <p:nvPr/>
          </p:nvCxnSpPr>
          <p:spPr bwMode="auto">
            <a:xfrm flipV="1">
              <a:off x="4464306" y="3540938"/>
              <a:ext cx="435986"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33153" name="Straight Arrow Connector 60">
              <a:extLst>
                <a:ext uri="{FF2B5EF4-FFF2-40B4-BE49-F238E27FC236}">
                  <a16:creationId xmlns:a16="http://schemas.microsoft.com/office/drawing/2014/main" id="{B8427F25-3623-EFD9-3F41-0C06DE1D7C9C}"/>
                </a:ext>
              </a:extLst>
            </p:cNvPr>
            <p:cNvCxnSpPr>
              <a:cxnSpLocks noChangeShapeType="1"/>
            </p:cNvCxnSpPr>
            <p:nvPr/>
          </p:nvCxnSpPr>
          <p:spPr bwMode="auto">
            <a:xfrm rot="10800000" flipV="1">
              <a:off x="6262745" y="3528409"/>
              <a:ext cx="466262"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33154" name="TextBox 61">
              <a:extLst>
                <a:ext uri="{FF2B5EF4-FFF2-40B4-BE49-F238E27FC236}">
                  <a16:creationId xmlns:a16="http://schemas.microsoft.com/office/drawing/2014/main" id="{0530FBB2-F84F-6EEE-99C7-55ABC30A3ECE}"/>
                </a:ext>
              </a:extLst>
            </p:cNvPr>
            <p:cNvSpPr txBox="1">
              <a:spLocks noChangeArrowheads="1"/>
            </p:cNvSpPr>
            <p:nvPr/>
          </p:nvSpPr>
          <p:spPr bwMode="auto">
            <a:xfrm>
              <a:off x="5396847" y="3327991"/>
              <a:ext cx="690310" cy="338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600" b="0"/>
                <a:t>tpd</a:t>
              </a:r>
              <a:endParaRPr lang="en-GB" altLang="en-US" sz="1600" b="0"/>
            </a:p>
          </p:txBody>
        </p:sp>
        <p:sp>
          <p:nvSpPr>
            <p:cNvPr id="133155" name="TextBox 39">
              <a:extLst>
                <a:ext uri="{FF2B5EF4-FFF2-40B4-BE49-F238E27FC236}">
                  <a16:creationId xmlns:a16="http://schemas.microsoft.com/office/drawing/2014/main" id="{BC7DD697-D84C-C45A-928B-CDE0F5074FE0}"/>
                </a:ext>
              </a:extLst>
            </p:cNvPr>
            <p:cNvSpPr txBox="1">
              <a:spLocks noChangeArrowheads="1"/>
            </p:cNvSpPr>
            <p:nvPr/>
          </p:nvSpPr>
          <p:spPr bwMode="auto">
            <a:xfrm>
              <a:off x="4019116" y="3782566"/>
              <a:ext cx="6768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a</a:t>
              </a:r>
              <a:endParaRPr lang="en-GB" altLang="en-US" sz="2000" b="0"/>
            </a:p>
          </p:txBody>
        </p:sp>
        <p:sp>
          <p:nvSpPr>
            <p:cNvPr id="133156" name="TextBox 43">
              <a:extLst>
                <a:ext uri="{FF2B5EF4-FFF2-40B4-BE49-F238E27FC236}">
                  <a16:creationId xmlns:a16="http://schemas.microsoft.com/office/drawing/2014/main" id="{CD0E7B07-21A3-8E37-FE83-E6D2FC43F8BA}"/>
                </a:ext>
              </a:extLst>
            </p:cNvPr>
            <p:cNvSpPr txBox="1">
              <a:spLocks noChangeArrowheads="1"/>
            </p:cNvSpPr>
            <p:nvPr/>
          </p:nvSpPr>
          <p:spPr bwMode="auto">
            <a:xfrm>
              <a:off x="4040382" y="4633170"/>
              <a:ext cx="6768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y</a:t>
              </a:r>
              <a:endParaRPr lang="en-GB" altLang="en-US" sz="2000" b="0"/>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a:extLst>
              <a:ext uri="{FF2B5EF4-FFF2-40B4-BE49-F238E27FC236}">
                <a16:creationId xmlns:a16="http://schemas.microsoft.com/office/drawing/2014/main" id="{02D8ABBA-3151-01B9-0665-FE65C71185A0}"/>
              </a:ext>
            </a:extLst>
          </p:cNvPr>
          <p:cNvSpPr>
            <a:spLocks noGrp="1" noChangeArrowheads="1"/>
          </p:cNvSpPr>
          <p:nvPr>
            <p:ph type="title"/>
          </p:nvPr>
        </p:nvSpPr>
        <p:spPr>
          <a:xfrm>
            <a:off x="-1" y="183402"/>
            <a:ext cx="11612880" cy="704088"/>
          </a:xfrm>
        </p:spPr>
        <p:txBody>
          <a:bodyPr/>
          <a:lstStyle/>
          <a:p>
            <a:r>
              <a:rPr lang="en-US" altLang="en-US"/>
              <a:t>Critical  Path</a:t>
            </a:r>
            <a:endParaRPr lang="en-GB" altLang="en-US"/>
          </a:p>
        </p:txBody>
      </p:sp>
      <p:grpSp>
        <p:nvGrpSpPr>
          <p:cNvPr id="134147" name="Group 59">
            <a:extLst>
              <a:ext uri="{FF2B5EF4-FFF2-40B4-BE49-F238E27FC236}">
                <a16:creationId xmlns:a16="http://schemas.microsoft.com/office/drawing/2014/main" id="{28373CEB-BA6B-1CA7-3FA8-A0457861B3CA}"/>
              </a:ext>
            </a:extLst>
          </p:cNvPr>
          <p:cNvGrpSpPr>
            <a:grpSpLocks/>
          </p:cNvGrpSpPr>
          <p:nvPr/>
        </p:nvGrpSpPr>
        <p:grpSpPr bwMode="auto">
          <a:xfrm>
            <a:off x="1714500" y="2374900"/>
            <a:ext cx="5391150" cy="1847850"/>
            <a:chOff x="191069" y="2374722"/>
            <a:chExt cx="5390865" cy="1847336"/>
          </a:xfrm>
        </p:grpSpPr>
        <p:sp>
          <p:nvSpPr>
            <p:cNvPr id="134179" name="AutoShape 305">
              <a:extLst>
                <a:ext uri="{FF2B5EF4-FFF2-40B4-BE49-F238E27FC236}">
                  <a16:creationId xmlns:a16="http://schemas.microsoft.com/office/drawing/2014/main" id="{14590ACD-AA5C-C228-23FE-823261F9EB96}"/>
                </a:ext>
              </a:extLst>
            </p:cNvPr>
            <p:cNvSpPr>
              <a:spLocks noChangeArrowheads="1"/>
            </p:cNvSpPr>
            <p:nvPr/>
          </p:nvSpPr>
          <p:spPr bwMode="auto">
            <a:xfrm flipH="1">
              <a:off x="2519763" y="3092108"/>
              <a:ext cx="609600" cy="576262"/>
            </a:xfrm>
            <a:prstGeom prst="moon">
              <a:avLst>
                <a:gd name="adj" fmla="val 87500"/>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4180" name="AutoShape 57">
              <a:extLst>
                <a:ext uri="{FF2B5EF4-FFF2-40B4-BE49-F238E27FC236}">
                  <a16:creationId xmlns:a16="http://schemas.microsoft.com/office/drawing/2014/main" id="{6353851A-8EF8-A149-DF06-22858B3C638B}"/>
                </a:ext>
              </a:extLst>
            </p:cNvPr>
            <p:cNvSpPr>
              <a:spLocks noChangeArrowheads="1"/>
            </p:cNvSpPr>
            <p:nvPr/>
          </p:nvSpPr>
          <p:spPr bwMode="auto">
            <a:xfrm>
              <a:off x="1412611" y="2582852"/>
              <a:ext cx="548640" cy="548640"/>
            </a:xfrm>
            <a:prstGeom prst="flowChartDelay">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cxnSp>
          <p:nvCxnSpPr>
            <p:cNvPr id="134181" name="Straight Connector 5">
              <a:extLst>
                <a:ext uri="{FF2B5EF4-FFF2-40B4-BE49-F238E27FC236}">
                  <a16:creationId xmlns:a16="http://schemas.microsoft.com/office/drawing/2014/main" id="{88DE47F9-30BE-94A0-9656-878832002E7E}"/>
                </a:ext>
              </a:extLst>
            </p:cNvPr>
            <p:cNvCxnSpPr>
              <a:cxnSpLocks noChangeShapeType="1"/>
            </p:cNvCxnSpPr>
            <p:nvPr/>
          </p:nvCxnSpPr>
          <p:spPr bwMode="auto">
            <a:xfrm>
              <a:off x="955339" y="2688622"/>
              <a:ext cx="457200"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cxnSp>
          <p:nvCxnSpPr>
            <p:cNvPr id="134182" name="Straight Connector 6">
              <a:extLst>
                <a:ext uri="{FF2B5EF4-FFF2-40B4-BE49-F238E27FC236}">
                  <a16:creationId xmlns:a16="http://schemas.microsoft.com/office/drawing/2014/main" id="{A59F2FD6-45B6-32CD-532B-7E062CE5FB9A}"/>
                </a:ext>
              </a:extLst>
            </p:cNvPr>
            <p:cNvCxnSpPr>
              <a:cxnSpLocks noChangeShapeType="1"/>
            </p:cNvCxnSpPr>
            <p:nvPr/>
          </p:nvCxnSpPr>
          <p:spPr bwMode="auto">
            <a:xfrm>
              <a:off x="955339" y="2961578"/>
              <a:ext cx="4572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83" name="Straight Connector 7">
              <a:extLst>
                <a:ext uri="{FF2B5EF4-FFF2-40B4-BE49-F238E27FC236}">
                  <a16:creationId xmlns:a16="http://schemas.microsoft.com/office/drawing/2014/main" id="{DB1DD4AC-8F5A-9DBB-F70B-2541AD3A6110}"/>
                </a:ext>
              </a:extLst>
            </p:cNvPr>
            <p:cNvCxnSpPr>
              <a:cxnSpLocks noChangeShapeType="1"/>
            </p:cNvCxnSpPr>
            <p:nvPr/>
          </p:nvCxnSpPr>
          <p:spPr bwMode="auto">
            <a:xfrm>
              <a:off x="1951626" y="2866043"/>
              <a:ext cx="274320"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cxnSp>
          <p:nvCxnSpPr>
            <p:cNvPr id="134184" name="Straight Connector 9">
              <a:extLst>
                <a:ext uri="{FF2B5EF4-FFF2-40B4-BE49-F238E27FC236}">
                  <a16:creationId xmlns:a16="http://schemas.microsoft.com/office/drawing/2014/main" id="{DAEC0888-1FB4-E674-CEB9-81BA62DD96BE}"/>
                </a:ext>
              </a:extLst>
            </p:cNvPr>
            <p:cNvCxnSpPr>
              <a:cxnSpLocks noChangeShapeType="1"/>
            </p:cNvCxnSpPr>
            <p:nvPr/>
          </p:nvCxnSpPr>
          <p:spPr bwMode="auto">
            <a:xfrm rot="5400000">
              <a:off x="2047161" y="3043464"/>
              <a:ext cx="354842"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cxnSp>
          <p:nvCxnSpPr>
            <p:cNvPr id="134185" name="Straight Connector 10">
              <a:extLst>
                <a:ext uri="{FF2B5EF4-FFF2-40B4-BE49-F238E27FC236}">
                  <a16:creationId xmlns:a16="http://schemas.microsoft.com/office/drawing/2014/main" id="{FC1553C5-DB5B-4BE9-0BED-4E29423D7E2B}"/>
                </a:ext>
              </a:extLst>
            </p:cNvPr>
            <p:cNvCxnSpPr>
              <a:cxnSpLocks noChangeShapeType="1"/>
            </p:cNvCxnSpPr>
            <p:nvPr/>
          </p:nvCxnSpPr>
          <p:spPr bwMode="auto">
            <a:xfrm>
              <a:off x="2210933" y="3234532"/>
              <a:ext cx="365760"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cxnSp>
          <p:nvCxnSpPr>
            <p:cNvPr id="134186" name="Straight Connector 11">
              <a:extLst>
                <a:ext uri="{FF2B5EF4-FFF2-40B4-BE49-F238E27FC236}">
                  <a16:creationId xmlns:a16="http://schemas.microsoft.com/office/drawing/2014/main" id="{AF9B5144-77C6-A054-A3A8-C8DF3F8678C0}"/>
                </a:ext>
              </a:extLst>
            </p:cNvPr>
            <p:cNvCxnSpPr>
              <a:cxnSpLocks noChangeShapeType="1"/>
            </p:cNvCxnSpPr>
            <p:nvPr/>
          </p:nvCxnSpPr>
          <p:spPr bwMode="auto">
            <a:xfrm>
              <a:off x="3125333" y="3398305"/>
              <a:ext cx="365760"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sp>
          <p:nvSpPr>
            <p:cNvPr id="134187" name="AutoShape 57">
              <a:extLst>
                <a:ext uri="{FF2B5EF4-FFF2-40B4-BE49-F238E27FC236}">
                  <a16:creationId xmlns:a16="http://schemas.microsoft.com/office/drawing/2014/main" id="{4E9C859A-E248-A228-21B8-D15485B7B3C1}"/>
                </a:ext>
              </a:extLst>
            </p:cNvPr>
            <p:cNvSpPr>
              <a:spLocks noChangeArrowheads="1"/>
            </p:cNvSpPr>
            <p:nvPr/>
          </p:nvSpPr>
          <p:spPr bwMode="auto">
            <a:xfrm>
              <a:off x="3882856" y="3647377"/>
              <a:ext cx="548640" cy="548640"/>
            </a:xfrm>
            <a:prstGeom prst="flowChartDelay">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cxnSp>
          <p:nvCxnSpPr>
            <p:cNvPr id="134188" name="Straight Connector 13">
              <a:extLst>
                <a:ext uri="{FF2B5EF4-FFF2-40B4-BE49-F238E27FC236}">
                  <a16:creationId xmlns:a16="http://schemas.microsoft.com/office/drawing/2014/main" id="{6CE5FE24-D09D-C598-826F-67D6BAE8EFBA}"/>
                </a:ext>
              </a:extLst>
            </p:cNvPr>
            <p:cNvCxnSpPr>
              <a:cxnSpLocks noChangeShapeType="1"/>
            </p:cNvCxnSpPr>
            <p:nvPr/>
          </p:nvCxnSpPr>
          <p:spPr bwMode="auto">
            <a:xfrm>
              <a:off x="3507470" y="3766793"/>
              <a:ext cx="365760"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cxnSp>
          <p:nvCxnSpPr>
            <p:cNvPr id="134189" name="Straight Connector 14">
              <a:extLst>
                <a:ext uri="{FF2B5EF4-FFF2-40B4-BE49-F238E27FC236}">
                  <a16:creationId xmlns:a16="http://schemas.microsoft.com/office/drawing/2014/main" id="{D1F91927-E004-8708-4119-679C84364E05}"/>
                </a:ext>
              </a:extLst>
            </p:cNvPr>
            <p:cNvCxnSpPr>
              <a:cxnSpLocks noChangeShapeType="1"/>
            </p:cNvCxnSpPr>
            <p:nvPr/>
          </p:nvCxnSpPr>
          <p:spPr bwMode="auto">
            <a:xfrm rot="5400000">
              <a:off x="3330051" y="3575727"/>
              <a:ext cx="354842"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cxnSp>
          <p:nvCxnSpPr>
            <p:cNvPr id="134190" name="Straight Connector 15">
              <a:extLst>
                <a:ext uri="{FF2B5EF4-FFF2-40B4-BE49-F238E27FC236}">
                  <a16:creationId xmlns:a16="http://schemas.microsoft.com/office/drawing/2014/main" id="{36042D85-598D-98B9-D515-941802605FE2}"/>
                </a:ext>
              </a:extLst>
            </p:cNvPr>
            <p:cNvCxnSpPr>
              <a:cxnSpLocks noChangeShapeType="1"/>
            </p:cNvCxnSpPr>
            <p:nvPr/>
          </p:nvCxnSpPr>
          <p:spPr bwMode="auto">
            <a:xfrm>
              <a:off x="4435519" y="3930568"/>
              <a:ext cx="457200" cy="1588"/>
            </a:xfrm>
            <a:prstGeom prst="line">
              <a:avLst/>
            </a:prstGeom>
            <a:noFill/>
            <a:ln w="28575" algn="ctr">
              <a:solidFill>
                <a:srgbClr val="0000FF"/>
              </a:solidFill>
              <a:round/>
              <a:headEnd/>
              <a:tailEnd/>
            </a:ln>
            <a:extLst>
              <a:ext uri="{909E8E84-426E-40DD-AFC4-6F175D3DCCD1}">
                <a14:hiddenFill xmlns:a14="http://schemas.microsoft.com/office/drawing/2010/main">
                  <a:noFill/>
                </a14:hiddenFill>
              </a:ext>
            </a:extLst>
          </p:spPr>
        </p:cxnSp>
        <p:cxnSp>
          <p:nvCxnSpPr>
            <p:cNvPr id="134191" name="Straight Connector 16">
              <a:extLst>
                <a:ext uri="{FF2B5EF4-FFF2-40B4-BE49-F238E27FC236}">
                  <a16:creationId xmlns:a16="http://schemas.microsoft.com/office/drawing/2014/main" id="{64714FF8-204C-5E99-2001-796FEADA1552}"/>
                </a:ext>
              </a:extLst>
            </p:cNvPr>
            <p:cNvCxnSpPr>
              <a:cxnSpLocks noChangeShapeType="1"/>
            </p:cNvCxnSpPr>
            <p:nvPr/>
          </p:nvCxnSpPr>
          <p:spPr bwMode="auto">
            <a:xfrm>
              <a:off x="928041" y="3493841"/>
              <a:ext cx="16459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92" name="Straight Connector 17">
              <a:extLst>
                <a:ext uri="{FF2B5EF4-FFF2-40B4-BE49-F238E27FC236}">
                  <a16:creationId xmlns:a16="http://schemas.microsoft.com/office/drawing/2014/main" id="{6CF83D4E-627F-F957-2CB1-4AFE7D27DF9C}"/>
                </a:ext>
              </a:extLst>
            </p:cNvPr>
            <p:cNvCxnSpPr>
              <a:cxnSpLocks noChangeShapeType="1"/>
            </p:cNvCxnSpPr>
            <p:nvPr/>
          </p:nvCxnSpPr>
          <p:spPr bwMode="auto">
            <a:xfrm>
              <a:off x="955337" y="4039751"/>
              <a:ext cx="29260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4193" name="TextBox 18">
              <a:extLst>
                <a:ext uri="{FF2B5EF4-FFF2-40B4-BE49-F238E27FC236}">
                  <a16:creationId xmlns:a16="http://schemas.microsoft.com/office/drawing/2014/main" id="{9C65ADB5-6DA5-B443-85F4-6A60DE1003AD}"/>
                </a:ext>
              </a:extLst>
            </p:cNvPr>
            <p:cNvSpPr txBox="1">
              <a:spLocks noChangeArrowheads="1"/>
            </p:cNvSpPr>
            <p:nvPr/>
          </p:nvSpPr>
          <p:spPr bwMode="auto">
            <a:xfrm>
              <a:off x="191069" y="2374722"/>
              <a:ext cx="968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solidFill>
                    <a:srgbClr val="0000FF"/>
                  </a:solidFill>
                </a:rPr>
                <a:t>a=1</a:t>
              </a:r>
              <a:r>
                <a:rPr lang="en-US" altLang="en-US" sz="1800" b="0">
                  <a:solidFill>
                    <a:srgbClr val="0000FF"/>
                  </a:solidFill>
                  <a:sym typeface="Symbol" panose="05050102010706020507" pitchFamily="18" charset="2"/>
                </a:rPr>
                <a:t>0</a:t>
              </a:r>
              <a:endParaRPr lang="en-GB" altLang="en-US" sz="1800" b="0">
                <a:solidFill>
                  <a:srgbClr val="0000FF"/>
                </a:solidFill>
              </a:endParaRPr>
            </a:p>
          </p:txBody>
        </p:sp>
        <p:sp>
          <p:nvSpPr>
            <p:cNvPr id="134194" name="TextBox 19">
              <a:extLst>
                <a:ext uri="{FF2B5EF4-FFF2-40B4-BE49-F238E27FC236}">
                  <a16:creationId xmlns:a16="http://schemas.microsoft.com/office/drawing/2014/main" id="{88494C1C-1CFA-A7BB-FBA0-54D57DF23B03}"/>
                </a:ext>
              </a:extLst>
            </p:cNvPr>
            <p:cNvSpPr txBox="1">
              <a:spLocks noChangeArrowheads="1"/>
            </p:cNvSpPr>
            <p:nvPr/>
          </p:nvSpPr>
          <p:spPr bwMode="auto">
            <a:xfrm>
              <a:off x="354838" y="2756861"/>
              <a:ext cx="6960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b=1</a:t>
              </a:r>
              <a:endParaRPr lang="en-GB" altLang="en-US" sz="1800" b="0"/>
            </a:p>
          </p:txBody>
        </p:sp>
        <p:sp>
          <p:nvSpPr>
            <p:cNvPr id="134195" name="TextBox 20">
              <a:extLst>
                <a:ext uri="{FF2B5EF4-FFF2-40B4-BE49-F238E27FC236}">
                  <a16:creationId xmlns:a16="http://schemas.microsoft.com/office/drawing/2014/main" id="{3D70956E-C9F2-BB1A-7987-CBBA8E05D47F}"/>
                </a:ext>
              </a:extLst>
            </p:cNvPr>
            <p:cNvSpPr txBox="1">
              <a:spLocks noChangeArrowheads="1"/>
            </p:cNvSpPr>
            <p:nvPr/>
          </p:nvSpPr>
          <p:spPr bwMode="auto">
            <a:xfrm>
              <a:off x="327543" y="3289124"/>
              <a:ext cx="6823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c=0</a:t>
              </a:r>
              <a:endParaRPr lang="en-GB" altLang="en-US" sz="1800" b="0"/>
            </a:p>
          </p:txBody>
        </p:sp>
        <p:sp>
          <p:nvSpPr>
            <p:cNvPr id="134196" name="TextBox 21">
              <a:extLst>
                <a:ext uri="{FF2B5EF4-FFF2-40B4-BE49-F238E27FC236}">
                  <a16:creationId xmlns:a16="http://schemas.microsoft.com/office/drawing/2014/main" id="{5017201A-7AAE-15B7-5A9A-614B32CAACFC}"/>
                </a:ext>
              </a:extLst>
            </p:cNvPr>
            <p:cNvSpPr txBox="1">
              <a:spLocks noChangeArrowheads="1"/>
            </p:cNvSpPr>
            <p:nvPr/>
          </p:nvSpPr>
          <p:spPr bwMode="auto">
            <a:xfrm>
              <a:off x="354839" y="3848682"/>
              <a:ext cx="7506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d=1</a:t>
              </a:r>
              <a:endParaRPr lang="en-GB" altLang="en-US" sz="1800" b="0"/>
            </a:p>
          </p:txBody>
        </p:sp>
        <p:sp>
          <p:nvSpPr>
            <p:cNvPr id="134197" name="TextBox 46">
              <a:extLst>
                <a:ext uri="{FF2B5EF4-FFF2-40B4-BE49-F238E27FC236}">
                  <a16:creationId xmlns:a16="http://schemas.microsoft.com/office/drawing/2014/main" id="{90C7FE6A-6630-A619-4D54-950DD0932165}"/>
                </a:ext>
              </a:extLst>
            </p:cNvPr>
            <p:cNvSpPr txBox="1">
              <a:spLocks noChangeArrowheads="1"/>
            </p:cNvSpPr>
            <p:nvPr/>
          </p:nvSpPr>
          <p:spPr bwMode="auto">
            <a:xfrm>
              <a:off x="1937982" y="2524848"/>
              <a:ext cx="532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n1</a:t>
              </a:r>
              <a:endParaRPr lang="en-GB" altLang="en-US" sz="1800" b="0"/>
            </a:p>
          </p:txBody>
        </p:sp>
        <p:sp>
          <p:nvSpPr>
            <p:cNvPr id="134198" name="TextBox 47">
              <a:extLst>
                <a:ext uri="{FF2B5EF4-FFF2-40B4-BE49-F238E27FC236}">
                  <a16:creationId xmlns:a16="http://schemas.microsoft.com/office/drawing/2014/main" id="{E7EB4F97-B2D7-C7B1-573D-EE702B454068}"/>
                </a:ext>
              </a:extLst>
            </p:cNvPr>
            <p:cNvSpPr txBox="1">
              <a:spLocks noChangeArrowheads="1"/>
            </p:cNvSpPr>
            <p:nvPr/>
          </p:nvSpPr>
          <p:spPr bwMode="auto">
            <a:xfrm>
              <a:off x="3043451" y="3029815"/>
              <a:ext cx="532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n2</a:t>
              </a:r>
              <a:endParaRPr lang="en-GB" altLang="en-US" sz="1800" b="0"/>
            </a:p>
          </p:txBody>
        </p:sp>
        <p:sp>
          <p:nvSpPr>
            <p:cNvPr id="134199" name="TextBox 48">
              <a:extLst>
                <a:ext uri="{FF2B5EF4-FFF2-40B4-BE49-F238E27FC236}">
                  <a16:creationId xmlns:a16="http://schemas.microsoft.com/office/drawing/2014/main" id="{07FF9445-3F06-A59B-CF61-87C3E56D7177}"/>
                </a:ext>
              </a:extLst>
            </p:cNvPr>
            <p:cNvSpPr txBox="1">
              <a:spLocks noChangeArrowheads="1"/>
            </p:cNvSpPr>
            <p:nvPr/>
          </p:nvSpPr>
          <p:spPr bwMode="auto">
            <a:xfrm>
              <a:off x="4517418" y="3575727"/>
              <a:ext cx="106451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y=1</a:t>
              </a:r>
              <a:r>
                <a:rPr lang="en-US" altLang="en-US" sz="1800" b="0">
                  <a:sym typeface="Symbol" panose="05050102010706020507" pitchFamily="18" charset="2"/>
                </a:rPr>
                <a:t>0</a:t>
              </a:r>
              <a:endParaRPr lang="en-GB" altLang="en-US" sz="1800" b="0"/>
            </a:p>
            <a:p>
              <a:pPr eaLnBrk="1" hangingPunct="1"/>
              <a:endParaRPr lang="en-GB" altLang="en-US" sz="1800" b="0"/>
            </a:p>
          </p:txBody>
        </p:sp>
      </p:grpSp>
      <p:grpSp>
        <p:nvGrpSpPr>
          <p:cNvPr id="134148" name="Group 60">
            <a:extLst>
              <a:ext uri="{FF2B5EF4-FFF2-40B4-BE49-F238E27FC236}">
                <a16:creationId xmlns:a16="http://schemas.microsoft.com/office/drawing/2014/main" id="{47BFB9FC-E539-828A-564B-C21831AB7A3A}"/>
              </a:ext>
            </a:extLst>
          </p:cNvPr>
          <p:cNvGrpSpPr>
            <a:grpSpLocks/>
          </p:cNvGrpSpPr>
          <p:nvPr/>
        </p:nvGrpSpPr>
        <p:grpSpPr bwMode="auto">
          <a:xfrm>
            <a:off x="6791326" y="1501776"/>
            <a:ext cx="3375025" cy="3521075"/>
            <a:chOff x="5268042" y="1501253"/>
            <a:chExt cx="3373727" cy="3521980"/>
          </a:xfrm>
        </p:grpSpPr>
        <p:cxnSp>
          <p:nvCxnSpPr>
            <p:cNvPr id="134153" name="Straight Connector 22">
              <a:extLst>
                <a:ext uri="{FF2B5EF4-FFF2-40B4-BE49-F238E27FC236}">
                  <a16:creationId xmlns:a16="http://schemas.microsoft.com/office/drawing/2014/main" id="{9F166800-A881-4DE0-2A84-A1590CC3317E}"/>
                </a:ext>
              </a:extLst>
            </p:cNvPr>
            <p:cNvCxnSpPr>
              <a:cxnSpLocks noChangeShapeType="1"/>
            </p:cNvCxnSpPr>
            <p:nvPr/>
          </p:nvCxnSpPr>
          <p:spPr bwMode="auto">
            <a:xfrm>
              <a:off x="5677478" y="1828801"/>
              <a:ext cx="6400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54" name="Straight Connector 24">
              <a:extLst>
                <a:ext uri="{FF2B5EF4-FFF2-40B4-BE49-F238E27FC236}">
                  <a16:creationId xmlns:a16="http://schemas.microsoft.com/office/drawing/2014/main" id="{6ECB1D46-5446-FA47-A042-09F9593E2521}"/>
                </a:ext>
              </a:extLst>
            </p:cNvPr>
            <p:cNvCxnSpPr>
              <a:cxnSpLocks noChangeShapeType="1"/>
            </p:cNvCxnSpPr>
            <p:nvPr/>
          </p:nvCxnSpPr>
          <p:spPr bwMode="auto">
            <a:xfrm rot="16200000" flipH="1">
              <a:off x="6216575" y="1931158"/>
              <a:ext cx="423081" cy="21836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55" name="Straight Connector 25">
              <a:extLst>
                <a:ext uri="{FF2B5EF4-FFF2-40B4-BE49-F238E27FC236}">
                  <a16:creationId xmlns:a16="http://schemas.microsoft.com/office/drawing/2014/main" id="{8E577B69-3928-6CC2-80BF-682FE1902795}"/>
                </a:ext>
              </a:extLst>
            </p:cNvPr>
            <p:cNvCxnSpPr>
              <a:cxnSpLocks noChangeShapeType="1"/>
            </p:cNvCxnSpPr>
            <p:nvPr/>
          </p:nvCxnSpPr>
          <p:spPr bwMode="auto">
            <a:xfrm>
              <a:off x="6509990" y="2251881"/>
              <a:ext cx="19202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56" name="Straight Connector 26">
              <a:extLst>
                <a:ext uri="{FF2B5EF4-FFF2-40B4-BE49-F238E27FC236}">
                  <a16:creationId xmlns:a16="http://schemas.microsoft.com/office/drawing/2014/main" id="{DE6747D6-2306-8A38-DF46-90CE3DF96C0A}"/>
                </a:ext>
              </a:extLst>
            </p:cNvPr>
            <p:cNvCxnSpPr>
              <a:cxnSpLocks noChangeShapeType="1"/>
            </p:cNvCxnSpPr>
            <p:nvPr/>
          </p:nvCxnSpPr>
          <p:spPr bwMode="auto">
            <a:xfrm>
              <a:off x="5718415" y="2524838"/>
              <a:ext cx="10058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57" name="Straight Connector 27">
              <a:extLst>
                <a:ext uri="{FF2B5EF4-FFF2-40B4-BE49-F238E27FC236}">
                  <a16:creationId xmlns:a16="http://schemas.microsoft.com/office/drawing/2014/main" id="{926BF112-CBC8-CBF0-68A3-0DB821C4D4F7}"/>
                </a:ext>
              </a:extLst>
            </p:cNvPr>
            <p:cNvCxnSpPr>
              <a:cxnSpLocks noChangeShapeType="1"/>
            </p:cNvCxnSpPr>
            <p:nvPr/>
          </p:nvCxnSpPr>
          <p:spPr bwMode="auto">
            <a:xfrm rot="16200000" flipH="1">
              <a:off x="6639656" y="2627195"/>
              <a:ext cx="423081" cy="218364"/>
            </a:xfrm>
            <a:prstGeom prst="line">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4158" name="Straight Connector 28">
              <a:extLst>
                <a:ext uri="{FF2B5EF4-FFF2-40B4-BE49-F238E27FC236}">
                  <a16:creationId xmlns:a16="http://schemas.microsoft.com/office/drawing/2014/main" id="{947D2C9A-2307-D817-F75C-5FCFAF6553B5}"/>
                </a:ext>
              </a:extLst>
            </p:cNvPr>
            <p:cNvCxnSpPr>
              <a:cxnSpLocks noChangeShapeType="1"/>
            </p:cNvCxnSpPr>
            <p:nvPr/>
          </p:nvCxnSpPr>
          <p:spPr bwMode="auto">
            <a:xfrm>
              <a:off x="6960366" y="2947916"/>
              <a:ext cx="15544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59" name="Straight Connector 29">
              <a:extLst>
                <a:ext uri="{FF2B5EF4-FFF2-40B4-BE49-F238E27FC236}">
                  <a16:creationId xmlns:a16="http://schemas.microsoft.com/office/drawing/2014/main" id="{83064C99-B01A-8C15-713D-D5A00409DF93}"/>
                </a:ext>
              </a:extLst>
            </p:cNvPr>
            <p:cNvCxnSpPr>
              <a:cxnSpLocks noChangeShapeType="1"/>
            </p:cNvCxnSpPr>
            <p:nvPr/>
          </p:nvCxnSpPr>
          <p:spPr bwMode="auto">
            <a:xfrm>
              <a:off x="5813941" y="3316408"/>
              <a:ext cx="14630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60" name="Straight Connector 30">
              <a:extLst>
                <a:ext uri="{FF2B5EF4-FFF2-40B4-BE49-F238E27FC236}">
                  <a16:creationId xmlns:a16="http://schemas.microsoft.com/office/drawing/2014/main" id="{F9110DD1-DF1B-063D-E2BC-D89E6254A9C4}"/>
                </a:ext>
              </a:extLst>
            </p:cNvPr>
            <p:cNvCxnSpPr>
              <a:cxnSpLocks noChangeShapeType="1"/>
            </p:cNvCxnSpPr>
            <p:nvPr/>
          </p:nvCxnSpPr>
          <p:spPr bwMode="auto">
            <a:xfrm rot="16200000" flipH="1">
              <a:off x="7185566" y="3418765"/>
              <a:ext cx="423081" cy="21836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61" name="Straight Connector 31">
              <a:extLst>
                <a:ext uri="{FF2B5EF4-FFF2-40B4-BE49-F238E27FC236}">
                  <a16:creationId xmlns:a16="http://schemas.microsoft.com/office/drawing/2014/main" id="{6106B599-613C-7817-2F0D-073396BFA4BF}"/>
                </a:ext>
              </a:extLst>
            </p:cNvPr>
            <p:cNvCxnSpPr>
              <a:cxnSpLocks noChangeShapeType="1"/>
            </p:cNvCxnSpPr>
            <p:nvPr/>
          </p:nvCxnSpPr>
          <p:spPr bwMode="auto">
            <a:xfrm>
              <a:off x="7506276" y="3739486"/>
              <a:ext cx="10972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62" name="Straight Connector 32">
              <a:extLst>
                <a:ext uri="{FF2B5EF4-FFF2-40B4-BE49-F238E27FC236}">
                  <a16:creationId xmlns:a16="http://schemas.microsoft.com/office/drawing/2014/main" id="{3636434C-C80A-2E82-056E-CD8AA1399FB7}"/>
                </a:ext>
              </a:extLst>
            </p:cNvPr>
            <p:cNvCxnSpPr>
              <a:cxnSpLocks noChangeShapeType="1"/>
            </p:cNvCxnSpPr>
            <p:nvPr/>
          </p:nvCxnSpPr>
          <p:spPr bwMode="auto">
            <a:xfrm>
              <a:off x="5841226" y="4053387"/>
              <a:ext cx="20116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63" name="Straight Connector 33">
              <a:extLst>
                <a:ext uri="{FF2B5EF4-FFF2-40B4-BE49-F238E27FC236}">
                  <a16:creationId xmlns:a16="http://schemas.microsoft.com/office/drawing/2014/main" id="{5EE3AE2D-2E54-0366-1E99-EADFF0D26D86}"/>
                </a:ext>
              </a:extLst>
            </p:cNvPr>
            <p:cNvCxnSpPr>
              <a:cxnSpLocks noChangeShapeType="1"/>
            </p:cNvCxnSpPr>
            <p:nvPr/>
          </p:nvCxnSpPr>
          <p:spPr bwMode="auto">
            <a:xfrm rot="16200000" flipH="1">
              <a:off x="7772419" y="4155744"/>
              <a:ext cx="423081" cy="21836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64" name="Straight Connector 34">
              <a:extLst>
                <a:ext uri="{FF2B5EF4-FFF2-40B4-BE49-F238E27FC236}">
                  <a16:creationId xmlns:a16="http://schemas.microsoft.com/office/drawing/2014/main" id="{E838D731-B856-3D6C-D714-7A267D9F5005}"/>
                </a:ext>
              </a:extLst>
            </p:cNvPr>
            <p:cNvCxnSpPr>
              <a:cxnSpLocks noChangeShapeType="1"/>
            </p:cNvCxnSpPr>
            <p:nvPr/>
          </p:nvCxnSpPr>
          <p:spPr bwMode="auto">
            <a:xfrm>
              <a:off x="8093129" y="4476465"/>
              <a:ext cx="5486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4165" name="Straight Connector 36">
              <a:extLst>
                <a:ext uri="{FF2B5EF4-FFF2-40B4-BE49-F238E27FC236}">
                  <a16:creationId xmlns:a16="http://schemas.microsoft.com/office/drawing/2014/main" id="{0F68B443-9FE2-6935-AB26-BACCC32A892F}"/>
                </a:ext>
              </a:extLst>
            </p:cNvPr>
            <p:cNvCxnSpPr>
              <a:cxnSpLocks noChangeShapeType="1"/>
            </p:cNvCxnSpPr>
            <p:nvPr/>
          </p:nvCxnSpPr>
          <p:spPr bwMode="auto">
            <a:xfrm rot="16200000" flipH="1">
              <a:off x="6373505" y="3098041"/>
              <a:ext cx="319357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4166" name="Straight Connector 38">
              <a:extLst>
                <a:ext uri="{FF2B5EF4-FFF2-40B4-BE49-F238E27FC236}">
                  <a16:creationId xmlns:a16="http://schemas.microsoft.com/office/drawing/2014/main" id="{636B29C4-D3C3-B146-4B77-4A4A20CE963B}"/>
                </a:ext>
              </a:extLst>
            </p:cNvPr>
            <p:cNvCxnSpPr>
              <a:cxnSpLocks noChangeShapeType="1"/>
            </p:cNvCxnSpPr>
            <p:nvPr/>
          </p:nvCxnSpPr>
          <p:spPr bwMode="auto">
            <a:xfrm rot="5400000">
              <a:off x="6016615" y="1940028"/>
              <a:ext cx="8229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4167" name="TextBox 39">
              <a:extLst>
                <a:ext uri="{FF2B5EF4-FFF2-40B4-BE49-F238E27FC236}">
                  <a16:creationId xmlns:a16="http://schemas.microsoft.com/office/drawing/2014/main" id="{50267556-5932-A620-2585-4D7E6B92806A}"/>
                </a:ext>
              </a:extLst>
            </p:cNvPr>
            <p:cNvSpPr txBox="1">
              <a:spLocks noChangeArrowheads="1"/>
            </p:cNvSpPr>
            <p:nvPr/>
          </p:nvSpPr>
          <p:spPr bwMode="auto">
            <a:xfrm>
              <a:off x="6837525" y="1569492"/>
              <a:ext cx="8871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delay</a:t>
              </a:r>
              <a:endParaRPr lang="en-GB" altLang="en-US" sz="1800" b="0"/>
            </a:p>
          </p:txBody>
        </p:sp>
        <p:cxnSp>
          <p:nvCxnSpPr>
            <p:cNvPr id="134168" name="Straight Arrow Connector 41">
              <a:extLst>
                <a:ext uri="{FF2B5EF4-FFF2-40B4-BE49-F238E27FC236}">
                  <a16:creationId xmlns:a16="http://schemas.microsoft.com/office/drawing/2014/main" id="{20F33708-B56B-FA73-8718-66C66EAEA41F}"/>
                </a:ext>
              </a:extLst>
            </p:cNvPr>
            <p:cNvCxnSpPr>
              <a:cxnSpLocks noChangeShapeType="1"/>
            </p:cNvCxnSpPr>
            <p:nvPr/>
          </p:nvCxnSpPr>
          <p:spPr bwMode="auto">
            <a:xfrm>
              <a:off x="7533564" y="1760561"/>
              <a:ext cx="409433"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34169" name="Straight Arrow Connector 43">
              <a:extLst>
                <a:ext uri="{FF2B5EF4-FFF2-40B4-BE49-F238E27FC236}">
                  <a16:creationId xmlns:a16="http://schemas.microsoft.com/office/drawing/2014/main" id="{BBCDF0F1-A17C-3422-1167-EE35C7547EB2}"/>
                </a:ext>
              </a:extLst>
            </p:cNvPr>
            <p:cNvCxnSpPr>
              <a:cxnSpLocks noChangeShapeType="1"/>
              <a:stCxn id="134167" idx="1"/>
            </p:cNvCxnSpPr>
            <p:nvPr/>
          </p:nvCxnSpPr>
          <p:spPr bwMode="auto">
            <a:xfrm rot="10800000" flipV="1">
              <a:off x="6455391" y="1754157"/>
              <a:ext cx="382134" cy="640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34170" name="Straight Arrow Connector 45">
              <a:extLst>
                <a:ext uri="{FF2B5EF4-FFF2-40B4-BE49-F238E27FC236}">
                  <a16:creationId xmlns:a16="http://schemas.microsoft.com/office/drawing/2014/main" id="{7076FC72-892E-8F75-A955-CF2EA47FE2F2}"/>
                </a:ext>
              </a:extLst>
            </p:cNvPr>
            <p:cNvCxnSpPr>
              <a:cxnSpLocks noChangeShapeType="1"/>
            </p:cNvCxnSpPr>
            <p:nvPr/>
          </p:nvCxnSpPr>
          <p:spPr bwMode="auto">
            <a:xfrm flipV="1">
              <a:off x="5923128" y="4872252"/>
              <a:ext cx="256032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34171" name="TextBox 49">
              <a:extLst>
                <a:ext uri="{FF2B5EF4-FFF2-40B4-BE49-F238E27FC236}">
                  <a16:creationId xmlns:a16="http://schemas.microsoft.com/office/drawing/2014/main" id="{44EB8E20-C560-3B2E-8DC9-4379CCABDF7A}"/>
                </a:ext>
              </a:extLst>
            </p:cNvPr>
            <p:cNvSpPr txBox="1">
              <a:spLocks noChangeArrowheads="1"/>
            </p:cNvSpPr>
            <p:nvPr/>
          </p:nvSpPr>
          <p:spPr bwMode="auto">
            <a:xfrm>
              <a:off x="5322628" y="1610449"/>
              <a:ext cx="532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a</a:t>
              </a:r>
              <a:endParaRPr lang="en-GB" altLang="en-US" sz="1800" b="0"/>
            </a:p>
          </p:txBody>
        </p:sp>
        <p:sp>
          <p:nvSpPr>
            <p:cNvPr id="134172" name="TextBox 50">
              <a:extLst>
                <a:ext uri="{FF2B5EF4-FFF2-40B4-BE49-F238E27FC236}">
                  <a16:creationId xmlns:a16="http://schemas.microsoft.com/office/drawing/2014/main" id="{BE6DC4FA-C242-2B55-250F-754BA1AA8EDC}"/>
                </a:ext>
              </a:extLst>
            </p:cNvPr>
            <p:cNvSpPr txBox="1">
              <a:spLocks noChangeArrowheads="1"/>
            </p:cNvSpPr>
            <p:nvPr/>
          </p:nvSpPr>
          <p:spPr bwMode="auto">
            <a:xfrm>
              <a:off x="5322627" y="2347427"/>
              <a:ext cx="532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n1</a:t>
              </a:r>
              <a:endParaRPr lang="en-GB" altLang="en-US" sz="1800" b="0"/>
            </a:p>
          </p:txBody>
        </p:sp>
        <p:sp>
          <p:nvSpPr>
            <p:cNvPr id="134173" name="TextBox 51">
              <a:extLst>
                <a:ext uri="{FF2B5EF4-FFF2-40B4-BE49-F238E27FC236}">
                  <a16:creationId xmlns:a16="http://schemas.microsoft.com/office/drawing/2014/main" id="{8801658F-262E-6C6E-6828-CF0CB94D0484}"/>
                </a:ext>
              </a:extLst>
            </p:cNvPr>
            <p:cNvSpPr txBox="1">
              <a:spLocks noChangeArrowheads="1"/>
            </p:cNvSpPr>
            <p:nvPr/>
          </p:nvSpPr>
          <p:spPr bwMode="auto">
            <a:xfrm>
              <a:off x="5390866" y="3111701"/>
              <a:ext cx="532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n2</a:t>
              </a:r>
              <a:endParaRPr lang="en-GB" altLang="en-US" sz="1800" b="0"/>
            </a:p>
          </p:txBody>
        </p:sp>
        <p:sp>
          <p:nvSpPr>
            <p:cNvPr id="134174" name="TextBox 52">
              <a:extLst>
                <a:ext uri="{FF2B5EF4-FFF2-40B4-BE49-F238E27FC236}">
                  <a16:creationId xmlns:a16="http://schemas.microsoft.com/office/drawing/2014/main" id="{59520E37-B3EF-8196-28E5-1FD7DDE2B9AA}"/>
                </a:ext>
              </a:extLst>
            </p:cNvPr>
            <p:cNvSpPr txBox="1">
              <a:spLocks noChangeArrowheads="1"/>
            </p:cNvSpPr>
            <p:nvPr/>
          </p:nvSpPr>
          <p:spPr bwMode="auto">
            <a:xfrm>
              <a:off x="5500057" y="3862331"/>
              <a:ext cx="532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y</a:t>
              </a:r>
              <a:endParaRPr lang="en-GB" altLang="en-US" sz="1800" b="0"/>
            </a:p>
          </p:txBody>
        </p:sp>
        <p:sp>
          <p:nvSpPr>
            <p:cNvPr id="134175" name="TextBox 54">
              <a:extLst>
                <a:ext uri="{FF2B5EF4-FFF2-40B4-BE49-F238E27FC236}">
                  <a16:creationId xmlns:a16="http://schemas.microsoft.com/office/drawing/2014/main" id="{7475D8AB-A120-0D45-470F-55EBCE788723}"/>
                </a:ext>
              </a:extLst>
            </p:cNvPr>
            <p:cNvSpPr txBox="1">
              <a:spLocks noChangeArrowheads="1"/>
            </p:cNvSpPr>
            <p:nvPr/>
          </p:nvSpPr>
          <p:spPr bwMode="auto">
            <a:xfrm>
              <a:off x="5268042" y="4653901"/>
              <a:ext cx="10372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time</a:t>
              </a:r>
              <a:endParaRPr lang="en-GB" altLang="en-US" sz="1800" b="0"/>
            </a:p>
          </p:txBody>
        </p:sp>
        <p:sp>
          <p:nvSpPr>
            <p:cNvPr id="134176" name="Freeform 56">
              <a:extLst>
                <a:ext uri="{FF2B5EF4-FFF2-40B4-BE49-F238E27FC236}">
                  <a16:creationId xmlns:a16="http://schemas.microsoft.com/office/drawing/2014/main" id="{4C0E1B17-96BF-02F6-D82B-0D29F4793164}"/>
                </a:ext>
              </a:extLst>
            </p:cNvPr>
            <p:cNvSpPr>
              <a:spLocks/>
            </p:cNvSpPr>
            <p:nvPr/>
          </p:nvSpPr>
          <p:spPr bwMode="auto">
            <a:xfrm>
              <a:off x="6414448" y="1999397"/>
              <a:ext cx="409433" cy="730155"/>
            </a:xfrm>
            <a:custGeom>
              <a:avLst/>
              <a:gdLst>
                <a:gd name="T0" fmla="*/ 0 w 409433"/>
                <a:gd name="T1" fmla="*/ 6824 h 730155"/>
                <a:gd name="T2" fmla="*/ 232012 w 409433"/>
                <a:gd name="T3" fmla="*/ 75063 h 730155"/>
                <a:gd name="T4" fmla="*/ 68239 w 409433"/>
                <a:gd name="T5" fmla="*/ 457200 h 730155"/>
                <a:gd name="T6" fmla="*/ 409433 w 409433"/>
                <a:gd name="T7" fmla="*/ 730155 h 730155"/>
                <a:gd name="T8" fmla="*/ 409433 w 409433"/>
                <a:gd name="T9" fmla="*/ 730155 h 730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9433" h="730155">
                  <a:moveTo>
                    <a:pt x="0" y="6824"/>
                  </a:moveTo>
                  <a:cubicBezTo>
                    <a:pt x="110319" y="3412"/>
                    <a:pt x="220639" y="0"/>
                    <a:pt x="232012" y="75063"/>
                  </a:cubicBezTo>
                  <a:cubicBezTo>
                    <a:pt x="243385" y="150126"/>
                    <a:pt x="38669" y="348018"/>
                    <a:pt x="68239" y="457200"/>
                  </a:cubicBezTo>
                  <a:cubicBezTo>
                    <a:pt x="97809" y="566382"/>
                    <a:pt x="409433" y="730155"/>
                    <a:pt x="409433" y="730155"/>
                  </a:cubicBezTo>
                </a:path>
              </a:pathLst>
            </a:custGeom>
            <a:noFill/>
            <a:ln w="28575" cap="flat" cmpd="sng" algn="ctr">
              <a:solidFill>
                <a:srgbClr val="0000F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34177" name="Freeform 57">
              <a:extLst>
                <a:ext uri="{FF2B5EF4-FFF2-40B4-BE49-F238E27FC236}">
                  <a16:creationId xmlns:a16="http://schemas.microsoft.com/office/drawing/2014/main" id="{12245ACD-5B6C-220A-07BC-F39D4E954964}"/>
                </a:ext>
              </a:extLst>
            </p:cNvPr>
            <p:cNvSpPr>
              <a:spLocks/>
            </p:cNvSpPr>
            <p:nvPr/>
          </p:nvSpPr>
          <p:spPr bwMode="auto">
            <a:xfrm>
              <a:off x="6878472" y="2736376"/>
              <a:ext cx="477671" cy="798394"/>
            </a:xfrm>
            <a:custGeom>
              <a:avLst/>
              <a:gdLst>
                <a:gd name="T0" fmla="*/ 0 w 409433"/>
                <a:gd name="T1" fmla="*/ 8159 h 730155"/>
                <a:gd name="T2" fmla="*/ 315793 w 409433"/>
                <a:gd name="T3" fmla="*/ 89749 h 730155"/>
                <a:gd name="T4" fmla="*/ 92881 w 409433"/>
                <a:gd name="T5" fmla="*/ 546651 h 730155"/>
                <a:gd name="T6" fmla="*/ 557282 w 409433"/>
                <a:gd name="T7" fmla="*/ 873010 h 730155"/>
                <a:gd name="T8" fmla="*/ 557282 w 409433"/>
                <a:gd name="T9" fmla="*/ 873010 h 730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9433" h="730155">
                  <a:moveTo>
                    <a:pt x="0" y="6824"/>
                  </a:moveTo>
                  <a:cubicBezTo>
                    <a:pt x="110319" y="3412"/>
                    <a:pt x="220639" y="0"/>
                    <a:pt x="232012" y="75063"/>
                  </a:cubicBezTo>
                  <a:cubicBezTo>
                    <a:pt x="243385" y="150126"/>
                    <a:pt x="38669" y="348018"/>
                    <a:pt x="68239" y="457200"/>
                  </a:cubicBezTo>
                  <a:cubicBezTo>
                    <a:pt x="97809" y="566382"/>
                    <a:pt x="409433" y="730155"/>
                    <a:pt x="409433" y="730155"/>
                  </a:cubicBezTo>
                </a:path>
              </a:pathLst>
            </a:custGeom>
            <a:noFill/>
            <a:ln w="28575" cap="flat" cmpd="sng" algn="ctr">
              <a:solidFill>
                <a:srgbClr val="0000F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34178" name="Freeform 58">
              <a:extLst>
                <a:ext uri="{FF2B5EF4-FFF2-40B4-BE49-F238E27FC236}">
                  <a16:creationId xmlns:a16="http://schemas.microsoft.com/office/drawing/2014/main" id="{15E87056-3C6D-2597-DB7A-1AC1016C531C}"/>
                </a:ext>
              </a:extLst>
            </p:cNvPr>
            <p:cNvSpPr>
              <a:spLocks/>
            </p:cNvSpPr>
            <p:nvPr/>
          </p:nvSpPr>
          <p:spPr bwMode="auto">
            <a:xfrm>
              <a:off x="7397087" y="3514298"/>
              <a:ext cx="586853" cy="757451"/>
            </a:xfrm>
            <a:custGeom>
              <a:avLst/>
              <a:gdLst>
                <a:gd name="T0" fmla="*/ 0 w 409433"/>
                <a:gd name="T1" fmla="*/ 7344 h 730155"/>
                <a:gd name="T2" fmla="*/ 476654 w 409433"/>
                <a:gd name="T3" fmla="*/ 80780 h 730155"/>
                <a:gd name="T4" fmla="*/ 140193 w 409433"/>
                <a:gd name="T5" fmla="*/ 492023 h 730155"/>
                <a:gd name="T6" fmla="*/ 841155 w 409433"/>
                <a:gd name="T7" fmla="*/ 785767 h 730155"/>
                <a:gd name="T8" fmla="*/ 841155 w 409433"/>
                <a:gd name="T9" fmla="*/ 785767 h 730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9433" h="730155">
                  <a:moveTo>
                    <a:pt x="0" y="6824"/>
                  </a:moveTo>
                  <a:cubicBezTo>
                    <a:pt x="110319" y="3412"/>
                    <a:pt x="220639" y="0"/>
                    <a:pt x="232012" y="75063"/>
                  </a:cubicBezTo>
                  <a:cubicBezTo>
                    <a:pt x="243385" y="150126"/>
                    <a:pt x="38669" y="348018"/>
                    <a:pt x="68239" y="457200"/>
                  </a:cubicBezTo>
                  <a:cubicBezTo>
                    <a:pt x="97809" y="566382"/>
                    <a:pt x="409433" y="730155"/>
                    <a:pt x="409433" y="730155"/>
                  </a:cubicBezTo>
                </a:path>
              </a:pathLst>
            </a:custGeom>
            <a:noFill/>
            <a:ln w="28575" cap="flat" cmpd="sng" algn="ctr">
              <a:solidFill>
                <a:srgbClr val="0000FF"/>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nchor="ctr"/>
            <a:lstStyle/>
            <a:p>
              <a:endParaRPr lang="en-US"/>
            </a:p>
          </p:txBody>
        </p:sp>
      </p:grpSp>
      <p:cxnSp>
        <p:nvCxnSpPr>
          <p:cNvPr id="134149" name="Straight Connector 55">
            <a:extLst>
              <a:ext uri="{FF2B5EF4-FFF2-40B4-BE49-F238E27FC236}">
                <a16:creationId xmlns:a16="http://schemas.microsoft.com/office/drawing/2014/main" id="{4C65C689-78B9-DFA5-122D-449155914BAE}"/>
              </a:ext>
            </a:extLst>
          </p:cNvPr>
          <p:cNvCxnSpPr>
            <a:cxnSpLocks noChangeShapeType="1"/>
          </p:cNvCxnSpPr>
          <p:nvPr/>
        </p:nvCxnSpPr>
        <p:spPr bwMode="auto">
          <a:xfrm rot="5400000" flipH="1" flipV="1">
            <a:off x="3783807" y="2397920"/>
            <a:ext cx="627063" cy="574675"/>
          </a:xfrm>
          <a:prstGeom prst="line">
            <a:avLst/>
          </a:prstGeom>
          <a:noFill/>
          <a:ln w="9525" algn="ctr">
            <a:solidFill>
              <a:schemeClr val="tx1"/>
            </a:solidFill>
            <a:round/>
            <a:headEnd type="triangle" w="lg" len="lg"/>
            <a:tailEnd/>
          </a:ln>
          <a:extLst>
            <a:ext uri="{909E8E84-426E-40DD-AFC4-6F175D3DCCD1}">
              <a14:hiddenFill xmlns:a14="http://schemas.microsoft.com/office/drawing/2010/main">
                <a:noFill/>
              </a14:hiddenFill>
            </a:ext>
          </a:extLst>
        </p:spPr>
      </p:cxnSp>
      <p:sp>
        <p:nvSpPr>
          <p:cNvPr id="134150" name="TextBox 63">
            <a:extLst>
              <a:ext uri="{FF2B5EF4-FFF2-40B4-BE49-F238E27FC236}">
                <a16:creationId xmlns:a16="http://schemas.microsoft.com/office/drawing/2014/main" id="{25936232-B5F2-4773-1C7B-993B1721484C}"/>
              </a:ext>
            </a:extLst>
          </p:cNvPr>
          <p:cNvSpPr txBox="1">
            <a:spLocks noChangeArrowheads="1"/>
          </p:cNvSpPr>
          <p:nvPr/>
        </p:nvSpPr>
        <p:spPr bwMode="auto">
          <a:xfrm>
            <a:off x="3671889" y="2052638"/>
            <a:ext cx="1978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Critical  Path</a:t>
            </a:r>
            <a:endParaRPr lang="en-GB" altLang="en-US" sz="2000" b="0"/>
          </a:p>
        </p:txBody>
      </p:sp>
      <p:cxnSp>
        <p:nvCxnSpPr>
          <p:cNvPr id="134151" name="Straight Connector 64">
            <a:extLst>
              <a:ext uri="{FF2B5EF4-FFF2-40B4-BE49-F238E27FC236}">
                <a16:creationId xmlns:a16="http://schemas.microsoft.com/office/drawing/2014/main" id="{91B00A96-FCE6-AD40-FBE1-5F058858472B}"/>
              </a:ext>
            </a:extLst>
          </p:cNvPr>
          <p:cNvCxnSpPr>
            <a:cxnSpLocks noChangeShapeType="1"/>
          </p:cNvCxnSpPr>
          <p:nvPr/>
        </p:nvCxnSpPr>
        <p:spPr bwMode="auto">
          <a:xfrm>
            <a:off x="4011614" y="4094163"/>
            <a:ext cx="712787" cy="520700"/>
          </a:xfrm>
          <a:prstGeom prst="line">
            <a:avLst/>
          </a:prstGeom>
          <a:noFill/>
          <a:ln w="9525" algn="ctr">
            <a:solidFill>
              <a:schemeClr val="tx1"/>
            </a:solidFill>
            <a:round/>
            <a:headEnd type="triangle" w="lg" len="lg"/>
            <a:tailEnd/>
          </a:ln>
          <a:extLst>
            <a:ext uri="{909E8E84-426E-40DD-AFC4-6F175D3DCCD1}">
              <a14:hiddenFill xmlns:a14="http://schemas.microsoft.com/office/drawing/2010/main">
                <a:noFill/>
              </a14:hiddenFill>
            </a:ext>
          </a:extLst>
        </p:spPr>
      </p:cxnSp>
      <p:sp>
        <p:nvSpPr>
          <p:cNvPr id="134152" name="TextBox 68">
            <a:extLst>
              <a:ext uri="{FF2B5EF4-FFF2-40B4-BE49-F238E27FC236}">
                <a16:creationId xmlns:a16="http://schemas.microsoft.com/office/drawing/2014/main" id="{F807EB45-44DB-CC25-555F-4C6F5A1E054D}"/>
              </a:ext>
            </a:extLst>
          </p:cNvPr>
          <p:cNvSpPr txBox="1">
            <a:spLocks noChangeArrowheads="1"/>
          </p:cNvSpPr>
          <p:nvPr/>
        </p:nvSpPr>
        <p:spPr bwMode="auto">
          <a:xfrm>
            <a:off x="4002089" y="4657725"/>
            <a:ext cx="1976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Short  Path</a:t>
            </a:r>
            <a:endParaRPr lang="en-GB" altLang="en-US" sz="2000" b="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a:extLst>
              <a:ext uri="{FF2B5EF4-FFF2-40B4-BE49-F238E27FC236}">
                <a16:creationId xmlns:a16="http://schemas.microsoft.com/office/drawing/2014/main" id="{504484DA-A79C-8BFE-51E5-474D8D35C42F}"/>
              </a:ext>
            </a:extLst>
          </p:cNvPr>
          <p:cNvSpPr>
            <a:spLocks noGrp="1" noChangeArrowheads="1"/>
          </p:cNvSpPr>
          <p:nvPr>
            <p:ph type="title"/>
          </p:nvPr>
        </p:nvSpPr>
        <p:spPr>
          <a:xfrm>
            <a:off x="-1" y="183402"/>
            <a:ext cx="11612880" cy="704088"/>
          </a:xfrm>
        </p:spPr>
        <p:txBody>
          <a:bodyPr/>
          <a:lstStyle/>
          <a:p>
            <a:r>
              <a:rPr lang="en-US" altLang="en-US"/>
              <a:t>Short Path</a:t>
            </a:r>
            <a:endParaRPr lang="en-GB" altLang="en-US"/>
          </a:p>
        </p:txBody>
      </p:sp>
      <p:sp>
        <p:nvSpPr>
          <p:cNvPr id="4" name="Text Placeholder 3">
            <a:extLst>
              <a:ext uri="{FF2B5EF4-FFF2-40B4-BE49-F238E27FC236}">
                <a16:creationId xmlns:a16="http://schemas.microsoft.com/office/drawing/2014/main" id="{47C83FE4-D93D-8AB4-DC77-93407FC0C3C4}"/>
              </a:ext>
            </a:extLst>
          </p:cNvPr>
          <p:cNvSpPr>
            <a:spLocks noGrp="1"/>
          </p:cNvSpPr>
          <p:nvPr>
            <p:ph type="body" sz="quarter" idx="10"/>
          </p:nvPr>
        </p:nvSpPr>
        <p:spPr/>
        <p:txBody>
          <a:bodyPr/>
          <a:lstStyle/>
          <a:p>
            <a:endParaRPr lang="en-US" dirty="0"/>
          </a:p>
          <a:p>
            <a:endParaRPr lang="en-US" dirty="0"/>
          </a:p>
          <a:p>
            <a:endParaRPr lang="en-US" dirty="0"/>
          </a:p>
          <a:p>
            <a:endParaRPr lang="en-US" dirty="0"/>
          </a:p>
          <a:p>
            <a:endParaRPr lang="en-US" dirty="0"/>
          </a:p>
          <a:p>
            <a:r>
              <a:rPr lang="en-US" dirty="0"/>
              <a:t>The causes of delay in circuits include the time required to charge the capacitance in a circuit and the speed of light.</a:t>
            </a:r>
          </a:p>
          <a:p>
            <a:pPr lvl="1"/>
            <a:r>
              <a:rPr lang="en-US" dirty="0"/>
              <a:t> </a:t>
            </a:r>
            <a:r>
              <a:rPr lang="en-US" dirty="0" err="1"/>
              <a:t>tpd</a:t>
            </a:r>
            <a:r>
              <a:rPr lang="en-US" dirty="0"/>
              <a:t> and </a:t>
            </a:r>
            <a:r>
              <a:rPr lang="en-US" dirty="0" err="1"/>
              <a:t>tcd</a:t>
            </a:r>
            <a:r>
              <a:rPr lang="en-US" dirty="0"/>
              <a:t> may be different for many reasons, including different </a:t>
            </a:r>
          </a:p>
          <a:p>
            <a:pPr lvl="1"/>
            <a:r>
              <a:rPr lang="en-US" dirty="0"/>
              <a:t>   rising and falling delays</a:t>
            </a:r>
          </a:p>
          <a:p>
            <a:pPr lvl="1"/>
            <a:r>
              <a:rPr lang="en-US" dirty="0"/>
              <a:t>   multiple inputs and outputs, some of which are faster than others</a:t>
            </a:r>
          </a:p>
          <a:p>
            <a:pPr lvl="1"/>
            <a:r>
              <a:rPr lang="en-US" dirty="0"/>
              <a:t>   circuits slowing down when hot and speeding up when cold</a:t>
            </a:r>
          </a:p>
          <a:p>
            <a:endParaRPr lang="en-US" dirty="0"/>
          </a:p>
        </p:txBody>
      </p:sp>
      <p:grpSp>
        <p:nvGrpSpPr>
          <p:cNvPr id="135171" name="Group 78">
            <a:extLst>
              <a:ext uri="{FF2B5EF4-FFF2-40B4-BE49-F238E27FC236}">
                <a16:creationId xmlns:a16="http://schemas.microsoft.com/office/drawing/2014/main" id="{338D2E34-9D1C-000D-05A2-5CF80D6EC135}"/>
              </a:ext>
            </a:extLst>
          </p:cNvPr>
          <p:cNvGrpSpPr>
            <a:grpSpLocks/>
          </p:cNvGrpSpPr>
          <p:nvPr/>
        </p:nvGrpSpPr>
        <p:grpSpPr bwMode="auto">
          <a:xfrm>
            <a:off x="1785939" y="1001714"/>
            <a:ext cx="8321675" cy="2586317"/>
            <a:chOff x="113538" y="1059628"/>
            <a:chExt cx="8446756" cy="2779585"/>
          </a:xfrm>
        </p:grpSpPr>
        <p:sp>
          <p:nvSpPr>
            <p:cNvPr id="135173" name="AutoShape 305">
              <a:extLst>
                <a:ext uri="{FF2B5EF4-FFF2-40B4-BE49-F238E27FC236}">
                  <a16:creationId xmlns:a16="http://schemas.microsoft.com/office/drawing/2014/main" id="{2791FBA8-C306-4D16-0088-857367923DB7}"/>
                </a:ext>
              </a:extLst>
            </p:cNvPr>
            <p:cNvSpPr>
              <a:spLocks noChangeArrowheads="1"/>
            </p:cNvSpPr>
            <p:nvPr/>
          </p:nvSpPr>
          <p:spPr bwMode="auto">
            <a:xfrm flipH="1">
              <a:off x="2532463" y="2685708"/>
              <a:ext cx="609600" cy="576262"/>
            </a:xfrm>
            <a:prstGeom prst="moon">
              <a:avLst>
                <a:gd name="adj" fmla="val 875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35174" name="AutoShape 57">
              <a:extLst>
                <a:ext uri="{FF2B5EF4-FFF2-40B4-BE49-F238E27FC236}">
                  <a16:creationId xmlns:a16="http://schemas.microsoft.com/office/drawing/2014/main" id="{CCD68CA5-400B-201F-4662-B3AFB79B3500}"/>
                </a:ext>
              </a:extLst>
            </p:cNvPr>
            <p:cNvSpPr>
              <a:spLocks noChangeArrowheads="1"/>
            </p:cNvSpPr>
            <p:nvPr/>
          </p:nvSpPr>
          <p:spPr bwMode="auto">
            <a:xfrm>
              <a:off x="1425311" y="2176452"/>
              <a:ext cx="548640" cy="548640"/>
            </a:xfrm>
            <a:prstGeom prst="flowChartDelay">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cxnSp>
          <p:nvCxnSpPr>
            <p:cNvPr id="135175" name="Straight Connector 5">
              <a:extLst>
                <a:ext uri="{FF2B5EF4-FFF2-40B4-BE49-F238E27FC236}">
                  <a16:creationId xmlns:a16="http://schemas.microsoft.com/office/drawing/2014/main" id="{E7049A68-06E1-80B1-50D2-12315783930D}"/>
                </a:ext>
              </a:extLst>
            </p:cNvPr>
            <p:cNvCxnSpPr>
              <a:cxnSpLocks noChangeShapeType="1"/>
            </p:cNvCxnSpPr>
            <p:nvPr/>
          </p:nvCxnSpPr>
          <p:spPr bwMode="auto">
            <a:xfrm>
              <a:off x="968039" y="2282222"/>
              <a:ext cx="4572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76" name="Straight Connector 6">
              <a:extLst>
                <a:ext uri="{FF2B5EF4-FFF2-40B4-BE49-F238E27FC236}">
                  <a16:creationId xmlns:a16="http://schemas.microsoft.com/office/drawing/2014/main" id="{242DF6FC-094B-9F14-1772-7368912DAB15}"/>
                </a:ext>
              </a:extLst>
            </p:cNvPr>
            <p:cNvCxnSpPr>
              <a:cxnSpLocks noChangeShapeType="1"/>
            </p:cNvCxnSpPr>
            <p:nvPr/>
          </p:nvCxnSpPr>
          <p:spPr bwMode="auto">
            <a:xfrm>
              <a:off x="968039" y="2555178"/>
              <a:ext cx="4572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77" name="Straight Connector 7">
              <a:extLst>
                <a:ext uri="{FF2B5EF4-FFF2-40B4-BE49-F238E27FC236}">
                  <a16:creationId xmlns:a16="http://schemas.microsoft.com/office/drawing/2014/main" id="{B82A27D3-FC64-995D-7179-862F9455754F}"/>
                </a:ext>
              </a:extLst>
            </p:cNvPr>
            <p:cNvCxnSpPr>
              <a:cxnSpLocks noChangeShapeType="1"/>
            </p:cNvCxnSpPr>
            <p:nvPr/>
          </p:nvCxnSpPr>
          <p:spPr bwMode="auto">
            <a:xfrm>
              <a:off x="1964326" y="2459643"/>
              <a:ext cx="2743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78" name="Straight Connector 8">
              <a:extLst>
                <a:ext uri="{FF2B5EF4-FFF2-40B4-BE49-F238E27FC236}">
                  <a16:creationId xmlns:a16="http://schemas.microsoft.com/office/drawing/2014/main" id="{8A3571F5-6009-AC15-8AD7-BD7E80685780}"/>
                </a:ext>
              </a:extLst>
            </p:cNvPr>
            <p:cNvCxnSpPr>
              <a:cxnSpLocks noChangeShapeType="1"/>
            </p:cNvCxnSpPr>
            <p:nvPr/>
          </p:nvCxnSpPr>
          <p:spPr bwMode="auto">
            <a:xfrm rot="5400000">
              <a:off x="2059861" y="2637064"/>
              <a:ext cx="35484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79" name="Straight Connector 9">
              <a:extLst>
                <a:ext uri="{FF2B5EF4-FFF2-40B4-BE49-F238E27FC236}">
                  <a16:creationId xmlns:a16="http://schemas.microsoft.com/office/drawing/2014/main" id="{4BFB11E1-2823-58B8-26FA-5B7139238FCA}"/>
                </a:ext>
              </a:extLst>
            </p:cNvPr>
            <p:cNvCxnSpPr>
              <a:cxnSpLocks noChangeShapeType="1"/>
            </p:cNvCxnSpPr>
            <p:nvPr/>
          </p:nvCxnSpPr>
          <p:spPr bwMode="auto">
            <a:xfrm>
              <a:off x="2223633" y="2828132"/>
              <a:ext cx="3657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80" name="Straight Connector 10">
              <a:extLst>
                <a:ext uri="{FF2B5EF4-FFF2-40B4-BE49-F238E27FC236}">
                  <a16:creationId xmlns:a16="http://schemas.microsoft.com/office/drawing/2014/main" id="{49167436-C726-DEB3-43C6-BF54C6A599A6}"/>
                </a:ext>
              </a:extLst>
            </p:cNvPr>
            <p:cNvCxnSpPr>
              <a:cxnSpLocks noChangeShapeType="1"/>
            </p:cNvCxnSpPr>
            <p:nvPr/>
          </p:nvCxnSpPr>
          <p:spPr bwMode="auto">
            <a:xfrm>
              <a:off x="3138033" y="2991905"/>
              <a:ext cx="3657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5181" name="AutoShape 57">
              <a:extLst>
                <a:ext uri="{FF2B5EF4-FFF2-40B4-BE49-F238E27FC236}">
                  <a16:creationId xmlns:a16="http://schemas.microsoft.com/office/drawing/2014/main" id="{A1FB0CE0-41CD-1E10-F0E3-11ED515AAE2A}"/>
                </a:ext>
              </a:extLst>
            </p:cNvPr>
            <p:cNvSpPr>
              <a:spLocks noChangeArrowheads="1"/>
            </p:cNvSpPr>
            <p:nvPr/>
          </p:nvSpPr>
          <p:spPr bwMode="auto">
            <a:xfrm>
              <a:off x="3895556" y="3240977"/>
              <a:ext cx="548640" cy="548640"/>
            </a:xfrm>
            <a:prstGeom prst="flowChartDelay">
              <a:avLst/>
            </a:prstGeom>
            <a:noFill/>
            <a:ln w="254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cxnSp>
          <p:nvCxnSpPr>
            <p:cNvPr id="135182" name="Straight Connector 12">
              <a:extLst>
                <a:ext uri="{FF2B5EF4-FFF2-40B4-BE49-F238E27FC236}">
                  <a16:creationId xmlns:a16="http://schemas.microsoft.com/office/drawing/2014/main" id="{24A78442-DCC8-5B8C-E23F-7947059EDBEF}"/>
                </a:ext>
              </a:extLst>
            </p:cNvPr>
            <p:cNvCxnSpPr>
              <a:cxnSpLocks noChangeShapeType="1"/>
            </p:cNvCxnSpPr>
            <p:nvPr/>
          </p:nvCxnSpPr>
          <p:spPr bwMode="auto">
            <a:xfrm>
              <a:off x="3488271" y="3360393"/>
              <a:ext cx="4114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83" name="Straight Connector 13">
              <a:extLst>
                <a:ext uri="{FF2B5EF4-FFF2-40B4-BE49-F238E27FC236}">
                  <a16:creationId xmlns:a16="http://schemas.microsoft.com/office/drawing/2014/main" id="{3A5B0FC5-9EA2-B35B-F1F7-F03B05FAC6C0}"/>
                </a:ext>
              </a:extLst>
            </p:cNvPr>
            <p:cNvCxnSpPr>
              <a:cxnSpLocks noChangeShapeType="1"/>
            </p:cNvCxnSpPr>
            <p:nvPr/>
          </p:nvCxnSpPr>
          <p:spPr bwMode="auto">
            <a:xfrm rot="5400000">
              <a:off x="3332118" y="3169327"/>
              <a:ext cx="35484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84" name="Straight Connector 14">
              <a:extLst>
                <a:ext uri="{FF2B5EF4-FFF2-40B4-BE49-F238E27FC236}">
                  <a16:creationId xmlns:a16="http://schemas.microsoft.com/office/drawing/2014/main" id="{A56DD0CA-7108-77ED-DBD8-DC979FC7058F}"/>
                </a:ext>
              </a:extLst>
            </p:cNvPr>
            <p:cNvCxnSpPr>
              <a:cxnSpLocks noChangeShapeType="1"/>
            </p:cNvCxnSpPr>
            <p:nvPr/>
          </p:nvCxnSpPr>
          <p:spPr bwMode="auto">
            <a:xfrm>
              <a:off x="4448219" y="3524168"/>
              <a:ext cx="457200" cy="1588"/>
            </a:xfrm>
            <a:prstGeom prst="line">
              <a:avLst/>
            </a:prstGeom>
            <a:noFill/>
            <a:ln w="28575" algn="ctr">
              <a:solidFill>
                <a:schemeClr val="accent1"/>
              </a:solidFill>
              <a:round/>
              <a:headEnd/>
              <a:tailEnd/>
            </a:ln>
            <a:extLst>
              <a:ext uri="{909E8E84-426E-40DD-AFC4-6F175D3DCCD1}">
                <a14:hiddenFill xmlns:a14="http://schemas.microsoft.com/office/drawing/2010/main">
                  <a:noFill/>
                </a14:hiddenFill>
              </a:ext>
            </a:extLst>
          </p:spPr>
        </p:cxnSp>
        <p:cxnSp>
          <p:nvCxnSpPr>
            <p:cNvPr id="135185" name="Straight Connector 15">
              <a:extLst>
                <a:ext uri="{FF2B5EF4-FFF2-40B4-BE49-F238E27FC236}">
                  <a16:creationId xmlns:a16="http://schemas.microsoft.com/office/drawing/2014/main" id="{C044945C-BEAC-6FA8-8DA8-682BA3126BED}"/>
                </a:ext>
              </a:extLst>
            </p:cNvPr>
            <p:cNvCxnSpPr>
              <a:cxnSpLocks noChangeShapeType="1"/>
            </p:cNvCxnSpPr>
            <p:nvPr/>
          </p:nvCxnSpPr>
          <p:spPr bwMode="auto">
            <a:xfrm>
              <a:off x="940741" y="3087441"/>
              <a:ext cx="16459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86" name="Straight Connector 16">
              <a:extLst>
                <a:ext uri="{FF2B5EF4-FFF2-40B4-BE49-F238E27FC236}">
                  <a16:creationId xmlns:a16="http://schemas.microsoft.com/office/drawing/2014/main" id="{F7386BA5-3D72-D736-4DAD-9C1BDDC3A489}"/>
                </a:ext>
              </a:extLst>
            </p:cNvPr>
            <p:cNvCxnSpPr>
              <a:cxnSpLocks noChangeShapeType="1"/>
            </p:cNvCxnSpPr>
            <p:nvPr/>
          </p:nvCxnSpPr>
          <p:spPr bwMode="auto">
            <a:xfrm>
              <a:off x="968037" y="3633351"/>
              <a:ext cx="2926080" cy="1588"/>
            </a:xfrm>
            <a:prstGeom prst="line">
              <a:avLst/>
            </a:prstGeom>
            <a:noFill/>
            <a:ln w="28575" algn="ctr">
              <a:solidFill>
                <a:schemeClr val="accent1"/>
              </a:solidFill>
              <a:round/>
              <a:headEnd/>
              <a:tailEnd/>
            </a:ln>
            <a:extLst>
              <a:ext uri="{909E8E84-426E-40DD-AFC4-6F175D3DCCD1}">
                <a14:hiddenFill xmlns:a14="http://schemas.microsoft.com/office/drawing/2010/main">
                  <a:noFill/>
                </a14:hiddenFill>
              </a:ext>
            </a:extLst>
          </p:spPr>
        </p:cxnSp>
        <p:sp>
          <p:nvSpPr>
            <p:cNvPr id="135187" name="TextBox 17">
              <a:extLst>
                <a:ext uri="{FF2B5EF4-FFF2-40B4-BE49-F238E27FC236}">
                  <a16:creationId xmlns:a16="http://schemas.microsoft.com/office/drawing/2014/main" id="{57DE3CC9-181B-A1AF-1B20-1BDB0E16EBBC}"/>
                </a:ext>
              </a:extLst>
            </p:cNvPr>
            <p:cNvSpPr txBox="1">
              <a:spLocks noChangeArrowheads="1"/>
            </p:cNvSpPr>
            <p:nvPr/>
          </p:nvSpPr>
          <p:spPr bwMode="auto">
            <a:xfrm>
              <a:off x="356169" y="1968322"/>
              <a:ext cx="634431"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a=1</a:t>
              </a:r>
              <a:endParaRPr lang="en-GB" altLang="en-US" sz="1800" b="0"/>
            </a:p>
          </p:txBody>
        </p:sp>
        <p:sp>
          <p:nvSpPr>
            <p:cNvPr id="135188" name="TextBox 18">
              <a:extLst>
                <a:ext uri="{FF2B5EF4-FFF2-40B4-BE49-F238E27FC236}">
                  <a16:creationId xmlns:a16="http://schemas.microsoft.com/office/drawing/2014/main" id="{AB270DCA-B58E-27CF-D92C-690C2F0E59F8}"/>
                </a:ext>
              </a:extLst>
            </p:cNvPr>
            <p:cNvSpPr txBox="1">
              <a:spLocks noChangeArrowheads="1"/>
            </p:cNvSpPr>
            <p:nvPr/>
          </p:nvSpPr>
          <p:spPr bwMode="auto">
            <a:xfrm>
              <a:off x="367538" y="2350461"/>
              <a:ext cx="696040"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b=1</a:t>
              </a:r>
              <a:endParaRPr lang="en-GB" altLang="en-US" sz="1800" b="0"/>
            </a:p>
          </p:txBody>
        </p:sp>
        <p:sp>
          <p:nvSpPr>
            <p:cNvPr id="135189" name="TextBox 19">
              <a:extLst>
                <a:ext uri="{FF2B5EF4-FFF2-40B4-BE49-F238E27FC236}">
                  <a16:creationId xmlns:a16="http://schemas.microsoft.com/office/drawing/2014/main" id="{2F407F16-E875-CAC3-0620-C3E13041DFD1}"/>
                </a:ext>
              </a:extLst>
            </p:cNvPr>
            <p:cNvSpPr txBox="1">
              <a:spLocks noChangeArrowheads="1"/>
            </p:cNvSpPr>
            <p:nvPr/>
          </p:nvSpPr>
          <p:spPr bwMode="auto">
            <a:xfrm>
              <a:off x="340243" y="2882724"/>
              <a:ext cx="682391"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c=0</a:t>
              </a:r>
              <a:endParaRPr lang="en-GB" altLang="en-US" sz="1800" b="0"/>
            </a:p>
          </p:txBody>
        </p:sp>
        <p:sp>
          <p:nvSpPr>
            <p:cNvPr id="135190" name="TextBox 20">
              <a:extLst>
                <a:ext uri="{FF2B5EF4-FFF2-40B4-BE49-F238E27FC236}">
                  <a16:creationId xmlns:a16="http://schemas.microsoft.com/office/drawing/2014/main" id="{A6F26236-6908-8B76-0814-F31DBA2E6D9B}"/>
                </a:ext>
              </a:extLst>
            </p:cNvPr>
            <p:cNvSpPr txBox="1">
              <a:spLocks noChangeArrowheads="1"/>
            </p:cNvSpPr>
            <p:nvPr/>
          </p:nvSpPr>
          <p:spPr bwMode="auto">
            <a:xfrm>
              <a:off x="113538" y="3442282"/>
              <a:ext cx="1194561"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dirty="0">
                  <a:solidFill>
                    <a:schemeClr val="accent1"/>
                  </a:solidFill>
                </a:rPr>
                <a:t>d=1</a:t>
              </a:r>
              <a:r>
                <a:rPr lang="en-US" altLang="en-US" sz="1800" b="0" dirty="0">
                  <a:solidFill>
                    <a:schemeClr val="accent1"/>
                  </a:solidFill>
                  <a:sym typeface="Symbol" panose="05050102010706020507" pitchFamily="18" charset="2"/>
                </a:rPr>
                <a:t>0</a:t>
              </a:r>
              <a:endParaRPr lang="en-GB" altLang="en-US" sz="1800" b="0" dirty="0">
                <a:solidFill>
                  <a:schemeClr val="accent1"/>
                </a:solidFill>
              </a:endParaRPr>
            </a:p>
          </p:txBody>
        </p:sp>
        <p:sp>
          <p:nvSpPr>
            <p:cNvPr id="135191" name="TextBox 21">
              <a:extLst>
                <a:ext uri="{FF2B5EF4-FFF2-40B4-BE49-F238E27FC236}">
                  <a16:creationId xmlns:a16="http://schemas.microsoft.com/office/drawing/2014/main" id="{431D61C7-B32A-1F77-4D31-5D3AE09C30CE}"/>
                </a:ext>
              </a:extLst>
            </p:cNvPr>
            <p:cNvSpPr txBox="1">
              <a:spLocks noChangeArrowheads="1"/>
            </p:cNvSpPr>
            <p:nvPr/>
          </p:nvSpPr>
          <p:spPr bwMode="auto">
            <a:xfrm>
              <a:off x="1963382" y="2029548"/>
              <a:ext cx="532263"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n1</a:t>
              </a:r>
              <a:endParaRPr lang="en-GB" altLang="en-US" sz="1800" b="0"/>
            </a:p>
          </p:txBody>
        </p:sp>
        <p:sp>
          <p:nvSpPr>
            <p:cNvPr id="135192" name="TextBox 22">
              <a:extLst>
                <a:ext uri="{FF2B5EF4-FFF2-40B4-BE49-F238E27FC236}">
                  <a16:creationId xmlns:a16="http://schemas.microsoft.com/office/drawing/2014/main" id="{51A8EC54-1666-7F41-13E5-304380028048}"/>
                </a:ext>
              </a:extLst>
            </p:cNvPr>
            <p:cNvSpPr txBox="1">
              <a:spLocks noChangeArrowheads="1"/>
            </p:cNvSpPr>
            <p:nvPr/>
          </p:nvSpPr>
          <p:spPr bwMode="auto">
            <a:xfrm>
              <a:off x="3056151" y="2509115"/>
              <a:ext cx="532263"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n2</a:t>
              </a:r>
              <a:endParaRPr lang="en-GB" altLang="en-US" sz="1800" b="0"/>
            </a:p>
          </p:txBody>
        </p:sp>
        <p:sp>
          <p:nvSpPr>
            <p:cNvPr id="135193" name="TextBox 23">
              <a:extLst>
                <a:ext uri="{FF2B5EF4-FFF2-40B4-BE49-F238E27FC236}">
                  <a16:creationId xmlns:a16="http://schemas.microsoft.com/office/drawing/2014/main" id="{BDA5E6C3-1F02-58F7-D5EA-2116EF83F475}"/>
                </a:ext>
              </a:extLst>
            </p:cNvPr>
            <p:cNvSpPr txBox="1">
              <a:spLocks noChangeArrowheads="1"/>
            </p:cNvSpPr>
            <p:nvPr/>
          </p:nvSpPr>
          <p:spPr bwMode="auto">
            <a:xfrm>
              <a:off x="4418600" y="2934963"/>
              <a:ext cx="1064516" cy="694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dirty="0"/>
                <a:t>y=1</a:t>
              </a:r>
              <a:r>
                <a:rPr lang="en-US" altLang="en-US" sz="1800" b="0" dirty="0">
                  <a:sym typeface="Symbol" panose="05050102010706020507" pitchFamily="18" charset="2"/>
                </a:rPr>
                <a:t>0</a:t>
              </a:r>
              <a:endParaRPr lang="en-GB" altLang="en-US" sz="1800" b="0" dirty="0"/>
            </a:p>
            <a:p>
              <a:pPr eaLnBrk="1" hangingPunct="1"/>
              <a:endParaRPr lang="en-GB" altLang="en-US" sz="1800" b="0" dirty="0"/>
            </a:p>
          </p:txBody>
        </p:sp>
        <p:cxnSp>
          <p:nvCxnSpPr>
            <p:cNvPr id="135194" name="Straight Connector 25">
              <a:extLst>
                <a:ext uri="{FF2B5EF4-FFF2-40B4-BE49-F238E27FC236}">
                  <a16:creationId xmlns:a16="http://schemas.microsoft.com/office/drawing/2014/main" id="{77BE3D65-30FD-9922-CC1D-4F72F1C59F63}"/>
                </a:ext>
              </a:extLst>
            </p:cNvPr>
            <p:cNvCxnSpPr>
              <a:cxnSpLocks noChangeShapeType="1"/>
            </p:cNvCxnSpPr>
            <p:nvPr/>
          </p:nvCxnSpPr>
          <p:spPr bwMode="auto">
            <a:xfrm>
              <a:off x="5693732" y="1722725"/>
              <a:ext cx="665490" cy="164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95" name="Straight Connector 26">
              <a:extLst>
                <a:ext uri="{FF2B5EF4-FFF2-40B4-BE49-F238E27FC236}">
                  <a16:creationId xmlns:a16="http://schemas.microsoft.com/office/drawing/2014/main" id="{97FD84E8-5D07-3051-5004-32B91F241590}"/>
                </a:ext>
              </a:extLst>
            </p:cNvPr>
            <p:cNvCxnSpPr>
              <a:cxnSpLocks noChangeShapeType="1"/>
            </p:cNvCxnSpPr>
            <p:nvPr/>
          </p:nvCxnSpPr>
          <p:spPr bwMode="auto">
            <a:xfrm rot="16200000" flipH="1">
              <a:off x="6255603" y="1827772"/>
              <a:ext cx="437130" cy="22703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96" name="Straight Connector 27">
              <a:extLst>
                <a:ext uri="{FF2B5EF4-FFF2-40B4-BE49-F238E27FC236}">
                  <a16:creationId xmlns:a16="http://schemas.microsoft.com/office/drawing/2014/main" id="{7543F7D7-E42A-228F-8847-7F28C9F4F63D}"/>
                </a:ext>
              </a:extLst>
            </p:cNvPr>
            <p:cNvCxnSpPr>
              <a:cxnSpLocks noChangeShapeType="1"/>
            </p:cNvCxnSpPr>
            <p:nvPr/>
          </p:nvCxnSpPr>
          <p:spPr bwMode="auto">
            <a:xfrm>
              <a:off x="6559293" y="2159854"/>
              <a:ext cx="1371600" cy="164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97" name="Straight Connector 28">
              <a:extLst>
                <a:ext uri="{FF2B5EF4-FFF2-40B4-BE49-F238E27FC236}">
                  <a16:creationId xmlns:a16="http://schemas.microsoft.com/office/drawing/2014/main" id="{2F13F33A-1F11-DD37-5098-30EF95C1EC1C}"/>
                </a:ext>
              </a:extLst>
            </p:cNvPr>
            <p:cNvCxnSpPr>
              <a:cxnSpLocks noChangeShapeType="1"/>
            </p:cNvCxnSpPr>
            <p:nvPr/>
          </p:nvCxnSpPr>
          <p:spPr bwMode="auto">
            <a:xfrm>
              <a:off x="5736294" y="2441875"/>
              <a:ext cx="1188720" cy="164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98" name="Straight Connector 29">
              <a:extLst>
                <a:ext uri="{FF2B5EF4-FFF2-40B4-BE49-F238E27FC236}">
                  <a16:creationId xmlns:a16="http://schemas.microsoft.com/office/drawing/2014/main" id="{191BB96E-13A2-F367-F959-1246EEDF700C}"/>
                </a:ext>
              </a:extLst>
            </p:cNvPr>
            <p:cNvCxnSpPr>
              <a:cxnSpLocks noChangeShapeType="1"/>
            </p:cNvCxnSpPr>
            <p:nvPr/>
          </p:nvCxnSpPr>
          <p:spPr bwMode="auto">
            <a:xfrm rot="16200000" flipH="1">
              <a:off x="6835180" y="2534222"/>
              <a:ext cx="437130" cy="22703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199" name="Straight Connector 30">
              <a:extLst>
                <a:ext uri="{FF2B5EF4-FFF2-40B4-BE49-F238E27FC236}">
                  <a16:creationId xmlns:a16="http://schemas.microsoft.com/office/drawing/2014/main" id="{272A4C78-D3DC-87FA-6383-847219BD00B2}"/>
                </a:ext>
              </a:extLst>
            </p:cNvPr>
            <p:cNvCxnSpPr>
              <a:cxnSpLocks noChangeShapeType="1"/>
            </p:cNvCxnSpPr>
            <p:nvPr/>
          </p:nvCxnSpPr>
          <p:spPr bwMode="auto">
            <a:xfrm>
              <a:off x="7167248" y="2840902"/>
              <a:ext cx="822960" cy="164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5200" name="Straight Connector 37">
              <a:extLst>
                <a:ext uri="{FF2B5EF4-FFF2-40B4-BE49-F238E27FC236}">
                  <a16:creationId xmlns:a16="http://schemas.microsoft.com/office/drawing/2014/main" id="{337E8913-5CA5-082A-7591-492F5A3EA1DD}"/>
                </a:ext>
              </a:extLst>
            </p:cNvPr>
            <p:cNvCxnSpPr>
              <a:cxnSpLocks noChangeShapeType="1"/>
            </p:cNvCxnSpPr>
            <p:nvPr/>
          </p:nvCxnSpPr>
          <p:spPr bwMode="auto">
            <a:xfrm rot="16200000" flipH="1">
              <a:off x="6291948" y="2123604"/>
              <a:ext cx="146304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5201" name="Straight Connector 38">
              <a:extLst>
                <a:ext uri="{FF2B5EF4-FFF2-40B4-BE49-F238E27FC236}">
                  <a16:creationId xmlns:a16="http://schemas.microsoft.com/office/drawing/2014/main" id="{73154A08-9140-CC08-5AA2-154AAEF9BCBF}"/>
                </a:ext>
              </a:extLst>
            </p:cNvPr>
            <p:cNvCxnSpPr>
              <a:cxnSpLocks noChangeShapeType="1"/>
            </p:cNvCxnSpPr>
            <p:nvPr/>
          </p:nvCxnSpPr>
          <p:spPr bwMode="auto">
            <a:xfrm rot="5400000">
              <a:off x="6049003" y="1837645"/>
              <a:ext cx="850288"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5202" name="TextBox 39">
              <a:extLst>
                <a:ext uri="{FF2B5EF4-FFF2-40B4-BE49-F238E27FC236}">
                  <a16:creationId xmlns:a16="http://schemas.microsoft.com/office/drawing/2014/main" id="{16F580F6-4D6E-46F6-5709-56B0F6313CC7}"/>
                </a:ext>
              </a:extLst>
            </p:cNvPr>
            <p:cNvSpPr txBox="1">
              <a:spLocks noChangeArrowheads="1"/>
            </p:cNvSpPr>
            <p:nvPr/>
          </p:nvSpPr>
          <p:spPr bwMode="auto">
            <a:xfrm>
              <a:off x="6440564" y="1059628"/>
              <a:ext cx="922325"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delay</a:t>
              </a:r>
              <a:endParaRPr lang="en-GB" altLang="en-US" sz="1800" b="0"/>
            </a:p>
          </p:txBody>
        </p:sp>
        <p:cxnSp>
          <p:nvCxnSpPr>
            <p:cNvPr id="135203" name="Straight Arrow Connector 42">
              <a:extLst>
                <a:ext uri="{FF2B5EF4-FFF2-40B4-BE49-F238E27FC236}">
                  <a16:creationId xmlns:a16="http://schemas.microsoft.com/office/drawing/2014/main" id="{C258560A-115E-8461-B681-31E5174A537B}"/>
                </a:ext>
              </a:extLst>
            </p:cNvPr>
            <p:cNvCxnSpPr>
              <a:cxnSpLocks noChangeShapeType="1"/>
            </p:cNvCxnSpPr>
            <p:nvPr/>
          </p:nvCxnSpPr>
          <p:spPr bwMode="auto">
            <a:xfrm flipV="1">
              <a:off x="5898334" y="3394038"/>
              <a:ext cx="266196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35204" name="TextBox 43">
              <a:extLst>
                <a:ext uri="{FF2B5EF4-FFF2-40B4-BE49-F238E27FC236}">
                  <a16:creationId xmlns:a16="http://schemas.microsoft.com/office/drawing/2014/main" id="{E0DF6A8A-833B-6986-3280-3C251D1EB13C}"/>
                </a:ext>
              </a:extLst>
            </p:cNvPr>
            <p:cNvSpPr txBox="1">
              <a:spLocks noChangeArrowheads="1"/>
            </p:cNvSpPr>
            <p:nvPr/>
          </p:nvSpPr>
          <p:spPr bwMode="auto">
            <a:xfrm>
              <a:off x="5324795" y="1497121"/>
              <a:ext cx="553393"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d</a:t>
              </a:r>
              <a:endParaRPr lang="en-GB" altLang="en-US" sz="1800" b="0"/>
            </a:p>
          </p:txBody>
        </p:sp>
        <p:sp>
          <p:nvSpPr>
            <p:cNvPr id="135205" name="TextBox 46">
              <a:extLst>
                <a:ext uri="{FF2B5EF4-FFF2-40B4-BE49-F238E27FC236}">
                  <a16:creationId xmlns:a16="http://schemas.microsoft.com/office/drawing/2014/main" id="{C4F473BF-0C2C-3BC9-719B-F43283FA3604}"/>
                </a:ext>
              </a:extLst>
            </p:cNvPr>
            <p:cNvSpPr txBox="1">
              <a:spLocks noChangeArrowheads="1"/>
            </p:cNvSpPr>
            <p:nvPr/>
          </p:nvSpPr>
          <p:spPr bwMode="auto">
            <a:xfrm>
              <a:off x="5445768" y="2210881"/>
              <a:ext cx="553393"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y</a:t>
              </a:r>
              <a:endParaRPr lang="en-GB" altLang="en-US" sz="1800" b="0"/>
            </a:p>
          </p:txBody>
        </p:sp>
        <p:sp>
          <p:nvSpPr>
            <p:cNvPr id="135206" name="TextBox 47">
              <a:extLst>
                <a:ext uri="{FF2B5EF4-FFF2-40B4-BE49-F238E27FC236}">
                  <a16:creationId xmlns:a16="http://schemas.microsoft.com/office/drawing/2014/main" id="{29821D50-397C-6D01-375B-0B04BA543F6A}"/>
                </a:ext>
              </a:extLst>
            </p:cNvPr>
            <p:cNvSpPr txBox="1">
              <a:spLocks noChangeArrowheads="1"/>
            </p:cNvSpPr>
            <p:nvPr/>
          </p:nvSpPr>
          <p:spPr bwMode="auto">
            <a:xfrm>
              <a:off x="6239740" y="3412987"/>
              <a:ext cx="1078396" cy="3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time</a:t>
              </a:r>
              <a:endParaRPr lang="en-GB" altLang="en-US" sz="1800" b="0"/>
            </a:p>
          </p:txBody>
        </p:sp>
        <p:sp>
          <p:nvSpPr>
            <p:cNvPr id="135207" name="Freeform 48">
              <a:extLst>
                <a:ext uri="{FF2B5EF4-FFF2-40B4-BE49-F238E27FC236}">
                  <a16:creationId xmlns:a16="http://schemas.microsoft.com/office/drawing/2014/main" id="{566D944E-8493-D18F-27D6-F2081985CDDD}"/>
                </a:ext>
              </a:extLst>
            </p:cNvPr>
            <p:cNvSpPr>
              <a:spLocks/>
            </p:cNvSpPr>
            <p:nvPr/>
          </p:nvSpPr>
          <p:spPr bwMode="auto">
            <a:xfrm>
              <a:off x="6459958" y="1898986"/>
              <a:ext cx="425687" cy="754401"/>
            </a:xfrm>
            <a:custGeom>
              <a:avLst/>
              <a:gdLst>
                <a:gd name="T0" fmla="*/ 0 w 409433"/>
                <a:gd name="T1" fmla="*/ 7285 h 730155"/>
                <a:gd name="T2" fmla="*/ 250799 w 409433"/>
                <a:gd name="T3" fmla="*/ 80131 h 730155"/>
                <a:gd name="T4" fmla="*/ 73765 w 409433"/>
                <a:gd name="T5" fmla="*/ 488068 h 730155"/>
                <a:gd name="T6" fmla="*/ 442586 w 409433"/>
                <a:gd name="T7" fmla="*/ 779452 h 730155"/>
                <a:gd name="T8" fmla="*/ 442586 w 409433"/>
                <a:gd name="T9" fmla="*/ 779452 h 730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9433" h="730155">
                  <a:moveTo>
                    <a:pt x="0" y="6824"/>
                  </a:moveTo>
                  <a:cubicBezTo>
                    <a:pt x="110319" y="3412"/>
                    <a:pt x="220639" y="0"/>
                    <a:pt x="232012" y="75063"/>
                  </a:cubicBezTo>
                  <a:cubicBezTo>
                    <a:pt x="243385" y="150126"/>
                    <a:pt x="38669" y="348018"/>
                    <a:pt x="68239" y="457200"/>
                  </a:cubicBezTo>
                  <a:cubicBezTo>
                    <a:pt x="97809" y="566382"/>
                    <a:pt x="409433" y="730155"/>
                    <a:pt x="409433" y="730155"/>
                  </a:cubicBezTo>
                </a:path>
              </a:pathLst>
            </a:custGeom>
            <a:noFill/>
            <a:ln w="28575" cap="flat" cmpd="sng" algn="ctr">
              <a:solidFill>
                <a:schemeClr val="accent1"/>
              </a:solidFill>
              <a:prstDash val="solid"/>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135208" name="Straight Arrow Connector 52">
              <a:extLst>
                <a:ext uri="{FF2B5EF4-FFF2-40B4-BE49-F238E27FC236}">
                  <a16:creationId xmlns:a16="http://schemas.microsoft.com/office/drawing/2014/main" id="{41ECDFDF-C1A1-AEB1-1468-B1BEEFCDC6B3}"/>
                </a:ext>
              </a:extLst>
            </p:cNvPr>
            <p:cNvCxnSpPr>
              <a:cxnSpLocks noChangeShapeType="1"/>
            </p:cNvCxnSpPr>
            <p:nvPr/>
          </p:nvCxnSpPr>
          <p:spPr bwMode="auto">
            <a:xfrm flipV="1">
              <a:off x="6464300" y="1612900"/>
              <a:ext cx="546100" cy="0"/>
            </a:xfrm>
            <a:prstGeom prst="straightConnector1">
              <a:avLst/>
            </a:prstGeom>
            <a:noFill/>
            <a:ln w="9525"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35209" name="Straight Connector 54">
              <a:extLst>
                <a:ext uri="{FF2B5EF4-FFF2-40B4-BE49-F238E27FC236}">
                  <a16:creationId xmlns:a16="http://schemas.microsoft.com/office/drawing/2014/main" id="{BA6C059E-1A10-7080-C7B3-7358E9DAE10B}"/>
                </a:ext>
              </a:extLst>
            </p:cNvPr>
            <p:cNvCxnSpPr>
              <a:cxnSpLocks noChangeShapeType="1"/>
            </p:cNvCxnSpPr>
            <p:nvPr/>
          </p:nvCxnSpPr>
          <p:spPr bwMode="auto">
            <a:xfrm rot="5400000" flipH="1" flipV="1">
              <a:off x="6548120" y="1374140"/>
              <a:ext cx="274320" cy="9144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2.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356</TotalTime>
  <Words>7622</Words>
  <Application>Microsoft Office PowerPoint</Application>
  <PresentationFormat>Widescreen</PresentationFormat>
  <Paragraphs>2018</Paragraphs>
  <Slides>79</Slides>
  <Notes>48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79</vt:i4>
      </vt:variant>
    </vt:vector>
  </HeadingPairs>
  <TitlesOfParts>
    <vt:vector size="89" baseType="lpstr">
      <vt:lpstr>.Lucida Grande UI Regular</vt:lpstr>
      <vt:lpstr>Arial</vt:lpstr>
      <vt:lpstr>Calibri</vt:lpstr>
      <vt:lpstr>Calibri Light</vt:lpstr>
      <vt:lpstr>System Font Regular</vt:lpstr>
      <vt:lpstr>Times New Roman</vt:lpstr>
      <vt:lpstr>Times NR Cyr MT</vt:lpstr>
      <vt:lpstr>Wingdings</vt:lpstr>
      <vt:lpstr>2_Synopsys_2019</vt:lpstr>
      <vt:lpstr>Custom Design</vt:lpstr>
      <vt:lpstr>Logic Design</vt:lpstr>
      <vt:lpstr>Course Overview</vt:lpstr>
      <vt:lpstr>Basic Combinational Circuits</vt:lpstr>
      <vt:lpstr>Multiplexers </vt:lpstr>
      <vt:lpstr>Mux 2:1 ln Verilog</vt:lpstr>
      <vt:lpstr>Simplified View of Multiplexer</vt:lpstr>
      <vt:lpstr>Multiplexers (2)</vt:lpstr>
      <vt:lpstr>Multiplexers in Verilog.Gate Level Implementation</vt:lpstr>
      <vt:lpstr>Logic Statement Implementation </vt:lpstr>
      <vt:lpstr>Case  Statement  Implementation </vt:lpstr>
      <vt:lpstr>Conditional Operator Implementation </vt:lpstr>
      <vt:lpstr>Example 2</vt:lpstr>
      <vt:lpstr>Example 3</vt:lpstr>
      <vt:lpstr>Pyramidal Structure of Multiplexers </vt:lpstr>
      <vt:lpstr>Pyramidal Structure of Multiplexers (2)</vt:lpstr>
      <vt:lpstr>Example (1)</vt:lpstr>
      <vt:lpstr>Example (2)</vt:lpstr>
      <vt:lpstr>Shannon Cofactors</vt:lpstr>
      <vt:lpstr>Cofactors</vt:lpstr>
      <vt:lpstr>Example</vt:lpstr>
      <vt:lpstr>Example</vt:lpstr>
      <vt:lpstr>Implementation by 2:1 Multiplexers</vt:lpstr>
      <vt:lpstr>ITE Operator</vt:lpstr>
      <vt:lpstr>Decoders </vt:lpstr>
      <vt:lpstr>Decoders (2x4)</vt:lpstr>
      <vt:lpstr>Decoders in Verilog </vt:lpstr>
      <vt:lpstr>Decoder  Description  by Verilog using  for  statement</vt:lpstr>
      <vt:lpstr>Decoder  Description  with Parameter  and test_Bench</vt:lpstr>
      <vt:lpstr>Decoder in SystemVerilog</vt:lpstr>
      <vt:lpstr>Decoder in System Verilog</vt:lpstr>
      <vt:lpstr>Boolean Functions Realization Using  Decoders</vt:lpstr>
      <vt:lpstr>IC 74x138</vt:lpstr>
      <vt:lpstr>Demultiplexers</vt:lpstr>
      <vt:lpstr>Demultiplexer in Verilog</vt:lpstr>
      <vt:lpstr>Encoders</vt:lpstr>
      <vt:lpstr>Priority Encoder 4-to-2</vt:lpstr>
      <vt:lpstr>Priority Encoder 4-to-2</vt:lpstr>
      <vt:lpstr>Priority Encoder 8-to-3 using for statement</vt:lpstr>
      <vt:lpstr>Verilog  Description of Encoder</vt:lpstr>
      <vt:lpstr>Verilog-Description of EncoderUsing Case Statement</vt:lpstr>
      <vt:lpstr>IC 74x148</vt:lpstr>
      <vt:lpstr>16-inputs Priority Encoder</vt:lpstr>
      <vt:lpstr>Double Priority Encoder (2)</vt:lpstr>
      <vt:lpstr>Priority Circuit (System Verilog)</vt:lpstr>
      <vt:lpstr>Full Adder</vt:lpstr>
      <vt:lpstr>Full Adder (2)</vt:lpstr>
      <vt:lpstr>The Circuit of Full Adder </vt:lpstr>
      <vt:lpstr>Full Adder</vt:lpstr>
      <vt:lpstr>Full  Adder</vt:lpstr>
      <vt:lpstr>XOR and XNOR Gates</vt:lpstr>
      <vt:lpstr>Comparators</vt:lpstr>
      <vt:lpstr>Comparator /  (using XNOR)</vt:lpstr>
      <vt:lpstr>Comparator  / (using XOR)</vt:lpstr>
      <vt:lpstr>Verilog Description for n-bit Comparator</vt:lpstr>
      <vt:lpstr>Comparator &gt;,&lt;,=</vt:lpstr>
      <vt:lpstr>A Four-bit Comparator Circuit</vt:lpstr>
      <vt:lpstr>IC 74x85</vt:lpstr>
      <vt:lpstr>IC 74x85  Truth  Table </vt:lpstr>
      <vt:lpstr>12-bit Comparator</vt:lpstr>
      <vt:lpstr>Verilog Description</vt:lpstr>
      <vt:lpstr>Tri-State Buffers  </vt:lpstr>
      <vt:lpstr>Tri-State Buffers (2) </vt:lpstr>
      <vt:lpstr>Tri-State Buffers (3) </vt:lpstr>
      <vt:lpstr>SystemVerilog</vt:lpstr>
      <vt:lpstr>MUX 2:1 Based on Tri-State Buffers</vt:lpstr>
      <vt:lpstr>Verilog   and SystemVerilog</vt:lpstr>
      <vt:lpstr>Example</vt:lpstr>
      <vt:lpstr>Tri-states for Getting on a Bus</vt:lpstr>
      <vt:lpstr>Data Transfer on the Bus Using Multiplexer-Demultiplexer </vt:lpstr>
      <vt:lpstr>Bus Transceiver</vt:lpstr>
      <vt:lpstr>Bus Transceiver in Verilog</vt:lpstr>
      <vt:lpstr>Bidirectional Buses</vt:lpstr>
      <vt:lpstr>Parity Circuit  </vt:lpstr>
      <vt:lpstr>Parity Circuits (2)</vt:lpstr>
      <vt:lpstr>Parity Circuit  in Verilog</vt:lpstr>
      <vt:lpstr>Propagation  and  Contamination Delay</vt:lpstr>
      <vt:lpstr>Critical  Path</vt:lpstr>
      <vt:lpstr>Short Path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2023-12-27T09:32:04Z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